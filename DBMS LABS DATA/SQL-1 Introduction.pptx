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73" r:id="rId1"/>
  </p:sldMasterIdLst>
  <p:notesMasterIdLst>
    <p:notesMasterId r:id="rId21"/>
  </p:notesMasterIdLst>
  <p:handoutMasterIdLst>
    <p:handoutMasterId r:id="rId22"/>
  </p:handoutMasterIdLst>
  <p:sldIdLst>
    <p:sldId id="435" r:id="rId2"/>
    <p:sldId id="442" r:id="rId3"/>
    <p:sldId id="444" r:id="rId4"/>
    <p:sldId id="447" r:id="rId5"/>
    <p:sldId id="347" r:id="rId6"/>
    <p:sldId id="443" r:id="rId7"/>
    <p:sldId id="345" r:id="rId8"/>
    <p:sldId id="445" r:id="rId9"/>
    <p:sldId id="448" r:id="rId10"/>
    <p:sldId id="446" r:id="rId11"/>
    <p:sldId id="451" r:id="rId12"/>
    <p:sldId id="354" r:id="rId13"/>
    <p:sldId id="449" r:id="rId14"/>
    <p:sldId id="452" r:id="rId15"/>
    <p:sldId id="455" r:id="rId16"/>
    <p:sldId id="454" r:id="rId17"/>
    <p:sldId id="456" r:id="rId18"/>
    <p:sldId id="450" r:id="rId19"/>
    <p:sldId id="341" r:id="rId20"/>
  </p:sldIdLst>
  <p:sldSz cx="9144000" cy="6858000" type="screen4x3"/>
  <p:notesSz cx="6577013" cy="9753600"/>
  <p:defaultTextStyle>
    <a:defPPr>
      <a:defRPr lang="de-AT"/>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sif Sohail"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EA0000"/>
    <a:srgbClr val="FF9999"/>
    <a:srgbClr val="FFFFB1"/>
    <a:srgbClr val="FFFF66"/>
    <a:srgbClr val="990000"/>
    <a:srgbClr val="D20046"/>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342" autoAdjust="0"/>
    <p:restoredTop sz="85572" autoAdjust="0"/>
  </p:normalViewPr>
  <p:slideViewPr>
    <p:cSldViewPr>
      <p:cViewPr varScale="1">
        <p:scale>
          <a:sx n="83" d="100"/>
          <a:sy n="83" d="100"/>
        </p:scale>
        <p:origin x="1387"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1" d="100"/>
          <a:sy n="61" d="100"/>
        </p:scale>
        <p:origin x="3298"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9746" name="Rectangle 2">
            <a:extLst>
              <a:ext uri="{FF2B5EF4-FFF2-40B4-BE49-F238E27FC236}">
                <a16:creationId xmlns:a16="http://schemas.microsoft.com/office/drawing/2014/main" id="{C1006EBF-A781-8F7B-5575-752893989E07}"/>
              </a:ext>
            </a:extLst>
          </p:cNvPr>
          <p:cNvSpPr>
            <a:spLocks noGrp="1" noChangeArrowheads="1"/>
          </p:cNvSpPr>
          <p:nvPr>
            <p:ph type="hdr" sz="quarter"/>
          </p:nvPr>
        </p:nvSpPr>
        <p:spPr bwMode="auto">
          <a:xfrm>
            <a:off x="0" y="0"/>
            <a:ext cx="2851150" cy="487363"/>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defTabSz="892175" eaLnBrk="1" hangingPunct="1">
              <a:defRPr sz="1200">
                <a:latin typeface="Arial" charset="0"/>
              </a:defRPr>
            </a:lvl1pPr>
          </a:lstStyle>
          <a:p>
            <a:pPr>
              <a:defRPr/>
            </a:pPr>
            <a:endParaRPr lang="en-GB"/>
          </a:p>
        </p:txBody>
      </p:sp>
      <p:sp>
        <p:nvSpPr>
          <p:cNvPr id="159747" name="Rectangle 3">
            <a:extLst>
              <a:ext uri="{FF2B5EF4-FFF2-40B4-BE49-F238E27FC236}">
                <a16:creationId xmlns:a16="http://schemas.microsoft.com/office/drawing/2014/main" id="{A62982A0-D354-2216-9A82-F31801D8A061}"/>
              </a:ext>
            </a:extLst>
          </p:cNvPr>
          <p:cNvSpPr>
            <a:spLocks noGrp="1" noChangeArrowheads="1"/>
          </p:cNvSpPr>
          <p:nvPr>
            <p:ph type="dt" sz="quarter" idx="1"/>
          </p:nvPr>
        </p:nvSpPr>
        <p:spPr bwMode="auto">
          <a:xfrm>
            <a:off x="3725863" y="0"/>
            <a:ext cx="2851150" cy="487363"/>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algn="r" defTabSz="892175" eaLnBrk="1" hangingPunct="1">
              <a:defRPr sz="1200">
                <a:latin typeface="Arial" charset="0"/>
              </a:defRPr>
            </a:lvl1pPr>
          </a:lstStyle>
          <a:p>
            <a:pPr>
              <a:defRPr/>
            </a:pPr>
            <a:endParaRPr lang="en-GB"/>
          </a:p>
        </p:txBody>
      </p:sp>
      <p:sp>
        <p:nvSpPr>
          <p:cNvPr id="159748" name="Rectangle 4">
            <a:extLst>
              <a:ext uri="{FF2B5EF4-FFF2-40B4-BE49-F238E27FC236}">
                <a16:creationId xmlns:a16="http://schemas.microsoft.com/office/drawing/2014/main" id="{47F3557C-0C97-B997-927E-18CAEFB9BD9E}"/>
              </a:ext>
            </a:extLst>
          </p:cNvPr>
          <p:cNvSpPr>
            <a:spLocks noGrp="1" noChangeArrowheads="1"/>
          </p:cNvSpPr>
          <p:nvPr>
            <p:ph type="ftr" sz="quarter" idx="2"/>
          </p:nvPr>
        </p:nvSpPr>
        <p:spPr bwMode="auto">
          <a:xfrm>
            <a:off x="0" y="9266238"/>
            <a:ext cx="2851150" cy="487362"/>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defTabSz="892175" eaLnBrk="1" hangingPunct="1">
              <a:defRPr sz="1200">
                <a:latin typeface="Arial" charset="0"/>
              </a:defRPr>
            </a:lvl1pPr>
          </a:lstStyle>
          <a:p>
            <a:pPr>
              <a:defRPr/>
            </a:pPr>
            <a:endParaRPr lang="en-GB"/>
          </a:p>
        </p:txBody>
      </p:sp>
      <p:sp>
        <p:nvSpPr>
          <p:cNvPr id="159749" name="Rectangle 5">
            <a:extLst>
              <a:ext uri="{FF2B5EF4-FFF2-40B4-BE49-F238E27FC236}">
                <a16:creationId xmlns:a16="http://schemas.microsoft.com/office/drawing/2014/main" id="{567E729B-F04A-85FC-62D3-D87BF4E39B9F}"/>
              </a:ext>
            </a:extLst>
          </p:cNvPr>
          <p:cNvSpPr>
            <a:spLocks noGrp="1" noChangeArrowheads="1"/>
          </p:cNvSpPr>
          <p:nvPr>
            <p:ph type="sldNum" sz="quarter" idx="3"/>
          </p:nvPr>
        </p:nvSpPr>
        <p:spPr bwMode="auto">
          <a:xfrm>
            <a:off x="3725863" y="9266238"/>
            <a:ext cx="2851150" cy="487362"/>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algn="r" defTabSz="892175" eaLnBrk="1" hangingPunct="1">
              <a:defRPr sz="1200"/>
            </a:lvl1pPr>
          </a:lstStyle>
          <a:p>
            <a:pPr>
              <a:defRPr/>
            </a:pPr>
            <a:fld id="{D42E9666-7E20-43CA-9FBB-0E70548970AE}" type="slidenum">
              <a:rPr lang="en-GB" altLang="en-US"/>
              <a:pPr>
                <a:defRPr/>
              </a:pPr>
              <a:t>‹#›</a:t>
            </a:fld>
            <a:endParaRPr lang="en-GB"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BBC5C81-2066-7447-3EFB-90C2BCD9659C}"/>
              </a:ext>
            </a:extLst>
          </p:cNvPr>
          <p:cNvSpPr>
            <a:spLocks noGrp="1" noChangeArrowheads="1"/>
          </p:cNvSpPr>
          <p:nvPr>
            <p:ph type="hdr" sz="quarter"/>
          </p:nvPr>
        </p:nvSpPr>
        <p:spPr bwMode="auto">
          <a:xfrm>
            <a:off x="0" y="0"/>
            <a:ext cx="2851150" cy="487363"/>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defTabSz="892175" eaLnBrk="1" hangingPunct="1">
              <a:defRPr sz="1200">
                <a:latin typeface="Arial" charset="0"/>
              </a:defRPr>
            </a:lvl1pPr>
          </a:lstStyle>
          <a:p>
            <a:pPr>
              <a:defRPr/>
            </a:pPr>
            <a:endParaRPr lang="de-AT"/>
          </a:p>
        </p:txBody>
      </p:sp>
      <p:sp>
        <p:nvSpPr>
          <p:cNvPr id="6147" name="Rectangle 3">
            <a:extLst>
              <a:ext uri="{FF2B5EF4-FFF2-40B4-BE49-F238E27FC236}">
                <a16:creationId xmlns:a16="http://schemas.microsoft.com/office/drawing/2014/main" id="{83EA548D-64F3-25F6-012B-28BDD620CA6F}"/>
              </a:ext>
            </a:extLst>
          </p:cNvPr>
          <p:cNvSpPr>
            <a:spLocks noGrp="1" noChangeArrowheads="1"/>
          </p:cNvSpPr>
          <p:nvPr>
            <p:ph type="dt" idx="1"/>
          </p:nvPr>
        </p:nvSpPr>
        <p:spPr bwMode="auto">
          <a:xfrm>
            <a:off x="3724275" y="0"/>
            <a:ext cx="2851150" cy="487363"/>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algn="r" defTabSz="892175" eaLnBrk="1" hangingPunct="1">
              <a:defRPr sz="1200">
                <a:latin typeface="Arial" charset="0"/>
              </a:defRPr>
            </a:lvl1pPr>
          </a:lstStyle>
          <a:p>
            <a:pPr>
              <a:defRPr/>
            </a:pPr>
            <a:endParaRPr lang="de-AT"/>
          </a:p>
        </p:txBody>
      </p:sp>
      <p:sp>
        <p:nvSpPr>
          <p:cNvPr id="31748" name="Rectangle 4">
            <a:extLst>
              <a:ext uri="{FF2B5EF4-FFF2-40B4-BE49-F238E27FC236}">
                <a16:creationId xmlns:a16="http://schemas.microsoft.com/office/drawing/2014/main" id="{DA6E38A3-6C90-05BA-81D8-E1FE41CC0FDB}"/>
              </a:ext>
            </a:extLst>
          </p:cNvPr>
          <p:cNvSpPr>
            <a:spLocks noGrp="1" noRot="1" noChangeAspect="1" noChangeArrowheads="1" noTextEdit="1"/>
          </p:cNvSpPr>
          <p:nvPr>
            <p:ph type="sldImg" idx="2"/>
          </p:nvPr>
        </p:nvSpPr>
        <p:spPr bwMode="auto">
          <a:xfrm>
            <a:off x="850900" y="731838"/>
            <a:ext cx="4876800" cy="36576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8A25B045-E051-76DF-133D-A4E4A6066321}"/>
              </a:ext>
            </a:extLst>
          </p:cNvPr>
          <p:cNvSpPr>
            <a:spLocks noGrp="1" noChangeArrowheads="1"/>
          </p:cNvSpPr>
          <p:nvPr>
            <p:ph type="body" sz="quarter" idx="3"/>
          </p:nvPr>
        </p:nvSpPr>
        <p:spPr bwMode="auto">
          <a:xfrm>
            <a:off x="657225" y="4633913"/>
            <a:ext cx="5262563" cy="4387850"/>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p>
            <a:pPr lvl="0"/>
            <a:r>
              <a:rPr lang="de-AT" noProof="0"/>
              <a:t>Click to edit Master text styles</a:t>
            </a:r>
          </a:p>
          <a:p>
            <a:pPr lvl="1"/>
            <a:r>
              <a:rPr lang="de-AT" noProof="0"/>
              <a:t>Second level</a:t>
            </a:r>
          </a:p>
          <a:p>
            <a:pPr lvl="2"/>
            <a:r>
              <a:rPr lang="de-AT" noProof="0"/>
              <a:t>Third level</a:t>
            </a:r>
          </a:p>
          <a:p>
            <a:pPr lvl="3"/>
            <a:r>
              <a:rPr lang="de-AT" noProof="0"/>
              <a:t>Fourth level</a:t>
            </a:r>
          </a:p>
          <a:p>
            <a:pPr lvl="4"/>
            <a:r>
              <a:rPr lang="de-AT" noProof="0"/>
              <a:t>Fifth level</a:t>
            </a:r>
          </a:p>
        </p:txBody>
      </p:sp>
      <p:sp>
        <p:nvSpPr>
          <p:cNvPr id="6150" name="Rectangle 6">
            <a:extLst>
              <a:ext uri="{FF2B5EF4-FFF2-40B4-BE49-F238E27FC236}">
                <a16:creationId xmlns:a16="http://schemas.microsoft.com/office/drawing/2014/main" id="{757B0770-90C5-B0D9-D2E9-4DCA69B0884A}"/>
              </a:ext>
            </a:extLst>
          </p:cNvPr>
          <p:cNvSpPr>
            <a:spLocks noGrp="1" noChangeArrowheads="1"/>
          </p:cNvSpPr>
          <p:nvPr>
            <p:ph type="ftr" sz="quarter" idx="4"/>
          </p:nvPr>
        </p:nvSpPr>
        <p:spPr bwMode="auto">
          <a:xfrm>
            <a:off x="0" y="9264650"/>
            <a:ext cx="2851150" cy="487363"/>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defTabSz="892175" eaLnBrk="1" hangingPunct="1">
              <a:defRPr sz="1200">
                <a:latin typeface="Arial" charset="0"/>
              </a:defRPr>
            </a:lvl1pPr>
          </a:lstStyle>
          <a:p>
            <a:pPr>
              <a:defRPr/>
            </a:pPr>
            <a:endParaRPr lang="de-AT"/>
          </a:p>
        </p:txBody>
      </p:sp>
      <p:sp>
        <p:nvSpPr>
          <p:cNvPr id="6151" name="Rectangle 7">
            <a:extLst>
              <a:ext uri="{FF2B5EF4-FFF2-40B4-BE49-F238E27FC236}">
                <a16:creationId xmlns:a16="http://schemas.microsoft.com/office/drawing/2014/main" id="{582D496A-0DE0-C918-6A33-A43D50D6BE6E}"/>
              </a:ext>
            </a:extLst>
          </p:cNvPr>
          <p:cNvSpPr>
            <a:spLocks noGrp="1" noChangeArrowheads="1"/>
          </p:cNvSpPr>
          <p:nvPr>
            <p:ph type="sldNum" sz="quarter" idx="5"/>
          </p:nvPr>
        </p:nvSpPr>
        <p:spPr bwMode="auto">
          <a:xfrm>
            <a:off x="3724275" y="9264650"/>
            <a:ext cx="2851150" cy="487363"/>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algn="r" defTabSz="892175" eaLnBrk="1" hangingPunct="1">
              <a:defRPr sz="1200"/>
            </a:lvl1pPr>
          </a:lstStyle>
          <a:p>
            <a:pPr>
              <a:defRPr/>
            </a:pPr>
            <a:fld id="{5B126B48-4AA3-44C0-AA70-BB2007A492E2}" type="slidenum">
              <a:rPr lang="de-AT" altLang="en-US"/>
              <a:pPr>
                <a:defRPr/>
              </a:pPr>
              <a:t>‹#›</a:t>
            </a:fld>
            <a:endParaRPr lang="de-AT"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788346D0-3014-1558-8906-BD57CCAD72E5}"/>
              </a:ext>
            </a:extLst>
          </p:cNvPr>
          <p:cNvSpPr>
            <a:spLocks noGrp="1" noRot="1" noChangeAspect="1" noChangeArrowheads="1" noTextEdit="1"/>
          </p:cNvSpPr>
          <p:nvPr>
            <p:ph type="sldImg"/>
          </p:nvPr>
        </p:nvSpPr>
        <p:spPr>
          <a:xfrm>
            <a:off x="441325" y="165100"/>
            <a:ext cx="5970588" cy="4478338"/>
          </a:xfrm>
          <a:ln w="12700" cap="flat">
            <a:solidFill>
              <a:schemeClr val="tx1"/>
            </a:solidFill>
          </a:ln>
        </p:spPr>
      </p:sp>
      <p:sp>
        <p:nvSpPr>
          <p:cNvPr id="17411" name="Rectangle 3">
            <a:extLst>
              <a:ext uri="{FF2B5EF4-FFF2-40B4-BE49-F238E27FC236}">
                <a16:creationId xmlns:a16="http://schemas.microsoft.com/office/drawing/2014/main" id="{4040F34F-4490-1E33-E1A6-BE84FE115E60}"/>
              </a:ext>
            </a:extLst>
          </p:cNvPr>
          <p:cNvSpPr>
            <a:spLocks noGrp="1" noChangeArrowheads="1"/>
          </p:cNvSpPr>
          <p:nvPr>
            <p:ph type="body" idx="1"/>
          </p:nvPr>
        </p:nvSpPr>
        <p:spPr>
          <a:xfrm>
            <a:off x="412750" y="4854575"/>
            <a:ext cx="6029325" cy="38179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r>
              <a:rPr lang="en-US" altLang="en-US">
                <a:latin typeface="Arial" panose="020B0604020202020204" pitchFamily="34" charset="0"/>
              </a:rPr>
              <a:t>Tables Used in the Course</a:t>
            </a:r>
          </a:p>
          <a:p>
            <a:pPr lvl="1"/>
            <a:r>
              <a:rPr lang="en-US" altLang="en-US">
                <a:latin typeface="Arial" panose="020B0604020202020204" pitchFamily="34" charset="0"/>
              </a:rPr>
              <a:t>The following three tables will be used in this course:</a:t>
            </a:r>
          </a:p>
          <a:p>
            <a:pPr lvl="2"/>
            <a:r>
              <a:rPr lang="en-US" altLang="en-US">
                <a:latin typeface="Arial" panose="020B0604020202020204" pitchFamily="34" charset="0"/>
              </a:rPr>
              <a:t>EMP table, which gives details of all the employees</a:t>
            </a:r>
          </a:p>
          <a:p>
            <a:pPr lvl="2"/>
            <a:r>
              <a:rPr lang="en-US" altLang="en-US">
                <a:latin typeface="Arial" panose="020B0604020202020204" pitchFamily="34" charset="0"/>
              </a:rPr>
              <a:t>DEPT table, which gives details of all the departments</a:t>
            </a:r>
          </a:p>
          <a:p>
            <a:pPr lvl="2"/>
            <a:r>
              <a:rPr lang="en-US" altLang="en-US">
                <a:latin typeface="Arial" panose="020B0604020202020204" pitchFamily="34" charset="0"/>
              </a:rPr>
              <a:t>SALGRADE table, which gives details of salaries for various grades</a:t>
            </a:r>
          </a:p>
          <a:p>
            <a:pPr lvl="1"/>
            <a:r>
              <a:rPr lang="en-US" altLang="en-US">
                <a:latin typeface="Arial" panose="020B0604020202020204" pitchFamily="34" charset="0"/>
              </a:rPr>
              <a:t>The structure and data for all the tables is given in Appendix B.</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2A393C71-50D8-BEEE-FF1B-006FCD9267D4}"/>
              </a:ext>
            </a:extLst>
          </p:cNvPr>
          <p:cNvSpPr>
            <a:spLocks noChangeArrowheads="1"/>
          </p:cNvSpPr>
          <p:nvPr/>
        </p:nvSpPr>
        <p:spPr bwMode="auto">
          <a:xfrm>
            <a:off x="3884613" y="0"/>
            <a:ext cx="2973387"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9219" name="Rectangle 3">
            <a:extLst>
              <a:ext uri="{FF2B5EF4-FFF2-40B4-BE49-F238E27FC236}">
                <a16:creationId xmlns:a16="http://schemas.microsoft.com/office/drawing/2014/main" id="{2C2D0069-F4A7-F4DB-0BFE-43F01B0C3B1A}"/>
              </a:ext>
            </a:extLst>
          </p:cNvPr>
          <p:cNvSpPr>
            <a:spLocks noChangeArrowheads="1"/>
          </p:cNvSpPr>
          <p:nvPr/>
        </p:nvSpPr>
        <p:spPr bwMode="auto">
          <a:xfrm>
            <a:off x="-1588" y="0"/>
            <a:ext cx="2970213"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9220" name="Rectangle 4">
            <a:extLst>
              <a:ext uri="{FF2B5EF4-FFF2-40B4-BE49-F238E27FC236}">
                <a16:creationId xmlns:a16="http://schemas.microsoft.com/office/drawing/2014/main" id="{9F42289F-F8CD-6616-A60A-B1A5B7B27F7E}"/>
              </a:ext>
            </a:extLst>
          </p:cNvPr>
          <p:cNvSpPr>
            <a:spLocks noGrp="1" noChangeArrowheads="1"/>
          </p:cNvSpPr>
          <p:nvPr>
            <p:ph type="body" idx="1"/>
          </p:nvPr>
        </p:nvSpPr>
        <p:spPr>
          <a:xfrm>
            <a:off x="455613" y="4851400"/>
            <a:ext cx="6016625" cy="38639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defTabSz="446088">
              <a:tabLst>
                <a:tab pos="434975" algn="l"/>
              </a:tabLst>
            </a:pPr>
            <a:r>
              <a:rPr lang="en-US" altLang="en-US">
                <a:latin typeface="Arial" panose="020B0604020202020204" pitchFamily="34" charset="0"/>
              </a:rPr>
              <a:t>Structured Query Language</a:t>
            </a:r>
          </a:p>
          <a:p>
            <a:pPr marL="114300" lvl="1" defTabSz="446088">
              <a:tabLst>
                <a:tab pos="434975" algn="l"/>
              </a:tabLst>
            </a:pPr>
            <a:r>
              <a:rPr lang="en-US" altLang="en-US">
                <a:latin typeface="Arial" panose="020B0604020202020204" pitchFamily="34" charset="0"/>
              </a:rPr>
              <a:t>SQL allows you to communicate with the server and has the following advantages:</a:t>
            </a:r>
          </a:p>
          <a:p>
            <a:pPr marL="430213" lvl="2" indent="-201613" defTabSz="446088">
              <a:tabLst>
                <a:tab pos="434975" algn="l"/>
              </a:tabLst>
            </a:pPr>
            <a:r>
              <a:rPr lang="en-US" altLang="en-US">
                <a:solidFill>
                  <a:srgbClr val="000000"/>
                </a:solidFill>
                <a:latin typeface="Arial" panose="020B0604020202020204" pitchFamily="34" charset="0"/>
              </a:rPr>
              <a:t>Efficient</a:t>
            </a:r>
          </a:p>
          <a:p>
            <a:pPr marL="430213" lvl="2" indent="-201613" defTabSz="446088">
              <a:tabLst>
                <a:tab pos="434975" algn="l"/>
              </a:tabLst>
            </a:pPr>
            <a:r>
              <a:rPr lang="en-US" altLang="en-US">
                <a:solidFill>
                  <a:srgbClr val="000000"/>
                </a:solidFill>
                <a:latin typeface="Arial" panose="020B0604020202020204" pitchFamily="34" charset="0"/>
              </a:rPr>
              <a:t>Easy to learn and use</a:t>
            </a:r>
          </a:p>
          <a:p>
            <a:pPr marL="430213" lvl="2" indent="-201613" defTabSz="446088">
              <a:tabLst>
                <a:tab pos="434975" algn="l"/>
              </a:tabLst>
            </a:pPr>
            <a:r>
              <a:rPr lang="en-US" altLang="en-US">
                <a:solidFill>
                  <a:srgbClr val="000000"/>
                </a:solidFill>
                <a:latin typeface="Arial" panose="020B0604020202020204" pitchFamily="34" charset="0"/>
              </a:rPr>
              <a:t>Functionally complete (</a:t>
            </a:r>
            <a:r>
              <a:rPr lang="en-US" altLang="en-US">
                <a:solidFill>
                  <a:srgbClr val="FC0128"/>
                </a:solidFill>
                <a:latin typeface="Arial" panose="020B0604020202020204" pitchFamily="34" charset="0"/>
              </a:rPr>
              <a:t>SQL </a:t>
            </a:r>
            <a:r>
              <a:rPr lang="en-US" altLang="en-US">
                <a:solidFill>
                  <a:srgbClr val="000000"/>
                </a:solidFill>
                <a:latin typeface="Arial" panose="020B0604020202020204" pitchFamily="34" charset="0"/>
              </a:rPr>
              <a:t>allows you to define, retrieve, and manipulate data in the tables.)</a:t>
            </a:r>
          </a:p>
          <a:p>
            <a:pPr defTabSz="446088">
              <a:tabLst>
                <a:tab pos="434975" algn="l"/>
              </a:tabLst>
            </a:pPr>
            <a:endParaRPr lang="en-US" altLang="en-US">
              <a:solidFill>
                <a:srgbClr val="000000"/>
              </a:solidFill>
              <a:latin typeface="Arial" panose="020B0604020202020204" pitchFamily="34" charset="0"/>
            </a:endParaRPr>
          </a:p>
          <a:p>
            <a:pPr defTabSz="446088">
              <a:tabLst>
                <a:tab pos="434975" algn="l"/>
              </a:tabLst>
            </a:pPr>
            <a:endParaRPr lang="en-US" altLang="en-US">
              <a:solidFill>
                <a:srgbClr val="000000"/>
              </a:solidFill>
              <a:latin typeface="Arial" panose="020B0604020202020204" pitchFamily="34" charset="0"/>
            </a:endParaRPr>
          </a:p>
          <a:p>
            <a:pPr defTabSz="446088">
              <a:tabLst>
                <a:tab pos="434975" algn="l"/>
              </a:tabLst>
            </a:pPr>
            <a:endParaRPr lang="en-US" altLang="en-US">
              <a:solidFill>
                <a:srgbClr val="000000"/>
              </a:solidFill>
              <a:latin typeface="Arial" panose="020B0604020202020204" pitchFamily="34" charset="0"/>
            </a:endParaRPr>
          </a:p>
          <a:p>
            <a:pPr defTabSz="446088">
              <a:tabLst>
                <a:tab pos="434975" algn="l"/>
              </a:tabLst>
            </a:pPr>
            <a:endParaRPr lang="en-US" altLang="en-US">
              <a:solidFill>
                <a:srgbClr val="000000"/>
              </a:solidFill>
              <a:latin typeface="Arial" panose="020B0604020202020204" pitchFamily="34" charset="0"/>
            </a:endParaRPr>
          </a:p>
          <a:p>
            <a:pPr defTabSz="446088">
              <a:tabLst>
                <a:tab pos="434975" algn="l"/>
              </a:tabLst>
            </a:pPr>
            <a:endParaRPr lang="en-US" altLang="en-US">
              <a:solidFill>
                <a:srgbClr val="000000"/>
              </a:solidFill>
              <a:latin typeface="Arial" panose="020B0604020202020204" pitchFamily="34" charset="0"/>
            </a:endParaRPr>
          </a:p>
        </p:txBody>
      </p:sp>
      <p:sp>
        <p:nvSpPr>
          <p:cNvPr id="9221" name="Rectangle 5">
            <a:extLst>
              <a:ext uri="{FF2B5EF4-FFF2-40B4-BE49-F238E27FC236}">
                <a16:creationId xmlns:a16="http://schemas.microsoft.com/office/drawing/2014/main" id="{28CCA1F9-991D-330E-F8F4-7E524FCD1991}"/>
              </a:ext>
            </a:extLst>
          </p:cNvPr>
          <p:cNvSpPr>
            <a:spLocks noGrp="1" noRot="1" noChangeAspect="1" noChangeArrowheads="1" noTextEdit="1"/>
          </p:cNvSpPr>
          <p:nvPr>
            <p:ph type="sldImg"/>
          </p:nvPr>
        </p:nvSpPr>
        <p:spPr>
          <a:xfrm>
            <a:off x="411163" y="171450"/>
            <a:ext cx="6035675" cy="4525963"/>
          </a:xfrm>
          <a:ln w="12700" cap="flat">
            <a:solidFill>
              <a:schemeClr val="tx1"/>
            </a:solidFill>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8611D-C9DA-89E7-E180-36E3E461CF0C}"/>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CDC70FE7-142E-C4E5-5A13-98C1A7669C5C}"/>
              </a:ext>
            </a:extLst>
          </p:cNvPr>
          <p:cNvSpPr>
            <a:spLocks noChangeArrowheads="1"/>
          </p:cNvSpPr>
          <p:nvPr/>
        </p:nvSpPr>
        <p:spPr bwMode="auto">
          <a:xfrm>
            <a:off x="3884613" y="0"/>
            <a:ext cx="2973387"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9219" name="Rectangle 3">
            <a:extLst>
              <a:ext uri="{FF2B5EF4-FFF2-40B4-BE49-F238E27FC236}">
                <a16:creationId xmlns:a16="http://schemas.microsoft.com/office/drawing/2014/main" id="{FEB886D6-7CC8-0F0B-BD61-4DD60A4CA9F2}"/>
              </a:ext>
            </a:extLst>
          </p:cNvPr>
          <p:cNvSpPr>
            <a:spLocks noChangeArrowheads="1"/>
          </p:cNvSpPr>
          <p:nvPr/>
        </p:nvSpPr>
        <p:spPr bwMode="auto">
          <a:xfrm>
            <a:off x="-1588" y="0"/>
            <a:ext cx="2970213"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9220" name="Rectangle 4">
            <a:extLst>
              <a:ext uri="{FF2B5EF4-FFF2-40B4-BE49-F238E27FC236}">
                <a16:creationId xmlns:a16="http://schemas.microsoft.com/office/drawing/2014/main" id="{377EDB9F-BD23-E90D-D574-7335461D414B}"/>
              </a:ext>
            </a:extLst>
          </p:cNvPr>
          <p:cNvSpPr>
            <a:spLocks noGrp="1" noChangeArrowheads="1"/>
          </p:cNvSpPr>
          <p:nvPr>
            <p:ph type="body" idx="1"/>
          </p:nvPr>
        </p:nvSpPr>
        <p:spPr>
          <a:xfrm>
            <a:off x="455613" y="4851400"/>
            <a:ext cx="6016625" cy="38639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defTabSz="446088">
              <a:tabLst>
                <a:tab pos="434975" algn="l"/>
              </a:tabLst>
            </a:pPr>
            <a:r>
              <a:rPr lang="en-US" altLang="en-US">
                <a:latin typeface="Arial" panose="020B0604020202020204" pitchFamily="34" charset="0"/>
              </a:rPr>
              <a:t>Structured Query Language</a:t>
            </a:r>
          </a:p>
          <a:p>
            <a:pPr marL="114300" lvl="1" defTabSz="446088">
              <a:tabLst>
                <a:tab pos="434975" algn="l"/>
              </a:tabLst>
            </a:pPr>
            <a:r>
              <a:rPr lang="en-US" altLang="en-US">
                <a:latin typeface="Arial" panose="020B0604020202020204" pitchFamily="34" charset="0"/>
              </a:rPr>
              <a:t>SQL allows you to communicate with the server and has the following advantages:</a:t>
            </a:r>
          </a:p>
          <a:p>
            <a:pPr marL="430213" lvl="2" indent="-201613" defTabSz="446088">
              <a:tabLst>
                <a:tab pos="434975" algn="l"/>
              </a:tabLst>
            </a:pPr>
            <a:r>
              <a:rPr lang="en-US" altLang="en-US">
                <a:solidFill>
                  <a:srgbClr val="000000"/>
                </a:solidFill>
                <a:latin typeface="Arial" panose="020B0604020202020204" pitchFamily="34" charset="0"/>
              </a:rPr>
              <a:t>Efficient</a:t>
            </a:r>
          </a:p>
          <a:p>
            <a:pPr marL="430213" lvl="2" indent="-201613" defTabSz="446088">
              <a:tabLst>
                <a:tab pos="434975" algn="l"/>
              </a:tabLst>
            </a:pPr>
            <a:r>
              <a:rPr lang="en-US" altLang="en-US">
                <a:solidFill>
                  <a:srgbClr val="000000"/>
                </a:solidFill>
                <a:latin typeface="Arial" panose="020B0604020202020204" pitchFamily="34" charset="0"/>
              </a:rPr>
              <a:t>Easy to learn and use</a:t>
            </a:r>
          </a:p>
          <a:p>
            <a:pPr marL="430213" lvl="2" indent="-201613" defTabSz="446088">
              <a:tabLst>
                <a:tab pos="434975" algn="l"/>
              </a:tabLst>
            </a:pPr>
            <a:r>
              <a:rPr lang="en-US" altLang="en-US">
                <a:solidFill>
                  <a:srgbClr val="000000"/>
                </a:solidFill>
                <a:latin typeface="Arial" panose="020B0604020202020204" pitchFamily="34" charset="0"/>
              </a:rPr>
              <a:t>Functionally complete (</a:t>
            </a:r>
            <a:r>
              <a:rPr lang="en-US" altLang="en-US">
                <a:solidFill>
                  <a:srgbClr val="FC0128"/>
                </a:solidFill>
                <a:latin typeface="Arial" panose="020B0604020202020204" pitchFamily="34" charset="0"/>
              </a:rPr>
              <a:t>SQL </a:t>
            </a:r>
            <a:r>
              <a:rPr lang="en-US" altLang="en-US">
                <a:solidFill>
                  <a:srgbClr val="000000"/>
                </a:solidFill>
                <a:latin typeface="Arial" panose="020B0604020202020204" pitchFamily="34" charset="0"/>
              </a:rPr>
              <a:t>allows you to define, retrieve, and manipulate data in the tables.)</a:t>
            </a:r>
          </a:p>
          <a:p>
            <a:pPr defTabSz="446088">
              <a:tabLst>
                <a:tab pos="434975" algn="l"/>
              </a:tabLst>
            </a:pPr>
            <a:endParaRPr lang="en-US" altLang="en-US">
              <a:solidFill>
                <a:srgbClr val="000000"/>
              </a:solidFill>
              <a:latin typeface="Arial" panose="020B0604020202020204" pitchFamily="34" charset="0"/>
            </a:endParaRPr>
          </a:p>
          <a:p>
            <a:pPr defTabSz="446088">
              <a:tabLst>
                <a:tab pos="434975" algn="l"/>
              </a:tabLst>
            </a:pPr>
            <a:endParaRPr lang="en-US" altLang="en-US">
              <a:solidFill>
                <a:srgbClr val="000000"/>
              </a:solidFill>
              <a:latin typeface="Arial" panose="020B0604020202020204" pitchFamily="34" charset="0"/>
            </a:endParaRPr>
          </a:p>
          <a:p>
            <a:pPr defTabSz="446088">
              <a:tabLst>
                <a:tab pos="434975" algn="l"/>
              </a:tabLst>
            </a:pPr>
            <a:endParaRPr lang="en-US" altLang="en-US">
              <a:solidFill>
                <a:srgbClr val="000000"/>
              </a:solidFill>
              <a:latin typeface="Arial" panose="020B0604020202020204" pitchFamily="34" charset="0"/>
            </a:endParaRPr>
          </a:p>
          <a:p>
            <a:pPr defTabSz="446088">
              <a:tabLst>
                <a:tab pos="434975" algn="l"/>
              </a:tabLst>
            </a:pPr>
            <a:endParaRPr lang="en-US" altLang="en-US">
              <a:solidFill>
                <a:srgbClr val="000000"/>
              </a:solidFill>
              <a:latin typeface="Arial" panose="020B0604020202020204" pitchFamily="34" charset="0"/>
            </a:endParaRPr>
          </a:p>
          <a:p>
            <a:pPr defTabSz="446088">
              <a:tabLst>
                <a:tab pos="434975" algn="l"/>
              </a:tabLst>
            </a:pPr>
            <a:endParaRPr lang="en-US" altLang="en-US">
              <a:solidFill>
                <a:srgbClr val="000000"/>
              </a:solidFill>
              <a:latin typeface="Arial" panose="020B0604020202020204" pitchFamily="34" charset="0"/>
            </a:endParaRPr>
          </a:p>
        </p:txBody>
      </p:sp>
      <p:sp>
        <p:nvSpPr>
          <p:cNvPr id="9221" name="Rectangle 5">
            <a:extLst>
              <a:ext uri="{FF2B5EF4-FFF2-40B4-BE49-F238E27FC236}">
                <a16:creationId xmlns:a16="http://schemas.microsoft.com/office/drawing/2014/main" id="{7A5853D8-17C6-6E3D-8FC1-59336CC89A29}"/>
              </a:ext>
            </a:extLst>
          </p:cNvPr>
          <p:cNvSpPr>
            <a:spLocks noGrp="1" noRot="1" noChangeAspect="1" noChangeArrowheads="1" noTextEdit="1"/>
          </p:cNvSpPr>
          <p:nvPr>
            <p:ph type="sldImg"/>
          </p:nvPr>
        </p:nvSpPr>
        <p:spPr>
          <a:xfrm>
            <a:off x="411163" y="171450"/>
            <a:ext cx="6035675" cy="4525963"/>
          </a:xfrm>
          <a:ln w="12700" cap="flat">
            <a:solidFill>
              <a:schemeClr val="tx1"/>
            </a:solidFill>
          </a:ln>
        </p:spPr>
      </p:sp>
    </p:spTree>
    <p:extLst>
      <p:ext uri="{BB962C8B-B14F-4D97-AF65-F5344CB8AC3E}">
        <p14:creationId xmlns:p14="http://schemas.microsoft.com/office/powerpoint/2010/main" val="6146417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6BB46-A0C8-2B07-3D97-CD9C4524CC0D}"/>
            </a:ext>
          </a:extLst>
        </p:cNvPr>
        <p:cNvGrpSpPr/>
        <p:nvPr/>
      </p:nvGrpSpPr>
      <p:grpSpPr>
        <a:xfrm>
          <a:off x="0" y="0"/>
          <a:ext cx="0" cy="0"/>
          <a:chOff x="0" y="0"/>
          <a:chExt cx="0" cy="0"/>
        </a:xfrm>
      </p:grpSpPr>
      <p:sp>
        <p:nvSpPr>
          <p:cNvPr id="25602" name="Rectangle 2">
            <a:extLst>
              <a:ext uri="{FF2B5EF4-FFF2-40B4-BE49-F238E27FC236}">
                <a16:creationId xmlns:a16="http://schemas.microsoft.com/office/drawing/2014/main" id="{A15BE4CE-BEAB-9F02-13F0-727A124928DF}"/>
              </a:ext>
            </a:extLst>
          </p:cNvPr>
          <p:cNvSpPr>
            <a:spLocks noGrp="1" noChangeArrowheads="1"/>
          </p:cNvSpPr>
          <p:nvPr>
            <p:ph type="body" idx="1"/>
          </p:nvPr>
        </p:nvSpPr>
        <p:spPr>
          <a:xfrm>
            <a:off x="412750" y="4854575"/>
            <a:ext cx="6029325" cy="38179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r>
              <a:rPr lang="en-US" altLang="en-US">
                <a:latin typeface="Arial" panose="020B0604020202020204" pitchFamily="34" charset="0"/>
              </a:rPr>
              <a:t>Selecting All Columns, All Rows</a:t>
            </a:r>
          </a:p>
          <a:p>
            <a:pPr lvl="1"/>
            <a:r>
              <a:rPr lang="en-US" altLang="en-US">
                <a:latin typeface="Arial" panose="020B0604020202020204" pitchFamily="34" charset="0"/>
              </a:rPr>
              <a:t>You can display </a:t>
            </a:r>
            <a:r>
              <a:rPr lang="en-US" altLang="en-US" i="1">
                <a:latin typeface="Arial" panose="020B0604020202020204" pitchFamily="34" charset="0"/>
              </a:rPr>
              <a:t>all</a:t>
            </a:r>
            <a:r>
              <a:rPr lang="en-US" altLang="en-US">
                <a:latin typeface="Arial" panose="020B0604020202020204" pitchFamily="34" charset="0"/>
              </a:rPr>
              <a:t> columns of data in a table by following the SELECT keyword with an asterisk (</a:t>
            </a:r>
            <a:r>
              <a:rPr lang="en-US" altLang="en-US">
                <a:solidFill>
                  <a:srgbClr val="FC0128"/>
                </a:solidFill>
                <a:latin typeface="Arial" panose="020B0604020202020204" pitchFamily="34" charset="0"/>
              </a:rPr>
              <a:t>*)</a:t>
            </a:r>
            <a:r>
              <a:rPr lang="en-US" altLang="en-US">
                <a:latin typeface="Arial" panose="020B0604020202020204" pitchFamily="34" charset="0"/>
              </a:rPr>
              <a:t>. In the example on the slide, the department table contains three columns: DEPTNO, DNAME, and LOC. The table contains four rows, one for each department. </a:t>
            </a:r>
          </a:p>
          <a:p>
            <a:pPr lvl="1"/>
            <a:r>
              <a:rPr lang="en-US" altLang="en-US">
                <a:solidFill>
                  <a:srgbClr val="000000"/>
                </a:solidFill>
                <a:latin typeface="Arial" panose="020B0604020202020204" pitchFamily="34" charset="0"/>
              </a:rPr>
              <a:t>You can also display </a:t>
            </a:r>
            <a:r>
              <a:rPr lang="en-US" altLang="en-US" i="1">
                <a:solidFill>
                  <a:srgbClr val="000000"/>
                </a:solidFill>
                <a:latin typeface="Arial" panose="020B0604020202020204" pitchFamily="34" charset="0"/>
              </a:rPr>
              <a:t>all</a:t>
            </a:r>
            <a:r>
              <a:rPr lang="en-US" altLang="en-US">
                <a:solidFill>
                  <a:srgbClr val="000000"/>
                </a:solidFill>
                <a:latin typeface="Arial" panose="020B0604020202020204" pitchFamily="34" charset="0"/>
              </a:rPr>
              <a:t> columns in the table by listing all the columns after the SELECT keyword. For example, the following SQL statement, like the example on the slide, displays all columns and all rows of the DEPT table:</a:t>
            </a:r>
          </a:p>
          <a:p>
            <a:pPr lvl="1"/>
            <a:endParaRPr lang="en-US" altLang="en-US">
              <a:solidFill>
                <a:srgbClr val="000000"/>
              </a:solidFill>
              <a:latin typeface="Arial" panose="020B0604020202020204" pitchFamily="34" charset="0"/>
            </a:endParaRPr>
          </a:p>
          <a:p>
            <a:pPr lvl="1"/>
            <a:endParaRPr lang="en-US" altLang="en-US">
              <a:solidFill>
                <a:srgbClr val="000000"/>
              </a:solidFill>
              <a:latin typeface="Arial" panose="020B0604020202020204" pitchFamily="34" charset="0"/>
            </a:endParaRPr>
          </a:p>
          <a:p>
            <a:pPr lvl="1"/>
            <a:endParaRPr lang="en-US" altLang="en-US" b="1">
              <a:solidFill>
                <a:schemeClr val="accent2"/>
              </a:solidFill>
              <a:latin typeface="Arial" panose="020B0604020202020204" pitchFamily="34" charset="0"/>
            </a:endParaRPr>
          </a:p>
          <a:p>
            <a:pPr lvl="1"/>
            <a:endParaRPr lang="en-US" altLang="en-US" b="1">
              <a:solidFill>
                <a:schemeClr val="accent2"/>
              </a:solidFill>
              <a:latin typeface="Arial" panose="020B0604020202020204" pitchFamily="34" charset="0"/>
            </a:endParaRPr>
          </a:p>
          <a:p>
            <a:pPr lvl="1"/>
            <a:endParaRPr lang="en-US" altLang="en-US" b="1">
              <a:solidFill>
                <a:schemeClr val="accent2"/>
              </a:solidFill>
              <a:latin typeface="Arial" panose="020B0604020202020204" pitchFamily="34" charset="0"/>
            </a:endParaRPr>
          </a:p>
          <a:p>
            <a:pPr lvl="1"/>
            <a:endParaRPr lang="en-US" altLang="en-US" b="1">
              <a:solidFill>
                <a:schemeClr val="accent2"/>
              </a:solidFill>
              <a:latin typeface="Arial" panose="020B0604020202020204" pitchFamily="34" charset="0"/>
            </a:endParaRPr>
          </a:p>
          <a:p>
            <a:pPr lvl="1"/>
            <a:endParaRPr lang="en-US" altLang="en-US" b="1">
              <a:solidFill>
                <a:schemeClr val="accent2"/>
              </a:solidFill>
              <a:latin typeface="Arial" panose="020B0604020202020204" pitchFamily="34" charset="0"/>
            </a:endParaRPr>
          </a:p>
          <a:p>
            <a:pPr lvl="1"/>
            <a:endParaRPr lang="en-US" altLang="en-US" b="1">
              <a:solidFill>
                <a:schemeClr val="accent2"/>
              </a:solidFill>
              <a:latin typeface="Arial" panose="020B0604020202020204" pitchFamily="34" charset="0"/>
            </a:endParaRPr>
          </a:p>
          <a:p>
            <a:pPr lvl="1"/>
            <a:endParaRPr lang="en-US" altLang="en-US" b="1">
              <a:solidFill>
                <a:schemeClr val="accent2"/>
              </a:solidFill>
              <a:latin typeface="Arial" panose="020B0604020202020204" pitchFamily="34" charset="0"/>
            </a:endParaRPr>
          </a:p>
          <a:p>
            <a:pPr lvl="1"/>
            <a:r>
              <a:rPr lang="en-US" altLang="en-US" b="1">
                <a:solidFill>
                  <a:schemeClr val="accent2"/>
                </a:solidFill>
                <a:latin typeface="Arial" panose="020B0604020202020204" pitchFamily="34" charset="0"/>
              </a:rPr>
              <a:t>Class Management Note</a:t>
            </a:r>
            <a:r>
              <a:rPr lang="en-US" altLang="en-US">
                <a:solidFill>
                  <a:schemeClr val="accent2"/>
                </a:solidFill>
                <a:latin typeface="Arial" panose="020B0604020202020204" pitchFamily="34" charset="0"/>
              </a:rPr>
              <a:t> </a:t>
            </a:r>
            <a:endParaRPr lang="en-US" altLang="en-US" b="1">
              <a:solidFill>
                <a:schemeClr val="accent2"/>
              </a:solidFill>
              <a:latin typeface="Arial" panose="020B0604020202020204" pitchFamily="34" charset="0"/>
            </a:endParaRPr>
          </a:p>
          <a:p>
            <a:pPr lvl="2"/>
            <a:r>
              <a:rPr lang="en-US" altLang="en-US">
                <a:solidFill>
                  <a:schemeClr val="accent2"/>
                </a:solidFill>
                <a:latin typeface="Arial" panose="020B0604020202020204" pitchFamily="34" charset="0"/>
              </a:rPr>
              <a:t>Let the students know that details of all the tables are given in Appendix B.</a:t>
            </a:r>
          </a:p>
        </p:txBody>
      </p:sp>
      <p:sp>
        <p:nvSpPr>
          <p:cNvPr id="25603" name="Rectangle 3">
            <a:extLst>
              <a:ext uri="{FF2B5EF4-FFF2-40B4-BE49-F238E27FC236}">
                <a16:creationId xmlns:a16="http://schemas.microsoft.com/office/drawing/2014/main" id="{BC8E589B-254B-A972-99BB-51A6AB93B88D}"/>
              </a:ext>
            </a:extLst>
          </p:cNvPr>
          <p:cNvSpPr>
            <a:spLocks noGrp="1" noRot="1" noChangeAspect="1" noChangeArrowheads="1" noTextEdit="1"/>
          </p:cNvSpPr>
          <p:nvPr>
            <p:ph type="sldImg"/>
          </p:nvPr>
        </p:nvSpPr>
        <p:spPr>
          <a:xfrm>
            <a:off x="434975" y="155575"/>
            <a:ext cx="5984875" cy="4487863"/>
          </a:xfrm>
          <a:ln w="12700" cap="flat">
            <a:solidFill>
              <a:schemeClr val="tx1"/>
            </a:solidFill>
          </a:ln>
        </p:spPr>
      </p:sp>
      <p:sp>
        <p:nvSpPr>
          <p:cNvPr id="25604" name="Rectangle 4">
            <a:extLst>
              <a:ext uri="{FF2B5EF4-FFF2-40B4-BE49-F238E27FC236}">
                <a16:creationId xmlns:a16="http://schemas.microsoft.com/office/drawing/2014/main" id="{23E32775-EA29-C095-13AB-56F53AF90803}"/>
              </a:ext>
            </a:extLst>
          </p:cNvPr>
          <p:cNvSpPr>
            <a:spLocks noChangeArrowheads="1"/>
          </p:cNvSpPr>
          <p:nvPr/>
        </p:nvSpPr>
        <p:spPr bwMode="auto">
          <a:xfrm>
            <a:off x="614363" y="6249988"/>
            <a:ext cx="5607050" cy="45561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7625" rIns="92075" bIns="47625"/>
          <a:lstStyle>
            <a:lvl1pPr defTabSz="942975">
              <a:spcBef>
                <a:spcPct val="30000"/>
              </a:spcBef>
              <a:defRPr sz="1200">
                <a:solidFill>
                  <a:schemeClr val="tx1"/>
                </a:solidFill>
                <a:latin typeface="Arial" panose="020B0604020202020204" pitchFamily="34" charset="0"/>
              </a:defRPr>
            </a:lvl1pPr>
            <a:lvl2pPr marL="742950" indent="-285750" defTabSz="942975">
              <a:spcBef>
                <a:spcPct val="30000"/>
              </a:spcBef>
              <a:defRPr sz="1200">
                <a:solidFill>
                  <a:schemeClr val="tx1"/>
                </a:solidFill>
                <a:latin typeface="Arial" panose="020B0604020202020204" pitchFamily="34" charset="0"/>
              </a:defRPr>
            </a:lvl2pPr>
            <a:lvl3pPr marL="1143000" indent="-228600" defTabSz="942975">
              <a:spcBef>
                <a:spcPct val="30000"/>
              </a:spcBef>
              <a:defRPr sz="1200">
                <a:solidFill>
                  <a:schemeClr val="tx1"/>
                </a:solidFill>
                <a:latin typeface="Arial" panose="020B0604020202020204" pitchFamily="34" charset="0"/>
              </a:defRPr>
            </a:lvl3pPr>
            <a:lvl4pPr marL="1600200" indent="-228600" defTabSz="942975">
              <a:spcBef>
                <a:spcPct val="30000"/>
              </a:spcBef>
              <a:defRPr sz="1200">
                <a:solidFill>
                  <a:schemeClr val="tx1"/>
                </a:solidFill>
                <a:latin typeface="Arial" panose="020B0604020202020204" pitchFamily="34" charset="0"/>
              </a:defRPr>
            </a:lvl4pPr>
            <a:lvl5pPr marL="2057400" indent="-228600" defTabSz="942975">
              <a:spcBef>
                <a:spcPct val="30000"/>
              </a:spcBef>
              <a:defRPr sz="1200">
                <a:solidFill>
                  <a:schemeClr val="tx1"/>
                </a:solidFill>
                <a:latin typeface="Arial" panose="020B0604020202020204" pitchFamily="34" charset="0"/>
              </a:defRPr>
            </a:lvl5pPr>
            <a:lvl6pPr marL="2514600" indent="-228600" defTabSz="942975"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42975"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42975"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42975"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n-US" altLang="en-US" sz="1100" b="1">
                <a:latin typeface="Courier New" panose="02070309020205020404" pitchFamily="49" charset="0"/>
              </a:rPr>
              <a:t>SQL&gt; SELECT	deptno, dname, loc</a:t>
            </a:r>
          </a:p>
          <a:p>
            <a:pPr>
              <a:spcBef>
                <a:spcPct val="0"/>
              </a:spcBef>
            </a:pPr>
            <a:r>
              <a:rPr lang="en-US" altLang="en-US" sz="1100" b="1">
                <a:latin typeface="Courier New" panose="02070309020205020404" pitchFamily="49" charset="0"/>
              </a:rPr>
              <a:t>  2  FROM 	dept;</a:t>
            </a:r>
          </a:p>
        </p:txBody>
      </p:sp>
    </p:spTree>
    <p:extLst>
      <p:ext uri="{BB962C8B-B14F-4D97-AF65-F5344CB8AC3E}">
        <p14:creationId xmlns:p14="http://schemas.microsoft.com/office/powerpoint/2010/main" val="32471026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425C1DC2-F4F4-3B95-1EE2-DB02674BF939}"/>
              </a:ext>
            </a:extLst>
          </p:cNvPr>
          <p:cNvSpPr>
            <a:spLocks noGrp="1" noChangeArrowheads="1"/>
          </p:cNvSpPr>
          <p:nvPr>
            <p:ph type="body" idx="1"/>
          </p:nvPr>
        </p:nvSpPr>
        <p:spPr>
          <a:xfrm>
            <a:off x="412750" y="4854575"/>
            <a:ext cx="6029325" cy="38179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pPr defTabSz="382588"/>
            <a:r>
              <a:rPr lang="en-US" altLang="en-US">
                <a:latin typeface="Arial" panose="020B0604020202020204" pitchFamily="34" charset="0"/>
              </a:rPr>
              <a:t>Arithmetic Expressions</a:t>
            </a:r>
          </a:p>
          <a:p>
            <a:pPr marL="114300" lvl="1" defTabSz="382588"/>
            <a:r>
              <a:rPr lang="en-US" altLang="en-US">
                <a:latin typeface="Arial" panose="020B0604020202020204" pitchFamily="34" charset="0"/>
              </a:rPr>
              <a:t>You may need to modify the way in which data is displayed, perform calculations, or look at what-if scenarios. This is possible using arithmetic expressions. An arithmetic expression may contain column names, constant numeric values, and the arithmetic operators.</a:t>
            </a:r>
          </a:p>
          <a:p>
            <a:pPr defTabSz="382588"/>
            <a:r>
              <a:rPr lang="en-US" altLang="en-US">
                <a:latin typeface="Arial" panose="020B0604020202020204" pitchFamily="34" charset="0"/>
              </a:rPr>
              <a:t>Arithmetic Operators</a:t>
            </a:r>
          </a:p>
          <a:p>
            <a:pPr marL="114300" lvl="1" defTabSz="382588"/>
            <a:r>
              <a:rPr lang="en-US" altLang="en-US">
                <a:latin typeface="Arial" panose="020B0604020202020204" pitchFamily="34" charset="0"/>
              </a:rPr>
              <a:t>The slide lists the </a:t>
            </a:r>
            <a:r>
              <a:rPr lang="en-US" altLang="en-US">
                <a:solidFill>
                  <a:srgbClr val="FC0128"/>
                </a:solidFill>
                <a:latin typeface="Arial" panose="020B0604020202020204" pitchFamily="34" charset="0"/>
              </a:rPr>
              <a:t>arithmetic operators </a:t>
            </a:r>
            <a:r>
              <a:rPr lang="en-US" altLang="en-US">
                <a:latin typeface="Arial" panose="020B0604020202020204" pitchFamily="34" charset="0"/>
              </a:rPr>
              <a:t>available in SQL. You can use arithmetic operators in any clause of a SQL statement except the FROM clause. </a:t>
            </a:r>
          </a:p>
        </p:txBody>
      </p:sp>
      <p:sp>
        <p:nvSpPr>
          <p:cNvPr id="29699" name="Rectangle 3">
            <a:extLst>
              <a:ext uri="{FF2B5EF4-FFF2-40B4-BE49-F238E27FC236}">
                <a16:creationId xmlns:a16="http://schemas.microsoft.com/office/drawing/2014/main" id="{0323CA2A-0C42-02BA-59D9-83E4E8C09445}"/>
              </a:ext>
            </a:extLst>
          </p:cNvPr>
          <p:cNvSpPr>
            <a:spLocks noGrp="1" noRot="1" noChangeAspect="1" noChangeArrowheads="1" noTextEdit="1"/>
          </p:cNvSpPr>
          <p:nvPr>
            <p:ph type="sldImg"/>
          </p:nvPr>
        </p:nvSpPr>
        <p:spPr>
          <a:xfrm>
            <a:off x="434975" y="155575"/>
            <a:ext cx="5984875" cy="4487863"/>
          </a:xfrm>
          <a:ln w="12700" cap="flat">
            <a:solidFill>
              <a:schemeClr val="tx1"/>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0C573299-DC97-C96A-BE52-26CA99CD501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2175">
              <a:spcBef>
                <a:spcPct val="30000"/>
              </a:spcBef>
              <a:defRPr sz="1200">
                <a:solidFill>
                  <a:schemeClr val="tx1"/>
                </a:solidFill>
                <a:latin typeface="Arial" panose="020B0604020202020204" pitchFamily="34" charset="0"/>
              </a:defRPr>
            </a:lvl1pPr>
            <a:lvl2pPr marL="742950" indent="-285750" defTabSz="892175">
              <a:spcBef>
                <a:spcPct val="30000"/>
              </a:spcBef>
              <a:defRPr sz="1200">
                <a:solidFill>
                  <a:schemeClr val="tx1"/>
                </a:solidFill>
                <a:latin typeface="Arial" panose="020B0604020202020204" pitchFamily="34" charset="0"/>
              </a:defRPr>
            </a:lvl2pPr>
            <a:lvl3pPr marL="1143000" indent="-228600" defTabSz="892175">
              <a:spcBef>
                <a:spcPct val="30000"/>
              </a:spcBef>
              <a:defRPr sz="1200">
                <a:solidFill>
                  <a:schemeClr val="tx1"/>
                </a:solidFill>
                <a:latin typeface="Arial" panose="020B0604020202020204" pitchFamily="34" charset="0"/>
              </a:defRPr>
            </a:lvl3pPr>
            <a:lvl4pPr marL="1600200" indent="-228600" defTabSz="892175">
              <a:spcBef>
                <a:spcPct val="30000"/>
              </a:spcBef>
              <a:defRPr sz="1200">
                <a:solidFill>
                  <a:schemeClr val="tx1"/>
                </a:solidFill>
                <a:latin typeface="Arial" panose="020B0604020202020204" pitchFamily="34" charset="0"/>
              </a:defRPr>
            </a:lvl4pPr>
            <a:lvl5pPr marL="2057400" indent="-228600" defTabSz="892175">
              <a:spcBef>
                <a:spcPct val="30000"/>
              </a:spcBef>
              <a:defRPr sz="1200">
                <a:solidFill>
                  <a:schemeClr val="tx1"/>
                </a:solidFill>
                <a:latin typeface="Arial" panose="020B0604020202020204" pitchFamily="34" charset="0"/>
              </a:defRPr>
            </a:lvl5pPr>
            <a:lvl6pPr marL="2514600" indent="-228600" defTabSz="892175"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92175"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92175"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92175"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6B06749-3367-4DA3-A4E5-9E58EFCEBFAA}" type="slidenum">
              <a:rPr lang="de-AT" altLang="en-US" smtClean="0">
                <a:solidFill>
                  <a:srgbClr val="000000"/>
                </a:solidFill>
              </a:rPr>
              <a:pPr>
                <a:spcBef>
                  <a:spcPct val="0"/>
                </a:spcBef>
              </a:pPr>
              <a:t>19</a:t>
            </a:fld>
            <a:endParaRPr lang="de-AT" altLang="en-US">
              <a:solidFill>
                <a:srgbClr val="000000"/>
              </a:solidFill>
            </a:endParaRPr>
          </a:p>
        </p:txBody>
      </p:sp>
      <p:sp>
        <p:nvSpPr>
          <p:cNvPr id="98307" name="Rectangle 2">
            <a:extLst>
              <a:ext uri="{FF2B5EF4-FFF2-40B4-BE49-F238E27FC236}">
                <a16:creationId xmlns:a16="http://schemas.microsoft.com/office/drawing/2014/main" id="{D4457325-B876-A78D-A88A-8B1812CC7895}"/>
              </a:ext>
            </a:extLst>
          </p:cNvPr>
          <p:cNvSpPr>
            <a:spLocks noGrp="1" noRot="1" noChangeAspect="1" noChangeArrowheads="1" noTextEdit="1"/>
          </p:cNvSpPr>
          <p:nvPr>
            <p:ph type="sldImg"/>
          </p:nvPr>
        </p:nvSpPr>
        <p:spPr>
          <a:ln/>
        </p:spPr>
      </p:sp>
      <p:sp>
        <p:nvSpPr>
          <p:cNvPr id="98308" name="Rectangle 3">
            <a:extLst>
              <a:ext uri="{FF2B5EF4-FFF2-40B4-BE49-F238E27FC236}">
                <a16:creationId xmlns:a16="http://schemas.microsoft.com/office/drawing/2014/main" id="{4E62F901-76F4-59A5-95CB-20156B39A7B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95853C4-58D4-E12E-F9D3-6DFE43E741A7}"/>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3" name="Rounded Rectangle 4">
            <a:extLst>
              <a:ext uri="{FF2B5EF4-FFF2-40B4-BE49-F238E27FC236}">
                <a16:creationId xmlns:a16="http://schemas.microsoft.com/office/drawing/2014/main" id="{A0D65C4C-8978-E965-904E-825D91967615}"/>
              </a:ext>
            </a:extLst>
          </p:cNvPr>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Rectangle 3">
            <a:extLst>
              <a:ext uri="{FF2B5EF4-FFF2-40B4-BE49-F238E27FC236}">
                <a16:creationId xmlns:a16="http://schemas.microsoft.com/office/drawing/2014/main" id="{23136D3B-1E38-B128-44B3-6A013A7071FF}"/>
              </a:ext>
            </a:extLst>
          </p:cNvPr>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9D193835-2205-D195-3A01-FB691AD2829B}"/>
              </a:ext>
            </a:extLst>
          </p:cNvPr>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E83FC762-605F-3A7B-E754-8B8554C5378A}"/>
              </a:ext>
            </a:extLst>
          </p:cNvPr>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dirty="0"/>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dirty="0"/>
              <a:t>Click to edit Master title style</a:t>
            </a:r>
          </a:p>
        </p:txBody>
      </p:sp>
      <p:sp>
        <p:nvSpPr>
          <p:cNvPr id="10" name="Footer Placeholder 16">
            <a:extLst>
              <a:ext uri="{FF2B5EF4-FFF2-40B4-BE49-F238E27FC236}">
                <a16:creationId xmlns:a16="http://schemas.microsoft.com/office/drawing/2014/main" id="{5A97B514-3D2A-02CC-4EBE-220DF49B070A}"/>
              </a:ext>
            </a:extLst>
          </p:cNvPr>
          <p:cNvSpPr>
            <a:spLocks noGrp="1"/>
          </p:cNvSpPr>
          <p:nvPr>
            <p:ph type="ftr" sz="quarter" idx="11"/>
          </p:nvPr>
        </p:nvSpPr>
        <p:spPr>
          <a:xfrm>
            <a:off x="2483768" y="6428184"/>
            <a:ext cx="4876800" cy="457200"/>
          </a:xfrm>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11" name="Slide Number Placeholder 28">
            <a:extLst>
              <a:ext uri="{FF2B5EF4-FFF2-40B4-BE49-F238E27FC236}">
                <a16:creationId xmlns:a16="http://schemas.microsoft.com/office/drawing/2014/main" id="{A7231800-4E93-AC45-26C7-F83BA69F8A74}"/>
              </a:ext>
            </a:extLst>
          </p:cNvPr>
          <p:cNvSpPr>
            <a:spLocks noGrp="1"/>
          </p:cNvSpPr>
          <p:nvPr>
            <p:ph type="sldNum" sz="quarter" idx="12"/>
          </p:nvPr>
        </p:nvSpPr>
        <p:spPr/>
        <p:txBody>
          <a:bodyPr/>
          <a:lstStyle>
            <a:lvl1pPr>
              <a:defRPr sz="1400">
                <a:solidFill>
                  <a:srgbClr val="FFFFFF"/>
                </a:solidFill>
              </a:defRPr>
            </a:lvl1pPr>
          </a:lstStyle>
          <a:p>
            <a:pPr>
              <a:defRPr/>
            </a:pPr>
            <a:fld id="{5E4C22A4-67DC-44A8-A4FC-CE49B2567C98}" type="slidenum">
              <a:rPr lang="en-US"/>
              <a:pPr>
                <a:defRPr/>
              </a:pPr>
              <a:t>‹#›</a:t>
            </a:fld>
            <a:endParaRPr lang="en-US" dirty="0"/>
          </a:p>
        </p:txBody>
      </p:sp>
    </p:spTree>
    <p:extLst>
      <p:ext uri="{BB962C8B-B14F-4D97-AF65-F5344CB8AC3E}">
        <p14:creationId xmlns:p14="http://schemas.microsoft.com/office/powerpoint/2010/main" val="88949692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8" name="Content Placeholder 7"/>
          <p:cNvSpPr>
            <a:spLocks noGrp="1"/>
          </p:cNvSpPr>
          <p:nvPr>
            <p:ph sz="quarter" idx="1"/>
          </p:nvPr>
        </p:nvSpPr>
        <p:spPr>
          <a:xfrm>
            <a:off x="914400" y="1447800"/>
            <a:ext cx="7772400" cy="4572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2">
            <a:extLst>
              <a:ext uri="{FF2B5EF4-FFF2-40B4-BE49-F238E27FC236}">
                <a16:creationId xmlns:a16="http://schemas.microsoft.com/office/drawing/2014/main" id="{BD19D621-57AE-DF6C-3CB8-DA450630DD65}"/>
              </a:ext>
            </a:extLst>
          </p:cNvPr>
          <p:cNvSpPr>
            <a:spLocks noGrp="1"/>
          </p:cNvSpPr>
          <p:nvPr>
            <p:ph type="ftr" sz="quarter" idx="11"/>
          </p:nvPr>
        </p:nvSpPr>
        <p:spPr>
          <a:xfrm>
            <a:off x="2555776" y="6500192"/>
            <a:ext cx="4876800" cy="457200"/>
          </a:xfrm>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5" name="Slide Number Placeholder 22">
            <a:extLst>
              <a:ext uri="{FF2B5EF4-FFF2-40B4-BE49-F238E27FC236}">
                <a16:creationId xmlns:a16="http://schemas.microsoft.com/office/drawing/2014/main" id="{0AA46312-DD6F-C5AE-2F1E-907F31E829E1}"/>
              </a:ext>
            </a:extLst>
          </p:cNvPr>
          <p:cNvSpPr>
            <a:spLocks noGrp="1"/>
          </p:cNvSpPr>
          <p:nvPr>
            <p:ph type="sldNum" sz="quarter" idx="12"/>
          </p:nvPr>
        </p:nvSpPr>
        <p:spPr/>
        <p:txBody>
          <a:bodyPr/>
          <a:lstStyle>
            <a:lvl1pPr>
              <a:defRPr/>
            </a:lvl1pPr>
          </a:lstStyle>
          <a:p>
            <a:pPr>
              <a:defRPr/>
            </a:pPr>
            <a:fld id="{83AC8CC2-3150-4BDA-BDF0-6D695CA2D84D}" type="slidenum">
              <a:rPr lang="en-US"/>
              <a:pPr>
                <a:defRPr/>
              </a:pPr>
              <a:t>‹#›</a:t>
            </a:fld>
            <a:endParaRPr lang="en-US" dirty="0"/>
          </a:p>
        </p:txBody>
      </p:sp>
    </p:spTree>
    <p:extLst>
      <p:ext uri="{BB962C8B-B14F-4D97-AF65-F5344CB8AC3E}">
        <p14:creationId xmlns:p14="http://schemas.microsoft.com/office/powerpoint/2010/main" val="1801200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91440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93395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2">
            <a:extLst>
              <a:ext uri="{FF2B5EF4-FFF2-40B4-BE49-F238E27FC236}">
                <a16:creationId xmlns:a16="http://schemas.microsoft.com/office/drawing/2014/main" id="{0679A2C8-7DC8-AD37-9652-ABC5705D59FA}"/>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5" name="Slide Number Placeholder 22">
            <a:extLst>
              <a:ext uri="{FF2B5EF4-FFF2-40B4-BE49-F238E27FC236}">
                <a16:creationId xmlns:a16="http://schemas.microsoft.com/office/drawing/2014/main" id="{8D45CD1B-92F4-C034-40EE-43ED7BDDC965}"/>
              </a:ext>
            </a:extLst>
          </p:cNvPr>
          <p:cNvSpPr>
            <a:spLocks noGrp="1"/>
          </p:cNvSpPr>
          <p:nvPr>
            <p:ph type="sldNum" sz="quarter" idx="12"/>
          </p:nvPr>
        </p:nvSpPr>
        <p:spPr/>
        <p:txBody>
          <a:bodyPr/>
          <a:lstStyle>
            <a:lvl1pPr>
              <a:defRPr/>
            </a:lvl1pPr>
          </a:lstStyle>
          <a:p>
            <a:pPr>
              <a:defRPr/>
            </a:pPr>
            <a:fld id="{A6BCF859-27D9-4B15-909C-5A9275A8D5B1}" type="slidenum">
              <a:rPr lang="en-US"/>
              <a:pPr>
                <a:defRPr/>
              </a:pPr>
              <a:t>‹#›</a:t>
            </a:fld>
            <a:endParaRPr lang="en-US" dirty="0"/>
          </a:p>
        </p:txBody>
      </p:sp>
    </p:spTree>
    <p:extLst>
      <p:ext uri="{BB962C8B-B14F-4D97-AF65-F5344CB8AC3E}">
        <p14:creationId xmlns:p14="http://schemas.microsoft.com/office/powerpoint/2010/main" val="3152440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B13B5C1E-CA92-F658-DEB4-E6BCB21E8297}"/>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dirty="0"/>
          </a:p>
        </p:txBody>
      </p:sp>
      <p:sp>
        <p:nvSpPr>
          <p:cNvPr id="3" name="Footer Placeholder 2">
            <a:extLst>
              <a:ext uri="{FF2B5EF4-FFF2-40B4-BE49-F238E27FC236}">
                <a16:creationId xmlns:a16="http://schemas.microsoft.com/office/drawing/2014/main" id="{135B8D15-F384-5726-1DB0-82AA26D5A7CE}"/>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4" name="Slide Number Placeholder 22">
            <a:extLst>
              <a:ext uri="{FF2B5EF4-FFF2-40B4-BE49-F238E27FC236}">
                <a16:creationId xmlns:a16="http://schemas.microsoft.com/office/drawing/2014/main" id="{7465CA12-935B-2EC7-0FD8-A29FFD9FDF20}"/>
              </a:ext>
            </a:extLst>
          </p:cNvPr>
          <p:cNvSpPr>
            <a:spLocks noGrp="1"/>
          </p:cNvSpPr>
          <p:nvPr>
            <p:ph type="sldNum" sz="quarter" idx="12"/>
          </p:nvPr>
        </p:nvSpPr>
        <p:spPr/>
        <p:txBody>
          <a:bodyPr/>
          <a:lstStyle>
            <a:lvl1pPr>
              <a:defRPr/>
            </a:lvl1pPr>
          </a:lstStyle>
          <a:p>
            <a:pPr>
              <a:defRPr/>
            </a:pPr>
            <a:fld id="{B60D0497-D7DF-42C1-83D6-B069BC9C71F9}" type="slidenum">
              <a:rPr lang="en-US"/>
              <a:pPr>
                <a:defRPr/>
              </a:pPr>
              <a:t>‹#›</a:t>
            </a:fld>
            <a:endParaRPr lang="en-US" dirty="0"/>
          </a:p>
        </p:txBody>
      </p:sp>
    </p:spTree>
    <p:extLst>
      <p:ext uri="{BB962C8B-B14F-4D97-AF65-F5344CB8AC3E}">
        <p14:creationId xmlns:p14="http://schemas.microsoft.com/office/powerpoint/2010/main" val="11924283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6C7B262-B703-0618-42D2-9A058F2E459A}"/>
              </a:ext>
            </a:extLst>
          </p:cNvPr>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5">
            <a:extLst>
              <a:ext uri="{FF2B5EF4-FFF2-40B4-BE49-F238E27FC236}">
                <a16:creationId xmlns:a16="http://schemas.microsoft.com/office/drawing/2014/main" id="{2FF425DD-7DE3-3B8E-5719-78BCA9A8DE51}"/>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id="{786D1F94-4295-F397-8F57-1D0E383BD251}"/>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a:p>
        </p:txBody>
      </p:sp>
      <p:sp>
        <p:nvSpPr>
          <p:cNvPr id="7" name="Footer Placeholder 5">
            <a:extLst>
              <a:ext uri="{FF2B5EF4-FFF2-40B4-BE49-F238E27FC236}">
                <a16:creationId xmlns:a16="http://schemas.microsoft.com/office/drawing/2014/main" id="{6B009F90-231B-A3B6-5380-34C6E1C7CB21}"/>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8" name="Slide Number Placeholder 6">
            <a:extLst>
              <a:ext uri="{FF2B5EF4-FFF2-40B4-BE49-F238E27FC236}">
                <a16:creationId xmlns:a16="http://schemas.microsoft.com/office/drawing/2014/main" id="{7CCDB2AA-14FD-D925-D8FA-266FCFE64152}"/>
              </a:ext>
            </a:extLst>
          </p:cNvPr>
          <p:cNvSpPr>
            <a:spLocks noGrp="1"/>
          </p:cNvSpPr>
          <p:nvPr>
            <p:ph type="sldNum" sz="quarter" idx="12"/>
          </p:nvPr>
        </p:nvSpPr>
        <p:spPr/>
        <p:txBody>
          <a:bodyPr/>
          <a:lstStyle>
            <a:lvl1pPr>
              <a:defRPr/>
            </a:lvl1pPr>
          </a:lstStyle>
          <a:p>
            <a:pPr>
              <a:defRPr/>
            </a:pPr>
            <a:fld id="{2C82827D-15A4-4A3F-A005-421DE1CEC59D}" type="slidenum">
              <a:rPr lang="en-US"/>
              <a:pPr>
                <a:defRPr/>
              </a:pPr>
              <a:t>‹#›</a:t>
            </a:fld>
            <a:endParaRPr lang="en-US"/>
          </a:p>
        </p:txBody>
      </p:sp>
    </p:spTree>
    <p:extLst>
      <p:ext uri="{BB962C8B-B14F-4D97-AF65-F5344CB8AC3E}">
        <p14:creationId xmlns:p14="http://schemas.microsoft.com/office/powerpoint/2010/main" val="598437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C2E54CA-1402-D265-65C1-CAA477A5FCEF}"/>
              </a:ext>
            </a:extLst>
          </p:cNvPr>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5937FA26-21AA-4604-50B9-4AF1C1E5953D}"/>
              </a:ext>
            </a:extLst>
          </p:cNvPr>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B548A5EB-ECFF-0D60-907E-B4566654DEA1}"/>
              </a:ext>
            </a:extLst>
          </p:cNvPr>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dirty="0"/>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dirty="0"/>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8" name="Date Placeholder 4">
            <a:extLst>
              <a:ext uri="{FF2B5EF4-FFF2-40B4-BE49-F238E27FC236}">
                <a16:creationId xmlns:a16="http://schemas.microsoft.com/office/drawing/2014/main" id="{03D557F4-1C10-84D5-70B1-B3F6002D602F}"/>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a:p>
        </p:txBody>
      </p:sp>
      <p:sp>
        <p:nvSpPr>
          <p:cNvPr id="9" name="Footer Placeholder 5">
            <a:extLst>
              <a:ext uri="{FF2B5EF4-FFF2-40B4-BE49-F238E27FC236}">
                <a16:creationId xmlns:a16="http://schemas.microsoft.com/office/drawing/2014/main" id="{1D25602D-131F-6FC6-D193-E0E3803E1E51}"/>
              </a:ext>
            </a:extLst>
          </p:cNvPr>
          <p:cNvSpPr>
            <a:spLocks noGrp="1"/>
          </p:cNvSpPr>
          <p:nvPr>
            <p:ph type="ftr" sz="quarter" idx="11"/>
          </p:nvPr>
        </p:nvSpPr>
        <p:spPr>
          <a:xfrm>
            <a:off x="914400" y="6172200"/>
            <a:ext cx="3886200" cy="457200"/>
          </a:xfrm>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10" name="Slide Number Placeholder 6">
            <a:extLst>
              <a:ext uri="{FF2B5EF4-FFF2-40B4-BE49-F238E27FC236}">
                <a16:creationId xmlns:a16="http://schemas.microsoft.com/office/drawing/2014/main" id="{D0109AE1-27A9-8EB7-803F-D676F48820DA}"/>
              </a:ext>
            </a:extLst>
          </p:cNvPr>
          <p:cNvSpPr>
            <a:spLocks noGrp="1"/>
          </p:cNvSpPr>
          <p:nvPr>
            <p:ph type="sldNum" sz="quarter" idx="12"/>
          </p:nvPr>
        </p:nvSpPr>
        <p:spPr>
          <a:xfrm>
            <a:off x="146050" y="6208713"/>
            <a:ext cx="457200" cy="457200"/>
          </a:xfrm>
        </p:spPr>
        <p:txBody>
          <a:bodyPr/>
          <a:lstStyle>
            <a:lvl1pPr>
              <a:defRPr/>
            </a:lvl1pPr>
          </a:lstStyle>
          <a:p>
            <a:pPr>
              <a:defRPr/>
            </a:pPr>
            <a:fld id="{F7562DC6-6DC9-45E2-AAC4-454004E6E023}" type="slidenum">
              <a:rPr lang="en-US"/>
              <a:pPr>
                <a:defRPr/>
              </a:pPr>
              <a:t>‹#›</a:t>
            </a:fld>
            <a:endParaRPr lang="en-US" dirty="0"/>
          </a:p>
        </p:txBody>
      </p:sp>
    </p:spTree>
    <p:extLst>
      <p:ext uri="{BB962C8B-B14F-4D97-AF65-F5344CB8AC3E}">
        <p14:creationId xmlns:p14="http://schemas.microsoft.com/office/powerpoint/2010/main" val="9011603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DF2C48B0-ABFE-CE4D-6188-9A9EAD773F61}"/>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dirty="0"/>
          </a:p>
        </p:txBody>
      </p:sp>
      <p:sp>
        <p:nvSpPr>
          <p:cNvPr id="5" name="Footer Placeholder 2">
            <a:extLst>
              <a:ext uri="{FF2B5EF4-FFF2-40B4-BE49-F238E27FC236}">
                <a16:creationId xmlns:a16="http://schemas.microsoft.com/office/drawing/2014/main" id="{2618189D-098F-74CA-DD3F-C7F3B7D6831E}"/>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6" name="Slide Number Placeholder 22">
            <a:extLst>
              <a:ext uri="{FF2B5EF4-FFF2-40B4-BE49-F238E27FC236}">
                <a16:creationId xmlns:a16="http://schemas.microsoft.com/office/drawing/2014/main" id="{06CD0044-3E35-3EB6-7892-259BA5B8A6D9}"/>
              </a:ext>
            </a:extLst>
          </p:cNvPr>
          <p:cNvSpPr>
            <a:spLocks noGrp="1"/>
          </p:cNvSpPr>
          <p:nvPr>
            <p:ph type="sldNum" sz="quarter" idx="12"/>
          </p:nvPr>
        </p:nvSpPr>
        <p:spPr/>
        <p:txBody>
          <a:bodyPr/>
          <a:lstStyle>
            <a:lvl1pPr>
              <a:defRPr/>
            </a:lvl1pPr>
          </a:lstStyle>
          <a:p>
            <a:pPr>
              <a:defRPr/>
            </a:pPr>
            <a:fld id="{C65D5C55-6BCA-4DBD-BE3B-26D0EAB7959A}" type="slidenum">
              <a:rPr lang="en-US"/>
              <a:pPr>
                <a:defRPr/>
              </a:pPr>
              <a:t>‹#›</a:t>
            </a:fld>
            <a:endParaRPr lang="en-US" dirty="0"/>
          </a:p>
        </p:txBody>
      </p:sp>
    </p:spTree>
    <p:extLst>
      <p:ext uri="{BB962C8B-B14F-4D97-AF65-F5344CB8AC3E}">
        <p14:creationId xmlns:p14="http://schemas.microsoft.com/office/powerpoint/2010/main" val="13537772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E7CEB16-177C-11F3-6488-15217609B1F8}"/>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8" name="Rounded Rectangle 7">
            <a:extLst>
              <a:ext uri="{FF2B5EF4-FFF2-40B4-BE49-F238E27FC236}">
                <a16:creationId xmlns:a16="http://schemas.microsoft.com/office/drawing/2014/main" id="{41EAD4DD-9D27-1FFD-AF29-68BC36D3A352}"/>
              </a:ext>
            </a:extLst>
          </p:cNvPr>
          <p:cNvSpPr/>
          <p:nvPr/>
        </p:nvSpPr>
        <p:spPr>
          <a:xfrm>
            <a:off x="112590" y="16510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076" name="Title Placeholder 21">
            <a:extLst>
              <a:ext uri="{FF2B5EF4-FFF2-40B4-BE49-F238E27FC236}">
                <a16:creationId xmlns:a16="http://schemas.microsoft.com/office/drawing/2014/main" id="{2B8B0024-D6D1-A70C-46F3-E369B45B67D1}"/>
              </a:ext>
            </a:extLst>
          </p:cNvPr>
          <p:cNvSpPr>
            <a:spLocks noGrp="1" noChangeArrowheads="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ltLang="en-US" dirty="0"/>
              <a:t>Click to edit Master title style</a:t>
            </a:r>
          </a:p>
        </p:txBody>
      </p:sp>
      <p:sp>
        <p:nvSpPr>
          <p:cNvPr id="3077" name="Text Placeholder 12">
            <a:extLst>
              <a:ext uri="{FF2B5EF4-FFF2-40B4-BE49-F238E27FC236}">
                <a16:creationId xmlns:a16="http://schemas.microsoft.com/office/drawing/2014/main" id="{3488A6D1-71AB-0EF0-882A-8AEDA58A8733}"/>
              </a:ext>
            </a:extLst>
          </p:cNvPr>
          <p:cNvSpPr>
            <a:spLocks noGrp="1" noChangeArrowheads="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3" name="Footer Placeholder 2">
            <a:extLst>
              <a:ext uri="{FF2B5EF4-FFF2-40B4-BE49-F238E27FC236}">
                <a16:creationId xmlns:a16="http://schemas.microsoft.com/office/drawing/2014/main" id="{F37FCC0C-B39C-DCE5-066A-B9F6AFE491FC}"/>
              </a:ext>
            </a:extLst>
          </p:cNvPr>
          <p:cNvSpPr>
            <a:spLocks noGrp="1"/>
          </p:cNvSpPr>
          <p:nvPr>
            <p:ph type="ftr" sz="quarter" idx="3"/>
          </p:nvPr>
        </p:nvSpPr>
        <p:spPr>
          <a:xfrm>
            <a:off x="2555776" y="6500192"/>
            <a:ext cx="4876800" cy="457200"/>
          </a:xfrm>
          <a:prstGeom prst="rect">
            <a:avLst/>
          </a:prstGeom>
        </p:spPr>
        <p:txBody>
          <a:bodyPr anchor="ctr" anchorCtr="0"/>
          <a:lstStyle>
            <a:lvl1pPr eaLnBrk="1" fontAlgn="auto" latinLnBrk="0" hangingPunct="1">
              <a:spcBef>
                <a:spcPts val="0"/>
              </a:spcBef>
              <a:spcAft>
                <a:spcPts val="0"/>
              </a:spcAft>
              <a:defRPr kumimoji="0" sz="1400">
                <a:solidFill>
                  <a:schemeClr val="tx2"/>
                </a:solidFill>
                <a:latin typeface="+mn-lt"/>
                <a:cs typeface="+mn-cs"/>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23" name="Slide Number Placeholder 22">
            <a:extLst>
              <a:ext uri="{FF2B5EF4-FFF2-40B4-BE49-F238E27FC236}">
                <a16:creationId xmlns:a16="http://schemas.microsoft.com/office/drawing/2014/main" id="{7CCC2D68-25F4-B5E2-90AE-129685EECD21}"/>
              </a:ext>
            </a:extLst>
          </p:cNvPr>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lvl1pPr algn="ctr" eaLnBrk="1" fontAlgn="auto" latinLnBrk="0" hangingPunct="1">
              <a:spcBef>
                <a:spcPts val="0"/>
              </a:spcBef>
              <a:spcAft>
                <a:spcPts val="0"/>
              </a:spcAft>
              <a:defRPr kumimoji="0" sz="1400">
                <a:solidFill>
                  <a:srgbClr val="FFFFFF"/>
                </a:solidFill>
                <a:latin typeface="+mj-lt"/>
                <a:ea typeface="+mj-ea"/>
                <a:cs typeface="+mj-cs"/>
              </a:defRPr>
            </a:lvl1pPr>
          </a:lstStyle>
          <a:p>
            <a:pPr>
              <a:defRPr/>
            </a:pPr>
            <a:fld id="{688D1139-B686-4DC4-A8B1-655130D02E34}"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514" r:id="rId1"/>
    <p:sldLayoutId id="2147484515" r:id="rId2"/>
    <p:sldLayoutId id="2147484517" r:id="rId3"/>
    <p:sldLayoutId id="2147484520" r:id="rId4"/>
    <p:sldLayoutId id="2147484521" r:id="rId5"/>
    <p:sldLayoutId id="2147484522" r:id="rId6"/>
    <p:sldLayoutId id="2147484523" r:id="rId7"/>
  </p:sldLayoutIdLst>
  <p:hf hd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a:defRPr>
      </a:lvl2pPr>
      <a:lvl3pPr algn="l" rtl="0" eaLnBrk="0" fontAlgn="base" hangingPunct="0">
        <a:spcBef>
          <a:spcPct val="0"/>
        </a:spcBef>
        <a:spcAft>
          <a:spcPct val="0"/>
        </a:spcAft>
        <a:defRPr sz="4000">
          <a:solidFill>
            <a:schemeClr val="tx2"/>
          </a:solidFill>
          <a:latin typeface="Franklin Gothic Book"/>
        </a:defRPr>
      </a:lvl3pPr>
      <a:lvl4pPr algn="l" rtl="0" eaLnBrk="0" fontAlgn="base" hangingPunct="0">
        <a:spcBef>
          <a:spcPct val="0"/>
        </a:spcBef>
        <a:spcAft>
          <a:spcPct val="0"/>
        </a:spcAft>
        <a:defRPr sz="4000">
          <a:solidFill>
            <a:schemeClr val="tx2"/>
          </a:solidFill>
          <a:latin typeface="Franklin Gothic Book"/>
        </a:defRPr>
      </a:lvl4pPr>
      <a:lvl5pPr algn="l" rtl="0" eaLnBrk="0" fontAlgn="base" hangingPunct="0">
        <a:spcBef>
          <a:spcPct val="0"/>
        </a:spcBef>
        <a:spcAft>
          <a:spcPct val="0"/>
        </a:spcAft>
        <a:defRPr sz="4000">
          <a:solidFill>
            <a:schemeClr val="tx2"/>
          </a:solidFill>
          <a:latin typeface="Franklin Gothic Book"/>
        </a:defRPr>
      </a:lvl5pPr>
      <a:lvl6pPr marL="457200" algn="l" rtl="0" fontAlgn="base">
        <a:spcBef>
          <a:spcPct val="0"/>
        </a:spcBef>
        <a:spcAft>
          <a:spcPct val="0"/>
        </a:spcAft>
        <a:defRPr sz="4000">
          <a:solidFill>
            <a:schemeClr val="tx2"/>
          </a:solidFill>
          <a:latin typeface="Franklin Gothic Book"/>
        </a:defRPr>
      </a:lvl6pPr>
      <a:lvl7pPr marL="914400" algn="l" rtl="0" fontAlgn="base">
        <a:spcBef>
          <a:spcPct val="0"/>
        </a:spcBef>
        <a:spcAft>
          <a:spcPct val="0"/>
        </a:spcAft>
        <a:defRPr sz="4000">
          <a:solidFill>
            <a:schemeClr val="tx2"/>
          </a:solidFill>
          <a:latin typeface="Franklin Gothic Book"/>
        </a:defRPr>
      </a:lvl7pPr>
      <a:lvl8pPr marL="1371600" algn="l" rtl="0" fontAlgn="base">
        <a:spcBef>
          <a:spcPct val="0"/>
        </a:spcBef>
        <a:spcAft>
          <a:spcPct val="0"/>
        </a:spcAft>
        <a:defRPr sz="4000">
          <a:solidFill>
            <a:schemeClr val="tx2"/>
          </a:solidFill>
          <a:latin typeface="Franklin Gothic Book"/>
        </a:defRPr>
      </a:lvl8pPr>
      <a:lvl9pPr marL="1828800" algn="l" rtl="0" fontAlgn="base">
        <a:spcBef>
          <a:spcPct val="0"/>
        </a:spcBef>
        <a:spcAft>
          <a:spcPct val="0"/>
        </a:spcAft>
        <a:defRPr sz="4000">
          <a:solidFill>
            <a:schemeClr val="tx2"/>
          </a:solidFill>
          <a:latin typeface="Franklin Gothic Book"/>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2">
            <a:extLst>
              <a:ext uri="{FF2B5EF4-FFF2-40B4-BE49-F238E27FC236}">
                <a16:creationId xmlns:a16="http://schemas.microsoft.com/office/drawing/2014/main" id="{6E223CA5-28DF-4EB8-9015-D48A747CA2F9}"/>
              </a:ext>
            </a:extLst>
          </p:cNvPr>
          <p:cNvSpPr>
            <a:spLocks noGrp="1" noChangeArrowheads="1"/>
          </p:cNvSpPr>
          <p:nvPr>
            <p:ph type="ctrTitle"/>
          </p:nvPr>
        </p:nvSpPr>
        <p:spPr>
          <a:xfrm>
            <a:off x="457200" y="1506538"/>
            <a:ext cx="8229600" cy="1470025"/>
          </a:xfrm>
        </p:spPr>
        <p:txBody>
          <a:bodyPr/>
          <a:lstStyle/>
          <a:p>
            <a:pPr eaLnBrk="1" hangingPunct="1"/>
            <a:r>
              <a:rPr altLang="en-US" dirty="0">
                <a:solidFill>
                  <a:srgbClr val="000099"/>
                </a:solidFill>
                <a:latin typeface="Arial Black" panose="020B0A04020102020204" pitchFamily="34" charset="0"/>
              </a:rPr>
              <a:t>CC-215-L</a:t>
            </a:r>
            <a:br>
              <a:rPr altLang="en-US" dirty="0">
                <a:solidFill>
                  <a:srgbClr val="000099"/>
                </a:solidFill>
                <a:latin typeface="Arial Black" panose="020B0A04020102020204" pitchFamily="34" charset="0"/>
              </a:rPr>
            </a:br>
            <a:r>
              <a:rPr altLang="en-US" dirty="0">
                <a:solidFill>
                  <a:srgbClr val="FFFF00"/>
                </a:solidFill>
                <a:latin typeface="Arial Black" panose="020B0A04020102020204" pitchFamily="34" charset="0"/>
              </a:rPr>
              <a:t>Database Systems Lab</a:t>
            </a:r>
          </a:p>
        </p:txBody>
      </p:sp>
      <p:sp>
        <p:nvSpPr>
          <p:cNvPr id="2" name="Rectangle 2">
            <a:extLst>
              <a:ext uri="{FF2B5EF4-FFF2-40B4-BE49-F238E27FC236}">
                <a16:creationId xmlns:a16="http://schemas.microsoft.com/office/drawing/2014/main" id="{BE4B3138-A767-7D60-38B3-56978D7D4200}"/>
              </a:ext>
            </a:extLst>
          </p:cNvPr>
          <p:cNvSpPr txBox="1">
            <a:spLocks noChangeArrowheads="1"/>
          </p:cNvSpPr>
          <p:nvPr/>
        </p:nvSpPr>
        <p:spPr bwMode="auto">
          <a:xfrm>
            <a:off x="1256191" y="3171999"/>
            <a:ext cx="6477000" cy="1279530"/>
          </a:xfrm>
          <a:prstGeom prst="rect">
            <a:avLst/>
          </a:prstGeom>
          <a:noFill/>
          <a:ln w="19050">
            <a:solidFill>
              <a:schemeClr val="tx1"/>
            </a:solidFill>
          </a:ln>
        </p:spPr>
        <p:txBody>
          <a:bodyPr tIns="274320" bIns="182880" anchor="ct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Tahoma" pitchFamily="34" charset="0"/>
              </a:defRPr>
            </a:lvl2pPr>
            <a:lvl3pPr algn="ctr" rtl="0" eaLnBrk="0" fontAlgn="base" hangingPunct="0">
              <a:spcBef>
                <a:spcPct val="0"/>
              </a:spcBef>
              <a:spcAft>
                <a:spcPct val="0"/>
              </a:spcAft>
              <a:defRPr sz="3600" b="1">
                <a:solidFill>
                  <a:schemeClr val="tx2"/>
                </a:solidFill>
                <a:latin typeface="Tahoma" pitchFamily="34" charset="0"/>
              </a:defRPr>
            </a:lvl3pPr>
            <a:lvl4pPr algn="ctr" rtl="0" eaLnBrk="0" fontAlgn="base" hangingPunct="0">
              <a:spcBef>
                <a:spcPct val="0"/>
              </a:spcBef>
              <a:spcAft>
                <a:spcPct val="0"/>
              </a:spcAft>
              <a:defRPr sz="3600" b="1">
                <a:solidFill>
                  <a:schemeClr val="tx2"/>
                </a:solidFill>
                <a:latin typeface="Tahoma" pitchFamily="34" charset="0"/>
              </a:defRPr>
            </a:lvl4pPr>
            <a:lvl5pPr algn="ctr" rtl="0" eaLnBrk="0" fontAlgn="base" hangingPunct="0">
              <a:spcBef>
                <a:spcPct val="0"/>
              </a:spcBef>
              <a:spcAft>
                <a:spcPct val="0"/>
              </a:spcAft>
              <a:defRPr sz="3600" b="1">
                <a:solidFill>
                  <a:schemeClr val="tx2"/>
                </a:solidFill>
                <a:latin typeface="Tahoma" pitchFamily="34" charset="0"/>
              </a:defRPr>
            </a:lvl5pPr>
            <a:lvl6pPr marL="457200" algn="ctr" rtl="0" fontAlgn="base">
              <a:spcBef>
                <a:spcPct val="0"/>
              </a:spcBef>
              <a:spcAft>
                <a:spcPct val="0"/>
              </a:spcAft>
              <a:defRPr sz="3600" b="1">
                <a:solidFill>
                  <a:schemeClr val="tx2"/>
                </a:solidFill>
                <a:latin typeface="Tahoma" pitchFamily="34" charset="0"/>
              </a:defRPr>
            </a:lvl6pPr>
            <a:lvl7pPr marL="914400" algn="ctr" rtl="0" fontAlgn="base">
              <a:spcBef>
                <a:spcPct val="0"/>
              </a:spcBef>
              <a:spcAft>
                <a:spcPct val="0"/>
              </a:spcAft>
              <a:defRPr sz="3600" b="1">
                <a:solidFill>
                  <a:schemeClr val="tx2"/>
                </a:solidFill>
                <a:latin typeface="Tahoma" pitchFamily="34" charset="0"/>
              </a:defRPr>
            </a:lvl7pPr>
            <a:lvl8pPr marL="1371600" algn="ctr" rtl="0" fontAlgn="base">
              <a:spcBef>
                <a:spcPct val="0"/>
              </a:spcBef>
              <a:spcAft>
                <a:spcPct val="0"/>
              </a:spcAft>
              <a:defRPr sz="3600" b="1">
                <a:solidFill>
                  <a:schemeClr val="tx2"/>
                </a:solidFill>
                <a:latin typeface="Tahoma" pitchFamily="34" charset="0"/>
              </a:defRPr>
            </a:lvl8pPr>
            <a:lvl9pPr marL="1828800" algn="ctr" rtl="0" fontAlgn="base">
              <a:spcBef>
                <a:spcPct val="0"/>
              </a:spcBef>
              <a:spcAft>
                <a:spcPct val="0"/>
              </a:spcAft>
              <a:defRPr sz="3600" b="1">
                <a:solidFill>
                  <a:schemeClr val="tx2"/>
                </a:solidFill>
                <a:latin typeface="Tahoma" pitchFamily="34" charset="0"/>
              </a:defRPr>
            </a:lvl9pPr>
          </a:lstStyle>
          <a:p>
            <a:pPr eaLnBrk="1" hangingPunct="1">
              <a:spcBef>
                <a:spcPts val="1200"/>
              </a:spcBef>
              <a:spcAft>
                <a:spcPts val="0"/>
              </a:spcAft>
              <a:defRPr/>
            </a:pPr>
            <a:r>
              <a:rPr lang="en-US" sz="3200" kern="0" dirty="0">
                <a:solidFill>
                  <a:srgbClr val="C00000"/>
                </a:solidFill>
                <a:latin typeface="Tahoma"/>
              </a:rPr>
              <a:t>— Unit 1 —</a:t>
            </a:r>
            <a:br>
              <a:rPr lang="en-US" sz="3200" kern="0" dirty="0">
                <a:solidFill>
                  <a:srgbClr val="333399"/>
                </a:solidFill>
                <a:latin typeface="Tahoma"/>
              </a:rPr>
            </a:br>
            <a:r>
              <a:rPr lang="en-US" sz="3200" kern="0" dirty="0">
                <a:solidFill>
                  <a:srgbClr val="C00000"/>
                </a:solidFill>
                <a:latin typeface="Tahoma"/>
              </a:rPr>
              <a:t>Introduction </a:t>
            </a:r>
            <a:endParaRPr lang="en-US" sz="2400" dirty="0">
              <a:solidFill>
                <a:srgbClr val="333399"/>
              </a:solidFill>
              <a:latin typeface="Tahoma"/>
            </a:endParaRPr>
          </a:p>
          <a:p>
            <a:pPr eaLnBrk="1" hangingPunct="1">
              <a:defRPr/>
            </a:pPr>
            <a:endParaRPr lang="en-US" sz="1200" b="0" kern="0" dirty="0">
              <a:solidFill>
                <a:srgbClr val="000000"/>
              </a:solidFill>
              <a:latin typeface="Tahoma"/>
            </a:endParaRPr>
          </a:p>
        </p:txBody>
      </p:sp>
      <p:sp>
        <p:nvSpPr>
          <p:cNvPr id="7" name="Rectangle 2">
            <a:extLst>
              <a:ext uri="{FF2B5EF4-FFF2-40B4-BE49-F238E27FC236}">
                <a16:creationId xmlns:a16="http://schemas.microsoft.com/office/drawing/2014/main" id="{157297BE-EE28-F676-BE56-7D8A7B565F16}"/>
              </a:ext>
            </a:extLst>
          </p:cNvPr>
          <p:cNvSpPr txBox="1">
            <a:spLocks noChangeArrowheads="1"/>
          </p:cNvSpPr>
          <p:nvPr/>
        </p:nvSpPr>
        <p:spPr bwMode="auto">
          <a:xfrm>
            <a:off x="1256191" y="4610893"/>
            <a:ext cx="6477000" cy="1481137"/>
          </a:xfrm>
          <a:prstGeom prst="rect">
            <a:avLst/>
          </a:prstGeom>
          <a:noFill/>
          <a:ln w="19050">
            <a:solidFill>
              <a:srgbClr val="000000"/>
            </a:solidFill>
            <a:miter lim="800000"/>
            <a:headEnd/>
            <a:tailEnd/>
          </a:ln>
        </p:spPr>
        <p:txBody>
          <a:bodyPr anchor="ct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Tahoma" pitchFamily="34" charset="0"/>
              </a:defRPr>
            </a:lvl2pPr>
            <a:lvl3pPr algn="ctr" rtl="0" eaLnBrk="0" fontAlgn="base" hangingPunct="0">
              <a:spcBef>
                <a:spcPct val="0"/>
              </a:spcBef>
              <a:spcAft>
                <a:spcPct val="0"/>
              </a:spcAft>
              <a:defRPr sz="3600" b="1">
                <a:solidFill>
                  <a:schemeClr val="tx2"/>
                </a:solidFill>
                <a:latin typeface="Tahoma" pitchFamily="34" charset="0"/>
              </a:defRPr>
            </a:lvl3pPr>
            <a:lvl4pPr algn="ctr" rtl="0" eaLnBrk="0" fontAlgn="base" hangingPunct="0">
              <a:spcBef>
                <a:spcPct val="0"/>
              </a:spcBef>
              <a:spcAft>
                <a:spcPct val="0"/>
              </a:spcAft>
              <a:defRPr sz="3600" b="1">
                <a:solidFill>
                  <a:schemeClr val="tx2"/>
                </a:solidFill>
                <a:latin typeface="Tahoma" pitchFamily="34" charset="0"/>
              </a:defRPr>
            </a:lvl4pPr>
            <a:lvl5pPr algn="ctr" rtl="0" eaLnBrk="0" fontAlgn="base" hangingPunct="0">
              <a:spcBef>
                <a:spcPct val="0"/>
              </a:spcBef>
              <a:spcAft>
                <a:spcPct val="0"/>
              </a:spcAft>
              <a:defRPr sz="3600" b="1">
                <a:solidFill>
                  <a:schemeClr val="tx2"/>
                </a:solidFill>
                <a:latin typeface="Tahoma" pitchFamily="34" charset="0"/>
              </a:defRPr>
            </a:lvl5pPr>
            <a:lvl6pPr marL="457200" algn="ctr" rtl="0" fontAlgn="base">
              <a:spcBef>
                <a:spcPct val="0"/>
              </a:spcBef>
              <a:spcAft>
                <a:spcPct val="0"/>
              </a:spcAft>
              <a:defRPr sz="3600" b="1">
                <a:solidFill>
                  <a:schemeClr val="tx2"/>
                </a:solidFill>
                <a:latin typeface="Tahoma" pitchFamily="34" charset="0"/>
              </a:defRPr>
            </a:lvl6pPr>
            <a:lvl7pPr marL="914400" algn="ctr" rtl="0" fontAlgn="base">
              <a:spcBef>
                <a:spcPct val="0"/>
              </a:spcBef>
              <a:spcAft>
                <a:spcPct val="0"/>
              </a:spcAft>
              <a:defRPr sz="3600" b="1">
                <a:solidFill>
                  <a:schemeClr val="tx2"/>
                </a:solidFill>
                <a:latin typeface="Tahoma" pitchFamily="34" charset="0"/>
              </a:defRPr>
            </a:lvl7pPr>
            <a:lvl8pPr marL="1371600" algn="ctr" rtl="0" fontAlgn="base">
              <a:spcBef>
                <a:spcPct val="0"/>
              </a:spcBef>
              <a:spcAft>
                <a:spcPct val="0"/>
              </a:spcAft>
              <a:defRPr sz="3600" b="1">
                <a:solidFill>
                  <a:schemeClr val="tx2"/>
                </a:solidFill>
                <a:latin typeface="Tahoma" pitchFamily="34" charset="0"/>
              </a:defRPr>
            </a:lvl8pPr>
            <a:lvl9pPr marL="1828800" algn="ctr" rtl="0" fontAlgn="base">
              <a:spcBef>
                <a:spcPct val="0"/>
              </a:spcBef>
              <a:spcAft>
                <a:spcPct val="0"/>
              </a:spcAft>
              <a:defRPr sz="3600" b="1">
                <a:solidFill>
                  <a:schemeClr val="tx2"/>
                </a:solidFill>
                <a:latin typeface="Tahoma" pitchFamily="34" charset="0"/>
              </a:defRPr>
            </a:lvl9pPr>
          </a:lstStyle>
          <a:p>
            <a:pPr eaLnBrk="1" hangingPunct="1">
              <a:spcBef>
                <a:spcPts val="1800"/>
              </a:spcBef>
              <a:spcAft>
                <a:spcPts val="600"/>
              </a:spcAft>
              <a:defRPr/>
            </a:pPr>
            <a:br>
              <a:rPr lang="en-US" sz="3200" kern="0" dirty="0">
                <a:solidFill>
                  <a:srgbClr val="C00000"/>
                </a:solidFill>
                <a:latin typeface="Tahoma"/>
              </a:rPr>
            </a:br>
            <a:r>
              <a:rPr lang="en-US" sz="2800" kern="0" dirty="0">
                <a:solidFill>
                  <a:srgbClr val="333399"/>
                </a:solidFill>
                <a:latin typeface="Tahoma"/>
              </a:rPr>
              <a:t>Dr. Asif Sohail</a:t>
            </a:r>
            <a:br>
              <a:rPr lang="en-US" sz="2800" kern="0" dirty="0">
                <a:solidFill>
                  <a:srgbClr val="333399"/>
                </a:solidFill>
                <a:latin typeface="Tahoma"/>
              </a:rPr>
            </a:br>
            <a:br>
              <a:rPr lang="en-US" sz="1200" kern="0" dirty="0">
                <a:solidFill>
                  <a:srgbClr val="333399"/>
                </a:solidFill>
                <a:latin typeface="Tahoma"/>
              </a:rPr>
            </a:br>
            <a:r>
              <a:rPr lang="en-US" altLang="en-US" sz="2000" b="0" kern="0" dirty="0">
                <a:solidFill>
                  <a:srgbClr val="000000"/>
                </a:solidFill>
                <a:latin typeface="Tahoma"/>
              </a:rPr>
              <a:t>University of the Punjab</a:t>
            </a:r>
            <a:br>
              <a:rPr lang="en-US" altLang="en-US" sz="2000" b="0" kern="0" dirty="0">
                <a:solidFill>
                  <a:srgbClr val="000000"/>
                </a:solidFill>
                <a:latin typeface="Tahoma"/>
              </a:rPr>
            </a:br>
            <a:r>
              <a:rPr lang="en-US" altLang="en-US" sz="2000" b="0" kern="0" dirty="0">
                <a:solidFill>
                  <a:srgbClr val="000000"/>
                </a:solidFill>
                <a:latin typeface="Tahoma"/>
              </a:rPr>
              <a:t>Department of Information Technology, FCIT</a:t>
            </a:r>
            <a:br>
              <a:rPr lang="de-AT" altLang="en-US" sz="1800" b="0" kern="0" dirty="0">
                <a:solidFill>
                  <a:srgbClr val="000000"/>
                </a:solidFill>
                <a:latin typeface="Tahoma"/>
              </a:rPr>
            </a:br>
            <a:endParaRPr lang="en-US" sz="3200" b="0" kern="0" dirty="0">
              <a:solidFill>
                <a:srgbClr val="000000"/>
              </a:solidFill>
              <a:latin typeface="Tahoma"/>
            </a:endParaRPr>
          </a:p>
        </p:txBody>
      </p:sp>
      <p:sp>
        <p:nvSpPr>
          <p:cNvPr id="3" name="TextBox 2">
            <a:extLst>
              <a:ext uri="{FF2B5EF4-FFF2-40B4-BE49-F238E27FC236}">
                <a16:creationId xmlns:a16="http://schemas.microsoft.com/office/drawing/2014/main" id="{EE45C58E-0F41-E365-5874-2471AB0F60B5}"/>
              </a:ext>
            </a:extLst>
          </p:cNvPr>
          <p:cNvSpPr txBox="1"/>
          <p:nvPr/>
        </p:nvSpPr>
        <p:spPr>
          <a:xfrm>
            <a:off x="438448" y="6309320"/>
            <a:ext cx="7712703" cy="338554"/>
          </a:xfrm>
          <a:prstGeom prst="rect">
            <a:avLst/>
          </a:prstGeom>
          <a:noFill/>
        </p:spPr>
        <p:txBody>
          <a:bodyPr wrap="square">
            <a:spAutoFit/>
          </a:bodyPr>
          <a:lstStyle/>
          <a:p>
            <a:r>
              <a:rPr lang="en-US" sz="1600" b="1" dirty="0">
                <a:solidFill>
                  <a:srgbClr val="C00000"/>
                </a:solidFill>
              </a:rPr>
              <a:t>Some of the slides are adapted from </a:t>
            </a:r>
            <a:r>
              <a:rPr lang="en-US" sz="1600" b="1" dirty="0">
                <a:solidFill>
                  <a:srgbClr val="0000FF"/>
                </a:solidFill>
              </a:rPr>
              <a:t>Oracle Corporation.</a:t>
            </a:r>
            <a:endParaRPr lang="en-US" sz="1600" b="1" dirty="0">
              <a:solidFill>
                <a:srgbClr val="C00000"/>
              </a:solidFill>
              <a:effectLst>
                <a:outerShdw blurRad="38100" dist="38100" dir="2700000" algn="tl">
                  <a:srgbClr val="000000">
                    <a:alpha val="43137"/>
                  </a:srgbClr>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547AD0BE-3D34-A0CD-B207-54A69D35063F}"/>
              </a:ext>
            </a:extLst>
          </p:cNvPr>
          <p:cNvSpPr>
            <a:spLocks noGrp="1" noChangeArrowheads="1"/>
          </p:cNvSpPr>
          <p:nvPr>
            <p:ph type="title"/>
          </p:nvPr>
        </p:nvSpPr>
        <p:spPr>
          <a:xfrm>
            <a:off x="323850" y="231304"/>
            <a:ext cx="5486400" cy="533400"/>
          </a:xfrm>
        </p:spPr>
        <p:txBody>
          <a:bodyPr/>
          <a:lstStyle/>
          <a:p>
            <a:pPr eaLnBrk="1" hangingPunct="1"/>
            <a:r>
              <a:rPr lang="en-US" altLang="en-US" sz="2800" b="1" u="sng" dirty="0">
                <a:solidFill>
                  <a:srgbClr val="D34817"/>
                </a:solidFill>
                <a:latin typeface="Cambria" panose="02040503050406030204" pitchFamily="18" charset="0"/>
                <a:ea typeface="Cambria" panose="02040503050406030204" pitchFamily="18" charset="0"/>
              </a:rPr>
              <a:t>Introduction</a:t>
            </a:r>
          </a:p>
        </p:txBody>
      </p:sp>
      <p:sp>
        <p:nvSpPr>
          <p:cNvPr id="38915" name="Rectangle 3">
            <a:extLst>
              <a:ext uri="{FF2B5EF4-FFF2-40B4-BE49-F238E27FC236}">
                <a16:creationId xmlns:a16="http://schemas.microsoft.com/office/drawing/2014/main" id="{FB66AF34-8BB8-1133-8B11-0E3531D67976}"/>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r>
              <a:rPr lang="en-US" altLang="en-US" sz="2400" dirty="0">
                <a:latin typeface="Cambria" panose="02040503050406030204" pitchFamily="18" charset="0"/>
                <a:ea typeface="Cambria" panose="02040503050406030204" pitchFamily="18" charset="0"/>
                <a:cs typeface="Calibri" panose="020F0502020204030204" pitchFamily="34" charset="0"/>
              </a:rPr>
              <a:t>SQL pronounced as </a:t>
            </a:r>
            <a:r>
              <a:rPr lang="en-US" altLang="en-US" sz="2400" dirty="0">
                <a:solidFill>
                  <a:srgbClr val="0000FF"/>
                </a:solidFill>
                <a:latin typeface="Cambria" panose="02040503050406030204" pitchFamily="18" charset="0"/>
                <a:ea typeface="Cambria" panose="02040503050406030204" pitchFamily="18" charset="0"/>
                <a:cs typeface="Calibri" panose="020F0502020204030204" pitchFamily="34" charset="0"/>
              </a:rPr>
              <a:t>Sequel</a:t>
            </a:r>
            <a:r>
              <a:rPr lang="en-US" altLang="en-US" sz="2400" dirty="0">
                <a:latin typeface="Cambria" panose="02040503050406030204" pitchFamily="18" charset="0"/>
                <a:ea typeface="Cambria" panose="02040503050406030204" pitchFamily="18" charset="0"/>
                <a:cs typeface="Calibri" panose="020F0502020204030204" pitchFamily="34" charset="0"/>
              </a:rPr>
              <a:t> is a language for RDBMS or SQL makes RDBMS possible. </a:t>
            </a:r>
          </a:p>
          <a:p>
            <a:pPr marL="285750" indent="-285750" algn="just">
              <a:buSzPct val="50000"/>
              <a:buFont typeface="Wingdings" panose="05000000000000000000" pitchFamily="2" charset="2"/>
              <a:buChar char="l"/>
            </a:pPr>
            <a:r>
              <a:rPr lang="en-US" altLang="en-US" sz="2400" dirty="0">
                <a:latin typeface="Cambria" panose="02040503050406030204" pitchFamily="18" charset="0"/>
                <a:ea typeface="Cambria" panose="02040503050406030204" pitchFamily="18" charset="0"/>
                <a:cs typeface="Calibri" panose="020F0502020204030204" pitchFamily="34" charset="0"/>
              </a:rPr>
              <a:t>It was first defined by Chamberlin and others at IBM’s research laboratory in San Jose, California (Late 1970’s)</a:t>
            </a:r>
          </a:p>
          <a:p>
            <a:pPr marL="285750" indent="-285750" algn="just">
              <a:buSzPct val="50000"/>
              <a:buFont typeface="Wingdings" panose="05000000000000000000" pitchFamily="2" charset="2"/>
              <a:buChar char="l"/>
            </a:pPr>
            <a:r>
              <a:rPr lang="en-US" altLang="en-US" sz="2400" dirty="0">
                <a:solidFill>
                  <a:srgbClr val="0000FF"/>
                </a:solidFill>
                <a:latin typeface="Cambria" panose="02040503050406030204" pitchFamily="18" charset="0"/>
                <a:ea typeface="Cambria" panose="02040503050406030204" pitchFamily="18" charset="0"/>
                <a:cs typeface="Calibri" panose="020F0502020204030204" pitchFamily="34" charset="0"/>
              </a:rPr>
              <a:t>ANSI</a:t>
            </a:r>
            <a:r>
              <a:rPr lang="en-US" altLang="en-US" sz="2400" dirty="0">
                <a:latin typeface="Cambria" panose="02040503050406030204" pitchFamily="18" charset="0"/>
                <a:ea typeface="Cambria" panose="02040503050406030204" pitchFamily="18" charset="0"/>
                <a:cs typeface="Calibri" panose="020F0502020204030204" pitchFamily="34" charset="0"/>
              </a:rPr>
              <a:t> and </a:t>
            </a:r>
            <a:r>
              <a:rPr lang="en-US" altLang="en-US" sz="2400" dirty="0">
                <a:solidFill>
                  <a:srgbClr val="0000FF"/>
                </a:solidFill>
                <a:latin typeface="Cambria" panose="02040503050406030204" pitchFamily="18" charset="0"/>
                <a:ea typeface="Cambria" panose="02040503050406030204" pitchFamily="18" charset="0"/>
                <a:cs typeface="Calibri" panose="020F0502020204030204" pitchFamily="34" charset="0"/>
              </a:rPr>
              <a:t>ISO</a:t>
            </a:r>
            <a:r>
              <a:rPr lang="en-US" altLang="en-US" sz="2400" dirty="0">
                <a:latin typeface="Cambria" panose="02040503050406030204" pitchFamily="18" charset="0"/>
                <a:ea typeface="Cambria" panose="02040503050406030204" pitchFamily="18" charset="0"/>
                <a:cs typeface="Calibri" panose="020F0502020204030204" pitchFamily="34" charset="0"/>
              </a:rPr>
              <a:t> have worked for the standardization of SQL. </a:t>
            </a:r>
          </a:p>
          <a:p>
            <a:pPr marL="285750" indent="-285750" algn="just">
              <a:buSzPct val="50000"/>
              <a:buFont typeface="Wingdings" panose="05000000000000000000" pitchFamily="2" charset="2"/>
              <a:buChar char="l"/>
            </a:pPr>
            <a:r>
              <a:rPr lang="en-US" altLang="en-US" sz="2400" dirty="0">
                <a:latin typeface="Cambria" panose="02040503050406030204" pitchFamily="18" charset="0"/>
                <a:ea typeface="Cambria" panose="02040503050406030204" pitchFamily="18" charset="0"/>
                <a:cs typeface="Calibri" panose="020F0502020204030204" pitchFamily="34" charset="0"/>
              </a:rPr>
              <a:t>SQL is a </a:t>
            </a:r>
            <a:r>
              <a:rPr lang="en-US" altLang="en-US" sz="2400" dirty="0">
                <a:solidFill>
                  <a:srgbClr val="0000FF"/>
                </a:solidFill>
                <a:latin typeface="Cambria" panose="02040503050406030204" pitchFamily="18" charset="0"/>
                <a:ea typeface="Cambria" panose="02040503050406030204" pitchFamily="18" charset="0"/>
                <a:cs typeface="Calibri" panose="020F0502020204030204" pitchFamily="34" charset="0"/>
              </a:rPr>
              <a:t>non procedural language.</a:t>
            </a:r>
          </a:p>
          <a:p>
            <a:pPr marL="285750" indent="-285750" algn="just">
              <a:buSzPct val="50000"/>
              <a:buFont typeface="Wingdings" panose="05000000000000000000" pitchFamily="2" charset="2"/>
              <a:buChar char="l"/>
            </a:pPr>
            <a:r>
              <a:rPr lang="en-US" altLang="en-US" sz="2400" dirty="0">
                <a:latin typeface="Cambria" panose="02040503050406030204" pitchFamily="18" charset="0"/>
                <a:ea typeface="Cambria" panose="02040503050406030204" pitchFamily="18" charset="0"/>
                <a:cs typeface="Calibri" panose="020F0502020204030204" pitchFamily="34" charset="0"/>
              </a:rPr>
              <a:t>SQL does much more and is more powerful than just asking queries from the database.</a:t>
            </a:r>
          </a:p>
          <a:p>
            <a:pPr marL="285750" indent="-285750" algn="just">
              <a:buSzPct val="50000"/>
              <a:buFont typeface="Wingdings" panose="05000000000000000000" pitchFamily="2" charset="2"/>
              <a:buChar char="l"/>
            </a:pPr>
            <a:r>
              <a:rPr lang="en-US" altLang="en-US" sz="2400" dirty="0">
                <a:latin typeface="Cambria" panose="02040503050406030204" pitchFamily="18" charset="0"/>
                <a:ea typeface="Cambria" panose="02040503050406030204" pitchFamily="18" charset="0"/>
                <a:cs typeface="Calibri" panose="020F0502020204030204" pitchFamily="34" charset="0"/>
              </a:rPr>
              <a:t>Using SQL, one can:</a:t>
            </a:r>
          </a:p>
          <a:p>
            <a:pPr marL="617538" lvl="1" indent="-342900" algn="just">
              <a:buSzPct val="50000"/>
              <a:buFont typeface="Wingdings" panose="05000000000000000000" pitchFamily="2" charset="2"/>
              <a:buChar char="Ø"/>
            </a:pPr>
            <a:r>
              <a:rPr lang="en-US" altLang="en-US" sz="2200" dirty="0">
                <a:latin typeface="Cambria" panose="02040503050406030204" pitchFamily="18" charset="0"/>
                <a:ea typeface="Cambria" panose="02040503050406030204" pitchFamily="18" charset="0"/>
                <a:cs typeface="Calibri" panose="020F0502020204030204" pitchFamily="34" charset="0"/>
              </a:rPr>
              <a:t>Create Relations or Tables</a:t>
            </a:r>
          </a:p>
          <a:p>
            <a:pPr marL="617538" lvl="1" indent="-342900" algn="just">
              <a:buSzPct val="50000"/>
              <a:buFont typeface="Wingdings" panose="05000000000000000000" pitchFamily="2" charset="2"/>
              <a:buChar char="Ø"/>
            </a:pPr>
            <a:r>
              <a:rPr lang="en-US" altLang="en-US" sz="2200" dirty="0">
                <a:latin typeface="Cambria" panose="02040503050406030204" pitchFamily="18" charset="0"/>
                <a:ea typeface="Cambria" panose="02040503050406030204" pitchFamily="18" charset="0"/>
                <a:cs typeface="Calibri" panose="020F0502020204030204" pitchFamily="34" charset="0"/>
              </a:rPr>
              <a:t>Insert, Delete and Update Records</a:t>
            </a:r>
          </a:p>
          <a:p>
            <a:pPr marL="617538" lvl="1" indent="-342900" algn="just">
              <a:buSzPct val="50000"/>
              <a:buFont typeface="Wingdings" panose="05000000000000000000" pitchFamily="2" charset="2"/>
              <a:buChar char="Ø"/>
            </a:pPr>
            <a:r>
              <a:rPr lang="en-US" altLang="en-US" sz="2200" dirty="0">
                <a:latin typeface="Cambria" panose="02040503050406030204" pitchFamily="18" charset="0"/>
                <a:ea typeface="Cambria" panose="02040503050406030204" pitchFamily="18" charset="0"/>
                <a:cs typeface="Calibri" panose="020F0502020204030204" pitchFamily="34" charset="0"/>
              </a:rPr>
              <a:t>Apply Validation Checks</a:t>
            </a:r>
          </a:p>
          <a:p>
            <a:pPr marL="617538" lvl="1" indent="-342900" algn="just">
              <a:buSzPct val="50000"/>
              <a:buFont typeface="Wingdings" panose="05000000000000000000" pitchFamily="2" charset="2"/>
              <a:buChar char="Ø"/>
            </a:pPr>
            <a:r>
              <a:rPr lang="en-US" altLang="en-US" sz="2200" dirty="0">
                <a:latin typeface="Cambria" panose="02040503050406030204" pitchFamily="18" charset="0"/>
                <a:ea typeface="Cambria" panose="02040503050406030204" pitchFamily="18" charset="0"/>
                <a:cs typeface="Calibri" panose="020F0502020204030204" pitchFamily="34" charset="0"/>
              </a:rPr>
              <a:t>Create users</a:t>
            </a:r>
          </a:p>
          <a:p>
            <a:pPr marL="617538" lvl="1" indent="-342900" algn="just">
              <a:buSzPct val="50000"/>
              <a:buFont typeface="Wingdings" panose="05000000000000000000" pitchFamily="2" charset="2"/>
              <a:buChar char="Ø"/>
            </a:pPr>
            <a:r>
              <a:rPr lang="en-US" altLang="en-US" sz="2200" dirty="0">
                <a:latin typeface="Cambria" panose="02040503050406030204" pitchFamily="18" charset="0"/>
                <a:ea typeface="Cambria" panose="02040503050406030204" pitchFamily="18" charset="0"/>
                <a:cs typeface="Calibri" panose="020F0502020204030204" pitchFamily="34" charset="0"/>
              </a:rPr>
              <a:t>Apply Security Restrictions, etc. </a:t>
            </a:r>
          </a:p>
          <a:p>
            <a:pPr marL="228600" indent="-228600" eaLnBrk="1" hangingPunct="1"/>
            <a:endParaRPr lang="en-US" altLang="en-US" sz="2400" dirty="0"/>
          </a:p>
          <a:p>
            <a:pPr marL="228600" indent="-228600" eaLnBrk="1" hangingPunct="1"/>
            <a:endParaRPr lang="en-US" altLang="en-US" dirty="0"/>
          </a:p>
        </p:txBody>
      </p:sp>
      <p:sp>
        <p:nvSpPr>
          <p:cNvPr id="3" name="Footer Placeholder 2">
            <a:extLst>
              <a:ext uri="{FF2B5EF4-FFF2-40B4-BE49-F238E27FC236}">
                <a16:creationId xmlns:a16="http://schemas.microsoft.com/office/drawing/2014/main" id="{57930DB6-28B3-8B2F-E873-CB67BEEFCB04}"/>
              </a:ext>
            </a:extLst>
          </p:cNvPr>
          <p:cNvSpPr>
            <a:spLocks noGrp="1"/>
          </p:cNvSpPr>
          <p:nvPr>
            <p:ph type="ftr" sz="quarter" idx="11"/>
          </p:nvPr>
        </p:nvSpPr>
        <p:spPr>
          <a:xfrm>
            <a:off x="2555776" y="6500192"/>
            <a:ext cx="4876800" cy="457200"/>
          </a:xfrm>
        </p:spPr>
        <p:txBody>
          <a:bodyPr/>
          <a:lstStyle/>
          <a:p>
            <a:pPr>
              <a:defRPr/>
            </a:pPr>
            <a:r>
              <a:rPr lang="en-US" b="1" dirty="0">
                <a:solidFill>
                  <a:srgbClr val="0000FF"/>
                </a:solidFill>
              </a:rPr>
              <a:t>Dr. Asif Sohail,</a:t>
            </a:r>
            <a:r>
              <a:rPr lang="en-US" dirty="0"/>
              <a:t> Department of IT, </a:t>
            </a:r>
            <a:r>
              <a:rPr lang="en-US" dirty="0">
                <a:solidFill>
                  <a:srgbClr val="FF0000"/>
                </a:solidFill>
              </a:rPr>
              <a:t>University of the Punjab, Lahore</a:t>
            </a:r>
          </a:p>
        </p:txBody>
      </p:sp>
      <p:sp>
        <p:nvSpPr>
          <p:cNvPr id="2" name="Slide Number Placeholder 23">
            <a:extLst>
              <a:ext uri="{FF2B5EF4-FFF2-40B4-BE49-F238E27FC236}">
                <a16:creationId xmlns:a16="http://schemas.microsoft.com/office/drawing/2014/main" id="{7DF2036A-035F-B920-4CA7-D6292A5FA8CA}"/>
              </a:ext>
            </a:extLst>
          </p:cNvPr>
          <p:cNvSpPr>
            <a:spLocks noGrp="1"/>
          </p:cNvSpPr>
          <p:nvPr>
            <p:ph type="sldNum" sz="quarter" idx="12"/>
          </p:nvPr>
        </p:nvSpPr>
        <p:spPr>
          <a:xfrm>
            <a:off x="8459788" y="6165850"/>
            <a:ext cx="457200" cy="457200"/>
          </a:xfrm>
        </p:spPr>
        <p:txBody>
          <a:bodyPr/>
          <a:lstStyle/>
          <a:p>
            <a:pPr>
              <a:defRPr/>
            </a:pPr>
            <a:fld id="{110F9843-0372-4357-99AD-419BEB3ABF28}" type="slidenum">
              <a:rPr lang="en-US" smtClean="0"/>
              <a:pPr>
                <a:defRPr/>
              </a:pPr>
              <a:t>2</a:t>
            </a:fld>
            <a:endParaRPr lang="en-US"/>
          </a:p>
        </p:txBody>
      </p:sp>
    </p:spTree>
  </p:cSld>
  <p:clrMapOvr>
    <a:overrideClrMapping bg1="lt1" tx1="dk1" bg2="lt2" tx2="dk2" accent1="accent1" accent2="accent2" accent3="accent3" accent4="accent4" accent5="accent5" accent6="accent6" hlink="hlink" folHlink="folHlink"/>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4BED6-D255-8A3D-983B-8875E3E6E4A9}"/>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76778ABF-CDAA-863E-F4C9-C92D84CABD88}"/>
              </a:ext>
            </a:extLst>
          </p:cNvPr>
          <p:cNvSpPr>
            <a:spLocks noGrp="1" noChangeArrowheads="1"/>
          </p:cNvSpPr>
          <p:nvPr>
            <p:ph type="title"/>
          </p:nvPr>
        </p:nvSpPr>
        <p:spPr>
          <a:xfrm>
            <a:off x="539552" y="236586"/>
            <a:ext cx="5486400" cy="533400"/>
          </a:xfrm>
        </p:spPr>
        <p:txBody>
          <a:bodyPr/>
          <a:lstStyle/>
          <a:p>
            <a:pPr eaLnBrk="1" hangingPunct="1"/>
            <a:r>
              <a:rPr lang="en-US" altLang="en-US" sz="2800" b="1" u="sng" dirty="0">
                <a:solidFill>
                  <a:srgbClr val="D34817"/>
                </a:solidFill>
                <a:latin typeface="Cambria" panose="02040503050406030204" pitchFamily="18" charset="0"/>
                <a:ea typeface="Cambria" panose="02040503050406030204" pitchFamily="18" charset="0"/>
              </a:rPr>
              <a:t>SQL Statements</a:t>
            </a:r>
          </a:p>
        </p:txBody>
      </p:sp>
      <p:sp>
        <p:nvSpPr>
          <p:cNvPr id="3" name="Footer Placeholder 2">
            <a:extLst>
              <a:ext uri="{FF2B5EF4-FFF2-40B4-BE49-F238E27FC236}">
                <a16:creationId xmlns:a16="http://schemas.microsoft.com/office/drawing/2014/main" id="{EAB9B0FE-4AF1-461B-0A26-B4E84042FE5B}"/>
              </a:ext>
            </a:extLst>
          </p:cNvPr>
          <p:cNvSpPr>
            <a:spLocks noGrp="1"/>
          </p:cNvSpPr>
          <p:nvPr>
            <p:ph type="ftr" sz="quarter" idx="11"/>
          </p:nvPr>
        </p:nvSpPr>
        <p:spPr>
          <a:xfrm>
            <a:off x="2555776" y="6500192"/>
            <a:ext cx="4876800" cy="457200"/>
          </a:xfrm>
        </p:spPr>
        <p:txBody>
          <a:bodyPr/>
          <a:lstStyle/>
          <a:p>
            <a:pPr>
              <a:defRPr/>
            </a:pPr>
            <a:r>
              <a:rPr lang="en-US" b="1" dirty="0">
                <a:solidFill>
                  <a:srgbClr val="0000FF"/>
                </a:solidFill>
              </a:rPr>
              <a:t>Dr. Asif Sohail,</a:t>
            </a:r>
            <a:r>
              <a:rPr lang="en-US" dirty="0"/>
              <a:t> Department of IT, </a:t>
            </a:r>
            <a:r>
              <a:rPr lang="en-US" dirty="0">
                <a:solidFill>
                  <a:srgbClr val="FF0000"/>
                </a:solidFill>
              </a:rPr>
              <a:t>University of the Punjab, Lahore</a:t>
            </a:r>
          </a:p>
        </p:txBody>
      </p:sp>
      <p:sp>
        <p:nvSpPr>
          <p:cNvPr id="2" name="Slide Number Placeholder 23">
            <a:extLst>
              <a:ext uri="{FF2B5EF4-FFF2-40B4-BE49-F238E27FC236}">
                <a16:creationId xmlns:a16="http://schemas.microsoft.com/office/drawing/2014/main" id="{7E47ED56-5B6E-2B2C-F553-58390D8F90A9}"/>
              </a:ext>
            </a:extLst>
          </p:cNvPr>
          <p:cNvSpPr>
            <a:spLocks noGrp="1"/>
          </p:cNvSpPr>
          <p:nvPr>
            <p:ph type="sldNum" sz="quarter" idx="12"/>
          </p:nvPr>
        </p:nvSpPr>
        <p:spPr>
          <a:xfrm>
            <a:off x="8459788" y="6165850"/>
            <a:ext cx="457200" cy="457200"/>
          </a:xfrm>
        </p:spPr>
        <p:txBody>
          <a:bodyPr/>
          <a:lstStyle/>
          <a:p>
            <a:pPr>
              <a:defRPr/>
            </a:pPr>
            <a:fld id="{110F9843-0372-4357-99AD-419BEB3ABF28}" type="slidenum">
              <a:rPr lang="en-US" smtClean="0"/>
              <a:pPr>
                <a:defRPr/>
              </a:pPr>
              <a:t>3</a:t>
            </a:fld>
            <a:endParaRPr lang="en-US"/>
          </a:p>
        </p:txBody>
      </p:sp>
      <p:graphicFrame>
        <p:nvGraphicFramePr>
          <p:cNvPr id="5" name="Content Placeholder 4">
            <a:extLst>
              <a:ext uri="{FF2B5EF4-FFF2-40B4-BE49-F238E27FC236}">
                <a16:creationId xmlns:a16="http://schemas.microsoft.com/office/drawing/2014/main" id="{B2B8336B-FEBE-BA37-C002-3F57341DA585}"/>
              </a:ext>
            </a:extLst>
          </p:cNvPr>
          <p:cNvGraphicFramePr>
            <a:graphicFrameLocks noGrp="1"/>
          </p:cNvGraphicFramePr>
          <p:nvPr>
            <p:ph sz="quarter" idx="1"/>
            <p:extLst>
              <p:ext uri="{D42A27DB-BD31-4B8C-83A1-F6EECF244321}">
                <p14:modId xmlns:p14="http://schemas.microsoft.com/office/powerpoint/2010/main" val="1095733326"/>
              </p:ext>
            </p:extLst>
          </p:nvPr>
        </p:nvGraphicFramePr>
        <p:xfrm>
          <a:off x="679045" y="867631"/>
          <a:ext cx="7772398" cy="5534916"/>
        </p:xfrm>
        <a:graphic>
          <a:graphicData uri="http://schemas.openxmlformats.org/drawingml/2006/table">
            <a:tbl>
              <a:tblPr firstRow="1" bandRow="1">
                <a:tableStyleId>{5C22544A-7EE6-4342-B048-85BDC9FD1C3A}</a:tableStyleId>
              </a:tblPr>
              <a:tblGrid>
                <a:gridCol w="2092755">
                  <a:extLst>
                    <a:ext uri="{9D8B030D-6E8A-4147-A177-3AD203B41FA5}">
                      <a16:colId xmlns:a16="http://schemas.microsoft.com/office/drawing/2014/main" val="2873535121"/>
                    </a:ext>
                  </a:extLst>
                </a:gridCol>
                <a:gridCol w="5679643">
                  <a:extLst>
                    <a:ext uri="{9D8B030D-6E8A-4147-A177-3AD203B41FA5}">
                      <a16:colId xmlns:a16="http://schemas.microsoft.com/office/drawing/2014/main" val="1634726825"/>
                    </a:ext>
                  </a:extLst>
                </a:gridCol>
              </a:tblGrid>
              <a:tr h="370840">
                <a:tc>
                  <a:txBody>
                    <a:bodyPr/>
                    <a:lstStyle/>
                    <a:p>
                      <a:r>
                        <a:rPr lang="en-US" sz="2400" dirty="0">
                          <a:solidFill>
                            <a:srgbClr val="FFFF00"/>
                          </a:solidFill>
                          <a:latin typeface="Cambria" panose="02040503050406030204" pitchFamily="18" charset="0"/>
                          <a:ea typeface="Cambria" panose="02040503050406030204" pitchFamily="18" charset="0"/>
                        </a:rPr>
                        <a:t>Statements</a:t>
                      </a:r>
                    </a:p>
                  </a:txBody>
                  <a:tcPr/>
                </a:tc>
                <a:tc>
                  <a:txBody>
                    <a:bodyPr/>
                    <a:lstStyle/>
                    <a:p>
                      <a:r>
                        <a:rPr lang="en-US" sz="2400" dirty="0">
                          <a:solidFill>
                            <a:srgbClr val="FFFF00"/>
                          </a:solidFill>
                          <a:latin typeface="Cambria" panose="02040503050406030204" pitchFamily="18" charset="0"/>
                          <a:ea typeface="Cambria" panose="02040503050406030204" pitchFamily="18" charset="0"/>
                        </a:rPr>
                        <a:t>Language</a:t>
                      </a:r>
                    </a:p>
                  </a:txBody>
                  <a:tcPr/>
                </a:tc>
                <a:extLst>
                  <a:ext uri="{0D108BD9-81ED-4DB2-BD59-A6C34878D82A}">
                    <a16:rowId xmlns:a16="http://schemas.microsoft.com/office/drawing/2014/main" val="220627137"/>
                  </a:ext>
                </a:extLst>
              </a:tr>
              <a:tr h="370840">
                <a:tc>
                  <a:txBody>
                    <a:bodyPr/>
                    <a:lstStyle/>
                    <a:p>
                      <a:pPr>
                        <a:spcBef>
                          <a:spcPts val="600"/>
                        </a:spcBef>
                        <a:spcAft>
                          <a:spcPts val="0"/>
                        </a:spcAft>
                      </a:pPr>
                      <a:r>
                        <a:rPr lang="en-US" sz="2400" dirty="0">
                          <a:latin typeface="Cambria" panose="02040503050406030204" pitchFamily="18" charset="0"/>
                          <a:ea typeface="Cambria" panose="02040503050406030204" pitchFamily="18" charset="0"/>
                        </a:rPr>
                        <a:t>SELECT</a:t>
                      </a:r>
                    </a:p>
                  </a:txBody>
                  <a:tcPr/>
                </a:tc>
                <a:tc>
                  <a:txBody>
                    <a:bodyPr/>
                    <a:lstStyle/>
                    <a:p>
                      <a:pPr algn="l"/>
                      <a:r>
                        <a:rPr lang="en-US" sz="2400" dirty="0">
                          <a:solidFill>
                            <a:srgbClr val="0000FF"/>
                          </a:solidFill>
                          <a:latin typeface="Cambria" panose="02040503050406030204" pitchFamily="18" charset="0"/>
                          <a:ea typeface="Cambria" panose="02040503050406030204" pitchFamily="18" charset="0"/>
                        </a:rPr>
                        <a:t>Data Query Language</a:t>
                      </a:r>
                    </a:p>
                  </a:txBody>
                  <a:tcPr anchor="ctr"/>
                </a:tc>
                <a:extLst>
                  <a:ext uri="{0D108BD9-81ED-4DB2-BD59-A6C34878D82A}">
                    <a16:rowId xmlns:a16="http://schemas.microsoft.com/office/drawing/2014/main" val="1674275267"/>
                  </a:ext>
                </a:extLst>
              </a:tr>
              <a:tr h="370840">
                <a:tc>
                  <a:txBody>
                    <a:bodyPr/>
                    <a:lstStyle/>
                    <a:p>
                      <a:pPr>
                        <a:lnSpc>
                          <a:spcPct val="75000"/>
                        </a:lnSpc>
                        <a:spcBef>
                          <a:spcPts val="600"/>
                        </a:spcBef>
                        <a:spcAft>
                          <a:spcPts val="0"/>
                        </a:spcAft>
                        <a:buFontTx/>
                        <a:buNone/>
                      </a:pPr>
                      <a:r>
                        <a:rPr lang="en-US" altLang="en-US" sz="2400" dirty="0">
                          <a:latin typeface="Cambria" panose="02040503050406030204" pitchFamily="18" charset="0"/>
                          <a:ea typeface="Cambria" panose="02040503050406030204" pitchFamily="18" charset="0"/>
                        </a:rPr>
                        <a:t>INSERT</a:t>
                      </a:r>
                    </a:p>
                    <a:p>
                      <a:pPr>
                        <a:lnSpc>
                          <a:spcPct val="75000"/>
                        </a:lnSpc>
                        <a:spcBef>
                          <a:spcPts val="600"/>
                        </a:spcBef>
                        <a:spcAft>
                          <a:spcPts val="0"/>
                        </a:spcAft>
                        <a:buFontTx/>
                        <a:buNone/>
                      </a:pPr>
                      <a:r>
                        <a:rPr lang="en-US" altLang="en-US" sz="2400" dirty="0">
                          <a:latin typeface="Cambria" panose="02040503050406030204" pitchFamily="18" charset="0"/>
                          <a:ea typeface="Cambria" panose="02040503050406030204" pitchFamily="18" charset="0"/>
                        </a:rPr>
                        <a:t>UPDATE</a:t>
                      </a:r>
                    </a:p>
                    <a:p>
                      <a:pPr>
                        <a:lnSpc>
                          <a:spcPct val="75000"/>
                        </a:lnSpc>
                        <a:spcBef>
                          <a:spcPts val="600"/>
                        </a:spcBef>
                        <a:spcAft>
                          <a:spcPts val="0"/>
                        </a:spcAft>
                        <a:buFontTx/>
                        <a:buNone/>
                      </a:pPr>
                      <a:r>
                        <a:rPr lang="en-US" altLang="en-US" sz="2400" dirty="0">
                          <a:latin typeface="Cambria" panose="02040503050406030204" pitchFamily="18" charset="0"/>
                          <a:ea typeface="Cambria" panose="02040503050406030204" pitchFamily="18" charset="0"/>
                        </a:rPr>
                        <a:t>DELETE</a:t>
                      </a:r>
                      <a:endParaRPr lang="en-US" sz="2400" dirty="0">
                        <a:latin typeface="Cambria" panose="02040503050406030204" pitchFamily="18" charset="0"/>
                        <a:ea typeface="Cambria" panose="020405030504060302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kern="1200" dirty="0">
                          <a:solidFill>
                            <a:srgbClr val="0000FF"/>
                          </a:solidFill>
                          <a:latin typeface="Cambria" panose="02040503050406030204" pitchFamily="18" charset="0"/>
                          <a:ea typeface="Cambria" panose="02040503050406030204" pitchFamily="18" charset="0"/>
                          <a:cs typeface="+mn-cs"/>
                        </a:rPr>
                        <a:t>Data Manipulation language (DML)</a:t>
                      </a:r>
                    </a:p>
                  </a:txBody>
                  <a:tcPr anchor="ctr"/>
                </a:tc>
                <a:extLst>
                  <a:ext uri="{0D108BD9-81ED-4DB2-BD59-A6C34878D82A}">
                    <a16:rowId xmlns:a16="http://schemas.microsoft.com/office/drawing/2014/main" val="2834922269"/>
                  </a:ext>
                </a:extLst>
              </a:tr>
              <a:tr h="370840">
                <a:tc>
                  <a:txBody>
                    <a:bodyPr/>
                    <a:lstStyle/>
                    <a:p>
                      <a:pPr>
                        <a:lnSpc>
                          <a:spcPct val="75000"/>
                        </a:lnSpc>
                        <a:spcBef>
                          <a:spcPts val="600"/>
                        </a:spcBef>
                        <a:spcAft>
                          <a:spcPts val="0"/>
                        </a:spcAft>
                        <a:buFontTx/>
                        <a:buNone/>
                      </a:pPr>
                      <a:r>
                        <a:rPr lang="en-US" altLang="en-US" sz="2400" dirty="0">
                          <a:latin typeface="Cambria" panose="02040503050406030204" pitchFamily="18" charset="0"/>
                          <a:ea typeface="Cambria" panose="02040503050406030204" pitchFamily="18" charset="0"/>
                        </a:rPr>
                        <a:t>CREATE</a:t>
                      </a:r>
                    </a:p>
                    <a:p>
                      <a:pPr>
                        <a:lnSpc>
                          <a:spcPct val="75000"/>
                        </a:lnSpc>
                        <a:spcBef>
                          <a:spcPts val="600"/>
                        </a:spcBef>
                        <a:spcAft>
                          <a:spcPts val="0"/>
                        </a:spcAft>
                        <a:buFontTx/>
                        <a:buNone/>
                      </a:pPr>
                      <a:r>
                        <a:rPr lang="en-US" altLang="en-US" sz="2400" dirty="0">
                          <a:latin typeface="Cambria" panose="02040503050406030204" pitchFamily="18" charset="0"/>
                          <a:ea typeface="Cambria" panose="02040503050406030204" pitchFamily="18" charset="0"/>
                        </a:rPr>
                        <a:t>ALTER</a:t>
                      </a:r>
                    </a:p>
                    <a:p>
                      <a:pPr>
                        <a:lnSpc>
                          <a:spcPct val="75000"/>
                        </a:lnSpc>
                        <a:spcBef>
                          <a:spcPts val="600"/>
                        </a:spcBef>
                        <a:spcAft>
                          <a:spcPts val="0"/>
                        </a:spcAft>
                        <a:buFontTx/>
                        <a:buNone/>
                      </a:pPr>
                      <a:r>
                        <a:rPr lang="en-US" altLang="en-US" sz="2400" dirty="0">
                          <a:latin typeface="Cambria" panose="02040503050406030204" pitchFamily="18" charset="0"/>
                          <a:ea typeface="Cambria" panose="02040503050406030204" pitchFamily="18" charset="0"/>
                        </a:rPr>
                        <a:t>DROP</a:t>
                      </a:r>
                    </a:p>
                    <a:p>
                      <a:pPr>
                        <a:lnSpc>
                          <a:spcPct val="75000"/>
                        </a:lnSpc>
                        <a:spcBef>
                          <a:spcPts val="600"/>
                        </a:spcBef>
                        <a:spcAft>
                          <a:spcPts val="0"/>
                        </a:spcAft>
                        <a:buFontTx/>
                        <a:buNone/>
                      </a:pPr>
                      <a:r>
                        <a:rPr lang="en-US" altLang="en-US" sz="2400" dirty="0">
                          <a:latin typeface="Cambria" panose="02040503050406030204" pitchFamily="18" charset="0"/>
                          <a:ea typeface="Cambria" panose="02040503050406030204" pitchFamily="18" charset="0"/>
                        </a:rPr>
                        <a:t>RENAME</a:t>
                      </a:r>
                    </a:p>
                    <a:p>
                      <a:pPr>
                        <a:lnSpc>
                          <a:spcPct val="75000"/>
                        </a:lnSpc>
                        <a:spcBef>
                          <a:spcPts val="600"/>
                        </a:spcBef>
                        <a:spcAft>
                          <a:spcPts val="0"/>
                        </a:spcAft>
                        <a:buFontTx/>
                        <a:buNone/>
                      </a:pPr>
                      <a:r>
                        <a:rPr lang="en-US" altLang="en-US" sz="2400" dirty="0">
                          <a:latin typeface="Cambria" panose="02040503050406030204" pitchFamily="18" charset="0"/>
                          <a:ea typeface="Cambria" panose="02040503050406030204" pitchFamily="18" charset="0"/>
                        </a:rPr>
                        <a:t>TRUNCATE</a:t>
                      </a:r>
                      <a:endParaRPr lang="en-US" sz="2400" dirty="0">
                        <a:latin typeface="Cambria" panose="02040503050406030204" pitchFamily="18" charset="0"/>
                        <a:ea typeface="Cambria" panose="020405030504060302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kern="1200" dirty="0">
                          <a:solidFill>
                            <a:srgbClr val="0000FF"/>
                          </a:solidFill>
                          <a:latin typeface="Cambria" panose="02040503050406030204" pitchFamily="18" charset="0"/>
                          <a:ea typeface="Cambria" panose="02040503050406030204" pitchFamily="18" charset="0"/>
                          <a:cs typeface="+mn-cs"/>
                        </a:rPr>
                        <a:t>Data Definition Language (DDL)</a:t>
                      </a:r>
                    </a:p>
                  </a:txBody>
                  <a:tcPr anchor="ctr"/>
                </a:tc>
                <a:extLst>
                  <a:ext uri="{0D108BD9-81ED-4DB2-BD59-A6C34878D82A}">
                    <a16:rowId xmlns:a16="http://schemas.microsoft.com/office/drawing/2014/main" val="2311492987"/>
                  </a:ext>
                </a:extLst>
              </a:tr>
              <a:tr h="370840">
                <a:tc>
                  <a:txBody>
                    <a:bodyPr/>
                    <a:lstStyle/>
                    <a:p>
                      <a:pPr>
                        <a:lnSpc>
                          <a:spcPct val="75000"/>
                        </a:lnSpc>
                        <a:spcBef>
                          <a:spcPts val="600"/>
                        </a:spcBef>
                        <a:spcAft>
                          <a:spcPts val="0"/>
                        </a:spcAft>
                        <a:buFontTx/>
                        <a:buNone/>
                      </a:pPr>
                      <a:r>
                        <a:rPr lang="en-US" altLang="en-US" sz="2400" dirty="0">
                          <a:latin typeface="Cambria" panose="02040503050406030204" pitchFamily="18" charset="0"/>
                          <a:ea typeface="Cambria" panose="02040503050406030204" pitchFamily="18" charset="0"/>
                        </a:rPr>
                        <a:t>COMMIT</a:t>
                      </a:r>
                    </a:p>
                    <a:p>
                      <a:pPr>
                        <a:lnSpc>
                          <a:spcPct val="75000"/>
                        </a:lnSpc>
                        <a:spcBef>
                          <a:spcPts val="600"/>
                        </a:spcBef>
                        <a:spcAft>
                          <a:spcPts val="0"/>
                        </a:spcAft>
                        <a:buFontTx/>
                        <a:buNone/>
                      </a:pPr>
                      <a:r>
                        <a:rPr lang="en-US" altLang="en-US" sz="2400" dirty="0">
                          <a:latin typeface="Cambria" panose="02040503050406030204" pitchFamily="18" charset="0"/>
                          <a:ea typeface="Cambria" panose="02040503050406030204" pitchFamily="18" charset="0"/>
                        </a:rPr>
                        <a:t>ROLLBACK</a:t>
                      </a:r>
                    </a:p>
                    <a:p>
                      <a:pPr>
                        <a:lnSpc>
                          <a:spcPct val="75000"/>
                        </a:lnSpc>
                        <a:spcBef>
                          <a:spcPts val="600"/>
                        </a:spcBef>
                        <a:spcAft>
                          <a:spcPts val="0"/>
                        </a:spcAft>
                        <a:buFontTx/>
                        <a:buNone/>
                      </a:pPr>
                      <a:r>
                        <a:rPr lang="en-US" altLang="en-US" sz="2400" dirty="0">
                          <a:latin typeface="Cambria" panose="02040503050406030204" pitchFamily="18" charset="0"/>
                          <a:ea typeface="Cambria" panose="02040503050406030204" pitchFamily="18" charset="0"/>
                        </a:rPr>
                        <a:t>SAVEPOINT</a:t>
                      </a:r>
                      <a:endParaRPr lang="en-US" sz="2400" dirty="0">
                        <a:latin typeface="Cambria" panose="02040503050406030204" pitchFamily="18" charset="0"/>
                        <a:ea typeface="Cambria" panose="02040503050406030204" pitchFamily="18" charset="0"/>
                      </a:endParaRPr>
                    </a:p>
                  </a:txBody>
                  <a:tcPr/>
                </a:tc>
                <a:tc>
                  <a:txBody>
                    <a:bodyPr/>
                    <a:lstStyle/>
                    <a:p>
                      <a:pPr algn="l"/>
                      <a:r>
                        <a:rPr kumimoji="0" lang="en-US" sz="2400" kern="1200" dirty="0">
                          <a:solidFill>
                            <a:srgbClr val="0000FF"/>
                          </a:solidFill>
                          <a:latin typeface="Cambria" panose="02040503050406030204" pitchFamily="18" charset="0"/>
                          <a:ea typeface="Cambria" panose="02040503050406030204" pitchFamily="18" charset="0"/>
                          <a:cs typeface="+mn-cs"/>
                        </a:rPr>
                        <a:t>Transaction Control Language (TCL)</a:t>
                      </a:r>
                    </a:p>
                  </a:txBody>
                  <a:tcPr anchor="ctr"/>
                </a:tc>
                <a:extLst>
                  <a:ext uri="{0D108BD9-81ED-4DB2-BD59-A6C34878D82A}">
                    <a16:rowId xmlns:a16="http://schemas.microsoft.com/office/drawing/2014/main" val="1933938069"/>
                  </a:ext>
                </a:extLst>
              </a:tr>
              <a:tr h="370840">
                <a:tc>
                  <a:txBody>
                    <a:bodyPr/>
                    <a:lstStyle/>
                    <a:p>
                      <a:pPr>
                        <a:lnSpc>
                          <a:spcPct val="75000"/>
                        </a:lnSpc>
                        <a:spcBef>
                          <a:spcPts val="600"/>
                        </a:spcBef>
                        <a:spcAft>
                          <a:spcPts val="0"/>
                        </a:spcAft>
                        <a:buFontTx/>
                        <a:buNone/>
                      </a:pPr>
                      <a:r>
                        <a:rPr lang="en-US" altLang="en-US" sz="2400" dirty="0">
                          <a:latin typeface="Cambria" panose="02040503050406030204" pitchFamily="18" charset="0"/>
                          <a:ea typeface="Cambria" panose="02040503050406030204" pitchFamily="18" charset="0"/>
                        </a:rPr>
                        <a:t>GRANT</a:t>
                      </a:r>
                    </a:p>
                    <a:p>
                      <a:pPr>
                        <a:lnSpc>
                          <a:spcPct val="75000"/>
                        </a:lnSpc>
                        <a:spcBef>
                          <a:spcPts val="600"/>
                        </a:spcBef>
                        <a:spcAft>
                          <a:spcPts val="0"/>
                        </a:spcAft>
                        <a:buFontTx/>
                        <a:buNone/>
                      </a:pPr>
                      <a:r>
                        <a:rPr lang="en-US" altLang="en-US" sz="2400" dirty="0">
                          <a:latin typeface="Cambria" panose="02040503050406030204" pitchFamily="18" charset="0"/>
                          <a:ea typeface="Cambria" panose="02040503050406030204" pitchFamily="18" charset="0"/>
                        </a:rPr>
                        <a:t>REVOKE</a:t>
                      </a:r>
                      <a:endParaRPr lang="en-US" sz="2400" dirty="0">
                        <a:latin typeface="Cambria" panose="02040503050406030204" pitchFamily="18" charset="0"/>
                        <a:ea typeface="Cambria" panose="020405030504060302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kern="1200" dirty="0">
                          <a:solidFill>
                            <a:srgbClr val="0000FF"/>
                          </a:solidFill>
                          <a:latin typeface="Cambria" panose="02040503050406030204" pitchFamily="18" charset="0"/>
                          <a:ea typeface="Cambria" panose="02040503050406030204" pitchFamily="18" charset="0"/>
                          <a:cs typeface="+mn-cs"/>
                        </a:rPr>
                        <a:t>Data Control Language (TCL)</a:t>
                      </a:r>
                      <a:endParaRPr lang="en-US" sz="2400" dirty="0">
                        <a:solidFill>
                          <a:srgbClr val="0000FF"/>
                        </a:solidFill>
                        <a:latin typeface="Cambria" panose="02040503050406030204" pitchFamily="18" charset="0"/>
                        <a:ea typeface="Cambria" panose="02040503050406030204" pitchFamily="18" charset="0"/>
                      </a:endParaRPr>
                    </a:p>
                  </a:txBody>
                  <a:tcPr anchor="ctr"/>
                </a:tc>
                <a:extLst>
                  <a:ext uri="{0D108BD9-81ED-4DB2-BD59-A6C34878D82A}">
                    <a16:rowId xmlns:a16="http://schemas.microsoft.com/office/drawing/2014/main" val="2454045685"/>
                  </a:ext>
                </a:extLst>
              </a:tr>
            </a:tbl>
          </a:graphicData>
        </a:graphic>
      </p:graphicFrame>
    </p:spTree>
    <p:extLst>
      <p:ext uri="{BB962C8B-B14F-4D97-AF65-F5344CB8AC3E}">
        <p14:creationId xmlns:p14="http://schemas.microsoft.com/office/powerpoint/2010/main" val="3369224517"/>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4FEE1-C2B6-8E7A-60A1-64FE4639B517}"/>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663E4096-6A49-A6BE-7DD8-3DFB05C5154F}"/>
              </a:ext>
            </a:extLst>
          </p:cNvPr>
          <p:cNvSpPr>
            <a:spLocks noGrp="1" noChangeArrowheads="1"/>
          </p:cNvSpPr>
          <p:nvPr>
            <p:ph type="title"/>
          </p:nvPr>
        </p:nvSpPr>
        <p:spPr>
          <a:xfrm>
            <a:off x="539552" y="221533"/>
            <a:ext cx="5486400" cy="533400"/>
          </a:xfrm>
        </p:spPr>
        <p:txBody>
          <a:bodyPr/>
          <a:lstStyle/>
          <a:p>
            <a:pPr eaLnBrk="1" hangingPunct="1"/>
            <a:r>
              <a:rPr lang="en-US" altLang="en-US" sz="2800" b="1" u="sng" dirty="0">
                <a:solidFill>
                  <a:srgbClr val="D34817"/>
                </a:solidFill>
                <a:latin typeface="Cambria" panose="02040503050406030204" pitchFamily="18" charset="0"/>
                <a:ea typeface="Cambria" panose="02040503050406030204" pitchFamily="18" charset="0"/>
              </a:rPr>
              <a:t>SQL Statements</a:t>
            </a:r>
          </a:p>
        </p:txBody>
      </p:sp>
      <p:sp>
        <p:nvSpPr>
          <p:cNvPr id="38915" name="Rectangle 3">
            <a:extLst>
              <a:ext uri="{FF2B5EF4-FFF2-40B4-BE49-F238E27FC236}">
                <a16:creationId xmlns:a16="http://schemas.microsoft.com/office/drawing/2014/main" id="{277C2A2B-F0AB-9881-0B69-2B26815681D5}"/>
              </a:ext>
            </a:extLst>
          </p:cNvPr>
          <p:cNvSpPr>
            <a:spLocks noGrp="1" noChangeArrowheads="1"/>
          </p:cNvSpPr>
          <p:nvPr>
            <p:ph sz="quarter" idx="1"/>
          </p:nvPr>
        </p:nvSpPr>
        <p:spPr>
          <a:xfrm>
            <a:off x="425450" y="741784"/>
            <a:ext cx="8491538" cy="4343400"/>
          </a:xfrm>
        </p:spPr>
        <p:txBody>
          <a:bodyPr/>
          <a:lstStyle/>
          <a:p>
            <a:pPr marL="285750" indent="-285750" algn="just">
              <a:buSzPct val="50000"/>
              <a:buFont typeface="Wingdings" panose="05000000000000000000" pitchFamily="2" charset="2"/>
              <a:buChar char="l"/>
            </a:pPr>
            <a:r>
              <a:rPr lang="en-US" altLang="en-US" sz="2800" dirty="0">
                <a:latin typeface="Cambria" panose="02040503050406030204" pitchFamily="18" charset="0"/>
                <a:ea typeface="Cambria" panose="02040503050406030204" pitchFamily="18" charset="0"/>
                <a:cs typeface="Calibri" panose="020F0502020204030204" pitchFamily="34" charset="0"/>
              </a:rPr>
              <a:t>SQL statements are </a:t>
            </a:r>
            <a:r>
              <a:rPr lang="en-US" altLang="en-US" sz="2800" dirty="0">
                <a:solidFill>
                  <a:srgbClr val="0000FF"/>
                </a:solidFill>
                <a:latin typeface="Cambria" panose="02040503050406030204" pitchFamily="18" charset="0"/>
                <a:ea typeface="Cambria" panose="02040503050406030204" pitchFamily="18" charset="0"/>
                <a:cs typeface="Calibri" panose="020F0502020204030204" pitchFamily="34" charset="0"/>
              </a:rPr>
              <a:t>not case sensitive.</a:t>
            </a:r>
            <a:r>
              <a:rPr lang="en-US" altLang="en-US" sz="2800" dirty="0">
                <a:latin typeface="Cambria" panose="02040503050406030204" pitchFamily="18" charset="0"/>
                <a:ea typeface="Cambria" panose="02040503050406030204" pitchFamily="18" charset="0"/>
                <a:cs typeface="Calibri" panose="020F0502020204030204" pitchFamily="34" charset="0"/>
              </a:rPr>
              <a:t> </a:t>
            </a:r>
          </a:p>
          <a:p>
            <a:pPr marL="285750" indent="-285750" algn="just">
              <a:buSzPct val="50000"/>
              <a:buFont typeface="Wingdings" panose="05000000000000000000" pitchFamily="2" charset="2"/>
              <a:buChar char="l"/>
            </a:pPr>
            <a:r>
              <a:rPr lang="en-US" altLang="en-US" sz="2800" dirty="0">
                <a:latin typeface="Cambria" panose="02040503050406030204" pitchFamily="18" charset="0"/>
                <a:ea typeface="Cambria" panose="02040503050406030204" pitchFamily="18" charset="0"/>
                <a:cs typeface="Calibri" panose="020F0502020204030204" pitchFamily="34" charset="0"/>
              </a:rPr>
              <a:t>SQL statements can be on one or more lines.</a:t>
            </a:r>
          </a:p>
          <a:p>
            <a:pPr marL="285750" indent="-285750" algn="just">
              <a:buSzPct val="50000"/>
              <a:buFont typeface="Wingdings" panose="05000000000000000000" pitchFamily="2" charset="2"/>
              <a:buChar char="l"/>
            </a:pPr>
            <a:r>
              <a:rPr lang="en-US" altLang="en-US" sz="2800" dirty="0">
                <a:latin typeface="Cambria" panose="02040503050406030204" pitchFamily="18" charset="0"/>
                <a:ea typeface="Cambria" panose="02040503050406030204" pitchFamily="18" charset="0"/>
                <a:cs typeface="Calibri" panose="020F0502020204030204" pitchFamily="34" charset="0"/>
              </a:rPr>
              <a:t>Keywords cannot be abbreviated or split across lines.</a:t>
            </a:r>
          </a:p>
          <a:p>
            <a:pPr marL="285750" indent="-285750" algn="just">
              <a:buSzPct val="50000"/>
              <a:buFont typeface="Wingdings" panose="05000000000000000000" pitchFamily="2" charset="2"/>
              <a:buChar char="l"/>
            </a:pPr>
            <a:r>
              <a:rPr lang="en-US" altLang="en-US" sz="2800" dirty="0">
                <a:latin typeface="Cambria" panose="02040503050406030204" pitchFamily="18" charset="0"/>
                <a:ea typeface="Cambria" panose="02040503050406030204" pitchFamily="18" charset="0"/>
                <a:cs typeface="Calibri" panose="020F0502020204030204" pitchFamily="34" charset="0"/>
              </a:rPr>
              <a:t>Clauses are usually placed on separate lines.</a:t>
            </a:r>
          </a:p>
          <a:p>
            <a:pPr marL="285750" indent="-285750" algn="just">
              <a:buSzPct val="50000"/>
              <a:buFont typeface="Wingdings" panose="05000000000000000000" pitchFamily="2" charset="2"/>
              <a:buChar char="l"/>
            </a:pPr>
            <a:r>
              <a:rPr lang="en-US" altLang="en-US" sz="2800" dirty="0">
                <a:latin typeface="Cambria" panose="02040503050406030204" pitchFamily="18" charset="0"/>
                <a:ea typeface="Cambria" panose="02040503050406030204" pitchFamily="18" charset="0"/>
                <a:cs typeface="Calibri" panose="020F0502020204030204" pitchFamily="34" charset="0"/>
              </a:rPr>
              <a:t>Tabs and indents are used to enhance readability.</a:t>
            </a:r>
          </a:p>
          <a:p>
            <a:pPr marL="228600" indent="-228600" algn="just" eaLnBrk="1" hangingPunct="1"/>
            <a:endParaRPr lang="en-US" altLang="en-US" sz="2800" dirty="0">
              <a:latin typeface="Cambria" panose="02040503050406030204" pitchFamily="18" charset="0"/>
              <a:ea typeface="Cambria" panose="02040503050406030204" pitchFamily="18" charset="0"/>
            </a:endParaRPr>
          </a:p>
          <a:p>
            <a:pPr marL="228600" indent="-228600" algn="just" eaLnBrk="1" hangingPunct="1"/>
            <a:endParaRPr lang="en-US" altLang="en-US" sz="28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6D5FB3DB-3E0B-D14E-E359-3C2B055D92F1}"/>
              </a:ext>
            </a:extLst>
          </p:cNvPr>
          <p:cNvSpPr>
            <a:spLocks noGrp="1"/>
          </p:cNvSpPr>
          <p:nvPr>
            <p:ph type="ftr" sz="quarter" idx="11"/>
          </p:nvPr>
        </p:nvSpPr>
        <p:spPr>
          <a:xfrm>
            <a:off x="2555776" y="6500192"/>
            <a:ext cx="4876800" cy="457200"/>
          </a:xfrm>
        </p:spPr>
        <p:txBody>
          <a:bodyPr/>
          <a:lstStyle/>
          <a:p>
            <a:pPr>
              <a:defRPr/>
            </a:pPr>
            <a:r>
              <a:rPr lang="en-US" b="1" dirty="0">
                <a:solidFill>
                  <a:srgbClr val="0000FF"/>
                </a:solidFill>
              </a:rPr>
              <a:t>Dr. Asif Sohail,</a:t>
            </a:r>
            <a:r>
              <a:rPr lang="en-US" dirty="0"/>
              <a:t> Department of IT, </a:t>
            </a:r>
            <a:r>
              <a:rPr lang="en-US" dirty="0">
                <a:solidFill>
                  <a:srgbClr val="FF0000"/>
                </a:solidFill>
              </a:rPr>
              <a:t>University of the Punjab, Lahore</a:t>
            </a:r>
          </a:p>
        </p:txBody>
      </p:sp>
      <p:sp>
        <p:nvSpPr>
          <p:cNvPr id="2" name="Slide Number Placeholder 23">
            <a:extLst>
              <a:ext uri="{FF2B5EF4-FFF2-40B4-BE49-F238E27FC236}">
                <a16:creationId xmlns:a16="http://schemas.microsoft.com/office/drawing/2014/main" id="{E19D906B-1B61-101C-C89A-9BE2AC69FBAD}"/>
              </a:ext>
            </a:extLst>
          </p:cNvPr>
          <p:cNvSpPr>
            <a:spLocks noGrp="1"/>
          </p:cNvSpPr>
          <p:nvPr>
            <p:ph type="sldNum" sz="quarter" idx="12"/>
          </p:nvPr>
        </p:nvSpPr>
        <p:spPr>
          <a:xfrm>
            <a:off x="8459788" y="6165850"/>
            <a:ext cx="457200" cy="457200"/>
          </a:xfrm>
        </p:spPr>
        <p:txBody>
          <a:bodyPr/>
          <a:lstStyle/>
          <a:p>
            <a:pPr>
              <a:defRPr/>
            </a:pPr>
            <a:fld id="{110F9843-0372-4357-99AD-419BEB3ABF28}" type="slidenum">
              <a:rPr lang="en-US" smtClean="0"/>
              <a:pPr>
                <a:defRPr/>
              </a:pPr>
              <a:t>4</a:t>
            </a:fld>
            <a:endParaRPr lang="en-US"/>
          </a:p>
        </p:txBody>
      </p:sp>
    </p:spTree>
    <p:extLst>
      <p:ext uri="{BB962C8B-B14F-4D97-AF65-F5344CB8AC3E}">
        <p14:creationId xmlns:p14="http://schemas.microsoft.com/office/powerpoint/2010/main" val="1727732007"/>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6E2BBC61-FFB4-B687-B381-D278AB272647}"/>
              </a:ext>
            </a:extLst>
          </p:cNvPr>
          <p:cNvSpPr>
            <a:spLocks noGrp="1" noChangeArrowheads="1"/>
          </p:cNvSpPr>
          <p:nvPr>
            <p:ph type="title"/>
          </p:nvPr>
        </p:nvSpPr>
        <p:spPr>
          <a:xfrm>
            <a:off x="2915816" y="278607"/>
            <a:ext cx="4930775" cy="463550"/>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Relational Schema</a:t>
            </a:r>
          </a:p>
        </p:txBody>
      </p:sp>
      <p:sp>
        <p:nvSpPr>
          <p:cNvPr id="16387" name="Rectangle 3">
            <a:extLst>
              <a:ext uri="{FF2B5EF4-FFF2-40B4-BE49-F238E27FC236}">
                <a16:creationId xmlns:a16="http://schemas.microsoft.com/office/drawing/2014/main" id="{13573215-965B-9353-6BB4-FC9C2520A6F8}"/>
              </a:ext>
            </a:extLst>
          </p:cNvPr>
          <p:cNvSpPr>
            <a:spLocks noChangeArrowheads="1"/>
          </p:cNvSpPr>
          <p:nvPr/>
        </p:nvSpPr>
        <p:spPr bwMode="blackWhite">
          <a:xfrm>
            <a:off x="842963" y="1668463"/>
            <a:ext cx="7723187" cy="3762375"/>
          </a:xfrm>
          <a:prstGeom prst="rect">
            <a:avLst/>
          </a:prstGeom>
          <a:solidFill>
            <a:srgbClr val="99CCFF"/>
          </a:solidFill>
          <a:ln w="12700">
            <a:solidFill>
              <a:srgbClr val="000000"/>
            </a:solidFill>
            <a:miter lim="800000"/>
            <a:headEnd/>
            <a:tailEnd/>
          </a:ln>
          <a:effectLst>
            <a:outerShdw dist="53882" dir="2700000" algn="ctr" rotWithShape="0">
              <a:srgbClr val="000000">
                <a:alpha val="50000"/>
              </a:srgbClr>
            </a:outerShdw>
          </a:effectLst>
        </p:spPr>
        <p:txBody>
          <a:bodyPr lIns="92075" tIns="46038" rIns="92075" bIns="46038">
            <a:spAutoFit/>
          </a:bodyPr>
          <a:lstStyle>
            <a:lvl1pPr defTabSz="400050">
              <a:spcBef>
                <a:spcPct val="20000"/>
              </a:spcBef>
              <a:buChar char="•"/>
              <a:tabLst>
                <a:tab pos="400050" algn="r"/>
                <a:tab pos="685800" algn="l"/>
              </a:tabLst>
              <a:defRPr sz="2800">
                <a:solidFill>
                  <a:schemeClr val="tx1"/>
                </a:solidFill>
                <a:latin typeface="Arial" panose="020B0604020202020204" pitchFamily="34" charset="0"/>
              </a:defRPr>
            </a:lvl1pPr>
            <a:lvl2pPr marL="742950" indent="-285750" defTabSz="400050">
              <a:spcBef>
                <a:spcPct val="20000"/>
              </a:spcBef>
              <a:buChar char="–"/>
              <a:tabLst>
                <a:tab pos="400050" algn="r"/>
                <a:tab pos="685800" algn="l"/>
              </a:tabLst>
              <a:defRPr sz="2400">
                <a:solidFill>
                  <a:schemeClr val="tx1"/>
                </a:solidFill>
                <a:latin typeface="Arial" panose="020B0604020202020204" pitchFamily="34" charset="0"/>
              </a:defRPr>
            </a:lvl2pPr>
            <a:lvl3pPr marL="1143000" indent="-228600" defTabSz="400050">
              <a:spcBef>
                <a:spcPct val="20000"/>
              </a:spcBef>
              <a:buChar char="•"/>
              <a:tabLst>
                <a:tab pos="400050" algn="r"/>
                <a:tab pos="685800" algn="l"/>
              </a:tabLst>
              <a:defRPr sz="2000">
                <a:solidFill>
                  <a:schemeClr val="tx1"/>
                </a:solidFill>
                <a:latin typeface="Arial" panose="020B0604020202020204" pitchFamily="34" charset="0"/>
              </a:defRPr>
            </a:lvl3pPr>
            <a:lvl4pPr marL="1600200" indent="-228600" defTabSz="400050">
              <a:spcBef>
                <a:spcPct val="20000"/>
              </a:spcBef>
              <a:buChar char="–"/>
              <a:tabLst>
                <a:tab pos="400050" algn="r"/>
                <a:tab pos="685800" algn="l"/>
              </a:tabLst>
              <a:defRPr sz="2000">
                <a:solidFill>
                  <a:schemeClr val="tx1"/>
                </a:solidFill>
                <a:latin typeface="Arial" panose="020B0604020202020204" pitchFamily="34" charset="0"/>
              </a:defRPr>
            </a:lvl4pPr>
            <a:lvl5pPr marL="2057400" indent="-228600" defTabSz="400050">
              <a:spcBef>
                <a:spcPct val="20000"/>
              </a:spcBef>
              <a:buChar char="»"/>
              <a:tabLst>
                <a:tab pos="400050" algn="r"/>
                <a:tab pos="685800" algn="l"/>
              </a:tabLst>
              <a:defRPr sz="2000">
                <a:solidFill>
                  <a:schemeClr val="tx1"/>
                </a:solidFill>
                <a:latin typeface="Arial" panose="020B0604020202020204" pitchFamily="34" charset="0"/>
              </a:defRPr>
            </a:lvl5pPr>
            <a:lvl6pPr marL="2514600" indent="-228600" defTabSz="400050" eaLnBrk="0" fontAlgn="base" hangingPunct="0">
              <a:spcBef>
                <a:spcPct val="20000"/>
              </a:spcBef>
              <a:spcAft>
                <a:spcPct val="0"/>
              </a:spcAft>
              <a:buChar char="»"/>
              <a:tabLst>
                <a:tab pos="400050" algn="r"/>
                <a:tab pos="685800" algn="l"/>
              </a:tabLst>
              <a:defRPr sz="2000">
                <a:solidFill>
                  <a:schemeClr val="tx1"/>
                </a:solidFill>
                <a:latin typeface="Arial" panose="020B0604020202020204" pitchFamily="34" charset="0"/>
              </a:defRPr>
            </a:lvl6pPr>
            <a:lvl7pPr marL="2971800" indent="-228600" defTabSz="400050" eaLnBrk="0" fontAlgn="base" hangingPunct="0">
              <a:spcBef>
                <a:spcPct val="20000"/>
              </a:spcBef>
              <a:spcAft>
                <a:spcPct val="0"/>
              </a:spcAft>
              <a:buChar char="»"/>
              <a:tabLst>
                <a:tab pos="400050" algn="r"/>
                <a:tab pos="685800" algn="l"/>
              </a:tabLst>
              <a:defRPr sz="2000">
                <a:solidFill>
                  <a:schemeClr val="tx1"/>
                </a:solidFill>
                <a:latin typeface="Arial" panose="020B0604020202020204" pitchFamily="34" charset="0"/>
              </a:defRPr>
            </a:lvl7pPr>
            <a:lvl8pPr marL="3429000" indent="-228600" defTabSz="400050" eaLnBrk="0" fontAlgn="base" hangingPunct="0">
              <a:spcBef>
                <a:spcPct val="20000"/>
              </a:spcBef>
              <a:spcAft>
                <a:spcPct val="0"/>
              </a:spcAft>
              <a:buChar char="»"/>
              <a:tabLst>
                <a:tab pos="400050" algn="r"/>
                <a:tab pos="685800" algn="l"/>
              </a:tabLst>
              <a:defRPr sz="2000">
                <a:solidFill>
                  <a:schemeClr val="tx1"/>
                </a:solidFill>
                <a:latin typeface="Arial" panose="020B0604020202020204" pitchFamily="34" charset="0"/>
              </a:defRPr>
            </a:lvl8pPr>
            <a:lvl9pPr marL="3886200" indent="-228600" defTabSz="400050" eaLnBrk="0" fontAlgn="base" hangingPunct="0">
              <a:spcBef>
                <a:spcPct val="20000"/>
              </a:spcBef>
              <a:spcAft>
                <a:spcPct val="0"/>
              </a:spcAft>
              <a:buChar char="»"/>
              <a:tabLst>
                <a:tab pos="400050" algn="r"/>
                <a:tab pos="685800" algn="l"/>
              </a:tabLst>
              <a:defRPr sz="2000">
                <a:solidFill>
                  <a:schemeClr val="tx1"/>
                </a:solidFill>
                <a:latin typeface="Arial" panose="020B0604020202020204" pitchFamily="34" charset="0"/>
              </a:defRPr>
            </a:lvl9pPr>
          </a:lstStyle>
          <a:p>
            <a:pPr>
              <a:lnSpc>
                <a:spcPct val="125000"/>
              </a:lnSpc>
              <a:spcBef>
                <a:spcPct val="0"/>
              </a:spcBef>
              <a:buFontTx/>
              <a:buNone/>
            </a:pPr>
            <a:r>
              <a:rPr lang="en-US" altLang="en-US" sz="1200" b="1" dirty="0">
                <a:solidFill>
                  <a:srgbClr val="000000"/>
                </a:solidFill>
                <a:latin typeface="Courier New" panose="02070309020205020404" pitchFamily="49" charset="0"/>
              </a:rPr>
              <a:t>    EMPNO ENAME      JOB             MGR HIREDATE        SAL      COMM    DEPTNO</a:t>
            </a:r>
          </a:p>
          <a:p>
            <a:pPr>
              <a:lnSpc>
                <a:spcPct val="125000"/>
              </a:lnSpc>
              <a:spcBef>
                <a:spcPct val="0"/>
              </a:spcBef>
              <a:buFontTx/>
              <a:buNone/>
            </a:pPr>
            <a:r>
              <a:rPr lang="en-US" altLang="en-US" sz="1200" b="1" dirty="0">
                <a:solidFill>
                  <a:srgbClr val="000000"/>
                </a:solidFill>
                <a:latin typeface="Courier New" panose="02070309020205020404" pitchFamily="49" charset="0"/>
              </a:rPr>
              <a:t>--------- ---------- --------- --------- --------- --------- --------- ---------</a:t>
            </a:r>
          </a:p>
          <a:p>
            <a:pPr>
              <a:lnSpc>
                <a:spcPct val="125000"/>
              </a:lnSpc>
              <a:spcBef>
                <a:spcPct val="0"/>
              </a:spcBef>
              <a:buFontTx/>
              <a:buNone/>
            </a:pPr>
            <a:r>
              <a:rPr lang="en-US" altLang="en-US" sz="1200" b="1" dirty="0">
                <a:solidFill>
                  <a:srgbClr val="000000"/>
                </a:solidFill>
                <a:latin typeface="Courier New" panose="02070309020205020404" pitchFamily="49" charset="0"/>
              </a:rPr>
              <a:t>     7839 KING       PRESIDENT           17-NOV-81      5000                  10</a:t>
            </a:r>
          </a:p>
          <a:p>
            <a:pPr>
              <a:lnSpc>
                <a:spcPct val="125000"/>
              </a:lnSpc>
              <a:spcBef>
                <a:spcPct val="0"/>
              </a:spcBef>
              <a:buFontTx/>
              <a:buNone/>
            </a:pPr>
            <a:r>
              <a:rPr lang="en-US" altLang="en-US" sz="1200" b="1" dirty="0">
                <a:solidFill>
                  <a:srgbClr val="000000"/>
                </a:solidFill>
                <a:latin typeface="Courier New" panose="02070309020205020404" pitchFamily="49" charset="0"/>
              </a:rPr>
              <a:t>     7698 BLAKE      MANAGER        7839 01-MAY-81      2850                  30</a:t>
            </a:r>
          </a:p>
          <a:p>
            <a:pPr>
              <a:lnSpc>
                <a:spcPct val="125000"/>
              </a:lnSpc>
              <a:spcBef>
                <a:spcPct val="0"/>
              </a:spcBef>
              <a:buFontTx/>
              <a:buNone/>
            </a:pPr>
            <a:r>
              <a:rPr lang="en-US" altLang="en-US" sz="1200" b="1" dirty="0">
                <a:solidFill>
                  <a:srgbClr val="000000"/>
                </a:solidFill>
                <a:latin typeface="Courier New" panose="02070309020205020404" pitchFamily="49" charset="0"/>
              </a:rPr>
              <a:t>     7782 CLARK      MANAGER        7839 09-JUN-81      2450                  10</a:t>
            </a:r>
          </a:p>
          <a:p>
            <a:pPr>
              <a:lnSpc>
                <a:spcPct val="125000"/>
              </a:lnSpc>
              <a:spcBef>
                <a:spcPct val="0"/>
              </a:spcBef>
              <a:buFontTx/>
              <a:buNone/>
            </a:pPr>
            <a:r>
              <a:rPr lang="en-US" altLang="en-US" sz="1200" b="1" dirty="0">
                <a:solidFill>
                  <a:srgbClr val="000000"/>
                </a:solidFill>
                <a:latin typeface="Courier New" panose="02070309020205020404" pitchFamily="49" charset="0"/>
              </a:rPr>
              <a:t>     7566 JONES      MANAGER        7839 02-APR-81      2975                  20</a:t>
            </a:r>
          </a:p>
          <a:p>
            <a:pPr>
              <a:lnSpc>
                <a:spcPct val="125000"/>
              </a:lnSpc>
              <a:spcBef>
                <a:spcPct val="0"/>
              </a:spcBef>
              <a:buFontTx/>
              <a:buNone/>
            </a:pPr>
            <a:r>
              <a:rPr lang="en-US" altLang="en-US" sz="1200" b="1" dirty="0">
                <a:solidFill>
                  <a:srgbClr val="000000"/>
                </a:solidFill>
                <a:latin typeface="Courier New" panose="02070309020205020404" pitchFamily="49" charset="0"/>
              </a:rPr>
              <a:t>     7654 MARTIN     SALESMAN       7698 28-SEP-81      1250      1400        30</a:t>
            </a:r>
          </a:p>
          <a:p>
            <a:pPr>
              <a:lnSpc>
                <a:spcPct val="125000"/>
              </a:lnSpc>
              <a:spcBef>
                <a:spcPct val="0"/>
              </a:spcBef>
              <a:buFontTx/>
              <a:buNone/>
            </a:pPr>
            <a:r>
              <a:rPr lang="en-US" altLang="en-US" sz="1200" b="1" dirty="0">
                <a:solidFill>
                  <a:srgbClr val="000000"/>
                </a:solidFill>
                <a:latin typeface="Courier New" panose="02070309020205020404" pitchFamily="49" charset="0"/>
              </a:rPr>
              <a:t>     7499 ALLEN      SALESMAN       7698 20-FEB-81      1600       300        30</a:t>
            </a:r>
          </a:p>
          <a:p>
            <a:pPr>
              <a:lnSpc>
                <a:spcPct val="125000"/>
              </a:lnSpc>
              <a:spcBef>
                <a:spcPct val="0"/>
              </a:spcBef>
              <a:buFontTx/>
              <a:buNone/>
            </a:pPr>
            <a:r>
              <a:rPr lang="en-US" altLang="en-US" sz="1200" b="1" dirty="0">
                <a:solidFill>
                  <a:srgbClr val="000000"/>
                </a:solidFill>
                <a:latin typeface="Courier New" panose="02070309020205020404" pitchFamily="49" charset="0"/>
              </a:rPr>
              <a:t>     7844 TURNER     SALESMAN       7698 08-SEP-81      1500         0        30</a:t>
            </a:r>
          </a:p>
          <a:p>
            <a:pPr>
              <a:lnSpc>
                <a:spcPct val="125000"/>
              </a:lnSpc>
              <a:spcBef>
                <a:spcPct val="0"/>
              </a:spcBef>
              <a:buFontTx/>
              <a:buNone/>
            </a:pPr>
            <a:r>
              <a:rPr lang="en-US" altLang="en-US" sz="1200" b="1" dirty="0">
                <a:solidFill>
                  <a:srgbClr val="000000"/>
                </a:solidFill>
                <a:latin typeface="Courier New" panose="02070309020205020404" pitchFamily="49" charset="0"/>
              </a:rPr>
              <a:t>     7900 JAMES      CLERK          7698 03-DEC-81       950                  30</a:t>
            </a:r>
          </a:p>
          <a:p>
            <a:pPr>
              <a:lnSpc>
                <a:spcPct val="125000"/>
              </a:lnSpc>
              <a:spcBef>
                <a:spcPct val="0"/>
              </a:spcBef>
              <a:buFontTx/>
              <a:buNone/>
            </a:pPr>
            <a:r>
              <a:rPr lang="en-US" altLang="en-US" sz="1200" b="1" dirty="0">
                <a:solidFill>
                  <a:srgbClr val="000000"/>
                </a:solidFill>
                <a:latin typeface="Courier New" panose="02070309020205020404" pitchFamily="49" charset="0"/>
              </a:rPr>
              <a:t>     7521 WARD       SALESMAN       7698 22-FEB-81      1250       500        30</a:t>
            </a:r>
          </a:p>
          <a:p>
            <a:pPr>
              <a:lnSpc>
                <a:spcPct val="125000"/>
              </a:lnSpc>
              <a:spcBef>
                <a:spcPct val="0"/>
              </a:spcBef>
              <a:buFontTx/>
              <a:buNone/>
            </a:pPr>
            <a:r>
              <a:rPr lang="en-US" altLang="en-US" sz="1200" b="1" dirty="0">
                <a:solidFill>
                  <a:srgbClr val="000000"/>
                </a:solidFill>
                <a:latin typeface="Courier New" panose="02070309020205020404" pitchFamily="49" charset="0"/>
              </a:rPr>
              <a:t>     7902 FORD       ANALYST        7566 03-DEC-81      3000                  20</a:t>
            </a:r>
          </a:p>
          <a:p>
            <a:pPr>
              <a:lnSpc>
                <a:spcPct val="125000"/>
              </a:lnSpc>
              <a:spcBef>
                <a:spcPct val="0"/>
              </a:spcBef>
              <a:buFontTx/>
              <a:buNone/>
            </a:pPr>
            <a:r>
              <a:rPr lang="en-US" altLang="en-US" sz="1200" b="1" dirty="0">
                <a:solidFill>
                  <a:srgbClr val="000000"/>
                </a:solidFill>
                <a:latin typeface="Courier New" panose="02070309020205020404" pitchFamily="49" charset="0"/>
              </a:rPr>
              <a:t>     7369 SMITH      CLERK          7902 17-DEC-80       800                  20</a:t>
            </a:r>
          </a:p>
          <a:p>
            <a:pPr>
              <a:lnSpc>
                <a:spcPct val="125000"/>
              </a:lnSpc>
              <a:spcBef>
                <a:spcPct val="0"/>
              </a:spcBef>
              <a:buFontTx/>
              <a:buNone/>
            </a:pPr>
            <a:r>
              <a:rPr lang="en-US" altLang="en-US" sz="1200" b="1" dirty="0">
                <a:solidFill>
                  <a:srgbClr val="000000"/>
                </a:solidFill>
                <a:latin typeface="Courier New" panose="02070309020205020404" pitchFamily="49" charset="0"/>
              </a:rPr>
              <a:t>     7788 SCOTT      ANALYST        7566 09-DEC-82      3000                  20</a:t>
            </a:r>
          </a:p>
          <a:p>
            <a:pPr>
              <a:lnSpc>
                <a:spcPct val="125000"/>
              </a:lnSpc>
              <a:spcBef>
                <a:spcPct val="0"/>
              </a:spcBef>
              <a:buFontTx/>
              <a:buNone/>
            </a:pPr>
            <a:r>
              <a:rPr lang="en-US" altLang="en-US" sz="1200" b="1" dirty="0">
                <a:solidFill>
                  <a:srgbClr val="000000"/>
                </a:solidFill>
                <a:latin typeface="Courier New" panose="02070309020205020404" pitchFamily="49" charset="0"/>
              </a:rPr>
              <a:t>     7876 ADAMS      CLERK          7788 12-JAN-83      1100                  20</a:t>
            </a:r>
          </a:p>
          <a:p>
            <a:pPr>
              <a:lnSpc>
                <a:spcPct val="125000"/>
              </a:lnSpc>
              <a:spcBef>
                <a:spcPct val="0"/>
              </a:spcBef>
              <a:buFontTx/>
              <a:buNone/>
            </a:pPr>
            <a:r>
              <a:rPr lang="en-US" altLang="en-US" sz="1200" b="1" dirty="0">
                <a:solidFill>
                  <a:srgbClr val="000000"/>
                </a:solidFill>
                <a:latin typeface="Courier New" panose="02070309020205020404" pitchFamily="49" charset="0"/>
              </a:rPr>
              <a:t>     7934 MILLER     CLERK          7782 23-JAN-82      1300                  10</a:t>
            </a:r>
          </a:p>
        </p:txBody>
      </p:sp>
      <p:sp>
        <p:nvSpPr>
          <p:cNvPr id="101380" name="Rectangle 4">
            <a:extLst>
              <a:ext uri="{FF2B5EF4-FFF2-40B4-BE49-F238E27FC236}">
                <a16:creationId xmlns:a16="http://schemas.microsoft.com/office/drawing/2014/main" id="{8236C7C3-6E1E-F9BA-5124-EF7EE4C12068}"/>
              </a:ext>
            </a:extLst>
          </p:cNvPr>
          <p:cNvSpPr>
            <a:spLocks noChangeArrowheads="1"/>
          </p:cNvSpPr>
          <p:nvPr/>
        </p:nvSpPr>
        <p:spPr bwMode="auto">
          <a:xfrm>
            <a:off x="769938" y="1331913"/>
            <a:ext cx="1689100" cy="357187"/>
          </a:xfrm>
          <a:prstGeom prst="rect">
            <a:avLst/>
          </a:prstGeom>
          <a:noFill/>
          <a:ln w="9525">
            <a:noFill/>
            <a:miter lim="800000"/>
            <a:headEnd/>
            <a:tailEnd/>
          </a:ln>
          <a:effectLst/>
        </p:spPr>
        <p:txBody>
          <a:bodyPr lIns="82550" tIns="41275" rIns="82550" bIns="41275">
            <a:spAutoFit/>
          </a:bodyPr>
          <a:lstStyle/>
          <a:p>
            <a:pPr defTabSz="822325">
              <a:spcBef>
                <a:spcPct val="50000"/>
              </a:spcBef>
              <a:defRPr/>
            </a:pPr>
            <a:r>
              <a:rPr lang="en-US" sz="1800" b="1" dirty="0">
                <a:solidFill>
                  <a:srgbClr val="0000FF"/>
                </a:solidFill>
                <a:effectLst>
                  <a:outerShdw blurRad="38100" dist="38100" dir="2700000" algn="tl">
                    <a:srgbClr val="000000"/>
                  </a:outerShdw>
                </a:effectLst>
                <a:latin typeface="Arial" charset="0"/>
              </a:rPr>
              <a:t>EMP</a:t>
            </a:r>
          </a:p>
        </p:txBody>
      </p:sp>
      <p:grpSp>
        <p:nvGrpSpPr>
          <p:cNvPr id="2" name="Group 5">
            <a:extLst>
              <a:ext uri="{FF2B5EF4-FFF2-40B4-BE49-F238E27FC236}">
                <a16:creationId xmlns:a16="http://schemas.microsoft.com/office/drawing/2014/main" id="{A4007B32-92E9-E0E7-A456-1C23B2E3B58F}"/>
              </a:ext>
            </a:extLst>
          </p:cNvPr>
          <p:cNvGrpSpPr>
            <a:grpSpLocks/>
          </p:cNvGrpSpPr>
          <p:nvPr/>
        </p:nvGrpSpPr>
        <p:grpSpPr bwMode="auto">
          <a:xfrm>
            <a:off x="350838" y="3675063"/>
            <a:ext cx="3530600" cy="2035175"/>
            <a:chOff x="221" y="2156"/>
            <a:chExt cx="2224" cy="1282"/>
          </a:xfrm>
        </p:grpSpPr>
        <p:sp>
          <p:nvSpPr>
            <p:cNvPr id="101382" name="Rectangle 6">
              <a:extLst>
                <a:ext uri="{FF2B5EF4-FFF2-40B4-BE49-F238E27FC236}">
                  <a16:creationId xmlns:a16="http://schemas.microsoft.com/office/drawing/2014/main" id="{49F1B38F-08CA-1A6F-F011-E60A9E1A8383}"/>
                </a:ext>
              </a:extLst>
            </p:cNvPr>
            <p:cNvSpPr>
              <a:spLocks noChangeArrowheads="1"/>
            </p:cNvSpPr>
            <p:nvPr/>
          </p:nvSpPr>
          <p:spPr bwMode="auto">
            <a:xfrm>
              <a:off x="221" y="2156"/>
              <a:ext cx="1064" cy="225"/>
            </a:xfrm>
            <a:prstGeom prst="rect">
              <a:avLst/>
            </a:prstGeom>
            <a:noFill/>
            <a:ln w="9525">
              <a:noFill/>
              <a:miter lim="800000"/>
              <a:headEnd/>
              <a:tailEnd/>
            </a:ln>
            <a:effectLst/>
          </p:spPr>
          <p:txBody>
            <a:bodyPr lIns="82550" tIns="41275" rIns="82550" bIns="41275">
              <a:spAutoFit/>
            </a:bodyPr>
            <a:lstStyle/>
            <a:p>
              <a:pPr defTabSz="822325">
                <a:spcBef>
                  <a:spcPct val="50000"/>
                </a:spcBef>
                <a:defRPr/>
              </a:pPr>
              <a:r>
                <a:rPr lang="en-US" sz="1800" b="1" dirty="0">
                  <a:solidFill>
                    <a:srgbClr val="FF0000"/>
                  </a:solidFill>
                  <a:effectLst>
                    <a:outerShdw blurRad="38100" dist="38100" dir="2700000" algn="tl">
                      <a:srgbClr val="000000"/>
                    </a:outerShdw>
                  </a:effectLst>
                  <a:latin typeface="Arial" charset="0"/>
                </a:rPr>
                <a:t>DEPT</a:t>
              </a:r>
            </a:p>
          </p:txBody>
        </p:sp>
        <p:sp>
          <p:nvSpPr>
            <p:cNvPr id="16394" name="Rectangle 7">
              <a:extLst>
                <a:ext uri="{FF2B5EF4-FFF2-40B4-BE49-F238E27FC236}">
                  <a16:creationId xmlns:a16="http://schemas.microsoft.com/office/drawing/2014/main" id="{B95CB44E-2E94-26D0-02E9-10AF8588BD63}"/>
                </a:ext>
              </a:extLst>
            </p:cNvPr>
            <p:cNvSpPr>
              <a:spLocks noChangeArrowheads="1"/>
            </p:cNvSpPr>
            <p:nvPr/>
          </p:nvSpPr>
          <p:spPr bwMode="blackWhite">
            <a:xfrm>
              <a:off x="261" y="2364"/>
              <a:ext cx="2184" cy="1074"/>
            </a:xfrm>
            <a:prstGeom prst="rect">
              <a:avLst/>
            </a:prstGeom>
            <a:solidFill>
              <a:srgbClr val="FFCC99"/>
            </a:solidFill>
            <a:ln w="12700">
              <a:solidFill>
                <a:srgbClr val="000000"/>
              </a:solidFill>
              <a:miter lim="800000"/>
              <a:headEnd/>
              <a:tailEnd/>
            </a:ln>
            <a:effectLst>
              <a:outerShdw dist="53882" dir="2700000" algn="ctr" rotWithShape="0">
                <a:srgbClr val="000000">
                  <a:alpha val="50000"/>
                </a:srgbClr>
              </a:outerShdw>
            </a:effectLst>
          </p:spPr>
          <p:txBody>
            <a:bodyPr lIns="92075" tIns="46038" rIns="92075" bIns="46038">
              <a:spAutoFit/>
            </a:bodyPr>
            <a:lstStyle>
              <a:lvl1pPr defTabSz="400050">
                <a:spcBef>
                  <a:spcPct val="20000"/>
                </a:spcBef>
                <a:buChar char="•"/>
                <a:tabLst>
                  <a:tab pos="400050" algn="r"/>
                  <a:tab pos="685800" algn="l"/>
                </a:tabLst>
                <a:defRPr sz="2800">
                  <a:solidFill>
                    <a:schemeClr val="tx1"/>
                  </a:solidFill>
                  <a:latin typeface="Arial" panose="020B0604020202020204" pitchFamily="34" charset="0"/>
                </a:defRPr>
              </a:lvl1pPr>
              <a:lvl2pPr marL="742950" indent="-285750" defTabSz="400050">
                <a:spcBef>
                  <a:spcPct val="20000"/>
                </a:spcBef>
                <a:buChar char="–"/>
                <a:tabLst>
                  <a:tab pos="400050" algn="r"/>
                  <a:tab pos="685800" algn="l"/>
                </a:tabLst>
                <a:defRPr sz="2400">
                  <a:solidFill>
                    <a:schemeClr val="tx1"/>
                  </a:solidFill>
                  <a:latin typeface="Arial" panose="020B0604020202020204" pitchFamily="34" charset="0"/>
                </a:defRPr>
              </a:lvl2pPr>
              <a:lvl3pPr marL="1143000" indent="-228600" defTabSz="400050">
                <a:spcBef>
                  <a:spcPct val="20000"/>
                </a:spcBef>
                <a:buChar char="•"/>
                <a:tabLst>
                  <a:tab pos="400050" algn="r"/>
                  <a:tab pos="685800" algn="l"/>
                </a:tabLst>
                <a:defRPr sz="2000">
                  <a:solidFill>
                    <a:schemeClr val="tx1"/>
                  </a:solidFill>
                  <a:latin typeface="Arial" panose="020B0604020202020204" pitchFamily="34" charset="0"/>
                </a:defRPr>
              </a:lvl3pPr>
              <a:lvl4pPr marL="1600200" indent="-228600" defTabSz="400050">
                <a:spcBef>
                  <a:spcPct val="20000"/>
                </a:spcBef>
                <a:buChar char="–"/>
                <a:tabLst>
                  <a:tab pos="400050" algn="r"/>
                  <a:tab pos="685800" algn="l"/>
                </a:tabLst>
                <a:defRPr sz="2000">
                  <a:solidFill>
                    <a:schemeClr val="tx1"/>
                  </a:solidFill>
                  <a:latin typeface="Arial" panose="020B0604020202020204" pitchFamily="34" charset="0"/>
                </a:defRPr>
              </a:lvl4pPr>
              <a:lvl5pPr marL="2057400" indent="-228600" defTabSz="400050">
                <a:spcBef>
                  <a:spcPct val="20000"/>
                </a:spcBef>
                <a:buChar char="»"/>
                <a:tabLst>
                  <a:tab pos="400050" algn="r"/>
                  <a:tab pos="685800" algn="l"/>
                </a:tabLst>
                <a:defRPr sz="2000">
                  <a:solidFill>
                    <a:schemeClr val="tx1"/>
                  </a:solidFill>
                  <a:latin typeface="Arial" panose="020B0604020202020204" pitchFamily="34" charset="0"/>
                </a:defRPr>
              </a:lvl5pPr>
              <a:lvl6pPr marL="2514600" indent="-228600" defTabSz="400050" eaLnBrk="0" fontAlgn="base" hangingPunct="0">
                <a:spcBef>
                  <a:spcPct val="20000"/>
                </a:spcBef>
                <a:spcAft>
                  <a:spcPct val="0"/>
                </a:spcAft>
                <a:buChar char="»"/>
                <a:tabLst>
                  <a:tab pos="400050" algn="r"/>
                  <a:tab pos="685800" algn="l"/>
                </a:tabLst>
                <a:defRPr sz="2000">
                  <a:solidFill>
                    <a:schemeClr val="tx1"/>
                  </a:solidFill>
                  <a:latin typeface="Arial" panose="020B0604020202020204" pitchFamily="34" charset="0"/>
                </a:defRPr>
              </a:lvl6pPr>
              <a:lvl7pPr marL="2971800" indent="-228600" defTabSz="400050" eaLnBrk="0" fontAlgn="base" hangingPunct="0">
                <a:spcBef>
                  <a:spcPct val="20000"/>
                </a:spcBef>
                <a:spcAft>
                  <a:spcPct val="0"/>
                </a:spcAft>
                <a:buChar char="»"/>
                <a:tabLst>
                  <a:tab pos="400050" algn="r"/>
                  <a:tab pos="685800" algn="l"/>
                </a:tabLst>
                <a:defRPr sz="2000">
                  <a:solidFill>
                    <a:schemeClr val="tx1"/>
                  </a:solidFill>
                  <a:latin typeface="Arial" panose="020B0604020202020204" pitchFamily="34" charset="0"/>
                </a:defRPr>
              </a:lvl7pPr>
              <a:lvl8pPr marL="3429000" indent="-228600" defTabSz="400050" eaLnBrk="0" fontAlgn="base" hangingPunct="0">
                <a:spcBef>
                  <a:spcPct val="20000"/>
                </a:spcBef>
                <a:spcAft>
                  <a:spcPct val="0"/>
                </a:spcAft>
                <a:buChar char="»"/>
                <a:tabLst>
                  <a:tab pos="400050" algn="r"/>
                  <a:tab pos="685800" algn="l"/>
                </a:tabLst>
                <a:defRPr sz="2000">
                  <a:solidFill>
                    <a:schemeClr val="tx1"/>
                  </a:solidFill>
                  <a:latin typeface="Arial" panose="020B0604020202020204" pitchFamily="34" charset="0"/>
                </a:defRPr>
              </a:lvl8pPr>
              <a:lvl9pPr marL="3886200" indent="-228600" defTabSz="400050" eaLnBrk="0" fontAlgn="base" hangingPunct="0">
                <a:spcBef>
                  <a:spcPct val="20000"/>
                </a:spcBef>
                <a:spcAft>
                  <a:spcPct val="0"/>
                </a:spcAft>
                <a:buChar char="»"/>
                <a:tabLst>
                  <a:tab pos="400050" algn="r"/>
                  <a:tab pos="685800" algn="l"/>
                </a:tabLst>
                <a:defRPr sz="2000">
                  <a:solidFill>
                    <a:schemeClr val="tx1"/>
                  </a:solidFill>
                  <a:latin typeface="Arial" panose="020B0604020202020204" pitchFamily="34" charset="0"/>
                </a:defRPr>
              </a:lvl9pPr>
            </a:lstStyle>
            <a:p>
              <a:pPr>
                <a:lnSpc>
                  <a:spcPct val="125000"/>
                </a:lnSpc>
                <a:spcBef>
                  <a:spcPct val="0"/>
                </a:spcBef>
                <a:buFontTx/>
                <a:buNone/>
              </a:pPr>
              <a:r>
                <a:rPr lang="en-US" altLang="en-US" sz="1200" b="1">
                  <a:solidFill>
                    <a:srgbClr val="000000"/>
                  </a:solidFill>
                  <a:latin typeface="Courier New" panose="02070309020205020404" pitchFamily="49" charset="0"/>
                </a:rPr>
                <a:t>   DEPTNO DNAME          LOC</a:t>
              </a:r>
            </a:p>
            <a:p>
              <a:pPr>
                <a:lnSpc>
                  <a:spcPct val="125000"/>
                </a:lnSpc>
                <a:spcBef>
                  <a:spcPct val="0"/>
                </a:spcBef>
                <a:buFontTx/>
                <a:buNone/>
              </a:pPr>
              <a:r>
                <a:rPr lang="en-US" altLang="en-US" sz="1200" b="1">
                  <a:solidFill>
                    <a:srgbClr val="000000"/>
                  </a:solidFill>
                  <a:latin typeface="Courier New" panose="02070309020205020404" pitchFamily="49" charset="0"/>
                </a:rPr>
                <a:t>--------- -------------- ----------        	       10 ACCOUNTING     NEW YORK</a:t>
              </a:r>
            </a:p>
            <a:p>
              <a:pPr>
                <a:lnSpc>
                  <a:spcPct val="125000"/>
                </a:lnSpc>
                <a:spcBef>
                  <a:spcPct val="0"/>
                </a:spcBef>
                <a:buFontTx/>
                <a:buNone/>
              </a:pPr>
              <a:r>
                <a:rPr lang="en-US" altLang="en-US" sz="1200" b="1">
                  <a:solidFill>
                    <a:srgbClr val="000000"/>
                  </a:solidFill>
                  <a:latin typeface="Courier New" panose="02070309020205020404" pitchFamily="49" charset="0"/>
                </a:rPr>
                <a:t>       20 RESEARCH       DALLAS</a:t>
              </a:r>
            </a:p>
            <a:p>
              <a:pPr>
                <a:lnSpc>
                  <a:spcPct val="125000"/>
                </a:lnSpc>
                <a:spcBef>
                  <a:spcPct val="0"/>
                </a:spcBef>
                <a:buFontTx/>
                <a:buNone/>
              </a:pPr>
              <a:r>
                <a:rPr lang="en-US" altLang="en-US" sz="1200" b="1">
                  <a:solidFill>
                    <a:srgbClr val="000000"/>
                  </a:solidFill>
                  <a:latin typeface="Courier New" panose="02070309020205020404" pitchFamily="49" charset="0"/>
                </a:rPr>
                <a:t>       30 SALES          CHICAGO</a:t>
              </a:r>
            </a:p>
            <a:p>
              <a:pPr>
                <a:lnSpc>
                  <a:spcPct val="125000"/>
                </a:lnSpc>
                <a:spcBef>
                  <a:spcPct val="0"/>
                </a:spcBef>
                <a:buFontTx/>
                <a:buNone/>
              </a:pPr>
              <a:r>
                <a:rPr lang="en-US" altLang="en-US" sz="1200" b="1">
                  <a:solidFill>
                    <a:srgbClr val="000000"/>
                  </a:solidFill>
                  <a:latin typeface="Courier New" panose="02070309020205020404" pitchFamily="49" charset="0"/>
                </a:rPr>
                <a:t>       40 OPERATIONS     BOSTON</a:t>
              </a:r>
            </a:p>
            <a:p>
              <a:pPr>
                <a:lnSpc>
                  <a:spcPct val="125000"/>
                </a:lnSpc>
                <a:spcBef>
                  <a:spcPct val="0"/>
                </a:spcBef>
                <a:buFontTx/>
                <a:buNone/>
              </a:pPr>
              <a:r>
                <a:rPr lang="en-US" altLang="en-US" sz="1200" b="1">
                  <a:solidFill>
                    <a:srgbClr val="000000"/>
                  </a:solidFill>
                  <a:latin typeface="Courier New" panose="02070309020205020404" pitchFamily="49" charset="0"/>
                </a:rPr>
                <a:t>     </a:t>
              </a:r>
            </a:p>
          </p:txBody>
        </p:sp>
      </p:grpSp>
      <p:grpSp>
        <p:nvGrpSpPr>
          <p:cNvPr id="3" name="Group 8">
            <a:extLst>
              <a:ext uri="{FF2B5EF4-FFF2-40B4-BE49-F238E27FC236}">
                <a16:creationId xmlns:a16="http://schemas.microsoft.com/office/drawing/2014/main" id="{6A5B2FAD-A430-250D-53AC-B2EE21600488}"/>
              </a:ext>
            </a:extLst>
          </p:cNvPr>
          <p:cNvGrpSpPr>
            <a:grpSpLocks/>
          </p:cNvGrpSpPr>
          <p:nvPr/>
        </p:nvGrpSpPr>
        <p:grpSpPr bwMode="auto">
          <a:xfrm>
            <a:off x="5551488" y="4132263"/>
            <a:ext cx="3138487" cy="2033587"/>
            <a:chOff x="3497" y="2444"/>
            <a:chExt cx="1977" cy="1281"/>
          </a:xfrm>
        </p:grpSpPr>
        <p:sp>
          <p:nvSpPr>
            <p:cNvPr id="16391" name="Rectangle 9">
              <a:extLst>
                <a:ext uri="{FF2B5EF4-FFF2-40B4-BE49-F238E27FC236}">
                  <a16:creationId xmlns:a16="http://schemas.microsoft.com/office/drawing/2014/main" id="{EE2F4C4F-4834-9D79-C9F9-B6C257DA0834}"/>
                </a:ext>
              </a:extLst>
            </p:cNvPr>
            <p:cNvSpPr>
              <a:spLocks noChangeArrowheads="1"/>
            </p:cNvSpPr>
            <p:nvPr/>
          </p:nvSpPr>
          <p:spPr bwMode="blackWhite">
            <a:xfrm>
              <a:off x="3562" y="2651"/>
              <a:ext cx="1912" cy="1074"/>
            </a:xfrm>
            <a:prstGeom prst="rect">
              <a:avLst/>
            </a:prstGeom>
            <a:solidFill>
              <a:srgbClr val="FF9966"/>
            </a:solidFill>
            <a:ln w="12700">
              <a:solidFill>
                <a:srgbClr val="000000"/>
              </a:solidFill>
              <a:miter lim="800000"/>
              <a:headEnd/>
              <a:tailEnd/>
            </a:ln>
            <a:effectLst>
              <a:outerShdw dist="53882" dir="2700000" algn="ctr" rotWithShape="0">
                <a:srgbClr val="000000">
                  <a:alpha val="50000"/>
                </a:srgbClr>
              </a:outerShdw>
            </a:effectLst>
          </p:spPr>
          <p:txBody>
            <a:bodyPr lIns="92075" tIns="46038" rIns="92075" bIns="46038">
              <a:spAutoFit/>
            </a:bodyPr>
            <a:lstStyle>
              <a:lvl1pPr defTabSz="400050">
                <a:spcBef>
                  <a:spcPct val="20000"/>
                </a:spcBef>
                <a:buChar char="•"/>
                <a:tabLst>
                  <a:tab pos="400050" algn="r"/>
                  <a:tab pos="685800" algn="l"/>
                </a:tabLst>
                <a:defRPr sz="2800">
                  <a:solidFill>
                    <a:schemeClr val="tx1"/>
                  </a:solidFill>
                  <a:latin typeface="Arial" panose="020B0604020202020204" pitchFamily="34" charset="0"/>
                </a:defRPr>
              </a:lvl1pPr>
              <a:lvl2pPr marL="742950" indent="-285750" defTabSz="400050">
                <a:spcBef>
                  <a:spcPct val="20000"/>
                </a:spcBef>
                <a:buChar char="–"/>
                <a:tabLst>
                  <a:tab pos="400050" algn="r"/>
                  <a:tab pos="685800" algn="l"/>
                </a:tabLst>
                <a:defRPr sz="2400">
                  <a:solidFill>
                    <a:schemeClr val="tx1"/>
                  </a:solidFill>
                  <a:latin typeface="Arial" panose="020B0604020202020204" pitchFamily="34" charset="0"/>
                </a:defRPr>
              </a:lvl2pPr>
              <a:lvl3pPr marL="1143000" indent="-228600" defTabSz="400050">
                <a:spcBef>
                  <a:spcPct val="20000"/>
                </a:spcBef>
                <a:buChar char="•"/>
                <a:tabLst>
                  <a:tab pos="400050" algn="r"/>
                  <a:tab pos="685800" algn="l"/>
                </a:tabLst>
                <a:defRPr sz="2000">
                  <a:solidFill>
                    <a:schemeClr val="tx1"/>
                  </a:solidFill>
                  <a:latin typeface="Arial" panose="020B0604020202020204" pitchFamily="34" charset="0"/>
                </a:defRPr>
              </a:lvl3pPr>
              <a:lvl4pPr marL="1600200" indent="-228600" defTabSz="400050">
                <a:spcBef>
                  <a:spcPct val="20000"/>
                </a:spcBef>
                <a:buChar char="–"/>
                <a:tabLst>
                  <a:tab pos="400050" algn="r"/>
                  <a:tab pos="685800" algn="l"/>
                </a:tabLst>
                <a:defRPr sz="2000">
                  <a:solidFill>
                    <a:schemeClr val="tx1"/>
                  </a:solidFill>
                  <a:latin typeface="Arial" panose="020B0604020202020204" pitchFamily="34" charset="0"/>
                </a:defRPr>
              </a:lvl4pPr>
              <a:lvl5pPr marL="2057400" indent="-228600" defTabSz="400050">
                <a:spcBef>
                  <a:spcPct val="20000"/>
                </a:spcBef>
                <a:buChar char="»"/>
                <a:tabLst>
                  <a:tab pos="400050" algn="r"/>
                  <a:tab pos="685800" algn="l"/>
                </a:tabLst>
                <a:defRPr sz="2000">
                  <a:solidFill>
                    <a:schemeClr val="tx1"/>
                  </a:solidFill>
                  <a:latin typeface="Arial" panose="020B0604020202020204" pitchFamily="34" charset="0"/>
                </a:defRPr>
              </a:lvl5pPr>
              <a:lvl6pPr marL="2514600" indent="-228600" defTabSz="400050" eaLnBrk="0" fontAlgn="base" hangingPunct="0">
                <a:spcBef>
                  <a:spcPct val="20000"/>
                </a:spcBef>
                <a:spcAft>
                  <a:spcPct val="0"/>
                </a:spcAft>
                <a:buChar char="»"/>
                <a:tabLst>
                  <a:tab pos="400050" algn="r"/>
                  <a:tab pos="685800" algn="l"/>
                </a:tabLst>
                <a:defRPr sz="2000">
                  <a:solidFill>
                    <a:schemeClr val="tx1"/>
                  </a:solidFill>
                  <a:latin typeface="Arial" panose="020B0604020202020204" pitchFamily="34" charset="0"/>
                </a:defRPr>
              </a:lvl6pPr>
              <a:lvl7pPr marL="2971800" indent="-228600" defTabSz="400050" eaLnBrk="0" fontAlgn="base" hangingPunct="0">
                <a:spcBef>
                  <a:spcPct val="20000"/>
                </a:spcBef>
                <a:spcAft>
                  <a:spcPct val="0"/>
                </a:spcAft>
                <a:buChar char="»"/>
                <a:tabLst>
                  <a:tab pos="400050" algn="r"/>
                  <a:tab pos="685800" algn="l"/>
                </a:tabLst>
                <a:defRPr sz="2000">
                  <a:solidFill>
                    <a:schemeClr val="tx1"/>
                  </a:solidFill>
                  <a:latin typeface="Arial" panose="020B0604020202020204" pitchFamily="34" charset="0"/>
                </a:defRPr>
              </a:lvl7pPr>
              <a:lvl8pPr marL="3429000" indent="-228600" defTabSz="400050" eaLnBrk="0" fontAlgn="base" hangingPunct="0">
                <a:spcBef>
                  <a:spcPct val="20000"/>
                </a:spcBef>
                <a:spcAft>
                  <a:spcPct val="0"/>
                </a:spcAft>
                <a:buChar char="»"/>
                <a:tabLst>
                  <a:tab pos="400050" algn="r"/>
                  <a:tab pos="685800" algn="l"/>
                </a:tabLst>
                <a:defRPr sz="2000">
                  <a:solidFill>
                    <a:schemeClr val="tx1"/>
                  </a:solidFill>
                  <a:latin typeface="Arial" panose="020B0604020202020204" pitchFamily="34" charset="0"/>
                </a:defRPr>
              </a:lvl8pPr>
              <a:lvl9pPr marL="3886200" indent="-228600" defTabSz="400050" eaLnBrk="0" fontAlgn="base" hangingPunct="0">
                <a:spcBef>
                  <a:spcPct val="20000"/>
                </a:spcBef>
                <a:spcAft>
                  <a:spcPct val="0"/>
                </a:spcAft>
                <a:buChar char="»"/>
                <a:tabLst>
                  <a:tab pos="400050" algn="r"/>
                  <a:tab pos="685800" algn="l"/>
                </a:tabLst>
                <a:defRPr sz="2000">
                  <a:solidFill>
                    <a:schemeClr val="tx1"/>
                  </a:solidFill>
                  <a:latin typeface="Arial" panose="020B0604020202020204" pitchFamily="34" charset="0"/>
                </a:defRPr>
              </a:lvl9pPr>
            </a:lstStyle>
            <a:p>
              <a:pPr>
                <a:lnSpc>
                  <a:spcPct val="125000"/>
                </a:lnSpc>
                <a:spcBef>
                  <a:spcPct val="0"/>
                </a:spcBef>
                <a:buFontTx/>
                <a:buNone/>
              </a:pPr>
              <a:r>
                <a:rPr lang="en-US" altLang="en-US" sz="1200" b="1">
                  <a:solidFill>
                    <a:srgbClr val="000000"/>
                  </a:solidFill>
                  <a:latin typeface="Courier New" panose="02070309020205020404" pitchFamily="49" charset="0"/>
                </a:rPr>
                <a:t>    GRADE     LOSAL     HISAL</a:t>
              </a:r>
            </a:p>
            <a:p>
              <a:pPr>
                <a:lnSpc>
                  <a:spcPct val="125000"/>
                </a:lnSpc>
                <a:spcBef>
                  <a:spcPct val="0"/>
                </a:spcBef>
                <a:buFontTx/>
                <a:buNone/>
              </a:pPr>
              <a:r>
                <a:rPr lang="en-US" altLang="en-US" sz="1200" b="1">
                  <a:solidFill>
                    <a:srgbClr val="000000"/>
                  </a:solidFill>
                  <a:latin typeface="Courier New" panose="02070309020205020404" pitchFamily="49" charset="0"/>
                </a:rPr>
                <a:t>--------- --------- ---------</a:t>
              </a:r>
            </a:p>
            <a:p>
              <a:pPr>
                <a:lnSpc>
                  <a:spcPct val="125000"/>
                </a:lnSpc>
                <a:spcBef>
                  <a:spcPct val="0"/>
                </a:spcBef>
                <a:buFontTx/>
                <a:buNone/>
              </a:pPr>
              <a:r>
                <a:rPr lang="en-US" altLang="en-US" sz="1200" b="1">
                  <a:solidFill>
                    <a:srgbClr val="000000"/>
                  </a:solidFill>
                  <a:latin typeface="Courier New" panose="02070309020205020404" pitchFamily="49" charset="0"/>
                </a:rPr>
                <a:t>        1       700      1200</a:t>
              </a:r>
            </a:p>
            <a:p>
              <a:pPr>
                <a:lnSpc>
                  <a:spcPct val="125000"/>
                </a:lnSpc>
                <a:spcBef>
                  <a:spcPct val="0"/>
                </a:spcBef>
                <a:buFontTx/>
                <a:buNone/>
              </a:pPr>
              <a:r>
                <a:rPr lang="en-US" altLang="en-US" sz="1200" b="1">
                  <a:solidFill>
                    <a:srgbClr val="000000"/>
                  </a:solidFill>
                  <a:latin typeface="Courier New" panose="02070309020205020404" pitchFamily="49" charset="0"/>
                </a:rPr>
                <a:t>        2      1201      1400</a:t>
              </a:r>
            </a:p>
            <a:p>
              <a:pPr>
                <a:lnSpc>
                  <a:spcPct val="125000"/>
                </a:lnSpc>
                <a:spcBef>
                  <a:spcPct val="0"/>
                </a:spcBef>
                <a:buFontTx/>
                <a:buNone/>
              </a:pPr>
              <a:r>
                <a:rPr lang="en-US" altLang="en-US" sz="1200" b="1">
                  <a:solidFill>
                    <a:srgbClr val="000000"/>
                  </a:solidFill>
                  <a:latin typeface="Courier New" panose="02070309020205020404" pitchFamily="49" charset="0"/>
                </a:rPr>
                <a:t>        3      1401      2000</a:t>
              </a:r>
            </a:p>
            <a:p>
              <a:pPr>
                <a:lnSpc>
                  <a:spcPct val="125000"/>
                </a:lnSpc>
                <a:spcBef>
                  <a:spcPct val="0"/>
                </a:spcBef>
                <a:buFontTx/>
                <a:buNone/>
              </a:pPr>
              <a:r>
                <a:rPr lang="en-US" altLang="en-US" sz="1200" b="1">
                  <a:solidFill>
                    <a:srgbClr val="000000"/>
                  </a:solidFill>
                  <a:latin typeface="Courier New" panose="02070309020205020404" pitchFamily="49" charset="0"/>
                </a:rPr>
                <a:t>        4      2001      3000</a:t>
              </a:r>
            </a:p>
            <a:p>
              <a:pPr>
                <a:lnSpc>
                  <a:spcPct val="125000"/>
                </a:lnSpc>
                <a:spcBef>
                  <a:spcPct val="0"/>
                </a:spcBef>
                <a:buFontTx/>
                <a:buNone/>
              </a:pPr>
              <a:r>
                <a:rPr lang="en-US" altLang="en-US" sz="1200" b="1">
                  <a:solidFill>
                    <a:srgbClr val="000000"/>
                  </a:solidFill>
                  <a:latin typeface="Courier New" panose="02070309020205020404" pitchFamily="49" charset="0"/>
                </a:rPr>
                <a:t>        5      3001      9999</a:t>
              </a:r>
            </a:p>
          </p:txBody>
        </p:sp>
        <p:sp>
          <p:nvSpPr>
            <p:cNvPr id="101386" name="Rectangle 10">
              <a:extLst>
                <a:ext uri="{FF2B5EF4-FFF2-40B4-BE49-F238E27FC236}">
                  <a16:creationId xmlns:a16="http://schemas.microsoft.com/office/drawing/2014/main" id="{B4EA0370-2B5E-6992-5D28-33D694AF4175}"/>
                </a:ext>
              </a:extLst>
            </p:cNvPr>
            <p:cNvSpPr>
              <a:spLocks noChangeArrowheads="1"/>
            </p:cNvSpPr>
            <p:nvPr/>
          </p:nvSpPr>
          <p:spPr bwMode="auto">
            <a:xfrm>
              <a:off x="3497" y="2444"/>
              <a:ext cx="1064" cy="225"/>
            </a:xfrm>
            <a:prstGeom prst="rect">
              <a:avLst/>
            </a:prstGeom>
            <a:noFill/>
            <a:ln w="9525">
              <a:noFill/>
              <a:miter lim="800000"/>
              <a:headEnd/>
              <a:tailEnd/>
            </a:ln>
            <a:effectLst/>
          </p:spPr>
          <p:txBody>
            <a:bodyPr lIns="82550" tIns="41275" rIns="82550" bIns="41275">
              <a:spAutoFit/>
            </a:bodyPr>
            <a:lstStyle/>
            <a:p>
              <a:pPr defTabSz="822325">
                <a:spcBef>
                  <a:spcPct val="50000"/>
                </a:spcBef>
                <a:defRPr/>
              </a:pPr>
              <a:r>
                <a:rPr lang="en-US" sz="1800" b="1" dirty="0">
                  <a:solidFill>
                    <a:srgbClr val="FF0000"/>
                  </a:solidFill>
                  <a:effectLst>
                    <a:outerShdw blurRad="38100" dist="38100" dir="2700000" algn="tl">
                      <a:srgbClr val="000000"/>
                    </a:outerShdw>
                  </a:effectLst>
                  <a:latin typeface="Arial" charset="0"/>
                </a:rPr>
                <a:t>SALGRADE</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6"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1+#ppt_w/2"/>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044DA-38FE-1204-2510-99199B092E63}"/>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F65E4DDD-D0F0-54DD-7383-21D31FE349B4}"/>
              </a:ext>
            </a:extLst>
          </p:cNvPr>
          <p:cNvSpPr>
            <a:spLocks noGrp="1" noChangeArrowheads="1"/>
          </p:cNvSpPr>
          <p:nvPr>
            <p:ph type="title"/>
          </p:nvPr>
        </p:nvSpPr>
        <p:spPr>
          <a:xfrm>
            <a:off x="411990" y="303312"/>
            <a:ext cx="5486400" cy="533400"/>
          </a:xfrm>
        </p:spPr>
        <p:txBody>
          <a:bodyPr/>
          <a:lstStyle/>
          <a:p>
            <a:pPr eaLnBrk="1" hangingPunct="1"/>
            <a:r>
              <a:rPr lang="en-US" altLang="en-US" sz="2800" b="1" u="sng" dirty="0">
                <a:solidFill>
                  <a:srgbClr val="D34817"/>
                </a:solidFill>
                <a:latin typeface="Cambria" panose="02040503050406030204" pitchFamily="18" charset="0"/>
                <a:ea typeface="Cambria" panose="02040503050406030204" pitchFamily="18" charset="0"/>
              </a:rPr>
              <a:t>SELECT Statement</a:t>
            </a:r>
          </a:p>
        </p:txBody>
      </p:sp>
      <p:sp>
        <p:nvSpPr>
          <p:cNvPr id="38915" name="Rectangle 3">
            <a:extLst>
              <a:ext uri="{FF2B5EF4-FFF2-40B4-BE49-F238E27FC236}">
                <a16:creationId xmlns:a16="http://schemas.microsoft.com/office/drawing/2014/main" id="{81348E60-492C-22B5-2D12-40516F79625E}"/>
              </a:ext>
            </a:extLst>
          </p:cNvPr>
          <p:cNvSpPr>
            <a:spLocks noGrp="1" noChangeArrowheads="1"/>
          </p:cNvSpPr>
          <p:nvPr>
            <p:ph sz="quarter" idx="1"/>
          </p:nvPr>
        </p:nvSpPr>
        <p:spPr>
          <a:xfrm>
            <a:off x="425450" y="741784"/>
            <a:ext cx="8251006" cy="4343400"/>
          </a:xfrm>
        </p:spPr>
        <p:txBody>
          <a:bodyPr/>
          <a:lstStyle/>
          <a:p>
            <a:pPr marL="285750" indent="-285750" algn="just">
              <a:buSzPct val="50000"/>
              <a:buFont typeface="Wingdings" panose="05000000000000000000" pitchFamily="2" charset="2"/>
              <a:buChar char="l"/>
            </a:pPr>
            <a:r>
              <a:rPr lang="en-US" altLang="en-US" sz="2400" dirty="0">
                <a:latin typeface="Cambria" panose="02040503050406030204" pitchFamily="18" charset="0"/>
                <a:ea typeface="Cambria" panose="02040503050406030204" pitchFamily="18" charset="0"/>
              </a:rPr>
              <a:t>The Select statement is the building block for querying the database. </a:t>
            </a:r>
          </a:p>
          <a:p>
            <a:pPr marL="285750" indent="-285750" algn="just">
              <a:buSzPct val="50000"/>
              <a:buFont typeface="Wingdings" panose="05000000000000000000" pitchFamily="2" charset="2"/>
              <a:buChar char="l"/>
            </a:pPr>
            <a:r>
              <a:rPr lang="en-US" altLang="en-US" sz="2400" b="1" dirty="0">
                <a:solidFill>
                  <a:srgbClr val="0000FF"/>
                </a:solidFill>
                <a:latin typeface="Cambria" panose="02040503050406030204" pitchFamily="18" charset="0"/>
                <a:ea typeface="Cambria" panose="02040503050406030204" pitchFamily="18" charset="0"/>
              </a:rPr>
              <a:t>Syntax:</a:t>
            </a:r>
          </a:p>
          <a:p>
            <a:pPr marL="230188" indent="-230188">
              <a:buClr>
                <a:srgbClr val="723900"/>
              </a:buClr>
              <a:buFontTx/>
              <a:buNone/>
            </a:pPr>
            <a:r>
              <a:rPr lang="en-US" altLang="en-US" sz="2400" dirty="0">
                <a:latin typeface="Cambria" panose="02040503050406030204" pitchFamily="18" charset="0"/>
                <a:ea typeface="Cambria" panose="02040503050406030204" pitchFamily="18" charset="0"/>
              </a:rPr>
              <a:t>	SELECT </a:t>
            </a:r>
            <a:r>
              <a:rPr lang="en-US" altLang="en-US" sz="2400" dirty="0">
                <a:solidFill>
                  <a:srgbClr val="FF0000"/>
                </a:solidFill>
                <a:latin typeface="Cambria" panose="02040503050406030204" pitchFamily="18" charset="0"/>
                <a:ea typeface="Cambria" panose="02040503050406030204" pitchFamily="18" charset="0"/>
              </a:rPr>
              <a:t>[DISTINCT]</a:t>
            </a:r>
            <a:r>
              <a:rPr lang="en-US" altLang="en-US" sz="2400" dirty="0">
                <a:latin typeface="Cambria" panose="02040503050406030204" pitchFamily="18" charset="0"/>
                <a:ea typeface="Cambria" panose="02040503050406030204" pitchFamily="18" charset="0"/>
              </a:rPr>
              <a:t> {* | column(s) [expression(s)]</a:t>
            </a:r>
          </a:p>
          <a:p>
            <a:pPr marL="230188" indent="-230188">
              <a:buClr>
                <a:srgbClr val="723900"/>
              </a:buClr>
              <a:buFontTx/>
              <a:buNone/>
            </a:pPr>
            <a:r>
              <a:rPr lang="en-US" altLang="en-US" sz="2400" dirty="0">
                <a:latin typeface="Cambria" panose="02040503050406030204" pitchFamily="18" charset="0"/>
                <a:ea typeface="Cambria" panose="02040503050406030204" pitchFamily="18" charset="0"/>
              </a:rPr>
              <a:t>   [SQL function(s)]</a:t>
            </a:r>
            <a:r>
              <a:rPr lang="en-US" altLang="en-US" sz="2400" dirty="0">
                <a:solidFill>
                  <a:srgbClr val="FF0000"/>
                </a:solidFill>
                <a:latin typeface="Cambria" panose="02040503050406030204" pitchFamily="18" charset="0"/>
                <a:ea typeface="Cambria" panose="02040503050406030204" pitchFamily="18" charset="0"/>
              </a:rPr>
              <a:t>[[AS]alias]</a:t>
            </a:r>
            <a:r>
              <a:rPr lang="en-US" altLang="en-US" sz="2400" dirty="0">
                <a:latin typeface="Cambria" panose="02040503050406030204" pitchFamily="18" charset="0"/>
                <a:ea typeface="Cambria" panose="02040503050406030204" pitchFamily="18" charset="0"/>
              </a:rPr>
              <a:t>,...}</a:t>
            </a:r>
          </a:p>
          <a:p>
            <a:pPr marL="230188" indent="-230188">
              <a:buClr>
                <a:srgbClr val="723900"/>
              </a:buClr>
              <a:buFontTx/>
              <a:buNone/>
            </a:pPr>
            <a:r>
              <a:rPr lang="en-US" altLang="en-US" sz="2400" dirty="0">
                <a:latin typeface="Cambria" panose="02040503050406030204" pitchFamily="18" charset="0"/>
                <a:ea typeface="Cambria" panose="02040503050406030204" pitchFamily="18" charset="0"/>
              </a:rPr>
              <a:t>	FROM table(s)</a:t>
            </a:r>
          </a:p>
          <a:p>
            <a:pPr marL="230188" indent="-230188">
              <a:buClr>
                <a:srgbClr val="723900"/>
              </a:buClr>
              <a:buFontTx/>
              <a:buNone/>
            </a:pPr>
            <a:r>
              <a:rPr lang="en-US" altLang="en-US" sz="2400" dirty="0">
                <a:latin typeface="Cambria" panose="02040503050406030204" pitchFamily="18" charset="0"/>
                <a:ea typeface="Cambria" panose="02040503050406030204" pitchFamily="18" charset="0"/>
              </a:rPr>
              <a:t>	</a:t>
            </a:r>
            <a:r>
              <a:rPr lang="en-US" altLang="en-US" sz="2400" dirty="0">
                <a:solidFill>
                  <a:srgbClr val="0000FF"/>
                </a:solidFill>
                <a:latin typeface="Cambria" panose="02040503050406030204" pitchFamily="18" charset="0"/>
                <a:ea typeface="Cambria" panose="02040503050406030204" pitchFamily="18" charset="0"/>
              </a:rPr>
              <a:t>[WHERE clause]</a:t>
            </a:r>
          </a:p>
          <a:p>
            <a:pPr marL="230188" indent="-230188">
              <a:buClr>
                <a:srgbClr val="723900"/>
              </a:buClr>
              <a:buFontTx/>
              <a:buNone/>
            </a:pPr>
            <a:r>
              <a:rPr lang="en-US" altLang="en-US" sz="2400" dirty="0">
                <a:solidFill>
                  <a:srgbClr val="0000FF"/>
                </a:solidFill>
                <a:latin typeface="Cambria" panose="02040503050406030204" pitchFamily="18" charset="0"/>
                <a:ea typeface="Cambria" panose="02040503050406030204" pitchFamily="18" charset="0"/>
              </a:rPr>
              <a:t>	[ORDER BY clause]</a:t>
            </a:r>
          </a:p>
          <a:p>
            <a:pPr marL="230188" indent="-230188">
              <a:buClr>
                <a:srgbClr val="723900"/>
              </a:buClr>
              <a:buFontTx/>
              <a:buNone/>
            </a:pPr>
            <a:r>
              <a:rPr lang="en-US" altLang="en-US" sz="2400" dirty="0">
                <a:solidFill>
                  <a:srgbClr val="0000FF"/>
                </a:solidFill>
                <a:latin typeface="Cambria" panose="02040503050406030204" pitchFamily="18" charset="0"/>
                <a:ea typeface="Cambria" panose="02040503050406030204" pitchFamily="18" charset="0"/>
              </a:rPr>
              <a:t>	[GROUP BY clause]</a:t>
            </a:r>
          </a:p>
          <a:p>
            <a:pPr marL="230188" indent="-230188">
              <a:buClr>
                <a:srgbClr val="723900"/>
              </a:buClr>
              <a:buFontTx/>
              <a:buNone/>
            </a:pPr>
            <a:r>
              <a:rPr lang="en-US" altLang="en-US" sz="2400" dirty="0">
                <a:solidFill>
                  <a:srgbClr val="0000FF"/>
                </a:solidFill>
                <a:latin typeface="Cambria" panose="02040503050406030204" pitchFamily="18" charset="0"/>
                <a:ea typeface="Cambria" panose="02040503050406030204" pitchFamily="18" charset="0"/>
              </a:rPr>
              <a:t>	[HAVING clause]</a:t>
            </a:r>
          </a:p>
          <a:p>
            <a:pPr marL="230188" indent="-230188"/>
            <a:r>
              <a:rPr lang="en-US" altLang="en-US" sz="2400" dirty="0">
                <a:latin typeface="Cambria" panose="02040503050406030204" pitchFamily="18" charset="0"/>
                <a:ea typeface="Cambria" panose="02040503050406030204" pitchFamily="18" charset="0"/>
              </a:rPr>
              <a:t>SELECT identifies </a:t>
            </a:r>
            <a:r>
              <a:rPr lang="en-US" altLang="en-US" sz="2400" i="1" dirty="0">
                <a:latin typeface="Cambria" panose="02040503050406030204" pitchFamily="18" charset="0"/>
                <a:ea typeface="Cambria" panose="02040503050406030204" pitchFamily="18" charset="0"/>
              </a:rPr>
              <a:t>what</a:t>
            </a:r>
            <a:r>
              <a:rPr lang="en-US" altLang="en-US" sz="2400" dirty="0">
                <a:latin typeface="Cambria" panose="02040503050406030204" pitchFamily="18" charset="0"/>
                <a:ea typeface="Cambria" panose="02040503050406030204" pitchFamily="18" charset="0"/>
              </a:rPr>
              <a:t> columns</a:t>
            </a:r>
          </a:p>
          <a:p>
            <a:pPr marL="230188" indent="-230188"/>
            <a:r>
              <a:rPr lang="en-US" altLang="en-US" sz="2400" dirty="0">
                <a:latin typeface="Cambria" panose="02040503050406030204" pitchFamily="18" charset="0"/>
                <a:ea typeface="Cambria" panose="02040503050406030204" pitchFamily="18" charset="0"/>
              </a:rPr>
              <a:t>FROM identifies </a:t>
            </a:r>
            <a:r>
              <a:rPr lang="en-US" altLang="en-US" sz="2400" i="1" dirty="0">
                <a:latin typeface="Cambria" panose="02040503050406030204" pitchFamily="18" charset="0"/>
                <a:ea typeface="Cambria" panose="02040503050406030204" pitchFamily="18" charset="0"/>
              </a:rPr>
              <a:t>which</a:t>
            </a:r>
            <a:r>
              <a:rPr lang="en-US" altLang="en-US" sz="2400" dirty="0">
                <a:latin typeface="Cambria" panose="02040503050406030204" pitchFamily="18" charset="0"/>
                <a:ea typeface="Cambria" panose="02040503050406030204" pitchFamily="18" charset="0"/>
              </a:rPr>
              <a:t> table</a:t>
            </a:r>
          </a:p>
          <a:p>
            <a:pPr marL="230188" indent="-230188">
              <a:buClr>
                <a:srgbClr val="723900"/>
              </a:buClr>
              <a:buFontTx/>
              <a:buNone/>
            </a:pPr>
            <a:endParaRPr lang="en-US" altLang="en-US" sz="2400" dirty="0">
              <a:latin typeface="Cambria" panose="02040503050406030204" pitchFamily="18" charset="0"/>
              <a:ea typeface="Cambria" panose="02040503050406030204" pitchFamily="18" charset="0"/>
            </a:endParaRPr>
          </a:p>
          <a:p>
            <a:pPr marL="228600" indent="-228600" eaLnBrk="1" hangingPunct="1"/>
            <a:endParaRPr lang="en-US" altLang="en-US" sz="2400" dirty="0">
              <a:latin typeface="Cambria" panose="02040503050406030204" pitchFamily="18" charset="0"/>
              <a:ea typeface="Cambria" panose="02040503050406030204" pitchFamily="18" charset="0"/>
            </a:endParaRPr>
          </a:p>
          <a:p>
            <a:pPr marL="228600" indent="-228600" eaLnBrk="1" hangingPunct="1"/>
            <a:endParaRPr lang="en-US" altLang="en-US"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7461C314-4E1A-37F1-6549-38D6CEF3C30F}"/>
              </a:ext>
            </a:extLst>
          </p:cNvPr>
          <p:cNvSpPr>
            <a:spLocks noGrp="1"/>
          </p:cNvSpPr>
          <p:nvPr>
            <p:ph type="ftr" sz="quarter" idx="11"/>
          </p:nvPr>
        </p:nvSpPr>
        <p:spPr>
          <a:xfrm>
            <a:off x="2555776" y="6500192"/>
            <a:ext cx="4876800" cy="457200"/>
          </a:xfrm>
        </p:spPr>
        <p:txBody>
          <a:bodyPr/>
          <a:lstStyle/>
          <a:p>
            <a:pPr>
              <a:defRPr/>
            </a:pPr>
            <a:r>
              <a:rPr lang="en-US" b="1" dirty="0">
                <a:solidFill>
                  <a:srgbClr val="0000FF"/>
                </a:solidFill>
              </a:rPr>
              <a:t>Dr. Asif Sohail,</a:t>
            </a:r>
            <a:r>
              <a:rPr lang="en-US" dirty="0"/>
              <a:t> Department of IT, </a:t>
            </a:r>
            <a:r>
              <a:rPr lang="en-US" dirty="0">
                <a:solidFill>
                  <a:srgbClr val="FF0000"/>
                </a:solidFill>
              </a:rPr>
              <a:t>University of the Punjab, Lahore</a:t>
            </a:r>
          </a:p>
        </p:txBody>
      </p:sp>
      <p:sp>
        <p:nvSpPr>
          <p:cNvPr id="2" name="Slide Number Placeholder 23">
            <a:extLst>
              <a:ext uri="{FF2B5EF4-FFF2-40B4-BE49-F238E27FC236}">
                <a16:creationId xmlns:a16="http://schemas.microsoft.com/office/drawing/2014/main" id="{C25D6657-8054-1E7D-7FBC-3990DC7F5FE6}"/>
              </a:ext>
            </a:extLst>
          </p:cNvPr>
          <p:cNvSpPr>
            <a:spLocks noGrp="1"/>
          </p:cNvSpPr>
          <p:nvPr>
            <p:ph type="sldNum" sz="quarter" idx="12"/>
          </p:nvPr>
        </p:nvSpPr>
        <p:spPr>
          <a:xfrm>
            <a:off x="8459788" y="6165850"/>
            <a:ext cx="457200" cy="457200"/>
          </a:xfrm>
        </p:spPr>
        <p:txBody>
          <a:bodyPr/>
          <a:lstStyle/>
          <a:p>
            <a:pPr>
              <a:defRPr/>
            </a:pPr>
            <a:fld id="{110F9843-0372-4357-99AD-419BEB3ABF28}" type="slidenum">
              <a:rPr lang="en-US" smtClean="0"/>
              <a:pPr>
                <a:defRPr/>
              </a:pPr>
              <a:t>6</a:t>
            </a:fld>
            <a:endParaRPr lang="en-US"/>
          </a:p>
        </p:txBody>
      </p:sp>
    </p:spTree>
    <p:extLst>
      <p:ext uri="{BB962C8B-B14F-4D97-AF65-F5344CB8AC3E}">
        <p14:creationId xmlns:p14="http://schemas.microsoft.com/office/powerpoint/2010/main" val="4162175911"/>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C0F3B70B-8C4F-4E71-5B48-21D47B412D41}"/>
              </a:ext>
            </a:extLst>
          </p:cNvPr>
          <p:cNvSpPr>
            <a:spLocks noGrp="1" noChangeArrowheads="1"/>
          </p:cNvSpPr>
          <p:nvPr>
            <p:ph type="title"/>
          </p:nvPr>
        </p:nvSpPr>
        <p:spPr>
          <a:xfrm>
            <a:off x="395536" y="312738"/>
            <a:ext cx="8099499" cy="463550"/>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Communicating with a RDBMS Using SQL</a:t>
            </a:r>
          </a:p>
        </p:txBody>
      </p:sp>
      <p:grpSp>
        <p:nvGrpSpPr>
          <p:cNvPr id="8207" name="Group 4">
            <a:extLst>
              <a:ext uri="{FF2B5EF4-FFF2-40B4-BE49-F238E27FC236}">
                <a16:creationId xmlns:a16="http://schemas.microsoft.com/office/drawing/2014/main" id="{35B6F5B4-898C-8D08-FEF4-9DC63F2B1C5B}"/>
              </a:ext>
            </a:extLst>
          </p:cNvPr>
          <p:cNvGrpSpPr>
            <a:grpSpLocks/>
          </p:cNvGrpSpPr>
          <p:nvPr/>
        </p:nvGrpSpPr>
        <p:grpSpPr bwMode="auto">
          <a:xfrm>
            <a:off x="6594475" y="3094038"/>
            <a:ext cx="1319213" cy="1363662"/>
            <a:chOff x="4154" y="1949"/>
            <a:chExt cx="831" cy="859"/>
          </a:xfrm>
        </p:grpSpPr>
        <p:sp>
          <p:nvSpPr>
            <p:cNvPr id="8209" name="Rectangle 5">
              <a:extLst>
                <a:ext uri="{FF2B5EF4-FFF2-40B4-BE49-F238E27FC236}">
                  <a16:creationId xmlns:a16="http://schemas.microsoft.com/office/drawing/2014/main" id="{37520803-D399-A1D4-B952-053D3A4C5565}"/>
                </a:ext>
              </a:extLst>
            </p:cNvPr>
            <p:cNvSpPr>
              <a:spLocks noChangeArrowheads="1"/>
            </p:cNvSpPr>
            <p:nvPr/>
          </p:nvSpPr>
          <p:spPr bwMode="ltGray">
            <a:xfrm>
              <a:off x="4154" y="2123"/>
              <a:ext cx="831" cy="515"/>
            </a:xfrm>
            <a:prstGeom prst="rect">
              <a:avLst/>
            </a:prstGeom>
            <a:gradFill rotWithShape="0">
              <a:gsLst>
                <a:gs pos="0">
                  <a:srgbClr val="8E8E8E"/>
                </a:gs>
                <a:gs pos="50000">
                  <a:srgbClr val="B2B2B2"/>
                </a:gs>
                <a:gs pos="100000">
                  <a:srgbClr val="8E8E8E"/>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8210" name="Oval 6">
              <a:extLst>
                <a:ext uri="{FF2B5EF4-FFF2-40B4-BE49-F238E27FC236}">
                  <a16:creationId xmlns:a16="http://schemas.microsoft.com/office/drawing/2014/main" id="{77D2D35E-2A94-0516-56E7-B815A947EDB5}"/>
                </a:ext>
              </a:extLst>
            </p:cNvPr>
            <p:cNvSpPr>
              <a:spLocks noChangeArrowheads="1"/>
            </p:cNvSpPr>
            <p:nvPr/>
          </p:nvSpPr>
          <p:spPr bwMode="ltGray">
            <a:xfrm>
              <a:off x="4154" y="1949"/>
              <a:ext cx="831" cy="330"/>
            </a:xfrm>
            <a:prstGeom prst="ellipse">
              <a:avLst/>
            </a:prstGeom>
            <a:gradFill rotWithShape="0">
              <a:gsLst>
                <a:gs pos="0">
                  <a:srgbClr val="A0A0A0"/>
                </a:gs>
                <a:gs pos="100000">
                  <a:srgbClr val="B2B2B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8211" name="Oval 7">
              <a:extLst>
                <a:ext uri="{FF2B5EF4-FFF2-40B4-BE49-F238E27FC236}">
                  <a16:creationId xmlns:a16="http://schemas.microsoft.com/office/drawing/2014/main" id="{6C4A5E8A-2F69-4FDB-618D-06507741DD16}"/>
                </a:ext>
              </a:extLst>
            </p:cNvPr>
            <p:cNvSpPr>
              <a:spLocks noChangeArrowheads="1"/>
            </p:cNvSpPr>
            <p:nvPr/>
          </p:nvSpPr>
          <p:spPr bwMode="ltGray">
            <a:xfrm>
              <a:off x="4154" y="2478"/>
              <a:ext cx="831" cy="330"/>
            </a:xfrm>
            <a:prstGeom prst="ellipse">
              <a:avLst/>
            </a:prstGeom>
            <a:gradFill rotWithShape="0">
              <a:gsLst>
                <a:gs pos="0">
                  <a:srgbClr val="8E8E8E"/>
                </a:gs>
                <a:gs pos="50000">
                  <a:srgbClr val="B2B2B2"/>
                </a:gs>
                <a:gs pos="100000">
                  <a:srgbClr val="8E8E8E"/>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grpSp>
      <p:sp>
        <p:nvSpPr>
          <p:cNvPr id="97288" name="Rectangle 8">
            <a:extLst>
              <a:ext uri="{FF2B5EF4-FFF2-40B4-BE49-F238E27FC236}">
                <a16:creationId xmlns:a16="http://schemas.microsoft.com/office/drawing/2014/main" id="{099D00DE-A018-5D91-58CC-8768B1479304}"/>
              </a:ext>
            </a:extLst>
          </p:cNvPr>
          <p:cNvSpPr>
            <a:spLocks noChangeArrowheads="1"/>
          </p:cNvSpPr>
          <p:nvPr/>
        </p:nvSpPr>
        <p:spPr bwMode="auto">
          <a:xfrm>
            <a:off x="6690230" y="3782368"/>
            <a:ext cx="1200150" cy="366712"/>
          </a:xfrm>
          <a:prstGeom prst="rect">
            <a:avLst/>
          </a:prstGeom>
          <a:noFill/>
          <a:ln w="9525">
            <a:noFill/>
            <a:miter lim="800000"/>
            <a:headEnd/>
            <a:tailEnd/>
          </a:ln>
          <a:effectLst/>
        </p:spPr>
        <p:txBody>
          <a:bodyPr wrap="none" lIns="92075" tIns="46038" rIns="92075" bIns="46038">
            <a:spAutoFit/>
          </a:bodyPr>
          <a:lstStyle/>
          <a:p>
            <a:pPr>
              <a:defRPr/>
            </a:pPr>
            <a:r>
              <a:rPr lang="en-US" sz="1800" b="1" dirty="0">
                <a:solidFill>
                  <a:srgbClr val="FF0000"/>
                </a:solidFill>
                <a:latin typeface="Cambria" panose="02040503050406030204" pitchFamily="18" charset="0"/>
                <a:ea typeface="Cambria" panose="02040503050406030204" pitchFamily="18" charset="0"/>
              </a:rPr>
              <a:t>Database</a:t>
            </a:r>
          </a:p>
        </p:txBody>
      </p:sp>
      <p:grpSp>
        <p:nvGrpSpPr>
          <p:cNvPr id="4" name="Group 9">
            <a:extLst>
              <a:ext uri="{FF2B5EF4-FFF2-40B4-BE49-F238E27FC236}">
                <a16:creationId xmlns:a16="http://schemas.microsoft.com/office/drawing/2014/main" id="{6B8624C8-C8CD-3C78-DAF3-80401EB9A392}"/>
              </a:ext>
            </a:extLst>
          </p:cNvPr>
          <p:cNvGrpSpPr>
            <a:grpSpLocks/>
          </p:cNvGrpSpPr>
          <p:nvPr/>
        </p:nvGrpSpPr>
        <p:grpSpPr bwMode="auto">
          <a:xfrm>
            <a:off x="1258888" y="1782763"/>
            <a:ext cx="2530475" cy="1201737"/>
            <a:chOff x="793" y="1123"/>
            <a:chExt cx="1594" cy="757"/>
          </a:xfrm>
        </p:grpSpPr>
        <p:sp>
          <p:nvSpPr>
            <p:cNvPr id="8205" name="Rectangle 10">
              <a:extLst>
                <a:ext uri="{FF2B5EF4-FFF2-40B4-BE49-F238E27FC236}">
                  <a16:creationId xmlns:a16="http://schemas.microsoft.com/office/drawing/2014/main" id="{9E318945-C65C-3C0D-0ED8-6767F3B43814}"/>
                </a:ext>
              </a:extLst>
            </p:cNvPr>
            <p:cNvSpPr>
              <a:spLocks noChangeArrowheads="1"/>
            </p:cNvSpPr>
            <p:nvPr/>
          </p:nvSpPr>
          <p:spPr bwMode="blackWhite">
            <a:xfrm>
              <a:off x="860" y="1528"/>
              <a:ext cx="1381" cy="352"/>
            </a:xfrm>
            <a:prstGeom prst="rect">
              <a:avLst/>
            </a:prstGeom>
            <a:solidFill>
              <a:srgbClr val="FFFFCC"/>
            </a:solidFill>
            <a:ln w="12700">
              <a:solidFill>
                <a:schemeClr val="bg2"/>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600" b="1" dirty="0">
                  <a:solidFill>
                    <a:srgbClr val="000000"/>
                  </a:solidFill>
                  <a:latin typeface="Cambria" panose="02040503050406030204" pitchFamily="18" charset="0"/>
                  <a:ea typeface="Cambria" panose="02040503050406030204" pitchFamily="18" charset="0"/>
                </a:rPr>
                <a:t>SQL&gt; SELECT loc </a:t>
              </a:r>
            </a:p>
            <a:p>
              <a:pPr>
                <a:spcBef>
                  <a:spcPct val="0"/>
                </a:spcBef>
                <a:buFontTx/>
                <a:buNone/>
              </a:pPr>
              <a:r>
                <a:rPr lang="en-US" altLang="en-US" sz="1600" b="1" dirty="0">
                  <a:solidFill>
                    <a:srgbClr val="000000"/>
                  </a:solidFill>
                  <a:latin typeface="Cambria" panose="02040503050406030204" pitchFamily="18" charset="0"/>
                  <a:ea typeface="Cambria" panose="02040503050406030204" pitchFamily="18" charset="0"/>
                </a:rPr>
                <a:t>  2  FROM   dept;</a:t>
              </a:r>
            </a:p>
          </p:txBody>
        </p:sp>
        <p:sp>
          <p:nvSpPr>
            <p:cNvPr id="97291" name="Rectangle 11">
              <a:extLst>
                <a:ext uri="{FF2B5EF4-FFF2-40B4-BE49-F238E27FC236}">
                  <a16:creationId xmlns:a16="http://schemas.microsoft.com/office/drawing/2014/main" id="{18D2ED88-45C0-6469-1491-9940422B2804}"/>
                </a:ext>
              </a:extLst>
            </p:cNvPr>
            <p:cNvSpPr>
              <a:spLocks noChangeArrowheads="1"/>
            </p:cNvSpPr>
            <p:nvPr/>
          </p:nvSpPr>
          <p:spPr bwMode="auto">
            <a:xfrm>
              <a:off x="793" y="1123"/>
              <a:ext cx="1594" cy="404"/>
            </a:xfrm>
            <a:prstGeom prst="rect">
              <a:avLst/>
            </a:prstGeom>
            <a:noFill/>
            <a:ln w="9525">
              <a:noFill/>
              <a:miter lim="800000"/>
              <a:headEnd/>
              <a:tailEnd/>
            </a:ln>
            <a:effectLst/>
          </p:spPr>
          <p:txBody>
            <a:bodyPr lIns="92075" tIns="46038" rIns="92075" bIns="46038">
              <a:spAutoFit/>
            </a:bodyPr>
            <a:lstStyle/>
            <a:p>
              <a:pPr defTabSz="822325">
                <a:spcBef>
                  <a:spcPct val="50000"/>
                </a:spcBef>
                <a:defRPr/>
              </a:pPr>
              <a:r>
                <a:rPr lang="en-US" sz="1800" b="1" dirty="0">
                  <a:solidFill>
                    <a:srgbClr val="0000FF"/>
                  </a:solidFill>
                  <a:latin typeface="Cambria" panose="02040503050406030204" pitchFamily="18" charset="0"/>
                  <a:ea typeface="Cambria" panose="02040503050406030204" pitchFamily="18" charset="0"/>
                </a:rPr>
                <a:t>SQL statement</a:t>
              </a:r>
              <a:br>
                <a:rPr lang="en-US" sz="1800" b="1" dirty="0">
                  <a:solidFill>
                    <a:srgbClr val="0000FF"/>
                  </a:solidFill>
                  <a:latin typeface="Cambria" panose="02040503050406030204" pitchFamily="18" charset="0"/>
                  <a:ea typeface="Cambria" panose="02040503050406030204" pitchFamily="18" charset="0"/>
                </a:rPr>
              </a:br>
              <a:r>
                <a:rPr lang="en-US" sz="1800" b="1" dirty="0">
                  <a:solidFill>
                    <a:srgbClr val="0000FF"/>
                  </a:solidFill>
                  <a:latin typeface="Cambria" panose="02040503050406030204" pitchFamily="18" charset="0"/>
                  <a:ea typeface="Cambria" panose="02040503050406030204" pitchFamily="18" charset="0"/>
                </a:rPr>
                <a:t>is entered</a:t>
              </a:r>
            </a:p>
          </p:txBody>
        </p:sp>
      </p:grpSp>
      <p:grpSp>
        <p:nvGrpSpPr>
          <p:cNvPr id="5" name="Group 12">
            <a:extLst>
              <a:ext uri="{FF2B5EF4-FFF2-40B4-BE49-F238E27FC236}">
                <a16:creationId xmlns:a16="http://schemas.microsoft.com/office/drawing/2014/main" id="{12B4E3AF-DB5C-5542-069D-AB73BA95F8C1}"/>
              </a:ext>
            </a:extLst>
          </p:cNvPr>
          <p:cNvGrpSpPr>
            <a:grpSpLocks/>
          </p:cNvGrpSpPr>
          <p:nvPr/>
        </p:nvGrpSpPr>
        <p:grpSpPr bwMode="auto">
          <a:xfrm>
            <a:off x="3532188" y="2087563"/>
            <a:ext cx="3182937" cy="1493837"/>
            <a:chOff x="2225" y="1315"/>
            <a:chExt cx="2005" cy="941"/>
          </a:xfrm>
        </p:grpSpPr>
        <p:sp>
          <p:nvSpPr>
            <p:cNvPr id="8203" name="Arc 13">
              <a:extLst>
                <a:ext uri="{FF2B5EF4-FFF2-40B4-BE49-F238E27FC236}">
                  <a16:creationId xmlns:a16="http://schemas.microsoft.com/office/drawing/2014/main" id="{B1166EDF-5EE5-BD5D-F89A-ED3FD784B0EA}"/>
                </a:ext>
              </a:extLst>
            </p:cNvPr>
            <p:cNvSpPr>
              <a:spLocks/>
            </p:cNvSpPr>
            <p:nvPr/>
          </p:nvSpPr>
          <p:spPr bwMode="auto">
            <a:xfrm>
              <a:off x="2225" y="1680"/>
              <a:ext cx="2005" cy="576"/>
            </a:xfrm>
            <a:custGeom>
              <a:avLst/>
              <a:gdLst>
                <a:gd name="T0" fmla="*/ 0 w 19771"/>
                <a:gd name="T1" fmla="*/ 0 h 21598"/>
                <a:gd name="T2" fmla="*/ 2 w 19771"/>
                <a:gd name="T3" fmla="*/ 0 h 21598"/>
                <a:gd name="T4" fmla="*/ 0 w 19771"/>
                <a:gd name="T5" fmla="*/ 0 h 21598"/>
                <a:gd name="T6" fmla="*/ 0 60000 65536"/>
                <a:gd name="T7" fmla="*/ 0 60000 65536"/>
                <a:gd name="T8" fmla="*/ 0 60000 65536"/>
              </a:gdLst>
              <a:ahLst/>
              <a:cxnLst>
                <a:cxn ang="T6">
                  <a:pos x="T0" y="T1"/>
                </a:cxn>
                <a:cxn ang="T7">
                  <a:pos x="T2" y="T3"/>
                </a:cxn>
                <a:cxn ang="T8">
                  <a:pos x="T4" y="T5"/>
                </a:cxn>
              </a:cxnLst>
              <a:rect l="0" t="0" r="r" b="b"/>
              <a:pathLst>
                <a:path w="19771" h="21598" fill="none" extrusionOk="0">
                  <a:moveTo>
                    <a:pt x="256" y="-1"/>
                  </a:moveTo>
                  <a:cubicBezTo>
                    <a:pt x="8728" y="99"/>
                    <a:pt x="16359" y="5144"/>
                    <a:pt x="19771" y="12899"/>
                  </a:cubicBezTo>
                </a:path>
                <a:path w="19771" h="21598" stroke="0" extrusionOk="0">
                  <a:moveTo>
                    <a:pt x="256" y="-1"/>
                  </a:moveTo>
                  <a:cubicBezTo>
                    <a:pt x="8728" y="99"/>
                    <a:pt x="16359" y="5144"/>
                    <a:pt x="19771" y="12899"/>
                  </a:cubicBezTo>
                  <a:lnTo>
                    <a:pt x="0" y="21598"/>
                  </a:lnTo>
                  <a:lnTo>
                    <a:pt x="256" y="-1"/>
                  </a:lnTo>
                  <a:close/>
                </a:path>
              </a:pathLst>
            </a:custGeom>
            <a:noFill/>
            <a:ln w="50800" cap="rnd">
              <a:solidFill>
                <a:srgbClr val="FFCC00"/>
              </a:solidFill>
              <a:round/>
              <a:headEnd type="none" w="sm" len="sm"/>
              <a:tailEnd type="stealth" w="med" len="lg"/>
            </a:ln>
            <a:effectLst>
              <a:outerShdw dist="35921" dir="2700000" algn="ctr" rotWithShape="0">
                <a:srgbClr val="000000">
                  <a:alpha val="50000"/>
                </a:srgbClr>
              </a:outerShdw>
            </a:effectLst>
            <a:extLst>
              <a:ext uri="{909E8E84-426E-40DD-AFC4-6F175D3DCCD1}">
                <a14:hiddenFill xmlns:a14="http://schemas.microsoft.com/office/drawing/2010/main">
                  <a:solidFill>
                    <a:srgbClr val="FFFFFF"/>
                  </a:solidFill>
                </a14:hiddenFill>
              </a:ext>
            </a:extLst>
          </p:spPr>
          <p:txBody>
            <a:bodyPr/>
            <a:lstStyle/>
            <a:p>
              <a:endParaRPr lang="en-US">
                <a:latin typeface="Cambria" panose="02040503050406030204" pitchFamily="18" charset="0"/>
                <a:ea typeface="Cambria" panose="02040503050406030204" pitchFamily="18" charset="0"/>
              </a:endParaRPr>
            </a:p>
          </p:txBody>
        </p:sp>
        <p:sp>
          <p:nvSpPr>
            <p:cNvPr id="97294" name="Rectangle 14">
              <a:extLst>
                <a:ext uri="{FF2B5EF4-FFF2-40B4-BE49-F238E27FC236}">
                  <a16:creationId xmlns:a16="http://schemas.microsoft.com/office/drawing/2014/main" id="{73891D2D-BD37-41A5-E223-BB947C67E04B}"/>
                </a:ext>
              </a:extLst>
            </p:cNvPr>
            <p:cNvSpPr>
              <a:spLocks noChangeArrowheads="1"/>
            </p:cNvSpPr>
            <p:nvPr/>
          </p:nvSpPr>
          <p:spPr bwMode="auto">
            <a:xfrm>
              <a:off x="2598" y="1315"/>
              <a:ext cx="1570" cy="404"/>
            </a:xfrm>
            <a:prstGeom prst="rect">
              <a:avLst/>
            </a:prstGeom>
            <a:noFill/>
            <a:ln w="9525">
              <a:noFill/>
              <a:miter lim="800000"/>
              <a:headEnd/>
              <a:tailEnd/>
            </a:ln>
            <a:effectLst/>
          </p:spPr>
          <p:txBody>
            <a:bodyPr lIns="92075" tIns="46038" rIns="92075" bIns="46038">
              <a:spAutoFit/>
            </a:bodyPr>
            <a:lstStyle/>
            <a:p>
              <a:pPr algn="ctr" defTabSz="822325">
                <a:spcBef>
                  <a:spcPct val="50000"/>
                </a:spcBef>
                <a:defRPr/>
              </a:pPr>
              <a:r>
                <a:rPr lang="en-US" sz="1800" b="1" dirty="0">
                  <a:effectLst>
                    <a:outerShdw blurRad="38100" dist="38100" dir="2700000" algn="tl">
                      <a:srgbClr val="FFFFFF"/>
                    </a:outerShdw>
                  </a:effectLst>
                  <a:latin typeface="Cambria" panose="02040503050406030204" pitchFamily="18" charset="0"/>
                  <a:ea typeface="Cambria" panose="02040503050406030204" pitchFamily="18" charset="0"/>
                </a:rPr>
                <a:t>Statement is sent to database</a:t>
              </a:r>
            </a:p>
          </p:txBody>
        </p:sp>
      </p:grpSp>
      <p:grpSp>
        <p:nvGrpSpPr>
          <p:cNvPr id="6" name="Group 15">
            <a:extLst>
              <a:ext uri="{FF2B5EF4-FFF2-40B4-BE49-F238E27FC236}">
                <a16:creationId xmlns:a16="http://schemas.microsoft.com/office/drawing/2014/main" id="{16CDC737-7DAE-D8A1-9223-EED8A1C2C3D6}"/>
              </a:ext>
            </a:extLst>
          </p:cNvPr>
          <p:cNvGrpSpPr>
            <a:grpSpLocks/>
          </p:cNvGrpSpPr>
          <p:nvPr/>
        </p:nvGrpSpPr>
        <p:grpSpPr bwMode="auto">
          <a:xfrm>
            <a:off x="1241425" y="4222750"/>
            <a:ext cx="6018213" cy="1820863"/>
            <a:chOff x="782" y="2660"/>
            <a:chExt cx="3791" cy="1147"/>
          </a:xfrm>
        </p:grpSpPr>
        <p:sp>
          <p:nvSpPr>
            <p:cNvPr id="8199" name="Arc 16">
              <a:extLst>
                <a:ext uri="{FF2B5EF4-FFF2-40B4-BE49-F238E27FC236}">
                  <a16:creationId xmlns:a16="http://schemas.microsoft.com/office/drawing/2014/main" id="{D95F0F98-5EDE-0D20-2AA6-6815B21BC855}"/>
                </a:ext>
              </a:extLst>
            </p:cNvPr>
            <p:cNvSpPr>
              <a:spLocks/>
            </p:cNvSpPr>
            <p:nvPr/>
          </p:nvSpPr>
          <p:spPr bwMode="blackWhite">
            <a:xfrm rot="10800000">
              <a:off x="2225" y="2776"/>
              <a:ext cx="2348" cy="576"/>
            </a:xfrm>
            <a:custGeom>
              <a:avLst/>
              <a:gdLst>
                <a:gd name="T0" fmla="*/ 0 w 21569"/>
                <a:gd name="T1" fmla="*/ 0 h 21594"/>
                <a:gd name="T2" fmla="*/ 3 w 21569"/>
                <a:gd name="T3" fmla="*/ 0 h 21594"/>
                <a:gd name="T4" fmla="*/ 3 w 21569"/>
                <a:gd name="T5" fmla="*/ 0 h 21594"/>
                <a:gd name="T6" fmla="*/ 0 60000 65536"/>
                <a:gd name="T7" fmla="*/ 0 60000 65536"/>
                <a:gd name="T8" fmla="*/ 0 60000 65536"/>
              </a:gdLst>
              <a:ahLst/>
              <a:cxnLst>
                <a:cxn ang="T6">
                  <a:pos x="T0" y="T1"/>
                </a:cxn>
                <a:cxn ang="T7">
                  <a:pos x="T2" y="T3"/>
                </a:cxn>
                <a:cxn ang="T8">
                  <a:pos x="T4" y="T5"/>
                </a:cxn>
              </a:cxnLst>
              <a:rect l="0" t="0" r="r" b="b"/>
              <a:pathLst>
                <a:path w="21569" h="21594" fill="none" extrusionOk="0">
                  <a:moveTo>
                    <a:pt x="0" y="20432"/>
                  </a:moveTo>
                  <a:cubicBezTo>
                    <a:pt x="607" y="9161"/>
                    <a:pt x="9789" y="258"/>
                    <a:pt x="21072" y="-1"/>
                  </a:cubicBezTo>
                </a:path>
                <a:path w="21569" h="21594" stroke="0" extrusionOk="0">
                  <a:moveTo>
                    <a:pt x="0" y="20432"/>
                  </a:moveTo>
                  <a:cubicBezTo>
                    <a:pt x="607" y="9161"/>
                    <a:pt x="9789" y="258"/>
                    <a:pt x="21072" y="-1"/>
                  </a:cubicBezTo>
                  <a:lnTo>
                    <a:pt x="21569" y="21594"/>
                  </a:lnTo>
                  <a:lnTo>
                    <a:pt x="0" y="20432"/>
                  </a:lnTo>
                  <a:close/>
                </a:path>
              </a:pathLst>
            </a:custGeom>
            <a:noFill/>
            <a:ln w="50800" cap="rnd">
              <a:solidFill>
                <a:srgbClr val="FFCC00"/>
              </a:solidFill>
              <a:round/>
              <a:headEnd type="none" w="sm" len="sm"/>
              <a:tailEnd type="stealth" w="med" len="lg"/>
            </a:ln>
            <a:effectLst>
              <a:outerShdw dist="35921" dir="2700000" algn="ctr" rotWithShape="0">
                <a:srgbClr val="000000">
                  <a:alpha val="50000"/>
                </a:srgbClr>
              </a:outerShdw>
            </a:effectLst>
            <a:extLst>
              <a:ext uri="{909E8E84-426E-40DD-AFC4-6F175D3DCCD1}">
                <a14:hiddenFill xmlns:a14="http://schemas.microsoft.com/office/drawing/2010/main">
                  <a:solidFill>
                    <a:srgbClr val="FFFFFF"/>
                  </a:solidFill>
                </a14:hiddenFill>
              </a:ext>
            </a:extLst>
          </p:spPr>
          <p:txBody>
            <a:bodyPr/>
            <a:lstStyle/>
            <a:p>
              <a:endParaRPr lang="en-US">
                <a:latin typeface="Cambria" panose="02040503050406030204" pitchFamily="18" charset="0"/>
                <a:ea typeface="Cambria" panose="02040503050406030204" pitchFamily="18" charset="0"/>
              </a:endParaRPr>
            </a:p>
          </p:txBody>
        </p:sp>
        <p:grpSp>
          <p:nvGrpSpPr>
            <p:cNvPr id="8200" name="Group 17">
              <a:extLst>
                <a:ext uri="{FF2B5EF4-FFF2-40B4-BE49-F238E27FC236}">
                  <a16:creationId xmlns:a16="http://schemas.microsoft.com/office/drawing/2014/main" id="{8D9D9E5D-C6B5-3460-E936-BFC84C41D718}"/>
                </a:ext>
              </a:extLst>
            </p:cNvPr>
            <p:cNvGrpSpPr>
              <a:grpSpLocks/>
            </p:cNvGrpSpPr>
            <p:nvPr/>
          </p:nvGrpSpPr>
          <p:grpSpPr bwMode="auto">
            <a:xfrm>
              <a:off x="782" y="2660"/>
              <a:ext cx="1570" cy="1147"/>
              <a:chOff x="782" y="2660"/>
              <a:chExt cx="1570" cy="1147"/>
            </a:xfrm>
          </p:grpSpPr>
          <p:sp>
            <p:nvSpPr>
              <p:cNvPr id="8201" name="Rectangle 18">
                <a:extLst>
                  <a:ext uri="{FF2B5EF4-FFF2-40B4-BE49-F238E27FC236}">
                    <a16:creationId xmlns:a16="http://schemas.microsoft.com/office/drawing/2014/main" id="{D65BA250-41FC-2022-C0C7-B3297CAFC737}"/>
                  </a:ext>
                </a:extLst>
              </p:cNvPr>
              <p:cNvSpPr>
                <a:spLocks noChangeArrowheads="1"/>
              </p:cNvSpPr>
              <p:nvPr/>
            </p:nvSpPr>
            <p:spPr bwMode="blackWhite">
              <a:xfrm>
                <a:off x="842" y="2877"/>
                <a:ext cx="1379" cy="930"/>
              </a:xfrm>
              <a:prstGeom prst="rect">
                <a:avLst/>
              </a:prstGeom>
              <a:solidFill>
                <a:srgbClr val="DDDDDD"/>
              </a:solidFill>
              <a:ln w="12700">
                <a:solidFill>
                  <a:schemeClr val="bg2"/>
                </a:solidFill>
                <a:miter lim="800000"/>
                <a:headEnd/>
                <a:tailEnd/>
              </a:ln>
              <a:effectLst>
                <a:outerShdw dist="89803" dir="2700000" algn="ctr" rotWithShape="0">
                  <a:srgbClr val="000000">
                    <a:alpha val="50000"/>
                  </a:srgbClr>
                </a:outerShdw>
              </a:effectLst>
            </p:spPr>
            <p:txBody>
              <a:bodyPr lIns="92075" tIns="46038" rIns="92075" bIns="46038">
                <a:spAutoFit/>
              </a:bodyPr>
              <a:lstStyle>
                <a:lvl1pPr defTabSz="400050">
                  <a:spcBef>
                    <a:spcPct val="20000"/>
                  </a:spcBef>
                  <a:buChar char="•"/>
                  <a:tabLst>
                    <a:tab pos="400050" algn="r"/>
                    <a:tab pos="685800" algn="l"/>
                  </a:tabLst>
                  <a:defRPr sz="2800">
                    <a:solidFill>
                      <a:schemeClr val="tx1"/>
                    </a:solidFill>
                    <a:latin typeface="Arial" panose="020B0604020202020204" pitchFamily="34" charset="0"/>
                  </a:defRPr>
                </a:lvl1pPr>
                <a:lvl2pPr marL="742950" indent="-285750" defTabSz="400050">
                  <a:spcBef>
                    <a:spcPct val="20000"/>
                  </a:spcBef>
                  <a:buChar char="–"/>
                  <a:tabLst>
                    <a:tab pos="400050" algn="r"/>
                    <a:tab pos="685800" algn="l"/>
                  </a:tabLst>
                  <a:defRPr sz="2400">
                    <a:solidFill>
                      <a:schemeClr val="tx1"/>
                    </a:solidFill>
                    <a:latin typeface="Arial" panose="020B0604020202020204" pitchFamily="34" charset="0"/>
                  </a:defRPr>
                </a:lvl2pPr>
                <a:lvl3pPr marL="1143000" indent="-228600" defTabSz="400050">
                  <a:spcBef>
                    <a:spcPct val="20000"/>
                  </a:spcBef>
                  <a:buChar char="•"/>
                  <a:tabLst>
                    <a:tab pos="400050" algn="r"/>
                    <a:tab pos="685800" algn="l"/>
                  </a:tabLst>
                  <a:defRPr sz="2000">
                    <a:solidFill>
                      <a:schemeClr val="tx1"/>
                    </a:solidFill>
                    <a:latin typeface="Arial" panose="020B0604020202020204" pitchFamily="34" charset="0"/>
                  </a:defRPr>
                </a:lvl3pPr>
                <a:lvl4pPr marL="1600200" indent="-228600" defTabSz="400050">
                  <a:spcBef>
                    <a:spcPct val="20000"/>
                  </a:spcBef>
                  <a:buChar char="–"/>
                  <a:tabLst>
                    <a:tab pos="400050" algn="r"/>
                    <a:tab pos="685800" algn="l"/>
                  </a:tabLst>
                  <a:defRPr sz="2000">
                    <a:solidFill>
                      <a:schemeClr val="tx1"/>
                    </a:solidFill>
                    <a:latin typeface="Arial" panose="020B0604020202020204" pitchFamily="34" charset="0"/>
                  </a:defRPr>
                </a:lvl4pPr>
                <a:lvl5pPr marL="2057400" indent="-228600" defTabSz="400050">
                  <a:spcBef>
                    <a:spcPct val="20000"/>
                  </a:spcBef>
                  <a:buChar char="»"/>
                  <a:tabLst>
                    <a:tab pos="400050" algn="r"/>
                    <a:tab pos="685800" algn="l"/>
                  </a:tabLst>
                  <a:defRPr sz="2000">
                    <a:solidFill>
                      <a:schemeClr val="tx1"/>
                    </a:solidFill>
                    <a:latin typeface="Arial" panose="020B0604020202020204" pitchFamily="34" charset="0"/>
                  </a:defRPr>
                </a:lvl5pPr>
                <a:lvl6pPr marL="2514600" indent="-228600" defTabSz="400050" eaLnBrk="0" fontAlgn="base" hangingPunct="0">
                  <a:spcBef>
                    <a:spcPct val="20000"/>
                  </a:spcBef>
                  <a:spcAft>
                    <a:spcPct val="0"/>
                  </a:spcAft>
                  <a:buChar char="»"/>
                  <a:tabLst>
                    <a:tab pos="400050" algn="r"/>
                    <a:tab pos="685800" algn="l"/>
                  </a:tabLst>
                  <a:defRPr sz="2000">
                    <a:solidFill>
                      <a:schemeClr val="tx1"/>
                    </a:solidFill>
                    <a:latin typeface="Arial" panose="020B0604020202020204" pitchFamily="34" charset="0"/>
                  </a:defRPr>
                </a:lvl6pPr>
                <a:lvl7pPr marL="2971800" indent="-228600" defTabSz="400050" eaLnBrk="0" fontAlgn="base" hangingPunct="0">
                  <a:spcBef>
                    <a:spcPct val="20000"/>
                  </a:spcBef>
                  <a:spcAft>
                    <a:spcPct val="0"/>
                  </a:spcAft>
                  <a:buChar char="»"/>
                  <a:tabLst>
                    <a:tab pos="400050" algn="r"/>
                    <a:tab pos="685800" algn="l"/>
                  </a:tabLst>
                  <a:defRPr sz="2000">
                    <a:solidFill>
                      <a:schemeClr val="tx1"/>
                    </a:solidFill>
                    <a:latin typeface="Arial" panose="020B0604020202020204" pitchFamily="34" charset="0"/>
                  </a:defRPr>
                </a:lvl7pPr>
                <a:lvl8pPr marL="3429000" indent="-228600" defTabSz="400050" eaLnBrk="0" fontAlgn="base" hangingPunct="0">
                  <a:spcBef>
                    <a:spcPct val="20000"/>
                  </a:spcBef>
                  <a:spcAft>
                    <a:spcPct val="0"/>
                  </a:spcAft>
                  <a:buChar char="»"/>
                  <a:tabLst>
                    <a:tab pos="400050" algn="r"/>
                    <a:tab pos="685800" algn="l"/>
                  </a:tabLst>
                  <a:defRPr sz="2000">
                    <a:solidFill>
                      <a:schemeClr val="tx1"/>
                    </a:solidFill>
                    <a:latin typeface="Arial" panose="020B0604020202020204" pitchFamily="34" charset="0"/>
                  </a:defRPr>
                </a:lvl8pPr>
                <a:lvl9pPr marL="3886200" indent="-228600" defTabSz="400050" eaLnBrk="0" fontAlgn="base" hangingPunct="0">
                  <a:spcBef>
                    <a:spcPct val="20000"/>
                  </a:spcBef>
                  <a:spcAft>
                    <a:spcPct val="0"/>
                  </a:spcAft>
                  <a:buChar char="»"/>
                  <a:tabLst>
                    <a:tab pos="400050" algn="r"/>
                    <a:tab pos="685800" algn="l"/>
                  </a:tabLst>
                  <a:defRPr sz="2000">
                    <a:solidFill>
                      <a:schemeClr val="tx1"/>
                    </a:solidFill>
                    <a:latin typeface="Arial" panose="020B0604020202020204" pitchFamily="34" charset="0"/>
                  </a:defRPr>
                </a:lvl9pPr>
              </a:lstStyle>
              <a:p>
                <a:pPr>
                  <a:lnSpc>
                    <a:spcPct val="125000"/>
                  </a:lnSpc>
                  <a:spcBef>
                    <a:spcPct val="0"/>
                  </a:spcBef>
                  <a:buFontTx/>
                  <a:buNone/>
                </a:pPr>
                <a:r>
                  <a:rPr lang="en-US" altLang="en-US" sz="1200" b="1">
                    <a:solidFill>
                      <a:srgbClr val="000000"/>
                    </a:solidFill>
                    <a:latin typeface="Cambria" panose="02040503050406030204" pitchFamily="18" charset="0"/>
                    <a:ea typeface="Cambria" panose="02040503050406030204" pitchFamily="18" charset="0"/>
                  </a:rPr>
                  <a:t>LOC</a:t>
                </a:r>
              </a:p>
              <a:p>
                <a:pPr>
                  <a:lnSpc>
                    <a:spcPct val="125000"/>
                  </a:lnSpc>
                  <a:spcBef>
                    <a:spcPct val="0"/>
                  </a:spcBef>
                  <a:buFontTx/>
                  <a:buNone/>
                </a:pPr>
                <a:r>
                  <a:rPr lang="en-US" altLang="en-US" sz="1200" b="1">
                    <a:solidFill>
                      <a:srgbClr val="000000"/>
                    </a:solidFill>
                    <a:latin typeface="Cambria" panose="02040503050406030204" pitchFamily="18" charset="0"/>
                    <a:ea typeface="Cambria" panose="02040503050406030204" pitchFamily="18" charset="0"/>
                  </a:rPr>
                  <a:t>-------------</a:t>
                </a:r>
              </a:p>
              <a:p>
                <a:pPr>
                  <a:lnSpc>
                    <a:spcPct val="125000"/>
                  </a:lnSpc>
                  <a:spcBef>
                    <a:spcPct val="0"/>
                  </a:spcBef>
                  <a:buFontTx/>
                  <a:buNone/>
                </a:pPr>
                <a:r>
                  <a:rPr lang="en-US" altLang="en-US" sz="1200" b="1">
                    <a:solidFill>
                      <a:srgbClr val="000000"/>
                    </a:solidFill>
                    <a:latin typeface="Cambria" panose="02040503050406030204" pitchFamily="18" charset="0"/>
                    <a:ea typeface="Cambria" panose="02040503050406030204" pitchFamily="18" charset="0"/>
                  </a:rPr>
                  <a:t>NEW YORK</a:t>
                </a:r>
              </a:p>
              <a:p>
                <a:pPr>
                  <a:lnSpc>
                    <a:spcPct val="125000"/>
                  </a:lnSpc>
                  <a:spcBef>
                    <a:spcPct val="0"/>
                  </a:spcBef>
                  <a:buFontTx/>
                  <a:buNone/>
                </a:pPr>
                <a:r>
                  <a:rPr lang="en-US" altLang="en-US" sz="1200" b="1">
                    <a:solidFill>
                      <a:srgbClr val="000000"/>
                    </a:solidFill>
                    <a:latin typeface="Cambria" panose="02040503050406030204" pitchFamily="18" charset="0"/>
                    <a:ea typeface="Cambria" panose="02040503050406030204" pitchFamily="18" charset="0"/>
                  </a:rPr>
                  <a:t>DALLAS</a:t>
                </a:r>
              </a:p>
              <a:p>
                <a:pPr>
                  <a:lnSpc>
                    <a:spcPct val="125000"/>
                  </a:lnSpc>
                  <a:spcBef>
                    <a:spcPct val="0"/>
                  </a:spcBef>
                  <a:buFontTx/>
                  <a:buNone/>
                </a:pPr>
                <a:r>
                  <a:rPr lang="en-US" altLang="en-US" sz="1200" b="1">
                    <a:solidFill>
                      <a:srgbClr val="000000"/>
                    </a:solidFill>
                    <a:latin typeface="Cambria" panose="02040503050406030204" pitchFamily="18" charset="0"/>
                    <a:ea typeface="Cambria" panose="02040503050406030204" pitchFamily="18" charset="0"/>
                  </a:rPr>
                  <a:t>CHICAGO</a:t>
                </a:r>
              </a:p>
              <a:p>
                <a:pPr>
                  <a:lnSpc>
                    <a:spcPct val="125000"/>
                  </a:lnSpc>
                  <a:spcBef>
                    <a:spcPct val="0"/>
                  </a:spcBef>
                  <a:buFontTx/>
                  <a:buNone/>
                </a:pPr>
                <a:r>
                  <a:rPr lang="en-US" altLang="en-US" sz="1200" b="1">
                    <a:solidFill>
                      <a:srgbClr val="000000"/>
                    </a:solidFill>
                    <a:latin typeface="Cambria" panose="02040503050406030204" pitchFamily="18" charset="0"/>
                    <a:ea typeface="Cambria" panose="02040503050406030204" pitchFamily="18" charset="0"/>
                  </a:rPr>
                  <a:t>BOSTON</a:t>
                </a:r>
              </a:p>
            </p:txBody>
          </p:sp>
          <p:sp>
            <p:nvSpPr>
              <p:cNvPr id="97299" name="Rectangle 19">
                <a:extLst>
                  <a:ext uri="{FF2B5EF4-FFF2-40B4-BE49-F238E27FC236}">
                    <a16:creationId xmlns:a16="http://schemas.microsoft.com/office/drawing/2014/main" id="{18A34C38-F115-7E3F-E51E-C8C530912195}"/>
                  </a:ext>
                </a:extLst>
              </p:cNvPr>
              <p:cNvSpPr>
                <a:spLocks noChangeArrowheads="1"/>
              </p:cNvSpPr>
              <p:nvPr/>
            </p:nvSpPr>
            <p:spPr bwMode="blackWhite">
              <a:xfrm>
                <a:off x="782" y="2660"/>
                <a:ext cx="1570" cy="231"/>
              </a:xfrm>
              <a:prstGeom prst="rect">
                <a:avLst/>
              </a:prstGeom>
              <a:noFill/>
              <a:ln w="9525">
                <a:noFill/>
                <a:miter lim="800000"/>
                <a:headEnd/>
                <a:tailEnd/>
              </a:ln>
              <a:effectLst/>
            </p:spPr>
            <p:txBody>
              <a:bodyPr lIns="92075" tIns="46038" rIns="92075" bIns="46038">
                <a:spAutoFit/>
              </a:bodyPr>
              <a:lstStyle/>
              <a:p>
                <a:pPr defTabSz="822325">
                  <a:spcBef>
                    <a:spcPct val="50000"/>
                  </a:spcBef>
                  <a:defRPr/>
                </a:pPr>
                <a:r>
                  <a:rPr lang="en-US" sz="1800" b="1" dirty="0">
                    <a:solidFill>
                      <a:srgbClr val="0000FF"/>
                    </a:solidFill>
                    <a:latin typeface="Cambria" panose="02040503050406030204" pitchFamily="18" charset="0"/>
                    <a:ea typeface="Cambria" panose="02040503050406030204" pitchFamily="18" charset="0"/>
                  </a:rPr>
                  <a:t>Data is displayed</a:t>
                </a:r>
              </a:p>
            </p:txBody>
          </p:sp>
        </p:grp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2"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right)">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2A642-DDFE-6AFD-26A9-799AEDE8C157}"/>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699CA964-E97F-4FCF-CEDE-0BED2F938E88}"/>
              </a:ext>
            </a:extLst>
          </p:cNvPr>
          <p:cNvSpPr>
            <a:spLocks noGrp="1" noChangeArrowheads="1"/>
          </p:cNvSpPr>
          <p:nvPr>
            <p:ph type="title"/>
          </p:nvPr>
        </p:nvSpPr>
        <p:spPr>
          <a:xfrm>
            <a:off x="411990" y="208384"/>
            <a:ext cx="5486400" cy="533400"/>
          </a:xfrm>
        </p:spPr>
        <p:txBody>
          <a:bodyPr/>
          <a:lstStyle/>
          <a:p>
            <a:pPr eaLnBrk="1" hangingPunct="1"/>
            <a:r>
              <a:rPr lang="en-US" altLang="en-US" sz="2800" b="1" u="sng" dirty="0">
                <a:solidFill>
                  <a:srgbClr val="D34817"/>
                </a:solidFill>
                <a:latin typeface="Cambria" panose="02040503050406030204" pitchFamily="18" charset="0"/>
                <a:ea typeface="Cambria" panose="02040503050406030204" pitchFamily="18" charset="0"/>
              </a:rPr>
              <a:t>SQL and SQL Plus Interaction</a:t>
            </a:r>
          </a:p>
        </p:txBody>
      </p:sp>
      <p:sp>
        <p:nvSpPr>
          <p:cNvPr id="3" name="Footer Placeholder 2">
            <a:extLst>
              <a:ext uri="{FF2B5EF4-FFF2-40B4-BE49-F238E27FC236}">
                <a16:creationId xmlns:a16="http://schemas.microsoft.com/office/drawing/2014/main" id="{8B87EC96-7952-4B6A-53A4-CCBCD4FE76D2}"/>
              </a:ext>
            </a:extLst>
          </p:cNvPr>
          <p:cNvSpPr>
            <a:spLocks noGrp="1"/>
          </p:cNvSpPr>
          <p:nvPr>
            <p:ph type="ftr" sz="quarter" idx="11"/>
          </p:nvPr>
        </p:nvSpPr>
        <p:spPr>
          <a:xfrm>
            <a:off x="2555776" y="6500192"/>
            <a:ext cx="4876800" cy="457200"/>
          </a:xfrm>
        </p:spPr>
        <p:txBody>
          <a:bodyPr/>
          <a:lstStyle/>
          <a:p>
            <a:pPr>
              <a:defRPr/>
            </a:pPr>
            <a:r>
              <a:rPr lang="en-US" b="1" dirty="0">
                <a:solidFill>
                  <a:srgbClr val="0000FF"/>
                </a:solidFill>
              </a:rPr>
              <a:t>Dr. Asif Sohail,</a:t>
            </a:r>
            <a:r>
              <a:rPr lang="en-US" dirty="0"/>
              <a:t> Department of IT, </a:t>
            </a:r>
            <a:r>
              <a:rPr lang="en-US" dirty="0">
                <a:solidFill>
                  <a:srgbClr val="FF0000"/>
                </a:solidFill>
              </a:rPr>
              <a:t>University of the Punjab, Lahore</a:t>
            </a:r>
          </a:p>
        </p:txBody>
      </p:sp>
      <p:sp>
        <p:nvSpPr>
          <p:cNvPr id="2" name="Slide Number Placeholder 23">
            <a:extLst>
              <a:ext uri="{FF2B5EF4-FFF2-40B4-BE49-F238E27FC236}">
                <a16:creationId xmlns:a16="http://schemas.microsoft.com/office/drawing/2014/main" id="{75C1F430-A7ED-E438-F0FA-0EDD69E81F7B}"/>
              </a:ext>
            </a:extLst>
          </p:cNvPr>
          <p:cNvSpPr>
            <a:spLocks noGrp="1"/>
          </p:cNvSpPr>
          <p:nvPr>
            <p:ph type="sldNum" sz="quarter" idx="12"/>
          </p:nvPr>
        </p:nvSpPr>
        <p:spPr>
          <a:xfrm>
            <a:off x="8459788" y="6165850"/>
            <a:ext cx="457200" cy="457200"/>
          </a:xfrm>
        </p:spPr>
        <p:txBody>
          <a:bodyPr/>
          <a:lstStyle/>
          <a:p>
            <a:pPr>
              <a:defRPr/>
            </a:pPr>
            <a:fld id="{110F9843-0372-4357-99AD-419BEB3ABF28}" type="slidenum">
              <a:rPr lang="en-US" smtClean="0"/>
              <a:pPr>
                <a:defRPr/>
              </a:pPr>
              <a:t>8</a:t>
            </a:fld>
            <a:endParaRPr lang="en-US"/>
          </a:p>
        </p:txBody>
      </p:sp>
      <p:sp>
        <p:nvSpPr>
          <p:cNvPr id="22" name="Rectangle 3">
            <a:extLst>
              <a:ext uri="{FF2B5EF4-FFF2-40B4-BE49-F238E27FC236}">
                <a16:creationId xmlns:a16="http://schemas.microsoft.com/office/drawing/2014/main" id="{5B59A21A-EA75-CF5B-2005-83772BA496A4}"/>
              </a:ext>
            </a:extLst>
          </p:cNvPr>
          <p:cNvSpPr>
            <a:spLocks noChangeArrowheads="1"/>
          </p:cNvSpPr>
          <p:nvPr/>
        </p:nvSpPr>
        <p:spPr bwMode="blackWhite">
          <a:xfrm>
            <a:off x="693585" y="2632849"/>
            <a:ext cx="1762125" cy="760412"/>
          </a:xfrm>
          <a:prstGeom prst="rect">
            <a:avLst/>
          </a:prstGeom>
          <a:gradFill rotWithShape="0">
            <a:gsLst>
              <a:gs pos="0">
                <a:srgbClr val="FF5050"/>
              </a:gs>
              <a:gs pos="100000">
                <a:srgbClr val="FF5050">
                  <a:gamma/>
                  <a:shade val="89804"/>
                  <a:invGamma/>
                </a:srgbClr>
              </a:gs>
            </a:gsLst>
            <a:lin ang="2700000" scaled="1"/>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defRPr/>
            </a:pPr>
            <a:r>
              <a:rPr lang="en-US" b="1" dirty="0">
                <a:solidFill>
                  <a:srgbClr val="FFFFCC"/>
                </a:solidFill>
                <a:latin typeface="Cambria" panose="02040503050406030204" pitchFamily="18" charset="0"/>
                <a:ea typeface="Cambria" panose="02040503050406030204" pitchFamily="18" charset="0"/>
              </a:rPr>
              <a:t>SQL*Plus</a:t>
            </a:r>
          </a:p>
        </p:txBody>
      </p:sp>
      <p:grpSp>
        <p:nvGrpSpPr>
          <p:cNvPr id="23" name="Group 4">
            <a:extLst>
              <a:ext uri="{FF2B5EF4-FFF2-40B4-BE49-F238E27FC236}">
                <a16:creationId xmlns:a16="http://schemas.microsoft.com/office/drawing/2014/main" id="{3C2A16C5-A9C0-2B05-F659-2A1068B8D095}"/>
              </a:ext>
            </a:extLst>
          </p:cNvPr>
          <p:cNvGrpSpPr>
            <a:grpSpLocks/>
          </p:cNvGrpSpPr>
          <p:nvPr/>
        </p:nvGrpSpPr>
        <p:grpSpPr bwMode="auto">
          <a:xfrm>
            <a:off x="1420660" y="1200924"/>
            <a:ext cx="1933576" cy="1285875"/>
            <a:chOff x="931" y="919"/>
            <a:chExt cx="1218" cy="810"/>
          </a:xfrm>
        </p:grpSpPr>
        <p:sp>
          <p:nvSpPr>
            <p:cNvPr id="24" name="Freeform 5">
              <a:extLst>
                <a:ext uri="{FF2B5EF4-FFF2-40B4-BE49-F238E27FC236}">
                  <a16:creationId xmlns:a16="http://schemas.microsoft.com/office/drawing/2014/main" id="{508FA0F7-6368-4E27-9456-E64B263A6EFE}"/>
                </a:ext>
              </a:extLst>
            </p:cNvPr>
            <p:cNvSpPr>
              <a:spLocks/>
            </p:cNvSpPr>
            <p:nvPr/>
          </p:nvSpPr>
          <p:spPr bwMode="auto">
            <a:xfrm>
              <a:off x="1008" y="1188"/>
              <a:ext cx="1141" cy="541"/>
            </a:xfrm>
            <a:custGeom>
              <a:avLst/>
              <a:gdLst>
                <a:gd name="T0" fmla="*/ 0 w 1141"/>
                <a:gd name="T1" fmla="*/ 540 h 541"/>
                <a:gd name="T2" fmla="*/ 0 w 1141"/>
                <a:gd name="T3" fmla="*/ 0 h 541"/>
                <a:gd name="T4" fmla="*/ 1140 w 1141"/>
                <a:gd name="T5" fmla="*/ 0 h 541"/>
                <a:gd name="T6" fmla="*/ 0 60000 65536"/>
                <a:gd name="T7" fmla="*/ 0 60000 65536"/>
                <a:gd name="T8" fmla="*/ 0 60000 65536"/>
              </a:gdLst>
              <a:ahLst/>
              <a:cxnLst>
                <a:cxn ang="T6">
                  <a:pos x="T0" y="T1"/>
                </a:cxn>
                <a:cxn ang="T7">
                  <a:pos x="T2" y="T3"/>
                </a:cxn>
                <a:cxn ang="T8">
                  <a:pos x="T4" y="T5"/>
                </a:cxn>
              </a:cxnLst>
              <a:rect l="0" t="0" r="r" b="b"/>
              <a:pathLst>
                <a:path w="1141" h="541">
                  <a:moveTo>
                    <a:pt x="0" y="540"/>
                  </a:moveTo>
                  <a:lnTo>
                    <a:pt x="0" y="0"/>
                  </a:lnTo>
                  <a:lnTo>
                    <a:pt x="1140" y="0"/>
                  </a:lnTo>
                </a:path>
              </a:pathLst>
            </a:custGeom>
            <a:noFill/>
            <a:ln w="50800" cap="rnd" cmpd="sng">
              <a:solidFill>
                <a:srgbClr val="FF3300"/>
              </a:solidFill>
              <a:prstDash val="solid"/>
              <a:round/>
              <a:headEnd type="none" w="sm" len="sm"/>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25" name="Rectangle 6">
              <a:extLst>
                <a:ext uri="{FF2B5EF4-FFF2-40B4-BE49-F238E27FC236}">
                  <a16:creationId xmlns:a16="http://schemas.microsoft.com/office/drawing/2014/main" id="{7C2F9C26-6E2B-DD67-D039-77782F0B8664}"/>
                </a:ext>
              </a:extLst>
            </p:cNvPr>
            <p:cNvSpPr>
              <a:spLocks noChangeArrowheads="1"/>
            </p:cNvSpPr>
            <p:nvPr/>
          </p:nvSpPr>
          <p:spPr bwMode="auto">
            <a:xfrm>
              <a:off x="931" y="919"/>
              <a:ext cx="1089"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ctr">
                <a:lnSpc>
                  <a:spcPct val="120000"/>
                </a:lnSpc>
                <a:spcBef>
                  <a:spcPct val="60000"/>
                </a:spcBef>
                <a:defRPr/>
              </a:pPr>
              <a:r>
                <a:rPr lang="en-US" sz="1800" dirty="0">
                  <a:solidFill>
                    <a:srgbClr val="0000FF"/>
                  </a:solidFill>
                  <a:latin typeface="Cambria" panose="02040503050406030204" pitchFamily="18" charset="0"/>
                  <a:ea typeface="Cambria" panose="02040503050406030204" pitchFamily="18" charset="0"/>
                </a:rPr>
                <a:t>SQL Statements</a:t>
              </a:r>
            </a:p>
          </p:txBody>
        </p:sp>
      </p:grpSp>
      <p:sp>
        <p:nvSpPr>
          <p:cNvPr id="26" name="Rectangle 7">
            <a:extLst>
              <a:ext uri="{FF2B5EF4-FFF2-40B4-BE49-F238E27FC236}">
                <a16:creationId xmlns:a16="http://schemas.microsoft.com/office/drawing/2014/main" id="{6DB2C91B-616A-5F22-9C8E-C20ECE11634F}"/>
              </a:ext>
            </a:extLst>
          </p:cNvPr>
          <p:cNvSpPr>
            <a:spLocks noChangeArrowheads="1"/>
          </p:cNvSpPr>
          <p:nvPr/>
        </p:nvSpPr>
        <p:spPr bwMode="blackWhite">
          <a:xfrm>
            <a:off x="3378047" y="1277124"/>
            <a:ext cx="1762125" cy="625475"/>
          </a:xfrm>
          <a:prstGeom prst="rect">
            <a:avLst/>
          </a:prstGeom>
          <a:gradFill rotWithShape="0">
            <a:gsLst>
              <a:gs pos="0">
                <a:srgbClr val="FFCC66"/>
              </a:gs>
              <a:gs pos="100000">
                <a:srgbClr val="FFCC66">
                  <a:gamma/>
                  <a:shade val="80000"/>
                  <a:invGamma/>
                </a:srgbClr>
              </a:gs>
            </a:gsLst>
            <a:lin ang="2700000" scaled="1"/>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defRPr/>
            </a:pPr>
            <a:r>
              <a:rPr lang="en-US" b="1">
                <a:solidFill>
                  <a:srgbClr val="FFFFCC"/>
                </a:solidFill>
                <a:latin typeface="Cambria" panose="02040503050406030204" pitchFamily="18" charset="0"/>
                <a:ea typeface="Cambria" panose="02040503050406030204" pitchFamily="18" charset="0"/>
              </a:rPr>
              <a:t>Buffer</a:t>
            </a:r>
          </a:p>
        </p:txBody>
      </p:sp>
      <p:grpSp>
        <p:nvGrpSpPr>
          <p:cNvPr id="27" name="Group 8">
            <a:extLst>
              <a:ext uri="{FF2B5EF4-FFF2-40B4-BE49-F238E27FC236}">
                <a16:creationId xmlns:a16="http://schemas.microsoft.com/office/drawing/2014/main" id="{E59574D0-8442-9552-C960-4A47C8A06847}"/>
              </a:ext>
            </a:extLst>
          </p:cNvPr>
          <p:cNvGrpSpPr>
            <a:grpSpLocks/>
          </p:cNvGrpSpPr>
          <p:nvPr/>
        </p:nvGrpSpPr>
        <p:grpSpPr bwMode="auto">
          <a:xfrm>
            <a:off x="5219547" y="1248549"/>
            <a:ext cx="2008188" cy="1066800"/>
            <a:chOff x="3324" y="949"/>
            <a:chExt cx="1265" cy="672"/>
          </a:xfrm>
        </p:grpSpPr>
        <p:sp>
          <p:nvSpPr>
            <p:cNvPr id="28" name="Rectangle 9">
              <a:extLst>
                <a:ext uri="{FF2B5EF4-FFF2-40B4-BE49-F238E27FC236}">
                  <a16:creationId xmlns:a16="http://schemas.microsoft.com/office/drawing/2014/main" id="{B653CEA5-BD5F-30DF-DD26-B3C86AD6404C}"/>
                </a:ext>
              </a:extLst>
            </p:cNvPr>
            <p:cNvSpPr>
              <a:spLocks noChangeArrowheads="1"/>
            </p:cNvSpPr>
            <p:nvPr/>
          </p:nvSpPr>
          <p:spPr bwMode="auto">
            <a:xfrm flipH="1">
              <a:off x="3500" y="949"/>
              <a:ext cx="108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ctr">
                <a:defRPr/>
              </a:pPr>
              <a:r>
                <a:rPr lang="en-US" sz="1800" dirty="0">
                  <a:solidFill>
                    <a:srgbClr val="0000FF"/>
                  </a:solidFill>
                  <a:latin typeface="Cambria" panose="02040503050406030204" pitchFamily="18" charset="0"/>
                  <a:ea typeface="Cambria" panose="02040503050406030204" pitchFamily="18" charset="0"/>
                </a:rPr>
                <a:t>SQL Statements</a:t>
              </a:r>
            </a:p>
          </p:txBody>
        </p:sp>
        <p:sp>
          <p:nvSpPr>
            <p:cNvPr id="29" name="Freeform 10">
              <a:extLst>
                <a:ext uri="{FF2B5EF4-FFF2-40B4-BE49-F238E27FC236}">
                  <a16:creationId xmlns:a16="http://schemas.microsoft.com/office/drawing/2014/main" id="{9A29A857-BB86-74A2-23E9-1259DE65CE2C}"/>
                </a:ext>
              </a:extLst>
            </p:cNvPr>
            <p:cNvSpPr>
              <a:spLocks/>
            </p:cNvSpPr>
            <p:nvPr/>
          </p:nvSpPr>
          <p:spPr bwMode="auto">
            <a:xfrm>
              <a:off x="3324" y="1188"/>
              <a:ext cx="1225" cy="433"/>
            </a:xfrm>
            <a:custGeom>
              <a:avLst/>
              <a:gdLst>
                <a:gd name="T0" fmla="*/ 0 w 1225"/>
                <a:gd name="T1" fmla="*/ 0 h 433"/>
                <a:gd name="T2" fmla="*/ 1224 w 1225"/>
                <a:gd name="T3" fmla="*/ 0 h 433"/>
                <a:gd name="T4" fmla="*/ 1224 w 1225"/>
                <a:gd name="T5" fmla="*/ 432 h 433"/>
                <a:gd name="T6" fmla="*/ 0 60000 65536"/>
                <a:gd name="T7" fmla="*/ 0 60000 65536"/>
                <a:gd name="T8" fmla="*/ 0 60000 65536"/>
              </a:gdLst>
              <a:ahLst/>
              <a:cxnLst>
                <a:cxn ang="T6">
                  <a:pos x="T0" y="T1"/>
                </a:cxn>
                <a:cxn ang="T7">
                  <a:pos x="T2" y="T3"/>
                </a:cxn>
                <a:cxn ang="T8">
                  <a:pos x="T4" y="T5"/>
                </a:cxn>
              </a:cxnLst>
              <a:rect l="0" t="0" r="r" b="b"/>
              <a:pathLst>
                <a:path w="1225" h="433">
                  <a:moveTo>
                    <a:pt x="0" y="0"/>
                  </a:moveTo>
                  <a:lnTo>
                    <a:pt x="1224" y="0"/>
                  </a:lnTo>
                  <a:lnTo>
                    <a:pt x="1224" y="432"/>
                  </a:lnTo>
                </a:path>
              </a:pathLst>
            </a:custGeom>
            <a:noFill/>
            <a:ln w="50800" cap="rnd" cmpd="sng">
              <a:solidFill>
                <a:srgbClr val="FF3300"/>
              </a:solidFill>
              <a:prstDash val="solid"/>
              <a:round/>
              <a:headEnd type="none" w="sm" len="sm"/>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grpSp>
      <p:grpSp>
        <p:nvGrpSpPr>
          <p:cNvPr id="30" name="Group 11">
            <a:extLst>
              <a:ext uri="{FF2B5EF4-FFF2-40B4-BE49-F238E27FC236}">
                <a16:creationId xmlns:a16="http://schemas.microsoft.com/office/drawing/2014/main" id="{E16A6505-586A-1F50-628A-D5913BCEAFDC}"/>
              </a:ext>
            </a:extLst>
          </p:cNvPr>
          <p:cNvGrpSpPr>
            <a:grpSpLocks/>
          </p:cNvGrpSpPr>
          <p:nvPr/>
        </p:nvGrpSpPr>
        <p:grpSpPr bwMode="auto">
          <a:xfrm>
            <a:off x="6314922" y="2347099"/>
            <a:ext cx="1703388" cy="1374775"/>
            <a:chOff x="4014" y="1641"/>
            <a:chExt cx="1073" cy="866"/>
          </a:xfrm>
        </p:grpSpPr>
        <p:sp>
          <p:nvSpPr>
            <p:cNvPr id="31" name="Rectangle 12">
              <a:extLst>
                <a:ext uri="{FF2B5EF4-FFF2-40B4-BE49-F238E27FC236}">
                  <a16:creationId xmlns:a16="http://schemas.microsoft.com/office/drawing/2014/main" id="{E0BEE49E-AAEC-5BA8-F6E4-2CE849BB2331}"/>
                </a:ext>
              </a:extLst>
            </p:cNvPr>
            <p:cNvSpPr>
              <a:spLocks noChangeArrowheads="1"/>
            </p:cNvSpPr>
            <p:nvPr/>
          </p:nvSpPr>
          <p:spPr bwMode="ltGray">
            <a:xfrm>
              <a:off x="4014" y="1817"/>
              <a:ext cx="1073" cy="519"/>
            </a:xfrm>
            <a:prstGeom prst="rect">
              <a:avLst/>
            </a:prstGeom>
            <a:gradFill rotWithShape="0">
              <a:gsLst>
                <a:gs pos="0">
                  <a:srgbClr val="878787"/>
                </a:gs>
                <a:gs pos="50000">
                  <a:srgbClr val="969696"/>
                </a:gs>
                <a:gs pos="100000">
                  <a:srgbClr val="878787"/>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38912" name="Oval 13">
              <a:extLst>
                <a:ext uri="{FF2B5EF4-FFF2-40B4-BE49-F238E27FC236}">
                  <a16:creationId xmlns:a16="http://schemas.microsoft.com/office/drawing/2014/main" id="{DDAC8E19-DF37-419F-ACA8-C12C3C5DA6BF}"/>
                </a:ext>
              </a:extLst>
            </p:cNvPr>
            <p:cNvSpPr>
              <a:spLocks noChangeArrowheads="1"/>
            </p:cNvSpPr>
            <p:nvPr/>
          </p:nvSpPr>
          <p:spPr bwMode="ltGray">
            <a:xfrm>
              <a:off x="4014" y="1641"/>
              <a:ext cx="1073" cy="333"/>
            </a:xfrm>
            <a:prstGeom prst="ellipse">
              <a:avLst/>
            </a:prstGeom>
            <a:gradFill rotWithShape="0">
              <a:gsLst>
                <a:gs pos="0">
                  <a:srgbClr val="878787"/>
                </a:gs>
                <a:gs pos="100000">
                  <a:srgbClr val="969696"/>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38913" name="Oval 14">
              <a:extLst>
                <a:ext uri="{FF2B5EF4-FFF2-40B4-BE49-F238E27FC236}">
                  <a16:creationId xmlns:a16="http://schemas.microsoft.com/office/drawing/2014/main" id="{6FCB829C-F5DE-BCAC-B01F-4657AE612627}"/>
                </a:ext>
              </a:extLst>
            </p:cNvPr>
            <p:cNvSpPr>
              <a:spLocks noChangeArrowheads="1"/>
            </p:cNvSpPr>
            <p:nvPr/>
          </p:nvSpPr>
          <p:spPr bwMode="ltGray">
            <a:xfrm>
              <a:off x="4014" y="2174"/>
              <a:ext cx="1073" cy="333"/>
            </a:xfrm>
            <a:prstGeom prst="ellipse">
              <a:avLst/>
            </a:prstGeom>
            <a:gradFill rotWithShape="0">
              <a:gsLst>
                <a:gs pos="0">
                  <a:srgbClr val="878787"/>
                </a:gs>
                <a:gs pos="50000">
                  <a:srgbClr val="969696"/>
                </a:gs>
                <a:gs pos="100000">
                  <a:srgbClr val="878787"/>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38916" name="Rectangle 15">
              <a:extLst>
                <a:ext uri="{FF2B5EF4-FFF2-40B4-BE49-F238E27FC236}">
                  <a16:creationId xmlns:a16="http://schemas.microsoft.com/office/drawing/2014/main" id="{102380AA-8B31-AD69-A520-3AD0CC3918B3}"/>
                </a:ext>
              </a:extLst>
            </p:cNvPr>
            <p:cNvSpPr>
              <a:spLocks noChangeArrowheads="1"/>
            </p:cNvSpPr>
            <p:nvPr/>
          </p:nvSpPr>
          <p:spPr bwMode="auto">
            <a:xfrm>
              <a:off x="4277" y="1675"/>
              <a:ext cx="55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3" rIns="73025" bIns="36513">
              <a:spAutoFit/>
            </a:bodyPr>
            <a:lstStyle>
              <a:lvl1pPr defTabSz="585788">
                <a:spcBef>
                  <a:spcPct val="20000"/>
                </a:spcBef>
                <a:buChar char="•"/>
                <a:defRPr sz="2800">
                  <a:solidFill>
                    <a:schemeClr val="tx1"/>
                  </a:solidFill>
                  <a:latin typeface="Arial" panose="020B0604020202020204" pitchFamily="34" charset="0"/>
                </a:defRPr>
              </a:lvl1pPr>
              <a:lvl2pPr marL="742950" indent="-285750" defTabSz="585788">
                <a:spcBef>
                  <a:spcPct val="20000"/>
                </a:spcBef>
                <a:buChar char="–"/>
                <a:defRPr sz="2400">
                  <a:solidFill>
                    <a:schemeClr val="tx1"/>
                  </a:solidFill>
                  <a:latin typeface="Arial" panose="020B0604020202020204" pitchFamily="34" charset="0"/>
                </a:defRPr>
              </a:lvl2pPr>
              <a:lvl3pPr marL="1143000" indent="-228600" defTabSz="585788">
                <a:spcBef>
                  <a:spcPct val="20000"/>
                </a:spcBef>
                <a:buChar char="•"/>
                <a:defRPr sz="2000">
                  <a:solidFill>
                    <a:schemeClr val="tx1"/>
                  </a:solidFill>
                  <a:latin typeface="Arial" panose="020B0604020202020204" pitchFamily="34" charset="0"/>
                </a:defRPr>
              </a:lvl3pPr>
              <a:lvl4pPr marL="1600200" indent="-228600" defTabSz="585788">
                <a:spcBef>
                  <a:spcPct val="20000"/>
                </a:spcBef>
                <a:buChar char="–"/>
                <a:defRPr sz="2000">
                  <a:solidFill>
                    <a:schemeClr val="tx1"/>
                  </a:solidFill>
                  <a:latin typeface="Arial" panose="020B0604020202020204" pitchFamily="34" charset="0"/>
                </a:defRPr>
              </a:lvl4pPr>
              <a:lvl5pPr marL="2057400" indent="-228600" defTabSz="585788">
                <a:spcBef>
                  <a:spcPct val="20000"/>
                </a:spcBef>
                <a:buChar char="»"/>
                <a:defRPr sz="2000">
                  <a:solidFill>
                    <a:schemeClr val="tx1"/>
                  </a:solidFill>
                  <a:latin typeface="Arial" panose="020B0604020202020204" pitchFamily="34" charset="0"/>
                </a:defRPr>
              </a:lvl5pPr>
              <a:lvl6pPr marL="2514600" indent="-228600" defTabSz="585788"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585788"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585788"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585788"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900" b="1">
                  <a:solidFill>
                    <a:srgbClr val="000000"/>
                  </a:solidFill>
                  <a:latin typeface="Cambria" panose="02040503050406030204" pitchFamily="18" charset="0"/>
                  <a:ea typeface="Cambria" panose="02040503050406030204" pitchFamily="18" charset="0"/>
                </a:rPr>
                <a:t>Server</a:t>
              </a:r>
            </a:p>
          </p:txBody>
        </p:sp>
        <p:sp>
          <p:nvSpPr>
            <p:cNvPr id="38917" name="Rectangle 16">
              <a:extLst>
                <a:ext uri="{FF2B5EF4-FFF2-40B4-BE49-F238E27FC236}">
                  <a16:creationId xmlns:a16="http://schemas.microsoft.com/office/drawing/2014/main" id="{A2057F54-19A6-7F1D-D704-06D0B507F3F3}"/>
                </a:ext>
              </a:extLst>
            </p:cNvPr>
            <p:cNvSpPr>
              <a:spLocks noChangeArrowheads="1"/>
            </p:cNvSpPr>
            <p:nvPr/>
          </p:nvSpPr>
          <p:spPr bwMode="auto">
            <a:xfrm>
              <a:off x="4250" y="2041"/>
              <a:ext cx="178" cy="101"/>
            </a:xfrm>
            <a:prstGeom prst="rect">
              <a:avLst/>
            </a:prstGeom>
            <a:solidFill>
              <a:srgbClr val="CC3300"/>
            </a:solidFill>
            <a:ln>
              <a:noFill/>
            </a:ln>
            <a:effectLst>
              <a:outerShdw dist="35921" dir="2700000" algn="ctr" rotWithShape="0">
                <a:srgbClr val="660033">
                  <a:alpha val="50000"/>
                </a:srgbClr>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38918" name="Rectangle 17">
              <a:extLst>
                <a:ext uri="{FF2B5EF4-FFF2-40B4-BE49-F238E27FC236}">
                  <a16:creationId xmlns:a16="http://schemas.microsoft.com/office/drawing/2014/main" id="{081354AB-15EE-A731-C58D-EAAF342742C1}"/>
                </a:ext>
              </a:extLst>
            </p:cNvPr>
            <p:cNvSpPr>
              <a:spLocks noChangeArrowheads="1"/>
            </p:cNvSpPr>
            <p:nvPr/>
          </p:nvSpPr>
          <p:spPr bwMode="auto">
            <a:xfrm>
              <a:off x="4467" y="2041"/>
              <a:ext cx="178" cy="101"/>
            </a:xfrm>
            <a:prstGeom prst="rect">
              <a:avLst/>
            </a:prstGeom>
            <a:solidFill>
              <a:srgbClr val="CC3300"/>
            </a:solidFill>
            <a:ln>
              <a:noFill/>
            </a:ln>
            <a:effectLst>
              <a:outerShdw dist="35921" dir="2700000" algn="ctr" rotWithShape="0">
                <a:srgbClr val="660033">
                  <a:alpha val="50000"/>
                </a:srgbClr>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38919" name="Rectangle 18">
              <a:extLst>
                <a:ext uri="{FF2B5EF4-FFF2-40B4-BE49-F238E27FC236}">
                  <a16:creationId xmlns:a16="http://schemas.microsoft.com/office/drawing/2014/main" id="{C1EA1086-5F84-D804-4E16-FECFC28F9B20}"/>
                </a:ext>
              </a:extLst>
            </p:cNvPr>
            <p:cNvSpPr>
              <a:spLocks noChangeArrowheads="1"/>
            </p:cNvSpPr>
            <p:nvPr/>
          </p:nvSpPr>
          <p:spPr bwMode="auto">
            <a:xfrm>
              <a:off x="4682" y="2041"/>
              <a:ext cx="178" cy="101"/>
            </a:xfrm>
            <a:prstGeom prst="rect">
              <a:avLst/>
            </a:prstGeom>
            <a:solidFill>
              <a:srgbClr val="CC3300"/>
            </a:solidFill>
            <a:ln>
              <a:noFill/>
            </a:ln>
            <a:effectLst>
              <a:outerShdw dist="35921" dir="2700000" algn="ctr" rotWithShape="0">
                <a:srgbClr val="660033">
                  <a:alpha val="50000"/>
                </a:srgbClr>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38920" name="Rectangle 19">
              <a:extLst>
                <a:ext uri="{FF2B5EF4-FFF2-40B4-BE49-F238E27FC236}">
                  <a16:creationId xmlns:a16="http://schemas.microsoft.com/office/drawing/2014/main" id="{EE14822C-1AEF-A346-BF52-C6C5147D8364}"/>
                </a:ext>
              </a:extLst>
            </p:cNvPr>
            <p:cNvSpPr>
              <a:spLocks noChangeArrowheads="1"/>
            </p:cNvSpPr>
            <p:nvPr/>
          </p:nvSpPr>
          <p:spPr bwMode="auto">
            <a:xfrm>
              <a:off x="4249" y="2182"/>
              <a:ext cx="178" cy="101"/>
            </a:xfrm>
            <a:prstGeom prst="rect">
              <a:avLst/>
            </a:prstGeom>
            <a:solidFill>
              <a:srgbClr val="CC3300"/>
            </a:solidFill>
            <a:ln>
              <a:noFill/>
            </a:ln>
            <a:effectLst>
              <a:outerShdw dist="35921" dir="2700000" algn="ctr" rotWithShape="0">
                <a:srgbClr val="660033">
                  <a:alpha val="50000"/>
                </a:srgbClr>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38921" name="Rectangle 20">
              <a:extLst>
                <a:ext uri="{FF2B5EF4-FFF2-40B4-BE49-F238E27FC236}">
                  <a16:creationId xmlns:a16="http://schemas.microsoft.com/office/drawing/2014/main" id="{954D9379-1FB0-1A29-C7B4-1331430C614D}"/>
                </a:ext>
              </a:extLst>
            </p:cNvPr>
            <p:cNvSpPr>
              <a:spLocks noChangeArrowheads="1"/>
            </p:cNvSpPr>
            <p:nvPr/>
          </p:nvSpPr>
          <p:spPr bwMode="auto">
            <a:xfrm>
              <a:off x="4466" y="2182"/>
              <a:ext cx="178" cy="101"/>
            </a:xfrm>
            <a:prstGeom prst="rect">
              <a:avLst/>
            </a:prstGeom>
            <a:solidFill>
              <a:srgbClr val="CC3300"/>
            </a:solidFill>
            <a:ln>
              <a:noFill/>
            </a:ln>
            <a:effectLst>
              <a:outerShdw dist="35921" dir="2700000" algn="ctr" rotWithShape="0">
                <a:srgbClr val="660033">
                  <a:alpha val="50000"/>
                </a:srgbClr>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38922" name="Rectangle 21">
              <a:extLst>
                <a:ext uri="{FF2B5EF4-FFF2-40B4-BE49-F238E27FC236}">
                  <a16:creationId xmlns:a16="http://schemas.microsoft.com/office/drawing/2014/main" id="{528CC37B-F975-E6D0-2EAB-E49E933C986A}"/>
                </a:ext>
              </a:extLst>
            </p:cNvPr>
            <p:cNvSpPr>
              <a:spLocks noChangeArrowheads="1"/>
            </p:cNvSpPr>
            <p:nvPr/>
          </p:nvSpPr>
          <p:spPr bwMode="auto">
            <a:xfrm>
              <a:off x="4681" y="2182"/>
              <a:ext cx="178" cy="101"/>
            </a:xfrm>
            <a:prstGeom prst="rect">
              <a:avLst/>
            </a:prstGeom>
            <a:solidFill>
              <a:srgbClr val="CC3300"/>
            </a:solidFill>
            <a:ln>
              <a:noFill/>
            </a:ln>
            <a:effectLst>
              <a:outerShdw dist="35921" dir="2700000" algn="ctr" rotWithShape="0">
                <a:srgbClr val="660033">
                  <a:alpha val="50000"/>
                </a:srgbClr>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38923" name="Rectangle 22">
              <a:extLst>
                <a:ext uri="{FF2B5EF4-FFF2-40B4-BE49-F238E27FC236}">
                  <a16:creationId xmlns:a16="http://schemas.microsoft.com/office/drawing/2014/main" id="{22F3285A-9BA7-DB2D-42C5-CAE382CBEAE9}"/>
                </a:ext>
              </a:extLst>
            </p:cNvPr>
            <p:cNvSpPr>
              <a:spLocks noChangeArrowheads="1"/>
            </p:cNvSpPr>
            <p:nvPr/>
          </p:nvSpPr>
          <p:spPr bwMode="auto">
            <a:xfrm>
              <a:off x="4250" y="2319"/>
              <a:ext cx="178" cy="101"/>
            </a:xfrm>
            <a:prstGeom prst="rect">
              <a:avLst/>
            </a:prstGeom>
            <a:solidFill>
              <a:srgbClr val="CC3300"/>
            </a:solidFill>
            <a:ln>
              <a:noFill/>
            </a:ln>
            <a:effectLst>
              <a:outerShdw dist="35921" dir="2700000" algn="ctr" rotWithShape="0">
                <a:srgbClr val="660033">
                  <a:alpha val="50000"/>
                </a:srgbClr>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38924" name="Rectangle 23">
              <a:extLst>
                <a:ext uri="{FF2B5EF4-FFF2-40B4-BE49-F238E27FC236}">
                  <a16:creationId xmlns:a16="http://schemas.microsoft.com/office/drawing/2014/main" id="{E0A66D65-B908-E4CB-A1C6-E0864BBD7484}"/>
                </a:ext>
              </a:extLst>
            </p:cNvPr>
            <p:cNvSpPr>
              <a:spLocks noChangeArrowheads="1"/>
            </p:cNvSpPr>
            <p:nvPr/>
          </p:nvSpPr>
          <p:spPr bwMode="auto">
            <a:xfrm>
              <a:off x="4467" y="2319"/>
              <a:ext cx="178" cy="101"/>
            </a:xfrm>
            <a:prstGeom prst="rect">
              <a:avLst/>
            </a:prstGeom>
            <a:solidFill>
              <a:srgbClr val="CC3300"/>
            </a:solidFill>
            <a:ln>
              <a:noFill/>
            </a:ln>
            <a:effectLst>
              <a:outerShdw dist="35921" dir="2700000" algn="ctr" rotWithShape="0">
                <a:srgbClr val="660033">
                  <a:alpha val="50000"/>
                </a:srgbClr>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38925" name="Rectangle 24">
              <a:extLst>
                <a:ext uri="{FF2B5EF4-FFF2-40B4-BE49-F238E27FC236}">
                  <a16:creationId xmlns:a16="http://schemas.microsoft.com/office/drawing/2014/main" id="{8C8CD47A-F04F-C0F3-85BE-EE02DDBCC068}"/>
                </a:ext>
              </a:extLst>
            </p:cNvPr>
            <p:cNvSpPr>
              <a:spLocks noChangeArrowheads="1"/>
            </p:cNvSpPr>
            <p:nvPr/>
          </p:nvSpPr>
          <p:spPr bwMode="auto">
            <a:xfrm>
              <a:off x="4682" y="2319"/>
              <a:ext cx="178" cy="101"/>
            </a:xfrm>
            <a:prstGeom prst="rect">
              <a:avLst/>
            </a:prstGeom>
            <a:solidFill>
              <a:srgbClr val="CC3300"/>
            </a:solidFill>
            <a:ln>
              <a:noFill/>
            </a:ln>
            <a:effectLst>
              <a:outerShdw dist="35921" dir="2700000" algn="ctr" rotWithShape="0">
                <a:srgbClr val="660033">
                  <a:alpha val="50000"/>
                </a:srgbClr>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grpSp>
      <p:grpSp>
        <p:nvGrpSpPr>
          <p:cNvPr id="38926" name="Group 25">
            <a:extLst>
              <a:ext uri="{FF2B5EF4-FFF2-40B4-BE49-F238E27FC236}">
                <a16:creationId xmlns:a16="http://schemas.microsoft.com/office/drawing/2014/main" id="{579DDE52-60E7-819C-D5D0-5F21EDC07C1C}"/>
              </a:ext>
            </a:extLst>
          </p:cNvPr>
          <p:cNvGrpSpPr>
            <a:grpSpLocks/>
          </p:cNvGrpSpPr>
          <p:nvPr/>
        </p:nvGrpSpPr>
        <p:grpSpPr bwMode="auto">
          <a:xfrm>
            <a:off x="4552797" y="3761559"/>
            <a:ext cx="2608263" cy="1149350"/>
            <a:chOff x="2904" y="2532"/>
            <a:chExt cx="1643" cy="724"/>
          </a:xfrm>
        </p:grpSpPr>
        <p:sp>
          <p:nvSpPr>
            <p:cNvPr id="38927" name="Rectangle 26">
              <a:extLst>
                <a:ext uri="{FF2B5EF4-FFF2-40B4-BE49-F238E27FC236}">
                  <a16:creationId xmlns:a16="http://schemas.microsoft.com/office/drawing/2014/main" id="{A3751D1F-C4A6-91F7-5915-655D960F71ED}"/>
                </a:ext>
              </a:extLst>
            </p:cNvPr>
            <p:cNvSpPr>
              <a:spLocks noChangeArrowheads="1"/>
            </p:cNvSpPr>
            <p:nvPr/>
          </p:nvSpPr>
          <p:spPr bwMode="auto">
            <a:xfrm>
              <a:off x="3284" y="3007"/>
              <a:ext cx="1046"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ctr">
                <a:lnSpc>
                  <a:spcPct val="120000"/>
                </a:lnSpc>
                <a:spcBef>
                  <a:spcPct val="60000"/>
                </a:spcBef>
                <a:defRPr/>
              </a:pPr>
              <a:r>
                <a:rPr lang="en-US" sz="1800" b="1" dirty="0">
                  <a:solidFill>
                    <a:srgbClr val="0000FF"/>
                  </a:solidFill>
                  <a:latin typeface="Cambria" panose="02040503050406030204" pitchFamily="18" charset="0"/>
                  <a:ea typeface="Cambria" panose="02040503050406030204" pitchFamily="18" charset="0"/>
                </a:rPr>
                <a:t>Query Results</a:t>
              </a:r>
            </a:p>
          </p:txBody>
        </p:sp>
        <p:sp>
          <p:nvSpPr>
            <p:cNvPr id="38928" name="Freeform 27">
              <a:extLst>
                <a:ext uri="{FF2B5EF4-FFF2-40B4-BE49-F238E27FC236}">
                  <a16:creationId xmlns:a16="http://schemas.microsoft.com/office/drawing/2014/main" id="{52E9B3FF-BAD7-793A-30B0-8F4A728839ED}"/>
                </a:ext>
              </a:extLst>
            </p:cNvPr>
            <p:cNvSpPr>
              <a:spLocks/>
            </p:cNvSpPr>
            <p:nvPr/>
          </p:nvSpPr>
          <p:spPr bwMode="auto">
            <a:xfrm>
              <a:off x="2904" y="2532"/>
              <a:ext cx="1643" cy="409"/>
            </a:xfrm>
            <a:custGeom>
              <a:avLst/>
              <a:gdLst>
                <a:gd name="T0" fmla="*/ 1642 w 1643"/>
                <a:gd name="T1" fmla="*/ 0 h 409"/>
                <a:gd name="T2" fmla="*/ 1642 w 1643"/>
                <a:gd name="T3" fmla="*/ 408 h 409"/>
                <a:gd name="T4" fmla="*/ 0 w 1643"/>
                <a:gd name="T5" fmla="*/ 408 h 409"/>
                <a:gd name="T6" fmla="*/ 0 60000 65536"/>
                <a:gd name="T7" fmla="*/ 0 60000 65536"/>
                <a:gd name="T8" fmla="*/ 0 60000 65536"/>
              </a:gdLst>
              <a:ahLst/>
              <a:cxnLst>
                <a:cxn ang="T6">
                  <a:pos x="T0" y="T1"/>
                </a:cxn>
                <a:cxn ang="T7">
                  <a:pos x="T2" y="T3"/>
                </a:cxn>
                <a:cxn ang="T8">
                  <a:pos x="T4" y="T5"/>
                </a:cxn>
              </a:cxnLst>
              <a:rect l="0" t="0" r="r" b="b"/>
              <a:pathLst>
                <a:path w="1643" h="409">
                  <a:moveTo>
                    <a:pt x="1642" y="0"/>
                  </a:moveTo>
                  <a:lnTo>
                    <a:pt x="1642" y="408"/>
                  </a:lnTo>
                  <a:lnTo>
                    <a:pt x="0" y="408"/>
                  </a:lnTo>
                </a:path>
              </a:pathLst>
            </a:custGeom>
            <a:noFill/>
            <a:ln w="50800" cap="rnd" cmpd="sng">
              <a:solidFill>
                <a:srgbClr val="FF3300"/>
              </a:solidFill>
              <a:prstDash val="solid"/>
              <a:round/>
              <a:headEnd type="none" w="sm" len="sm"/>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latin typeface="Cambria" panose="02040503050406030204" pitchFamily="18" charset="0"/>
                <a:ea typeface="Cambria" panose="02040503050406030204" pitchFamily="18" charset="0"/>
              </a:endParaRPr>
            </a:p>
          </p:txBody>
        </p:sp>
      </p:grpSp>
      <p:grpSp>
        <p:nvGrpSpPr>
          <p:cNvPr id="38929" name="Group 28">
            <a:extLst>
              <a:ext uri="{FF2B5EF4-FFF2-40B4-BE49-F238E27FC236}">
                <a16:creationId xmlns:a16="http://schemas.microsoft.com/office/drawing/2014/main" id="{3F68A940-8F3E-585F-047A-33C9BD671AE1}"/>
              </a:ext>
            </a:extLst>
          </p:cNvPr>
          <p:cNvGrpSpPr>
            <a:grpSpLocks/>
          </p:cNvGrpSpPr>
          <p:nvPr/>
        </p:nvGrpSpPr>
        <p:grpSpPr bwMode="auto">
          <a:xfrm>
            <a:off x="3803497" y="4055249"/>
            <a:ext cx="674688" cy="1128712"/>
            <a:chOff x="2432" y="2717"/>
            <a:chExt cx="425" cy="711"/>
          </a:xfrm>
        </p:grpSpPr>
        <p:sp>
          <p:nvSpPr>
            <p:cNvPr id="38930" name="Freeform 29">
              <a:extLst>
                <a:ext uri="{FF2B5EF4-FFF2-40B4-BE49-F238E27FC236}">
                  <a16:creationId xmlns:a16="http://schemas.microsoft.com/office/drawing/2014/main" id="{35F5A713-A2BF-9135-1203-4138776E9ADF}"/>
                </a:ext>
              </a:extLst>
            </p:cNvPr>
            <p:cNvSpPr>
              <a:spLocks/>
            </p:cNvSpPr>
            <p:nvPr/>
          </p:nvSpPr>
          <p:spPr bwMode="auto">
            <a:xfrm>
              <a:off x="2432" y="2717"/>
              <a:ext cx="362" cy="678"/>
            </a:xfrm>
            <a:custGeom>
              <a:avLst/>
              <a:gdLst>
                <a:gd name="T0" fmla="*/ 361 w 362"/>
                <a:gd name="T1" fmla="*/ 579 h 678"/>
                <a:gd name="T2" fmla="*/ 361 w 362"/>
                <a:gd name="T3" fmla="*/ 0 h 678"/>
                <a:gd name="T4" fmla="*/ 0 w 362"/>
                <a:gd name="T5" fmla="*/ 96 h 678"/>
                <a:gd name="T6" fmla="*/ 0 w 362"/>
                <a:gd name="T7" fmla="*/ 677 h 678"/>
                <a:gd name="T8" fmla="*/ 361 w 362"/>
                <a:gd name="T9" fmla="*/ 579 h 6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2" h="678">
                  <a:moveTo>
                    <a:pt x="361" y="579"/>
                  </a:moveTo>
                  <a:lnTo>
                    <a:pt x="361" y="0"/>
                  </a:lnTo>
                  <a:lnTo>
                    <a:pt x="0" y="96"/>
                  </a:lnTo>
                  <a:lnTo>
                    <a:pt x="0" y="677"/>
                  </a:lnTo>
                  <a:lnTo>
                    <a:pt x="361" y="579"/>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31" name="Freeform 30">
              <a:extLst>
                <a:ext uri="{FF2B5EF4-FFF2-40B4-BE49-F238E27FC236}">
                  <a16:creationId xmlns:a16="http://schemas.microsoft.com/office/drawing/2014/main" id="{844384C1-D32D-6BBC-497F-D32893566780}"/>
                </a:ext>
              </a:extLst>
            </p:cNvPr>
            <p:cNvSpPr>
              <a:spLocks/>
            </p:cNvSpPr>
            <p:nvPr/>
          </p:nvSpPr>
          <p:spPr bwMode="auto">
            <a:xfrm>
              <a:off x="2465" y="2733"/>
              <a:ext cx="362" cy="678"/>
            </a:xfrm>
            <a:custGeom>
              <a:avLst/>
              <a:gdLst>
                <a:gd name="T0" fmla="*/ 361 w 362"/>
                <a:gd name="T1" fmla="*/ 580 h 678"/>
                <a:gd name="T2" fmla="*/ 361 w 362"/>
                <a:gd name="T3" fmla="*/ 0 h 678"/>
                <a:gd name="T4" fmla="*/ 0 w 362"/>
                <a:gd name="T5" fmla="*/ 96 h 678"/>
                <a:gd name="T6" fmla="*/ 0 w 362"/>
                <a:gd name="T7" fmla="*/ 677 h 678"/>
                <a:gd name="T8" fmla="*/ 361 w 362"/>
                <a:gd name="T9" fmla="*/ 580 h 6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2" h="678">
                  <a:moveTo>
                    <a:pt x="361" y="580"/>
                  </a:moveTo>
                  <a:lnTo>
                    <a:pt x="361" y="0"/>
                  </a:lnTo>
                  <a:lnTo>
                    <a:pt x="0" y="96"/>
                  </a:lnTo>
                  <a:lnTo>
                    <a:pt x="0" y="677"/>
                  </a:lnTo>
                  <a:lnTo>
                    <a:pt x="361" y="580"/>
                  </a:lnTo>
                </a:path>
              </a:pathLst>
            </a:custGeom>
            <a:solidFill>
              <a:srgbClr val="777777"/>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grpSp>
          <p:nvGrpSpPr>
            <p:cNvPr id="38932" name="Group 31">
              <a:extLst>
                <a:ext uri="{FF2B5EF4-FFF2-40B4-BE49-F238E27FC236}">
                  <a16:creationId xmlns:a16="http://schemas.microsoft.com/office/drawing/2014/main" id="{69084EF0-846C-C02F-6772-5D77E9CE2C1B}"/>
                </a:ext>
              </a:extLst>
            </p:cNvPr>
            <p:cNvGrpSpPr>
              <a:grpSpLocks/>
            </p:cNvGrpSpPr>
            <p:nvPr/>
          </p:nvGrpSpPr>
          <p:grpSpPr bwMode="auto">
            <a:xfrm>
              <a:off x="2496" y="2750"/>
              <a:ext cx="361" cy="678"/>
              <a:chOff x="2496" y="2750"/>
              <a:chExt cx="361" cy="678"/>
            </a:xfrm>
          </p:grpSpPr>
          <p:sp>
            <p:nvSpPr>
              <p:cNvPr id="38933" name="Freeform 32">
                <a:extLst>
                  <a:ext uri="{FF2B5EF4-FFF2-40B4-BE49-F238E27FC236}">
                    <a16:creationId xmlns:a16="http://schemas.microsoft.com/office/drawing/2014/main" id="{830CD89F-9497-42FE-4D15-724BEB6ED87F}"/>
                  </a:ext>
                </a:extLst>
              </p:cNvPr>
              <p:cNvSpPr>
                <a:spLocks/>
              </p:cNvSpPr>
              <p:nvPr/>
            </p:nvSpPr>
            <p:spPr bwMode="auto">
              <a:xfrm>
                <a:off x="2496" y="2750"/>
                <a:ext cx="361" cy="678"/>
              </a:xfrm>
              <a:custGeom>
                <a:avLst/>
                <a:gdLst>
                  <a:gd name="T0" fmla="*/ 360 w 361"/>
                  <a:gd name="T1" fmla="*/ 579 h 678"/>
                  <a:gd name="T2" fmla="*/ 360 w 361"/>
                  <a:gd name="T3" fmla="*/ 0 h 678"/>
                  <a:gd name="T4" fmla="*/ 0 w 361"/>
                  <a:gd name="T5" fmla="*/ 96 h 678"/>
                  <a:gd name="T6" fmla="*/ 0 w 361"/>
                  <a:gd name="T7" fmla="*/ 677 h 678"/>
                  <a:gd name="T8" fmla="*/ 360 w 361"/>
                  <a:gd name="T9" fmla="*/ 579 h 6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1" h="678">
                    <a:moveTo>
                      <a:pt x="360" y="579"/>
                    </a:moveTo>
                    <a:lnTo>
                      <a:pt x="360" y="0"/>
                    </a:lnTo>
                    <a:lnTo>
                      <a:pt x="0" y="96"/>
                    </a:lnTo>
                    <a:lnTo>
                      <a:pt x="0" y="677"/>
                    </a:lnTo>
                    <a:lnTo>
                      <a:pt x="360" y="579"/>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34" name="Freeform 33">
                <a:extLst>
                  <a:ext uri="{FF2B5EF4-FFF2-40B4-BE49-F238E27FC236}">
                    <a16:creationId xmlns:a16="http://schemas.microsoft.com/office/drawing/2014/main" id="{B30AAFC1-A006-26E3-32E7-A05461502C97}"/>
                  </a:ext>
                </a:extLst>
              </p:cNvPr>
              <p:cNvSpPr>
                <a:spLocks/>
              </p:cNvSpPr>
              <p:nvPr/>
            </p:nvSpPr>
            <p:spPr bwMode="white">
              <a:xfrm>
                <a:off x="2517" y="2777"/>
                <a:ext cx="318" cy="622"/>
              </a:xfrm>
              <a:custGeom>
                <a:avLst/>
                <a:gdLst>
                  <a:gd name="T0" fmla="*/ 317 w 318"/>
                  <a:gd name="T1" fmla="*/ 538 h 622"/>
                  <a:gd name="T2" fmla="*/ 317 w 318"/>
                  <a:gd name="T3" fmla="*/ 0 h 622"/>
                  <a:gd name="T4" fmla="*/ 0 w 318"/>
                  <a:gd name="T5" fmla="*/ 82 h 622"/>
                  <a:gd name="T6" fmla="*/ 0 w 318"/>
                  <a:gd name="T7" fmla="*/ 621 h 622"/>
                  <a:gd name="T8" fmla="*/ 317 w 318"/>
                  <a:gd name="T9" fmla="*/ 538 h 6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8" h="622">
                    <a:moveTo>
                      <a:pt x="317" y="538"/>
                    </a:moveTo>
                    <a:lnTo>
                      <a:pt x="317" y="0"/>
                    </a:lnTo>
                    <a:lnTo>
                      <a:pt x="0" y="82"/>
                    </a:lnTo>
                    <a:lnTo>
                      <a:pt x="0" y="621"/>
                    </a:lnTo>
                    <a:lnTo>
                      <a:pt x="317" y="538"/>
                    </a:lnTo>
                  </a:path>
                </a:pathLst>
              </a:custGeom>
              <a:solidFill>
                <a:srgbClr val="EAEAEA"/>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35" name="Freeform 34">
                <a:extLst>
                  <a:ext uri="{FF2B5EF4-FFF2-40B4-BE49-F238E27FC236}">
                    <a16:creationId xmlns:a16="http://schemas.microsoft.com/office/drawing/2014/main" id="{65E06A14-5BDA-3F5D-D72B-0ADD3A4F861D}"/>
                  </a:ext>
                </a:extLst>
              </p:cNvPr>
              <p:cNvSpPr>
                <a:spLocks/>
              </p:cNvSpPr>
              <p:nvPr/>
            </p:nvSpPr>
            <p:spPr bwMode="auto">
              <a:xfrm>
                <a:off x="2545" y="2877"/>
                <a:ext cx="108" cy="57"/>
              </a:xfrm>
              <a:custGeom>
                <a:avLst/>
                <a:gdLst>
                  <a:gd name="T0" fmla="*/ 107 w 108"/>
                  <a:gd name="T1" fmla="*/ 27 h 57"/>
                  <a:gd name="T2" fmla="*/ 107 w 108"/>
                  <a:gd name="T3" fmla="*/ 0 h 57"/>
                  <a:gd name="T4" fmla="*/ 0 w 108"/>
                  <a:gd name="T5" fmla="*/ 29 h 57"/>
                  <a:gd name="T6" fmla="*/ 0 w 108"/>
                  <a:gd name="T7" fmla="*/ 56 h 57"/>
                  <a:gd name="T8" fmla="*/ 107 w 108"/>
                  <a:gd name="T9" fmla="*/ 27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7">
                    <a:moveTo>
                      <a:pt x="107" y="27"/>
                    </a:moveTo>
                    <a:lnTo>
                      <a:pt x="107" y="0"/>
                    </a:lnTo>
                    <a:lnTo>
                      <a:pt x="0" y="29"/>
                    </a:lnTo>
                    <a:lnTo>
                      <a:pt x="0" y="56"/>
                    </a:lnTo>
                    <a:lnTo>
                      <a:pt x="107" y="27"/>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36" name="Freeform 35">
                <a:extLst>
                  <a:ext uri="{FF2B5EF4-FFF2-40B4-BE49-F238E27FC236}">
                    <a16:creationId xmlns:a16="http://schemas.microsoft.com/office/drawing/2014/main" id="{A1294FCD-59C4-9323-6D05-E674A47EE7B4}"/>
                  </a:ext>
                </a:extLst>
              </p:cNvPr>
              <p:cNvSpPr>
                <a:spLocks/>
              </p:cNvSpPr>
              <p:nvPr/>
            </p:nvSpPr>
            <p:spPr bwMode="auto">
              <a:xfrm>
                <a:off x="2545" y="2946"/>
                <a:ext cx="108" cy="57"/>
              </a:xfrm>
              <a:custGeom>
                <a:avLst/>
                <a:gdLst>
                  <a:gd name="T0" fmla="*/ 107 w 108"/>
                  <a:gd name="T1" fmla="*/ 26 h 57"/>
                  <a:gd name="T2" fmla="*/ 107 w 108"/>
                  <a:gd name="T3" fmla="*/ 0 h 57"/>
                  <a:gd name="T4" fmla="*/ 0 w 108"/>
                  <a:gd name="T5" fmla="*/ 28 h 57"/>
                  <a:gd name="T6" fmla="*/ 0 w 108"/>
                  <a:gd name="T7" fmla="*/ 56 h 57"/>
                  <a:gd name="T8" fmla="*/ 107 w 108"/>
                  <a:gd name="T9" fmla="*/ 26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7">
                    <a:moveTo>
                      <a:pt x="107" y="26"/>
                    </a:moveTo>
                    <a:lnTo>
                      <a:pt x="107" y="0"/>
                    </a:lnTo>
                    <a:lnTo>
                      <a:pt x="0" y="28"/>
                    </a:lnTo>
                    <a:lnTo>
                      <a:pt x="0" y="56"/>
                    </a:lnTo>
                    <a:lnTo>
                      <a:pt x="107" y="26"/>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37" name="Freeform 36">
                <a:extLst>
                  <a:ext uri="{FF2B5EF4-FFF2-40B4-BE49-F238E27FC236}">
                    <a16:creationId xmlns:a16="http://schemas.microsoft.com/office/drawing/2014/main" id="{40136A4A-A6B7-9D77-7205-0F7DD03FA6D0}"/>
                  </a:ext>
                </a:extLst>
              </p:cNvPr>
              <p:cNvSpPr>
                <a:spLocks/>
              </p:cNvSpPr>
              <p:nvPr/>
            </p:nvSpPr>
            <p:spPr bwMode="auto">
              <a:xfrm>
                <a:off x="2545" y="3015"/>
                <a:ext cx="108" cy="56"/>
              </a:xfrm>
              <a:custGeom>
                <a:avLst/>
                <a:gdLst>
                  <a:gd name="T0" fmla="*/ 107 w 108"/>
                  <a:gd name="T1" fmla="*/ 27 h 56"/>
                  <a:gd name="T2" fmla="*/ 107 w 108"/>
                  <a:gd name="T3" fmla="*/ 0 h 56"/>
                  <a:gd name="T4" fmla="*/ 0 w 108"/>
                  <a:gd name="T5" fmla="*/ 28 h 56"/>
                  <a:gd name="T6" fmla="*/ 0 w 108"/>
                  <a:gd name="T7" fmla="*/ 55 h 56"/>
                  <a:gd name="T8" fmla="*/ 107 w 108"/>
                  <a:gd name="T9" fmla="*/ 27 h 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6">
                    <a:moveTo>
                      <a:pt x="107" y="27"/>
                    </a:moveTo>
                    <a:lnTo>
                      <a:pt x="107" y="0"/>
                    </a:lnTo>
                    <a:lnTo>
                      <a:pt x="0" y="28"/>
                    </a:lnTo>
                    <a:lnTo>
                      <a:pt x="0" y="55"/>
                    </a:lnTo>
                    <a:lnTo>
                      <a:pt x="107" y="27"/>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38" name="Freeform 37">
                <a:extLst>
                  <a:ext uri="{FF2B5EF4-FFF2-40B4-BE49-F238E27FC236}">
                    <a16:creationId xmlns:a16="http://schemas.microsoft.com/office/drawing/2014/main" id="{276AABF3-FDAF-87A6-C404-32F20510A0F5}"/>
                  </a:ext>
                </a:extLst>
              </p:cNvPr>
              <p:cNvSpPr>
                <a:spLocks/>
              </p:cNvSpPr>
              <p:nvPr/>
            </p:nvSpPr>
            <p:spPr bwMode="auto">
              <a:xfrm>
                <a:off x="2545" y="3084"/>
                <a:ext cx="108" cy="56"/>
              </a:xfrm>
              <a:custGeom>
                <a:avLst/>
                <a:gdLst>
                  <a:gd name="T0" fmla="*/ 107 w 108"/>
                  <a:gd name="T1" fmla="*/ 26 h 56"/>
                  <a:gd name="T2" fmla="*/ 107 w 108"/>
                  <a:gd name="T3" fmla="*/ 0 h 56"/>
                  <a:gd name="T4" fmla="*/ 0 w 108"/>
                  <a:gd name="T5" fmla="*/ 27 h 56"/>
                  <a:gd name="T6" fmla="*/ 0 w 108"/>
                  <a:gd name="T7" fmla="*/ 55 h 56"/>
                  <a:gd name="T8" fmla="*/ 107 w 108"/>
                  <a:gd name="T9" fmla="*/ 26 h 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6">
                    <a:moveTo>
                      <a:pt x="107" y="26"/>
                    </a:moveTo>
                    <a:lnTo>
                      <a:pt x="107" y="0"/>
                    </a:lnTo>
                    <a:lnTo>
                      <a:pt x="0" y="27"/>
                    </a:lnTo>
                    <a:lnTo>
                      <a:pt x="0" y="55"/>
                    </a:lnTo>
                    <a:lnTo>
                      <a:pt x="107" y="26"/>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39" name="Freeform 38">
                <a:extLst>
                  <a:ext uri="{FF2B5EF4-FFF2-40B4-BE49-F238E27FC236}">
                    <a16:creationId xmlns:a16="http://schemas.microsoft.com/office/drawing/2014/main" id="{027469BC-2DBD-5FE1-362B-F4D6B95A6980}"/>
                  </a:ext>
                </a:extLst>
              </p:cNvPr>
              <p:cNvSpPr>
                <a:spLocks/>
              </p:cNvSpPr>
              <p:nvPr/>
            </p:nvSpPr>
            <p:spPr bwMode="auto">
              <a:xfrm>
                <a:off x="2545" y="3152"/>
                <a:ext cx="108" cy="57"/>
              </a:xfrm>
              <a:custGeom>
                <a:avLst/>
                <a:gdLst>
                  <a:gd name="T0" fmla="*/ 107 w 108"/>
                  <a:gd name="T1" fmla="*/ 26 h 57"/>
                  <a:gd name="T2" fmla="*/ 107 w 108"/>
                  <a:gd name="T3" fmla="*/ 0 h 57"/>
                  <a:gd name="T4" fmla="*/ 0 w 108"/>
                  <a:gd name="T5" fmla="*/ 29 h 57"/>
                  <a:gd name="T6" fmla="*/ 0 w 108"/>
                  <a:gd name="T7" fmla="*/ 56 h 57"/>
                  <a:gd name="T8" fmla="*/ 107 w 108"/>
                  <a:gd name="T9" fmla="*/ 26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7">
                    <a:moveTo>
                      <a:pt x="107" y="26"/>
                    </a:moveTo>
                    <a:lnTo>
                      <a:pt x="107" y="0"/>
                    </a:lnTo>
                    <a:lnTo>
                      <a:pt x="0" y="29"/>
                    </a:lnTo>
                    <a:lnTo>
                      <a:pt x="0" y="56"/>
                    </a:lnTo>
                    <a:lnTo>
                      <a:pt x="107" y="26"/>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40" name="Freeform 39">
                <a:extLst>
                  <a:ext uri="{FF2B5EF4-FFF2-40B4-BE49-F238E27FC236}">
                    <a16:creationId xmlns:a16="http://schemas.microsoft.com/office/drawing/2014/main" id="{46ECD990-22F5-D4F1-249D-335D505C182F}"/>
                  </a:ext>
                </a:extLst>
              </p:cNvPr>
              <p:cNvSpPr>
                <a:spLocks/>
              </p:cNvSpPr>
              <p:nvPr/>
            </p:nvSpPr>
            <p:spPr bwMode="auto">
              <a:xfrm>
                <a:off x="2545" y="3221"/>
                <a:ext cx="108" cy="56"/>
              </a:xfrm>
              <a:custGeom>
                <a:avLst/>
                <a:gdLst>
                  <a:gd name="T0" fmla="*/ 107 w 108"/>
                  <a:gd name="T1" fmla="*/ 27 h 56"/>
                  <a:gd name="T2" fmla="*/ 107 w 108"/>
                  <a:gd name="T3" fmla="*/ 0 h 56"/>
                  <a:gd name="T4" fmla="*/ 0 w 108"/>
                  <a:gd name="T5" fmla="*/ 28 h 56"/>
                  <a:gd name="T6" fmla="*/ 0 w 108"/>
                  <a:gd name="T7" fmla="*/ 55 h 56"/>
                  <a:gd name="T8" fmla="*/ 107 w 108"/>
                  <a:gd name="T9" fmla="*/ 27 h 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6">
                    <a:moveTo>
                      <a:pt x="107" y="27"/>
                    </a:moveTo>
                    <a:lnTo>
                      <a:pt x="107" y="0"/>
                    </a:lnTo>
                    <a:lnTo>
                      <a:pt x="0" y="28"/>
                    </a:lnTo>
                    <a:lnTo>
                      <a:pt x="0" y="55"/>
                    </a:lnTo>
                    <a:lnTo>
                      <a:pt x="107" y="27"/>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41" name="Freeform 40">
                <a:extLst>
                  <a:ext uri="{FF2B5EF4-FFF2-40B4-BE49-F238E27FC236}">
                    <a16:creationId xmlns:a16="http://schemas.microsoft.com/office/drawing/2014/main" id="{8C6FF875-2596-FDB7-D0CF-570CAD6B273D}"/>
                  </a:ext>
                </a:extLst>
              </p:cNvPr>
              <p:cNvSpPr>
                <a:spLocks/>
              </p:cNvSpPr>
              <p:nvPr/>
            </p:nvSpPr>
            <p:spPr bwMode="auto">
              <a:xfrm>
                <a:off x="2545" y="3290"/>
                <a:ext cx="108" cy="56"/>
              </a:xfrm>
              <a:custGeom>
                <a:avLst/>
                <a:gdLst>
                  <a:gd name="T0" fmla="*/ 107 w 108"/>
                  <a:gd name="T1" fmla="*/ 26 h 56"/>
                  <a:gd name="T2" fmla="*/ 107 w 108"/>
                  <a:gd name="T3" fmla="*/ 0 h 56"/>
                  <a:gd name="T4" fmla="*/ 0 w 108"/>
                  <a:gd name="T5" fmla="*/ 27 h 56"/>
                  <a:gd name="T6" fmla="*/ 0 w 108"/>
                  <a:gd name="T7" fmla="*/ 55 h 56"/>
                  <a:gd name="T8" fmla="*/ 107 w 108"/>
                  <a:gd name="T9" fmla="*/ 26 h 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6">
                    <a:moveTo>
                      <a:pt x="107" y="26"/>
                    </a:moveTo>
                    <a:lnTo>
                      <a:pt x="107" y="0"/>
                    </a:lnTo>
                    <a:lnTo>
                      <a:pt x="0" y="27"/>
                    </a:lnTo>
                    <a:lnTo>
                      <a:pt x="0" y="55"/>
                    </a:lnTo>
                    <a:lnTo>
                      <a:pt x="107" y="26"/>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42" name="Freeform 41">
                <a:extLst>
                  <a:ext uri="{FF2B5EF4-FFF2-40B4-BE49-F238E27FC236}">
                    <a16:creationId xmlns:a16="http://schemas.microsoft.com/office/drawing/2014/main" id="{9958DF7A-DE3B-8AC7-E34D-CBBA474F7E6A}"/>
                  </a:ext>
                </a:extLst>
              </p:cNvPr>
              <p:cNvSpPr>
                <a:spLocks/>
              </p:cNvSpPr>
              <p:nvPr/>
            </p:nvSpPr>
            <p:spPr bwMode="auto">
              <a:xfrm>
                <a:off x="2697" y="2834"/>
                <a:ext cx="108" cy="56"/>
              </a:xfrm>
              <a:custGeom>
                <a:avLst/>
                <a:gdLst>
                  <a:gd name="T0" fmla="*/ 107 w 108"/>
                  <a:gd name="T1" fmla="*/ 26 h 56"/>
                  <a:gd name="T2" fmla="*/ 107 w 108"/>
                  <a:gd name="T3" fmla="*/ 0 h 56"/>
                  <a:gd name="T4" fmla="*/ 0 w 108"/>
                  <a:gd name="T5" fmla="*/ 27 h 56"/>
                  <a:gd name="T6" fmla="*/ 0 w 108"/>
                  <a:gd name="T7" fmla="*/ 55 h 56"/>
                  <a:gd name="T8" fmla="*/ 107 w 108"/>
                  <a:gd name="T9" fmla="*/ 26 h 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6">
                    <a:moveTo>
                      <a:pt x="107" y="26"/>
                    </a:moveTo>
                    <a:lnTo>
                      <a:pt x="107" y="0"/>
                    </a:lnTo>
                    <a:lnTo>
                      <a:pt x="0" y="27"/>
                    </a:lnTo>
                    <a:lnTo>
                      <a:pt x="0" y="55"/>
                    </a:lnTo>
                    <a:lnTo>
                      <a:pt x="107" y="26"/>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43" name="Freeform 42">
                <a:extLst>
                  <a:ext uri="{FF2B5EF4-FFF2-40B4-BE49-F238E27FC236}">
                    <a16:creationId xmlns:a16="http://schemas.microsoft.com/office/drawing/2014/main" id="{E34C1452-CC05-3B36-7E7B-A2BF183C9E9F}"/>
                  </a:ext>
                </a:extLst>
              </p:cNvPr>
              <p:cNvSpPr>
                <a:spLocks/>
              </p:cNvSpPr>
              <p:nvPr/>
            </p:nvSpPr>
            <p:spPr bwMode="auto">
              <a:xfrm>
                <a:off x="2697" y="2902"/>
                <a:ext cx="108" cy="57"/>
              </a:xfrm>
              <a:custGeom>
                <a:avLst/>
                <a:gdLst>
                  <a:gd name="T0" fmla="*/ 107 w 108"/>
                  <a:gd name="T1" fmla="*/ 27 h 57"/>
                  <a:gd name="T2" fmla="*/ 107 w 108"/>
                  <a:gd name="T3" fmla="*/ 0 h 57"/>
                  <a:gd name="T4" fmla="*/ 0 w 108"/>
                  <a:gd name="T5" fmla="*/ 29 h 57"/>
                  <a:gd name="T6" fmla="*/ 0 w 108"/>
                  <a:gd name="T7" fmla="*/ 56 h 57"/>
                  <a:gd name="T8" fmla="*/ 107 w 108"/>
                  <a:gd name="T9" fmla="*/ 27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7">
                    <a:moveTo>
                      <a:pt x="107" y="27"/>
                    </a:moveTo>
                    <a:lnTo>
                      <a:pt x="107" y="0"/>
                    </a:lnTo>
                    <a:lnTo>
                      <a:pt x="0" y="29"/>
                    </a:lnTo>
                    <a:lnTo>
                      <a:pt x="0" y="56"/>
                    </a:lnTo>
                    <a:lnTo>
                      <a:pt x="107" y="27"/>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44" name="Freeform 43">
                <a:extLst>
                  <a:ext uri="{FF2B5EF4-FFF2-40B4-BE49-F238E27FC236}">
                    <a16:creationId xmlns:a16="http://schemas.microsoft.com/office/drawing/2014/main" id="{C9DA1384-2781-6E4C-2071-5057C533F4C8}"/>
                  </a:ext>
                </a:extLst>
              </p:cNvPr>
              <p:cNvSpPr>
                <a:spLocks/>
              </p:cNvSpPr>
              <p:nvPr/>
            </p:nvSpPr>
            <p:spPr bwMode="auto">
              <a:xfrm>
                <a:off x="2697" y="2971"/>
                <a:ext cx="108" cy="57"/>
              </a:xfrm>
              <a:custGeom>
                <a:avLst/>
                <a:gdLst>
                  <a:gd name="T0" fmla="*/ 107 w 108"/>
                  <a:gd name="T1" fmla="*/ 26 h 57"/>
                  <a:gd name="T2" fmla="*/ 107 w 108"/>
                  <a:gd name="T3" fmla="*/ 0 h 57"/>
                  <a:gd name="T4" fmla="*/ 0 w 108"/>
                  <a:gd name="T5" fmla="*/ 28 h 57"/>
                  <a:gd name="T6" fmla="*/ 0 w 108"/>
                  <a:gd name="T7" fmla="*/ 56 h 57"/>
                  <a:gd name="T8" fmla="*/ 107 w 108"/>
                  <a:gd name="T9" fmla="*/ 26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7">
                    <a:moveTo>
                      <a:pt x="107" y="26"/>
                    </a:moveTo>
                    <a:lnTo>
                      <a:pt x="107" y="0"/>
                    </a:lnTo>
                    <a:lnTo>
                      <a:pt x="0" y="28"/>
                    </a:lnTo>
                    <a:lnTo>
                      <a:pt x="0" y="56"/>
                    </a:lnTo>
                    <a:lnTo>
                      <a:pt x="107" y="26"/>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45" name="Freeform 44">
                <a:extLst>
                  <a:ext uri="{FF2B5EF4-FFF2-40B4-BE49-F238E27FC236}">
                    <a16:creationId xmlns:a16="http://schemas.microsoft.com/office/drawing/2014/main" id="{B5FF8201-EF8F-9372-9C7C-1199BEB1D55F}"/>
                  </a:ext>
                </a:extLst>
              </p:cNvPr>
              <p:cNvSpPr>
                <a:spLocks/>
              </p:cNvSpPr>
              <p:nvPr/>
            </p:nvSpPr>
            <p:spPr bwMode="auto">
              <a:xfrm>
                <a:off x="2697" y="3040"/>
                <a:ext cx="108" cy="56"/>
              </a:xfrm>
              <a:custGeom>
                <a:avLst/>
                <a:gdLst>
                  <a:gd name="T0" fmla="*/ 107 w 108"/>
                  <a:gd name="T1" fmla="*/ 26 h 56"/>
                  <a:gd name="T2" fmla="*/ 107 w 108"/>
                  <a:gd name="T3" fmla="*/ 0 h 56"/>
                  <a:gd name="T4" fmla="*/ 0 w 108"/>
                  <a:gd name="T5" fmla="*/ 28 h 56"/>
                  <a:gd name="T6" fmla="*/ 0 w 108"/>
                  <a:gd name="T7" fmla="*/ 55 h 56"/>
                  <a:gd name="T8" fmla="*/ 107 w 108"/>
                  <a:gd name="T9" fmla="*/ 26 h 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6">
                    <a:moveTo>
                      <a:pt x="107" y="26"/>
                    </a:moveTo>
                    <a:lnTo>
                      <a:pt x="107" y="0"/>
                    </a:lnTo>
                    <a:lnTo>
                      <a:pt x="0" y="28"/>
                    </a:lnTo>
                    <a:lnTo>
                      <a:pt x="0" y="55"/>
                    </a:lnTo>
                    <a:lnTo>
                      <a:pt x="107" y="26"/>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46" name="Freeform 45">
                <a:extLst>
                  <a:ext uri="{FF2B5EF4-FFF2-40B4-BE49-F238E27FC236}">
                    <a16:creationId xmlns:a16="http://schemas.microsoft.com/office/drawing/2014/main" id="{D6261370-1D72-DE61-348E-37A3F39B303C}"/>
                  </a:ext>
                </a:extLst>
              </p:cNvPr>
              <p:cNvSpPr>
                <a:spLocks/>
              </p:cNvSpPr>
              <p:nvPr/>
            </p:nvSpPr>
            <p:spPr bwMode="auto">
              <a:xfrm>
                <a:off x="2697" y="3108"/>
                <a:ext cx="108" cy="56"/>
              </a:xfrm>
              <a:custGeom>
                <a:avLst/>
                <a:gdLst>
                  <a:gd name="T0" fmla="*/ 107 w 108"/>
                  <a:gd name="T1" fmla="*/ 27 h 56"/>
                  <a:gd name="T2" fmla="*/ 107 w 108"/>
                  <a:gd name="T3" fmla="*/ 0 h 56"/>
                  <a:gd name="T4" fmla="*/ 0 w 108"/>
                  <a:gd name="T5" fmla="*/ 28 h 56"/>
                  <a:gd name="T6" fmla="*/ 0 w 108"/>
                  <a:gd name="T7" fmla="*/ 55 h 56"/>
                  <a:gd name="T8" fmla="*/ 107 w 108"/>
                  <a:gd name="T9" fmla="*/ 27 h 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6">
                    <a:moveTo>
                      <a:pt x="107" y="27"/>
                    </a:moveTo>
                    <a:lnTo>
                      <a:pt x="107" y="0"/>
                    </a:lnTo>
                    <a:lnTo>
                      <a:pt x="0" y="28"/>
                    </a:lnTo>
                    <a:lnTo>
                      <a:pt x="0" y="55"/>
                    </a:lnTo>
                    <a:lnTo>
                      <a:pt x="107" y="27"/>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47" name="Freeform 46">
                <a:extLst>
                  <a:ext uri="{FF2B5EF4-FFF2-40B4-BE49-F238E27FC236}">
                    <a16:creationId xmlns:a16="http://schemas.microsoft.com/office/drawing/2014/main" id="{FCBCD87C-F96E-85FB-09A3-91B38E80F368}"/>
                  </a:ext>
                </a:extLst>
              </p:cNvPr>
              <p:cNvSpPr>
                <a:spLocks/>
              </p:cNvSpPr>
              <p:nvPr/>
            </p:nvSpPr>
            <p:spPr bwMode="auto">
              <a:xfrm>
                <a:off x="2697" y="3177"/>
                <a:ext cx="108" cy="57"/>
              </a:xfrm>
              <a:custGeom>
                <a:avLst/>
                <a:gdLst>
                  <a:gd name="T0" fmla="*/ 107 w 108"/>
                  <a:gd name="T1" fmla="*/ 26 h 57"/>
                  <a:gd name="T2" fmla="*/ 107 w 108"/>
                  <a:gd name="T3" fmla="*/ 0 h 57"/>
                  <a:gd name="T4" fmla="*/ 0 w 108"/>
                  <a:gd name="T5" fmla="*/ 28 h 57"/>
                  <a:gd name="T6" fmla="*/ 0 w 108"/>
                  <a:gd name="T7" fmla="*/ 56 h 57"/>
                  <a:gd name="T8" fmla="*/ 107 w 108"/>
                  <a:gd name="T9" fmla="*/ 26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7">
                    <a:moveTo>
                      <a:pt x="107" y="26"/>
                    </a:moveTo>
                    <a:lnTo>
                      <a:pt x="107" y="0"/>
                    </a:lnTo>
                    <a:lnTo>
                      <a:pt x="0" y="28"/>
                    </a:lnTo>
                    <a:lnTo>
                      <a:pt x="0" y="56"/>
                    </a:lnTo>
                    <a:lnTo>
                      <a:pt x="107" y="26"/>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48" name="Freeform 47">
                <a:extLst>
                  <a:ext uri="{FF2B5EF4-FFF2-40B4-BE49-F238E27FC236}">
                    <a16:creationId xmlns:a16="http://schemas.microsoft.com/office/drawing/2014/main" id="{BC7B61BA-8347-84BA-91AE-9C6F80628D45}"/>
                  </a:ext>
                </a:extLst>
              </p:cNvPr>
              <p:cNvSpPr>
                <a:spLocks/>
              </p:cNvSpPr>
              <p:nvPr/>
            </p:nvSpPr>
            <p:spPr bwMode="auto">
              <a:xfrm>
                <a:off x="2697" y="3246"/>
                <a:ext cx="108" cy="56"/>
              </a:xfrm>
              <a:custGeom>
                <a:avLst/>
                <a:gdLst>
                  <a:gd name="T0" fmla="*/ 107 w 108"/>
                  <a:gd name="T1" fmla="*/ 27 h 56"/>
                  <a:gd name="T2" fmla="*/ 107 w 108"/>
                  <a:gd name="T3" fmla="*/ 0 h 56"/>
                  <a:gd name="T4" fmla="*/ 0 w 108"/>
                  <a:gd name="T5" fmla="*/ 28 h 56"/>
                  <a:gd name="T6" fmla="*/ 0 w 108"/>
                  <a:gd name="T7" fmla="*/ 55 h 56"/>
                  <a:gd name="T8" fmla="*/ 107 w 108"/>
                  <a:gd name="T9" fmla="*/ 27 h 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6">
                    <a:moveTo>
                      <a:pt x="107" y="27"/>
                    </a:moveTo>
                    <a:lnTo>
                      <a:pt x="107" y="0"/>
                    </a:lnTo>
                    <a:lnTo>
                      <a:pt x="0" y="28"/>
                    </a:lnTo>
                    <a:lnTo>
                      <a:pt x="0" y="55"/>
                    </a:lnTo>
                    <a:lnTo>
                      <a:pt x="107" y="27"/>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grpSp>
      </p:grpSp>
      <p:grpSp>
        <p:nvGrpSpPr>
          <p:cNvPr id="38949" name="Group 48">
            <a:extLst>
              <a:ext uri="{FF2B5EF4-FFF2-40B4-BE49-F238E27FC236}">
                <a16:creationId xmlns:a16="http://schemas.microsoft.com/office/drawing/2014/main" id="{BA657190-1025-D25A-06FA-BF1EE14F646F}"/>
              </a:ext>
            </a:extLst>
          </p:cNvPr>
          <p:cNvGrpSpPr>
            <a:grpSpLocks/>
          </p:cNvGrpSpPr>
          <p:nvPr/>
        </p:nvGrpSpPr>
        <p:grpSpPr bwMode="auto">
          <a:xfrm>
            <a:off x="1520672" y="3532961"/>
            <a:ext cx="2214563" cy="1668463"/>
            <a:chOff x="994" y="2388"/>
            <a:chExt cx="1395" cy="1051"/>
          </a:xfrm>
        </p:grpSpPr>
        <p:sp>
          <p:nvSpPr>
            <p:cNvPr id="38950" name="Rectangle 49">
              <a:extLst>
                <a:ext uri="{FF2B5EF4-FFF2-40B4-BE49-F238E27FC236}">
                  <a16:creationId xmlns:a16="http://schemas.microsoft.com/office/drawing/2014/main" id="{1BC21D01-990E-7CF7-1213-4A5CAFB0DD55}"/>
                </a:ext>
              </a:extLst>
            </p:cNvPr>
            <p:cNvSpPr>
              <a:spLocks noChangeArrowheads="1"/>
            </p:cNvSpPr>
            <p:nvPr/>
          </p:nvSpPr>
          <p:spPr bwMode="auto">
            <a:xfrm>
              <a:off x="1155" y="3031"/>
              <a:ext cx="845" cy="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ctr">
                <a:defRPr/>
              </a:pPr>
              <a:r>
                <a:rPr lang="en-US" sz="1800" dirty="0">
                  <a:solidFill>
                    <a:srgbClr val="0000FF"/>
                  </a:solidFill>
                  <a:latin typeface="Cambria" panose="02040503050406030204" pitchFamily="18" charset="0"/>
                  <a:ea typeface="Cambria" panose="02040503050406030204" pitchFamily="18" charset="0"/>
                </a:rPr>
                <a:t>SQL*Plus</a:t>
              </a:r>
            </a:p>
            <a:p>
              <a:pPr algn="ctr">
                <a:defRPr/>
              </a:pPr>
              <a:r>
                <a:rPr lang="en-US" sz="1800" dirty="0">
                  <a:solidFill>
                    <a:srgbClr val="0000FF"/>
                  </a:solidFill>
                  <a:latin typeface="Cambria" panose="02040503050406030204" pitchFamily="18" charset="0"/>
                  <a:ea typeface="Cambria" panose="02040503050406030204" pitchFamily="18" charset="0"/>
                </a:rPr>
                <a:t> Commands</a:t>
              </a:r>
            </a:p>
          </p:txBody>
        </p:sp>
        <p:sp>
          <p:nvSpPr>
            <p:cNvPr id="38951" name="Freeform 50">
              <a:extLst>
                <a:ext uri="{FF2B5EF4-FFF2-40B4-BE49-F238E27FC236}">
                  <a16:creationId xmlns:a16="http://schemas.microsoft.com/office/drawing/2014/main" id="{B9E2BAB4-5C3F-777A-8022-CB91C8F28DE3}"/>
                </a:ext>
              </a:extLst>
            </p:cNvPr>
            <p:cNvSpPr>
              <a:spLocks/>
            </p:cNvSpPr>
            <p:nvPr/>
          </p:nvSpPr>
          <p:spPr bwMode="auto">
            <a:xfrm>
              <a:off x="994" y="2388"/>
              <a:ext cx="1395" cy="553"/>
            </a:xfrm>
            <a:custGeom>
              <a:avLst/>
              <a:gdLst>
                <a:gd name="T0" fmla="*/ 0 w 1395"/>
                <a:gd name="T1" fmla="*/ 0 h 553"/>
                <a:gd name="T2" fmla="*/ 0 w 1395"/>
                <a:gd name="T3" fmla="*/ 552 h 553"/>
                <a:gd name="T4" fmla="*/ 1394 w 1395"/>
                <a:gd name="T5" fmla="*/ 552 h 553"/>
                <a:gd name="T6" fmla="*/ 0 60000 65536"/>
                <a:gd name="T7" fmla="*/ 0 60000 65536"/>
                <a:gd name="T8" fmla="*/ 0 60000 65536"/>
              </a:gdLst>
              <a:ahLst/>
              <a:cxnLst>
                <a:cxn ang="T6">
                  <a:pos x="T0" y="T1"/>
                </a:cxn>
                <a:cxn ang="T7">
                  <a:pos x="T2" y="T3"/>
                </a:cxn>
                <a:cxn ang="T8">
                  <a:pos x="T4" y="T5"/>
                </a:cxn>
              </a:cxnLst>
              <a:rect l="0" t="0" r="r" b="b"/>
              <a:pathLst>
                <a:path w="1395" h="553">
                  <a:moveTo>
                    <a:pt x="0" y="0"/>
                  </a:moveTo>
                  <a:lnTo>
                    <a:pt x="0" y="552"/>
                  </a:lnTo>
                  <a:lnTo>
                    <a:pt x="1394" y="552"/>
                  </a:lnTo>
                </a:path>
              </a:pathLst>
            </a:custGeom>
            <a:noFill/>
            <a:ln w="50800" cap="rnd" cmpd="sng">
              <a:solidFill>
                <a:srgbClr val="FF3300"/>
              </a:solidFill>
              <a:prstDash val="solid"/>
              <a:round/>
              <a:headEnd type="none" w="sm" len="sm"/>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grpSp>
      <p:grpSp>
        <p:nvGrpSpPr>
          <p:cNvPr id="38952" name="Group 51">
            <a:extLst>
              <a:ext uri="{FF2B5EF4-FFF2-40B4-BE49-F238E27FC236}">
                <a16:creationId xmlns:a16="http://schemas.microsoft.com/office/drawing/2014/main" id="{40CAB43D-8B22-D7E3-9C1C-53CE9A533D40}"/>
              </a:ext>
            </a:extLst>
          </p:cNvPr>
          <p:cNvGrpSpPr>
            <a:grpSpLocks/>
          </p:cNvGrpSpPr>
          <p:nvPr/>
        </p:nvGrpSpPr>
        <p:grpSpPr bwMode="auto">
          <a:xfrm>
            <a:off x="4213072" y="4850586"/>
            <a:ext cx="674688" cy="1128713"/>
            <a:chOff x="2690" y="3218"/>
            <a:chExt cx="425" cy="711"/>
          </a:xfrm>
        </p:grpSpPr>
        <p:sp>
          <p:nvSpPr>
            <p:cNvPr id="38953" name="Freeform 52">
              <a:extLst>
                <a:ext uri="{FF2B5EF4-FFF2-40B4-BE49-F238E27FC236}">
                  <a16:creationId xmlns:a16="http://schemas.microsoft.com/office/drawing/2014/main" id="{24758400-3033-C36B-C153-9440E48496C7}"/>
                </a:ext>
              </a:extLst>
            </p:cNvPr>
            <p:cNvSpPr>
              <a:spLocks/>
            </p:cNvSpPr>
            <p:nvPr/>
          </p:nvSpPr>
          <p:spPr bwMode="hidden">
            <a:xfrm>
              <a:off x="2690" y="3218"/>
              <a:ext cx="362" cy="678"/>
            </a:xfrm>
            <a:custGeom>
              <a:avLst/>
              <a:gdLst>
                <a:gd name="T0" fmla="*/ 361 w 362"/>
                <a:gd name="T1" fmla="*/ 579 h 678"/>
                <a:gd name="T2" fmla="*/ 361 w 362"/>
                <a:gd name="T3" fmla="*/ 0 h 678"/>
                <a:gd name="T4" fmla="*/ 0 w 362"/>
                <a:gd name="T5" fmla="*/ 96 h 678"/>
                <a:gd name="T6" fmla="*/ 0 w 362"/>
                <a:gd name="T7" fmla="*/ 677 h 678"/>
                <a:gd name="T8" fmla="*/ 361 w 362"/>
                <a:gd name="T9" fmla="*/ 579 h 6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2" h="678">
                  <a:moveTo>
                    <a:pt x="361" y="579"/>
                  </a:moveTo>
                  <a:lnTo>
                    <a:pt x="361" y="0"/>
                  </a:lnTo>
                  <a:lnTo>
                    <a:pt x="0" y="96"/>
                  </a:lnTo>
                  <a:lnTo>
                    <a:pt x="0" y="677"/>
                  </a:lnTo>
                  <a:lnTo>
                    <a:pt x="361" y="579"/>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54" name="Freeform 53">
              <a:extLst>
                <a:ext uri="{FF2B5EF4-FFF2-40B4-BE49-F238E27FC236}">
                  <a16:creationId xmlns:a16="http://schemas.microsoft.com/office/drawing/2014/main" id="{FE4EB715-783E-69CC-29F2-E4EBCAA8037D}"/>
                </a:ext>
              </a:extLst>
            </p:cNvPr>
            <p:cNvSpPr>
              <a:spLocks/>
            </p:cNvSpPr>
            <p:nvPr/>
          </p:nvSpPr>
          <p:spPr bwMode="hidden">
            <a:xfrm>
              <a:off x="2723" y="3234"/>
              <a:ext cx="362" cy="678"/>
            </a:xfrm>
            <a:custGeom>
              <a:avLst/>
              <a:gdLst>
                <a:gd name="T0" fmla="*/ 361 w 362"/>
                <a:gd name="T1" fmla="*/ 580 h 678"/>
                <a:gd name="T2" fmla="*/ 361 w 362"/>
                <a:gd name="T3" fmla="*/ 0 h 678"/>
                <a:gd name="T4" fmla="*/ 0 w 362"/>
                <a:gd name="T5" fmla="*/ 96 h 678"/>
                <a:gd name="T6" fmla="*/ 0 w 362"/>
                <a:gd name="T7" fmla="*/ 677 h 678"/>
                <a:gd name="T8" fmla="*/ 361 w 362"/>
                <a:gd name="T9" fmla="*/ 580 h 6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2" h="678">
                  <a:moveTo>
                    <a:pt x="361" y="580"/>
                  </a:moveTo>
                  <a:lnTo>
                    <a:pt x="361" y="0"/>
                  </a:lnTo>
                  <a:lnTo>
                    <a:pt x="0" y="96"/>
                  </a:lnTo>
                  <a:lnTo>
                    <a:pt x="0" y="677"/>
                  </a:lnTo>
                  <a:lnTo>
                    <a:pt x="361" y="580"/>
                  </a:lnTo>
                </a:path>
              </a:pathLst>
            </a:custGeom>
            <a:solidFill>
              <a:srgbClr val="777777"/>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grpSp>
          <p:nvGrpSpPr>
            <p:cNvPr id="38955" name="Group 54">
              <a:extLst>
                <a:ext uri="{FF2B5EF4-FFF2-40B4-BE49-F238E27FC236}">
                  <a16:creationId xmlns:a16="http://schemas.microsoft.com/office/drawing/2014/main" id="{1BC7157A-3FB6-0BBB-BE67-7E1028CF0437}"/>
                </a:ext>
              </a:extLst>
            </p:cNvPr>
            <p:cNvGrpSpPr>
              <a:grpSpLocks/>
            </p:cNvGrpSpPr>
            <p:nvPr/>
          </p:nvGrpSpPr>
          <p:grpSpPr bwMode="auto">
            <a:xfrm>
              <a:off x="2754" y="3251"/>
              <a:ext cx="361" cy="678"/>
              <a:chOff x="2754" y="3251"/>
              <a:chExt cx="361" cy="678"/>
            </a:xfrm>
          </p:grpSpPr>
          <p:sp>
            <p:nvSpPr>
              <p:cNvPr id="38956" name="Freeform 55">
                <a:extLst>
                  <a:ext uri="{FF2B5EF4-FFF2-40B4-BE49-F238E27FC236}">
                    <a16:creationId xmlns:a16="http://schemas.microsoft.com/office/drawing/2014/main" id="{AD6EF155-7251-1011-7B55-0349D9CBB78C}"/>
                  </a:ext>
                </a:extLst>
              </p:cNvPr>
              <p:cNvSpPr>
                <a:spLocks/>
              </p:cNvSpPr>
              <p:nvPr/>
            </p:nvSpPr>
            <p:spPr bwMode="hidden">
              <a:xfrm>
                <a:off x="2754" y="3251"/>
                <a:ext cx="361" cy="678"/>
              </a:xfrm>
              <a:custGeom>
                <a:avLst/>
                <a:gdLst>
                  <a:gd name="T0" fmla="*/ 360 w 361"/>
                  <a:gd name="T1" fmla="*/ 579 h 678"/>
                  <a:gd name="T2" fmla="*/ 360 w 361"/>
                  <a:gd name="T3" fmla="*/ 0 h 678"/>
                  <a:gd name="T4" fmla="*/ 0 w 361"/>
                  <a:gd name="T5" fmla="*/ 96 h 678"/>
                  <a:gd name="T6" fmla="*/ 0 w 361"/>
                  <a:gd name="T7" fmla="*/ 677 h 678"/>
                  <a:gd name="T8" fmla="*/ 360 w 361"/>
                  <a:gd name="T9" fmla="*/ 579 h 6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1" h="678">
                    <a:moveTo>
                      <a:pt x="360" y="579"/>
                    </a:moveTo>
                    <a:lnTo>
                      <a:pt x="360" y="0"/>
                    </a:lnTo>
                    <a:lnTo>
                      <a:pt x="0" y="96"/>
                    </a:lnTo>
                    <a:lnTo>
                      <a:pt x="0" y="677"/>
                    </a:lnTo>
                    <a:lnTo>
                      <a:pt x="360" y="579"/>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57" name="Freeform 56">
                <a:extLst>
                  <a:ext uri="{FF2B5EF4-FFF2-40B4-BE49-F238E27FC236}">
                    <a16:creationId xmlns:a16="http://schemas.microsoft.com/office/drawing/2014/main" id="{6C4EFE82-3A3C-D305-FE04-65A02512BBFE}"/>
                  </a:ext>
                </a:extLst>
              </p:cNvPr>
              <p:cNvSpPr>
                <a:spLocks/>
              </p:cNvSpPr>
              <p:nvPr/>
            </p:nvSpPr>
            <p:spPr bwMode="hidden">
              <a:xfrm>
                <a:off x="2775" y="3279"/>
                <a:ext cx="319" cy="622"/>
              </a:xfrm>
              <a:custGeom>
                <a:avLst/>
                <a:gdLst>
                  <a:gd name="T0" fmla="*/ 318 w 319"/>
                  <a:gd name="T1" fmla="*/ 538 h 622"/>
                  <a:gd name="T2" fmla="*/ 318 w 319"/>
                  <a:gd name="T3" fmla="*/ 0 h 622"/>
                  <a:gd name="T4" fmla="*/ 0 w 319"/>
                  <a:gd name="T5" fmla="*/ 82 h 622"/>
                  <a:gd name="T6" fmla="*/ 0 w 319"/>
                  <a:gd name="T7" fmla="*/ 621 h 622"/>
                  <a:gd name="T8" fmla="*/ 318 w 319"/>
                  <a:gd name="T9" fmla="*/ 538 h 6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9" h="622">
                    <a:moveTo>
                      <a:pt x="318" y="538"/>
                    </a:moveTo>
                    <a:lnTo>
                      <a:pt x="318" y="0"/>
                    </a:lnTo>
                    <a:lnTo>
                      <a:pt x="0" y="82"/>
                    </a:lnTo>
                    <a:lnTo>
                      <a:pt x="0" y="621"/>
                    </a:lnTo>
                    <a:lnTo>
                      <a:pt x="318" y="538"/>
                    </a:lnTo>
                  </a:path>
                </a:pathLst>
              </a:custGeom>
              <a:solidFill>
                <a:srgbClr val="EAEAEA"/>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58" name="Freeform 57">
                <a:extLst>
                  <a:ext uri="{FF2B5EF4-FFF2-40B4-BE49-F238E27FC236}">
                    <a16:creationId xmlns:a16="http://schemas.microsoft.com/office/drawing/2014/main" id="{FD1A1E3A-57B9-CB97-75FF-44BF2640C706}"/>
                  </a:ext>
                </a:extLst>
              </p:cNvPr>
              <p:cNvSpPr>
                <a:spLocks/>
              </p:cNvSpPr>
              <p:nvPr/>
            </p:nvSpPr>
            <p:spPr bwMode="hidden">
              <a:xfrm>
                <a:off x="2804" y="3378"/>
                <a:ext cx="108" cy="57"/>
              </a:xfrm>
              <a:custGeom>
                <a:avLst/>
                <a:gdLst>
                  <a:gd name="T0" fmla="*/ 107 w 108"/>
                  <a:gd name="T1" fmla="*/ 27 h 57"/>
                  <a:gd name="T2" fmla="*/ 107 w 108"/>
                  <a:gd name="T3" fmla="*/ 0 h 57"/>
                  <a:gd name="T4" fmla="*/ 0 w 108"/>
                  <a:gd name="T5" fmla="*/ 29 h 57"/>
                  <a:gd name="T6" fmla="*/ 0 w 108"/>
                  <a:gd name="T7" fmla="*/ 56 h 57"/>
                  <a:gd name="T8" fmla="*/ 107 w 108"/>
                  <a:gd name="T9" fmla="*/ 27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7">
                    <a:moveTo>
                      <a:pt x="107" y="27"/>
                    </a:moveTo>
                    <a:lnTo>
                      <a:pt x="107" y="0"/>
                    </a:lnTo>
                    <a:lnTo>
                      <a:pt x="0" y="29"/>
                    </a:lnTo>
                    <a:lnTo>
                      <a:pt x="0" y="56"/>
                    </a:lnTo>
                    <a:lnTo>
                      <a:pt x="107" y="27"/>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59" name="Freeform 58">
                <a:extLst>
                  <a:ext uri="{FF2B5EF4-FFF2-40B4-BE49-F238E27FC236}">
                    <a16:creationId xmlns:a16="http://schemas.microsoft.com/office/drawing/2014/main" id="{B5160224-A087-9F8C-3FE6-5DD75BA15855}"/>
                  </a:ext>
                </a:extLst>
              </p:cNvPr>
              <p:cNvSpPr>
                <a:spLocks/>
              </p:cNvSpPr>
              <p:nvPr/>
            </p:nvSpPr>
            <p:spPr bwMode="hidden">
              <a:xfrm>
                <a:off x="2804" y="3448"/>
                <a:ext cx="108" cy="56"/>
              </a:xfrm>
              <a:custGeom>
                <a:avLst/>
                <a:gdLst>
                  <a:gd name="T0" fmla="*/ 107 w 108"/>
                  <a:gd name="T1" fmla="*/ 26 h 56"/>
                  <a:gd name="T2" fmla="*/ 107 w 108"/>
                  <a:gd name="T3" fmla="*/ 0 h 56"/>
                  <a:gd name="T4" fmla="*/ 0 w 108"/>
                  <a:gd name="T5" fmla="*/ 27 h 56"/>
                  <a:gd name="T6" fmla="*/ 0 w 108"/>
                  <a:gd name="T7" fmla="*/ 55 h 56"/>
                  <a:gd name="T8" fmla="*/ 107 w 108"/>
                  <a:gd name="T9" fmla="*/ 26 h 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6">
                    <a:moveTo>
                      <a:pt x="107" y="26"/>
                    </a:moveTo>
                    <a:lnTo>
                      <a:pt x="107" y="0"/>
                    </a:lnTo>
                    <a:lnTo>
                      <a:pt x="0" y="27"/>
                    </a:lnTo>
                    <a:lnTo>
                      <a:pt x="0" y="55"/>
                    </a:lnTo>
                    <a:lnTo>
                      <a:pt x="107" y="26"/>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60" name="Freeform 59">
                <a:extLst>
                  <a:ext uri="{FF2B5EF4-FFF2-40B4-BE49-F238E27FC236}">
                    <a16:creationId xmlns:a16="http://schemas.microsoft.com/office/drawing/2014/main" id="{D52CFE7E-DFE5-3973-A324-E6322DC4F181}"/>
                  </a:ext>
                </a:extLst>
              </p:cNvPr>
              <p:cNvSpPr>
                <a:spLocks/>
              </p:cNvSpPr>
              <p:nvPr/>
            </p:nvSpPr>
            <p:spPr bwMode="hidden">
              <a:xfrm>
                <a:off x="2804" y="3516"/>
                <a:ext cx="108" cy="57"/>
              </a:xfrm>
              <a:custGeom>
                <a:avLst/>
                <a:gdLst>
                  <a:gd name="T0" fmla="*/ 107 w 108"/>
                  <a:gd name="T1" fmla="*/ 27 h 57"/>
                  <a:gd name="T2" fmla="*/ 107 w 108"/>
                  <a:gd name="T3" fmla="*/ 0 h 57"/>
                  <a:gd name="T4" fmla="*/ 0 w 108"/>
                  <a:gd name="T5" fmla="*/ 29 h 57"/>
                  <a:gd name="T6" fmla="*/ 0 w 108"/>
                  <a:gd name="T7" fmla="*/ 56 h 57"/>
                  <a:gd name="T8" fmla="*/ 107 w 108"/>
                  <a:gd name="T9" fmla="*/ 27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7">
                    <a:moveTo>
                      <a:pt x="107" y="27"/>
                    </a:moveTo>
                    <a:lnTo>
                      <a:pt x="107" y="0"/>
                    </a:lnTo>
                    <a:lnTo>
                      <a:pt x="0" y="29"/>
                    </a:lnTo>
                    <a:lnTo>
                      <a:pt x="0" y="56"/>
                    </a:lnTo>
                    <a:lnTo>
                      <a:pt x="107" y="27"/>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61" name="Freeform 60">
                <a:extLst>
                  <a:ext uri="{FF2B5EF4-FFF2-40B4-BE49-F238E27FC236}">
                    <a16:creationId xmlns:a16="http://schemas.microsoft.com/office/drawing/2014/main" id="{B8D05D03-D263-9985-BDA9-A281F4DC5CD0}"/>
                  </a:ext>
                </a:extLst>
              </p:cNvPr>
              <p:cNvSpPr>
                <a:spLocks/>
              </p:cNvSpPr>
              <p:nvPr/>
            </p:nvSpPr>
            <p:spPr bwMode="hidden">
              <a:xfrm>
                <a:off x="2804" y="3585"/>
                <a:ext cx="108" cy="57"/>
              </a:xfrm>
              <a:custGeom>
                <a:avLst/>
                <a:gdLst>
                  <a:gd name="T0" fmla="*/ 107 w 108"/>
                  <a:gd name="T1" fmla="*/ 26 h 57"/>
                  <a:gd name="T2" fmla="*/ 107 w 108"/>
                  <a:gd name="T3" fmla="*/ 0 h 57"/>
                  <a:gd name="T4" fmla="*/ 0 w 108"/>
                  <a:gd name="T5" fmla="*/ 28 h 57"/>
                  <a:gd name="T6" fmla="*/ 0 w 108"/>
                  <a:gd name="T7" fmla="*/ 56 h 57"/>
                  <a:gd name="T8" fmla="*/ 107 w 108"/>
                  <a:gd name="T9" fmla="*/ 26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7">
                    <a:moveTo>
                      <a:pt x="107" y="26"/>
                    </a:moveTo>
                    <a:lnTo>
                      <a:pt x="107" y="0"/>
                    </a:lnTo>
                    <a:lnTo>
                      <a:pt x="0" y="28"/>
                    </a:lnTo>
                    <a:lnTo>
                      <a:pt x="0" y="56"/>
                    </a:lnTo>
                    <a:lnTo>
                      <a:pt x="107" y="26"/>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62" name="Freeform 61">
                <a:extLst>
                  <a:ext uri="{FF2B5EF4-FFF2-40B4-BE49-F238E27FC236}">
                    <a16:creationId xmlns:a16="http://schemas.microsoft.com/office/drawing/2014/main" id="{14CB547C-850C-3074-9D1F-95FDC1DD44FA}"/>
                  </a:ext>
                </a:extLst>
              </p:cNvPr>
              <p:cNvSpPr>
                <a:spLocks/>
              </p:cNvSpPr>
              <p:nvPr/>
            </p:nvSpPr>
            <p:spPr bwMode="hidden">
              <a:xfrm>
                <a:off x="2804" y="3654"/>
                <a:ext cx="108" cy="56"/>
              </a:xfrm>
              <a:custGeom>
                <a:avLst/>
                <a:gdLst>
                  <a:gd name="T0" fmla="*/ 107 w 108"/>
                  <a:gd name="T1" fmla="*/ 26 h 56"/>
                  <a:gd name="T2" fmla="*/ 107 w 108"/>
                  <a:gd name="T3" fmla="*/ 0 h 56"/>
                  <a:gd name="T4" fmla="*/ 0 w 108"/>
                  <a:gd name="T5" fmla="*/ 28 h 56"/>
                  <a:gd name="T6" fmla="*/ 0 w 108"/>
                  <a:gd name="T7" fmla="*/ 55 h 56"/>
                  <a:gd name="T8" fmla="*/ 107 w 108"/>
                  <a:gd name="T9" fmla="*/ 26 h 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6">
                    <a:moveTo>
                      <a:pt x="107" y="26"/>
                    </a:moveTo>
                    <a:lnTo>
                      <a:pt x="107" y="0"/>
                    </a:lnTo>
                    <a:lnTo>
                      <a:pt x="0" y="28"/>
                    </a:lnTo>
                    <a:lnTo>
                      <a:pt x="0" y="55"/>
                    </a:lnTo>
                    <a:lnTo>
                      <a:pt x="107" y="26"/>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63" name="Freeform 62">
                <a:extLst>
                  <a:ext uri="{FF2B5EF4-FFF2-40B4-BE49-F238E27FC236}">
                    <a16:creationId xmlns:a16="http://schemas.microsoft.com/office/drawing/2014/main" id="{EE8487C1-ECE4-7501-4C28-4276850D1F27}"/>
                  </a:ext>
                </a:extLst>
              </p:cNvPr>
              <p:cNvSpPr>
                <a:spLocks/>
              </p:cNvSpPr>
              <p:nvPr/>
            </p:nvSpPr>
            <p:spPr bwMode="hidden">
              <a:xfrm>
                <a:off x="2804" y="3722"/>
                <a:ext cx="108" cy="57"/>
              </a:xfrm>
              <a:custGeom>
                <a:avLst/>
                <a:gdLst>
                  <a:gd name="T0" fmla="*/ 107 w 108"/>
                  <a:gd name="T1" fmla="*/ 27 h 57"/>
                  <a:gd name="T2" fmla="*/ 107 w 108"/>
                  <a:gd name="T3" fmla="*/ 0 h 57"/>
                  <a:gd name="T4" fmla="*/ 0 w 108"/>
                  <a:gd name="T5" fmla="*/ 29 h 57"/>
                  <a:gd name="T6" fmla="*/ 0 w 108"/>
                  <a:gd name="T7" fmla="*/ 56 h 57"/>
                  <a:gd name="T8" fmla="*/ 107 w 108"/>
                  <a:gd name="T9" fmla="*/ 27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7">
                    <a:moveTo>
                      <a:pt x="107" y="27"/>
                    </a:moveTo>
                    <a:lnTo>
                      <a:pt x="107" y="0"/>
                    </a:lnTo>
                    <a:lnTo>
                      <a:pt x="0" y="29"/>
                    </a:lnTo>
                    <a:lnTo>
                      <a:pt x="0" y="56"/>
                    </a:lnTo>
                    <a:lnTo>
                      <a:pt x="107" y="27"/>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64" name="Freeform 63">
                <a:extLst>
                  <a:ext uri="{FF2B5EF4-FFF2-40B4-BE49-F238E27FC236}">
                    <a16:creationId xmlns:a16="http://schemas.microsoft.com/office/drawing/2014/main" id="{4A82DCDD-9A95-6991-D150-B6DE633B6C5E}"/>
                  </a:ext>
                </a:extLst>
              </p:cNvPr>
              <p:cNvSpPr>
                <a:spLocks/>
              </p:cNvSpPr>
              <p:nvPr/>
            </p:nvSpPr>
            <p:spPr bwMode="hidden">
              <a:xfrm>
                <a:off x="2804" y="3791"/>
                <a:ext cx="108" cy="57"/>
              </a:xfrm>
              <a:custGeom>
                <a:avLst/>
                <a:gdLst>
                  <a:gd name="T0" fmla="*/ 107 w 108"/>
                  <a:gd name="T1" fmla="*/ 26 h 57"/>
                  <a:gd name="T2" fmla="*/ 107 w 108"/>
                  <a:gd name="T3" fmla="*/ 0 h 57"/>
                  <a:gd name="T4" fmla="*/ 0 w 108"/>
                  <a:gd name="T5" fmla="*/ 28 h 57"/>
                  <a:gd name="T6" fmla="*/ 0 w 108"/>
                  <a:gd name="T7" fmla="*/ 56 h 57"/>
                  <a:gd name="T8" fmla="*/ 107 w 108"/>
                  <a:gd name="T9" fmla="*/ 26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7">
                    <a:moveTo>
                      <a:pt x="107" y="26"/>
                    </a:moveTo>
                    <a:lnTo>
                      <a:pt x="107" y="0"/>
                    </a:lnTo>
                    <a:lnTo>
                      <a:pt x="0" y="28"/>
                    </a:lnTo>
                    <a:lnTo>
                      <a:pt x="0" y="56"/>
                    </a:lnTo>
                    <a:lnTo>
                      <a:pt x="107" y="26"/>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65" name="Freeform 64">
                <a:extLst>
                  <a:ext uri="{FF2B5EF4-FFF2-40B4-BE49-F238E27FC236}">
                    <a16:creationId xmlns:a16="http://schemas.microsoft.com/office/drawing/2014/main" id="{EDBC4898-E721-1580-DAC7-9C77A5BA57C1}"/>
                  </a:ext>
                </a:extLst>
              </p:cNvPr>
              <p:cNvSpPr>
                <a:spLocks/>
              </p:cNvSpPr>
              <p:nvPr/>
            </p:nvSpPr>
            <p:spPr bwMode="hidden">
              <a:xfrm>
                <a:off x="2955" y="3335"/>
                <a:ext cx="108" cy="57"/>
              </a:xfrm>
              <a:custGeom>
                <a:avLst/>
                <a:gdLst>
                  <a:gd name="T0" fmla="*/ 107 w 108"/>
                  <a:gd name="T1" fmla="*/ 26 h 57"/>
                  <a:gd name="T2" fmla="*/ 107 w 108"/>
                  <a:gd name="T3" fmla="*/ 0 h 57"/>
                  <a:gd name="T4" fmla="*/ 0 w 108"/>
                  <a:gd name="T5" fmla="*/ 28 h 57"/>
                  <a:gd name="T6" fmla="*/ 0 w 108"/>
                  <a:gd name="T7" fmla="*/ 56 h 57"/>
                  <a:gd name="T8" fmla="*/ 107 w 108"/>
                  <a:gd name="T9" fmla="*/ 26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7">
                    <a:moveTo>
                      <a:pt x="107" y="26"/>
                    </a:moveTo>
                    <a:lnTo>
                      <a:pt x="107" y="0"/>
                    </a:lnTo>
                    <a:lnTo>
                      <a:pt x="0" y="28"/>
                    </a:lnTo>
                    <a:lnTo>
                      <a:pt x="0" y="56"/>
                    </a:lnTo>
                    <a:lnTo>
                      <a:pt x="107" y="26"/>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66" name="Freeform 65">
                <a:extLst>
                  <a:ext uri="{FF2B5EF4-FFF2-40B4-BE49-F238E27FC236}">
                    <a16:creationId xmlns:a16="http://schemas.microsoft.com/office/drawing/2014/main" id="{805DC03C-2983-5A76-01D2-7227A196ED63}"/>
                  </a:ext>
                </a:extLst>
              </p:cNvPr>
              <p:cNvSpPr>
                <a:spLocks/>
              </p:cNvSpPr>
              <p:nvPr/>
            </p:nvSpPr>
            <p:spPr bwMode="hidden">
              <a:xfrm>
                <a:off x="2955" y="3403"/>
                <a:ext cx="108" cy="57"/>
              </a:xfrm>
              <a:custGeom>
                <a:avLst/>
                <a:gdLst>
                  <a:gd name="T0" fmla="*/ 107 w 108"/>
                  <a:gd name="T1" fmla="*/ 27 h 57"/>
                  <a:gd name="T2" fmla="*/ 107 w 108"/>
                  <a:gd name="T3" fmla="*/ 0 h 57"/>
                  <a:gd name="T4" fmla="*/ 0 w 108"/>
                  <a:gd name="T5" fmla="*/ 29 h 57"/>
                  <a:gd name="T6" fmla="*/ 0 w 108"/>
                  <a:gd name="T7" fmla="*/ 56 h 57"/>
                  <a:gd name="T8" fmla="*/ 107 w 108"/>
                  <a:gd name="T9" fmla="*/ 27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7">
                    <a:moveTo>
                      <a:pt x="107" y="27"/>
                    </a:moveTo>
                    <a:lnTo>
                      <a:pt x="107" y="0"/>
                    </a:lnTo>
                    <a:lnTo>
                      <a:pt x="0" y="29"/>
                    </a:lnTo>
                    <a:lnTo>
                      <a:pt x="0" y="56"/>
                    </a:lnTo>
                    <a:lnTo>
                      <a:pt x="107" y="27"/>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67" name="Freeform 66">
                <a:extLst>
                  <a:ext uri="{FF2B5EF4-FFF2-40B4-BE49-F238E27FC236}">
                    <a16:creationId xmlns:a16="http://schemas.microsoft.com/office/drawing/2014/main" id="{AE4E1C44-51BC-A2E5-AFA2-3827216857DE}"/>
                  </a:ext>
                </a:extLst>
              </p:cNvPr>
              <p:cNvSpPr>
                <a:spLocks/>
              </p:cNvSpPr>
              <p:nvPr/>
            </p:nvSpPr>
            <p:spPr bwMode="hidden">
              <a:xfrm>
                <a:off x="2955" y="3473"/>
                <a:ext cx="108" cy="56"/>
              </a:xfrm>
              <a:custGeom>
                <a:avLst/>
                <a:gdLst>
                  <a:gd name="T0" fmla="*/ 107 w 108"/>
                  <a:gd name="T1" fmla="*/ 26 h 56"/>
                  <a:gd name="T2" fmla="*/ 107 w 108"/>
                  <a:gd name="T3" fmla="*/ 0 h 56"/>
                  <a:gd name="T4" fmla="*/ 0 w 108"/>
                  <a:gd name="T5" fmla="*/ 27 h 56"/>
                  <a:gd name="T6" fmla="*/ 0 w 108"/>
                  <a:gd name="T7" fmla="*/ 55 h 56"/>
                  <a:gd name="T8" fmla="*/ 107 w 108"/>
                  <a:gd name="T9" fmla="*/ 26 h 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6">
                    <a:moveTo>
                      <a:pt x="107" y="26"/>
                    </a:moveTo>
                    <a:lnTo>
                      <a:pt x="107" y="0"/>
                    </a:lnTo>
                    <a:lnTo>
                      <a:pt x="0" y="27"/>
                    </a:lnTo>
                    <a:lnTo>
                      <a:pt x="0" y="55"/>
                    </a:lnTo>
                    <a:lnTo>
                      <a:pt x="107" y="26"/>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68" name="Freeform 67">
                <a:extLst>
                  <a:ext uri="{FF2B5EF4-FFF2-40B4-BE49-F238E27FC236}">
                    <a16:creationId xmlns:a16="http://schemas.microsoft.com/office/drawing/2014/main" id="{BC0D36FA-B4C7-7B4A-E06C-73BBB7E54F17}"/>
                  </a:ext>
                </a:extLst>
              </p:cNvPr>
              <p:cNvSpPr>
                <a:spLocks/>
              </p:cNvSpPr>
              <p:nvPr/>
            </p:nvSpPr>
            <p:spPr bwMode="hidden">
              <a:xfrm>
                <a:off x="2955" y="3541"/>
                <a:ext cx="108" cy="57"/>
              </a:xfrm>
              <a:custGeom>
                <a:avLst/>
                <a:gdLst>
                  <a:gd name="T0" fmla="*/ 107 w 108"/>
                  <a:gd name="T1" fmla="*/ 26 h 57"/>
                  <a:gd name="T2" fmla="*/ 107 w 108"/>
                  <a:gd name="T3" fmla="*/ 0 h 57"/>
                  <a:gd name="T4" fmla="*/ 0 w 108"/>
                  <a:gd name="T5" fmla="*/ 29 h 57"/>
                  <a:gd name="T6" fmla="*/ 0 w 108"/>
                  <a:gd name="T7" fmla="*/ 56 h 57"/>
                  <a:gd name="T8" fmla="*/ 107 w 108"/>
                  <a:gd name="T9" fmla="*/ 26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7">
                    <a:moveTo>
                      <a:pt x="107" y="26"/>
                    </a:moveTo>
                    <a:lnTo>
                      <a:pt x="107" y="0"/>
                    </a:lnTo>
                    <a:lnTo>
                      <a:pt x="0" y="29"/>
                    </a:lnTo>
                    <a:lnTo>
                      <a:pt x="0" y="56"/>
                    </a:lnTo>
                    <a:lnTo>
                      <a:pt x="107" y="26"/>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69" name="Freeform 68">
                <a:extLst>
                  <a:ext uri="{FF2B5EF4-FFF2-40B4-BE49-F238E27FC236}">
                    <a16:creationId xmlns:a16="http://schemas.microsoft.com/office/drawing/2014/main" id="{BF6E0FA8-D07D-3D5F-9700-67B31EF747AB}"/>
                  </a:ext>
                </a:extLst>
              </p:cNvPr>
              <p:cNvSpPr>
                <a:spLocks/>
              </p:cNvSpPr>
              <p:nvPr/>
            </p:nvSpPr>
            <p:spPr bwMode="hidden">
              <a:xfrm>
                <a:off x="2955" y="3609"/>
                <a:ext cx="108" cy="57"/>
              </a:xfrm>
              <a:custGeom>
                <a:avLst/>
                <a:gdLst>
                  <a:gd name="T0" fmla="*/ 107 w 108"/>
                  <a:gd name="T1" fmla="*/ 27 h 57"/>
                  <a:gd name="T2" fmla="*/ 107 w 108"/>
                  <a:gd name="T3" fmla="*/ 0 h 57"/>
                  <a:gd name="T4" fmla="*/ 0 w 108"/>
                  <a:gd name="T5" fmla="*/ 29 h 57"/>
                  <a:gd name="T6" fmla="*/ 0 w 108"/>
                  <a:gd name="T7" fmla="*/ 56 h 57"/>
                  <a:gd name="T8" fmla="*/ 107 w 108"/>
                  <a:gd name="T9" fmla="*/ 27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7">
                    <a:moveTo>
                      <a:pt x="107" y="27"/>
                    </a:moveTo>
                    <a:lnTo>
                      <a:pt x="107" y="0"/>
                    </a:lnTo>
                    <a:lnTo>
                      <a:pt x="0" y="29"/>
                    </a:lnTo>
                    <a:lnTo>
                      <a:pt x="0" y="56"/>
                    </a:lnTo>
                    <a:lnTo>
                      <a:pt x="107" y="27"/>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70" name="Freeform 69">
                <a:extLst>
                  <a:ext uri="{FF2B5EF4-FFF2-40B4-BE49-F238E27FC236}">
                    <a16:creationId xmlns:a16="http://schemas.microsoft.com/office/drawing/2014/main" id="{6483D3B5-3EA2-37A9-0150-F0FA6C584FC8}"/>
                  </a:ext>
                </a:extLst>
              </p:cNvPr>
              <p:cNvSpPr>
                <a:spLocks/>
              </p:cNvSpPr>
              <p:nvPr/>
            </p:nvSpPr>
            <p:spPr bwMode="hidden">
              <a:xfrm>
                <a:off x="2955" y="3679"/>
                <a:ext cx="108" cy="56"/>
              </a:xfrm>
              <a:custGeom>
                <a:avLst/>
                <a:gdLst>
                  <a:gd name="T0" fmla="*/ 107 w 108"/>
                  <a:gd name="T1" fmla="*/ 26 h 56"/>
                  <a:gd name="T2" fmla="*/ 107 w 108"/>
                  <a:gd name="T3" fmla="*/ 0 h 56"/>
                  <a:gd name="T4" fmla="*/ 0 w 108"/>
                  <a:gd name="T5" fmla="*/ 27 h 56"/>
                  <a:gd name="T6" fmla="*/ 0 w 108"/>
                  <a:gd name="T7" fmla="*/ 55 h 56"/>
                  <a:gd name="T8" fmla="*/ 107 w 108"/>
                  <a:gd name="T9" fmla="*/ 26 h 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6">
                    <a:moveTo>
                      <a:pt x="107" y="26"/>
                    </a:moveTo>
                    <a:lnTo>
                      <a:pt x="107" y="0"/>
                    </a:lnTo>
                    <a:lnTo>
                      <a:pt x="0" y="27"/>
                    </a:lnTo>
                    <a:lnTo>
                      <a:pt x="0" y="55"/>
                    </a:lnTo>
                    <a:lnTo>
                      <a:pt x="107" y="26"/>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71" name="Freeform 70">
                <a:extLst>
                  <a:ext uri="{FF2B5EF4-FFF2-40B4-BE49-F238E27FC236}">
                    <a16:creationId xmlns:a16="http://schemas.microsoft.com/office/drawing/2014/main" id="{0975C6A5-7B27-F18A-816F-5BC05101DCDD}"/>
                  </a:ext>
                </a:extLst>
              </p:cNvPr>
              <p:cNvSpPr>
                <a:spLocks/>
              </p:cNvSpPr>
              <p:nvPr/>
            </p:nvSpPr>
            <p:spPr bwMode="hidden">
              <a:xfrm>
                <a:off x="2955" y="3747"/>
                <a:ext cx="108" cy="56"/>
              </a:xfrm>
              <a:custGeom>
                <a:avLst/>
                <a:gdLst>
                  <a:gd name="T0" fmla="*/ 107 w 108"/>
                  <a:gd name="T1" fmla="*/ 27 h 56"/>
                  <a:gd name="T2" fmla="*/ 107 w 108"/>
                  <a:gd name="T3" fmla="*/ 0 h 56"/>
                  <a:gd name="T4" fmla="*/ 0 w 108"/>
                  <a:gd name="T5" fmla="*/ 28 h 56"/>
                  <a:gd name="T6" fmla="*/ 0 w 108"/>
                  <a:gd name="T7" fmla="*/ 55 h 56"/>
                  <a:gd name="T8" fmla="*/ 107 w 108"/>
                  <a:gd name="T9" fmla="*/ 27 h 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6">
                    <a:moveTo>
                      <a:pt x="107" y="27"/>
                    </a:moveTo>
                    <a:lnTo>
                      <a:pt x="107" y="0"/>
                    </a:lnTo>
                    <a:lnTo>
                      <a:pt x="0" y="28"/>
                    </a:lnTo>
                    <a:lnTo>
                      <a:pt x="0" y="55"/>
                    </a:lnTo>
                    <a:lnTo>
                      <a:pt x="107" y="27"/>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grpSp>
      </p:grpSp>
      <p:grpSp>
        <p:nvGrpSpPr>
          <p:cNvPr id="38972" name="Group 71">
            <a:extLst>
              <a:ext uri="{FF2B5EF4-FFF2-40B4-BE49-F238E27FC236}">
                <a16:creationId xmlns:a16="http://schemas.microsoft.com/office/drawing/2014/main" id="{A8808758-EE5E-9E4B-1407-1C5DDA1F2FA8}"/>
              </a:ext>
            </a:extLst>
          </p:cNvPr>
          <p:cNvGrpSpPr>
            <a:grpSpLocks/>
          </p:cNvGrpSpPr>
          <p:nvPr/>
        </p:nvGrpSpPr>
        <p:grpSpPr bwMode="auto">
          <a:xfrm>
            <a:off x="4649635" y="4972824"/>
            <a:ext cx="674687" cy="1128712"/>
            <a:chOff x="2965" y="3295"/>
            <a:chExt cx="425" cy="711"/>
          </a:xfrm>
        </p:grpSpPr>
        <p:sp>
          <p:nvSpPr>
            <p:cNvPr id="38973" name="Freeform 72">
              <a:extLst>
                <a:ext uri="{FF2B5EF4-FFF2-40B4-BE49-F238E27FC236}">
                  <a16:creationId xmlns:a16="http://schemas.microsoft.com/office/drawing/2014/main" id="{AA828C5C-8546-68FD-4023-2B5C237F151A}"/>
                </a:ext>
              </a:extLst>
            </p:cNvPr>
            <p:cNvSpPr>
              <a:spLocks/>
            </p:cNvSpPr>
            <p:nvPr/>
          </p:nvSpPr>
          <p:spPr bwMode="hidden">
            <a:xfrm>
              <a:off x="2965" y="3295"/>
              <a:ext cx="362" cy="678"/>
            </a:xfrm>
            <a:custGeom>
              <a:avLst/>
              <a:gdLst>
                <a:gd name="T0" fmla="*/ 361 w 362"/>
                <a:gd name="T1" fmla="*/ 579 h 678"/>
                <a:gd name="T2" fmla="*/ 361 w 362"/>
                <a:gd name="T3" fmla="*/ 0 h 678"/>
                <a:gd name="T4" fmla="*/ 0 w 362"/>
                <a:gd name="T5" fmla="*/ 96 h 678"/>
                <a:gd name="T6" fmla="*/ 0 w 362"/>
                <a:gd name="T7" fmla="*/ 677 h 678"/>
                <a:gd name="T8" fmla="*/ 361 w 362"/>
                <a:gd name="T9" fmla="*/ 579 h 6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2" h="678">
                  <a:moveTo>
                    <a:pt x="361" y="579"/>
                  </a:moveTo>
                  <a:lnTo>
                    <a:pt x="361" y="0"/>
                  </a:lnTo>
                  <a:lnTo>
                    <a:pt x="0" y="96"/>
                  </a:lnTo>
                  <a:lnTo>
                    <a:pt x="0" y="677"/>
                  </a:lnTo>
                  <a:lnTo>
                    <a:pt x="361" y="579"/>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74" name="Freeform 73">
              <a:extLst>
                <a:ext uri="{FF2B5EF4-FFF2-40B4-BE49-F238E27FC236}">
                  <a16:creationId xmlns:a16="http://schemas.microsoft.com/office/drawing/2014/main" id="{1C325E71-D014-BEC8-44E6-6321674AF91C}"/>
                </a:ext>
              </a:extLst>
            </p:cNvPr>
            <p:cNvSpPr>
              <a:spLocks/>
            </p:cNvSpPr>
            <p:nvPr/>
          </p:nvSpPr>
          <p:spPr bwMode="hidden">
            <a:xfrm>
              <a:off x="2998" y="3311"/>
              <a:ext cx="362" cy="678"/>
            </a:xfrm>
            <a:custGeom>
              <a:avLst/>
              <a:gdLst>
                <a:gd name="T0" fmla="*/ 361 w 362"/>
                <a:gd name="T1" fmla="*/ 580 h 678"/>
                <a:gd name="T2" fmla="*/ 361 w 362"/>
                <a:gd name="T3" fmla="*/ 0 h 678"/>
                <a:gd name="T4" fmla="*/ 0 w 362"/>
                <a:gd name="T5" fmla="*/ 96 h 678"/>
                <a:gd name="T6" fmla="*/ 0 w 362"/>
                <a:gd name="T7" fmla="*/ 677 h 678"/>
                <a:gd name="T8" fmla="*/ 361 w 362"/>
                <a:gd name="T9" fmla="*/ 580 h 6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2" h="678">
                  <a:moveTo>
                    <a:pt x="361" y="580"/>
                  </a:moveTo>
                  <a:lnTo>
                    <a:pt x="361" y="0"/>
                  </a:lnTo>
                  <a:lnTo>
                    <a:pt x="0" y="96"/>
                  </a:lnTo>
                  <a:lnTo>
                    <a:pt x="0" y="677"/>
                  </a:lnTo>
                  <a:lnTo>
                    <a:pt x="361" y="580"/>
                  </a:lnTo>
                </a:path>
              </a:pathLst>
            </a:custGeom>
            <a:solidFill>
              <a:srgbClr val="777777"/>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grpSp>
          <p:nvGrpSpPr>
            <p:cNvPr id="38975" name="Group 74">
              <a:extLst>
                <a:ext uri="{FF2B5EF4-FFF2-40B4-BE49-F238E27FC236}">
                  <a16:creationId xmlns:a16="http://schemas.microsoft.com/office/drawing/2014/main" id="{BC64DA40-A91A-A407-8637-37427747F0A9}"/>
                </a:ext>
              </a:extLst>
            </p:cNvPr>
            <p:cNvGrpSpPr>
              <a:grpSpLocks/>
            </p:cNvGrpSpPr>
            <p:nvPr/>
          </p:nvGrpSpPr>
          <p:grpSpPr bwMode="auto">
            <a:xfrm>
              <a:off x="3029" y="3328"/>
              <a:ext cx="361" cy="678"/>
              <a:chOff x="3029" y="3328"/>
              <a:chExt cx="361" cy="678"/>
            </a:xfrm>
          </p:grpSpPr>
          <p:sp>
            <p:nvSpPr>
              <p:cNvPr id="38976" name="Freeform 75">
                <a:extLst>
                  <a:ext uri="{FF2B5EF4-FFF2-40B4-BE49-F238E27FC236}">
                    <a16:creationId xmlns:a16="http://schemas.microsoft.com/office/drawing/2014/main" id="{E0ADDDC4-3B9E-E41B-BA0E-703B8148A60D}"/>
                  </a:ext>
                </a:extLst>
              </p:cNvPr>
              <p:cNvSpPr>
                <a:spLocks/>
              </p:cNvSpPr>
              <p:nvPr/>
            </p:nvSpPr>
            <p:spPr bwMode="hidden">
              <a:xfrm>
                <a:off x="3029" y="3328"/>
                <a:ext cx="361" cy="678"/>
              </a:xfrm>
              <a:custGeom>
                <a:avLst/>
                <a:gdLst>
                  <a:gd name="T0" fmla="*/ 360 w 361"/>
                  <a:gd name="T1" fmla="*/ 579 h 678"/>
                  <a:gd name="T2" fmla="*/ 360 w 361"/>
                  <a:gd name="T3" fmla="*/ 0 h 678"/>
                  <a:gd name="T4" fmla="*/ 0 w 361"/>
                  <a:gd name="T5" fmla="*/ 96 h 678"/>
                  <a:gd name="T6" fmla="*/ 0 w 361"/>
                  <a:gd name="T7" fmla="*/ 677 h 678"/>
                  <a:gd name="T8" fmla="*/ 360 w 361"/>
                  <a:gd name="T9" fmla="*/ 579 h 6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1" h="678">
                    <a:moveTo>
                      <a:pt x="360" y="579"/>
                    </a:moveTo>
                    <a:lnTo>
                      <a:pt x="360" y="0"/>
                    </a:lnTo>
                    <a:lnTo>
                      <a:pt x="0" y="96"/>
                    </a:lnTo>
                    <a:lnTo>
                      <a:pt x="0" y="677"/>
                    </a:lnTo>
                    <a:lnTo>
                      <a:pt x="360" y="579"/>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77" name="Freeform 76">
                <a:extLst>
                  <a:ext uri="{FF2B5EF4-FFF2-40B4-BE49-F238E27FC236}">
                    <a16:creationId xmlns:a16="http://schemas.microsoft.com/office/drawing/2014/main" id="{AFD5995C-1098-155D-E9EE-6C244EDD615D}"/>
                  </a:ext>
                </a:extLst>
              </p:cNvPr>
              <p:cNvSpPr>
                <a:spLocks/>
              </p:cNvSpPr>
              <p:nvPr/>
            </p:nvSpPr>
            <p:spPr bwMode="hidden">
              <a:xfrm>
                <a:off x="3050" y="3355"/>
                <a:ext cx="318" cy="622"/>
              </a:xfrm>
              <a:custGeom>
                <a:avLst/>
                <a:gdLst>
                  <a:gd name="T0" fmla="*/ 317 w 318"/>
                  <a:gd name="T1" fmla="*/ 538 h 622"/>
                  <a:gd name="T2" fmla="*/ 317 w 318"/>
                  <a:gd name="T3" fmla="*/ 0 h 622"/>
                  <a:gd name="T4" fmla="*/ 0 w 318"/>
                  <a:gd name="T5" fmla="*/ 82 h 622"/>
                  <a:gd name="T6" fmla="*/ 0 w 318"/>
                  <a:gd name="T7" fmla="*/ 621 h 622"/>
                  <a:gd name="T8" fmla="*/ 317 w 318"/>
                  <a:gd name="T9" fmla="*/ 538 h 6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8" h="622">
                    <a:moveTo>
                      <a:pt x="317" y="538"/>
                    </a:moveTo>
                    <a:lnTo>
                      <a:pt x="317" y="0"/>
                    </a:lnTo>
                    <a:lnTo>
                      <a:pt x="0" y="82"/>
                    </a:lnTo>
                    <a:lnTo>
                      <a:pt x="0" y="621"/>
                    </a:lnTo>
                    <a:lnTo>
                      <a:pt x="317" y="538"/>
                    </a:lnTo>
                  </a:path>
                </a:pathLst>
              </a:custGeom>
              <a:solidFill>
                <a:srgbClr val="EAEAEA"/>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78" name="Freeform 77">
                <a:extLst>
                  <a:ext uri="{FF2B5EF4-FFF2-40B4-BE49-F238E27FC236}">
                    <a16:creationId xmlns:a16="http://schemas.microsoft.com/office/drawing/2014/main" id="{EB15E966-E361-B150-8BA9-61D5BE45ADAB}"/>
                  </a:ext>
                </a:extLst>
              </p:cNvPr>
              <p:cNvSpPr>
                <a:spLocks/>
              </p:cNvSpPr>
              <p:nvPr/>
            </p:nvSpPr>
            <p:spPr bwMode="hidden">
              <a:xfrm>
                <a:off x="3078" y="3455"/>
                <a:ext cx="108" cy="57"/>
              </a:xfrm>
              <a:custGeom>
                <a:avLst/>
                <a:gdLst>
                  <a:gd name="T0" fmla="*/ 107 w 108"/>
                  <a:gd name="T1" fmla="*/ 27 h 57"/>
                  <a:gd name="T2" fmla="*/ 107 w 108"/>
                  <a:gd name="T3" fmla="*/ 0 h 57"/>
                  <a:gd name="T4" fmla="*/ 0 w 108"/>
                  <a:gd name="T5" fmla="*/ 29 h 57"/>
                  <a:gd name="T6" fmla="*/ 0 w 108"/>
                  <a:gd name="T7" fmla="*/ 56 h 57"/>
                  <a:gd name="T8" fmla="*/ 107 w 108"/>
                  <a:gd name="T9" fmla="*/ 27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7">
                    <a:moveTo>
                      <a:pt x="107" y="27"/>
                    </a:moveTo>
                    <a:lnTo>
                      <a:pt x="107" y="0"/>
                    </a:lnTo>
                    <a:lnTo>
                      <a:pt x="0" y="29"/>
                    </a:lnTo>
                    <a:lnTo>
                      <a:pt x="0" y="56"/>
                    </a:lnTo>
                    <a:lnTo>
                      <a:pt x="107" y="27"/>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79" name="Freeform 78">
                <a:extLst>
                  <a:ext uri="{FF2B5EF4-FFF2-40B4-BE49-F238E27FC236}">
                    <a16:creationId xmlns:a16="http://schemas.microsoft.com/office/drawing/2014/main" id="{833D3FB0-2A79-3F46-97AA-BCA15AD03751}"/>
                  </a:ext>
                </a:extLst>
              </p:cNvPr>
              <p:cNvSpPr>
                <a:spLocks/>
              </p:cNvSpPr>
              <p:nvPr/>
            </p:nvSpPr>
            <p:spPr bwMode="hidden">
              <a:xfrm>
                <a:off x="3078" y="3524"/>
                <a:ext cx="108" cy="57"/>
              </a:xfrm>
              <a:custGeom>
                <a:avLst/>
                <a:gdLst>
                  <a:gd name="T0" fmla="*/ 107 w 108"/>
                  <a:gd name="T1" fmla="*/ 26 h 57"/>
                  <a:gd name="T2" fmla="*/ 107 w 108"/>
                  <a:gd name="T3" fmla="*/ 0 h 57"/>
                  <a:gd name="T4" fmla="*/ 0 w 108"/>
                  <a:gd name="T5" fmla="*/ 28 h 57"/>
                  <a:gd name="T6" fmla="*/ 0 w 108"/>
                  <a:gd name="T7" fmla="*/ 56 h 57"/>
                  <a:gd name="T8" fmla="*/ 107 w 108"/>
                  <a:gd name="T9" fmla="*/ 26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7">
                    <a:moveTo>
                      <a:pt x="107" y="26"/>
                    </a:moveTo>
                    <a:lnTo>
                      <a:pt x="107" y="0"/>
                    </a:lnTo>
                    <a:lnTo>
                      <a:pt x="0" y="28"/>
                    </a:lnTo>
                    <a:lnTo>
                      <a:pt x="0" y="56"/>
                    </a:lnTo>
                    <a:lnTo>
                      <a:pt x="107" y="26"/>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80" name="Freeform 79">
                <a:extLst>
                  <a:ext uri="{FF2B5EF4-FFF2-40B4-BE49-F238E27FC236}">
                    <a16:creationId xmlns:a16="http://schemas.microsoft.com/office/drawing/2014/main" id="{51C8435B-D8D3-C6AF-61F1-7EB2782BBA8C}"/>
                  </a:ext>
                </a:extLst>
              </p:cNvPr>
              <p:cNvSpPr>
                <a:spLocks/>
              </p:cNvSpPr>
              <p:nvPr/>
            </p:nvSpPr>
            <p:spPr bwMode="hidden">
              <a:xfrm>
                <a:off x="3078" y="3593"/>
                <a:ext cx="108" cy="56"/>
              </a:xfrm>
              <a:custGeom>
                <a:avLst/>
                <a:gdLst>
                  <a:gd name="T0" fmla="*/ 107 w 108"/>
                  <a:gd name="T1" fmla="*/ 27 h 56"/>
                  <a:gd name="T2" fmla="*/ 107 w 108"/>
                  <a:gd name="T3" fmla="*/ 0 h 56"/>
                  <a:gd name="T4" fmla="*/ 0 w 108"/>
                  <a:gd name="T5" fmla="*/ 28 h 56"/>
                  <a:gd name="T6" fmla="*/ 0 w 108"/>
                  <a:gd name="T7" fmla="*/ 55 h 56"/>
                  <a:gd name="T8" fmla="*/ 107 w 108"/>
                  <a:gd name="T9" fmla="*/ 27 h 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6">
                    <a:moveTo>
                      <a:pt x="107" y="27"/>
                    </a:moveTo>
                    <a:lnTo>
                      <a:pt x="107" y="0"/>
                    </a:lnTo>
                    <a:lnTo>
                      <a:pt x="0" y="28"/>
                    </a:lnTo>
                    <a:lnTo>
                      <a:pt x="0" y="55"/>
                    </a:lnTo>
                    <a:lnTo>
                      <a:pt x="107" y="27"/>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81" name="Freeform 80">
                <a:extLst>
                  <a:ext uri="{FF2B5EF4-FFF2-40B4-BE49-F238E27FC236}">
                    <a16:creationId xmlns:a16="http://schemas.microsoft.com/office/drawing/2014/main" id="{6C5B1029-F4AD-EF3F-B5DA-92221681613A}"/>
                  </a:ext>
                </a:extLst>
              </p:cNvPr>
              <p:cNvSpPr>
                <a:spLocks/>
              </p:cNvSpPr>
              <p:nvPr/>
            </p:nvSpPr>
            <p:spPr bwMode="hidden">
              <a:xfrm>
                <a:off x="3078" y="3662"/>
                <a:ext cx="108" cy="56"/>
              </a:xfrm>
              <a:custGeom>
                <a:avLst/>
                <a:gdLst>
                  <a:gd name="T0" fmla="*/ 107 w 108"/>
                  <a:gd name="T1" fmla="*/ 26 h 56"/>
                  <a:gd name="T2" fmla="*/ 107 w 108"/>
                  <a:gd name="T3" fmla="*/ 0 h 56"/>
                  <a:gd name="T4" fmla="*/ 0 w 108"/>
                  <a:gd name="T5" fmla="*/ 27 h 56"/>
                  <a:gd name="T6" fmla="*/ 0 w 108"/>
                  <a:gd name="T7" fmla="*/ 55 h 56"/>
                  <a:gd name="T8" fmla="*/ 107 w 108"/>
                  <a:gd name="T9" fmla="*/ 26 h 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6">
                    <a:moveTo>
                      <a:pt x="107" y="26"/>
                    </a:moveTo>
                    <a:lnTo>
                      <a:pt x="107" y="0"/>
                    </a:lnTo>
                    <a:lnTo>
                      <a:pt x="0" y="27"/>
                    </a:lnTo>
                    <a:lnTo>
                      <a:pt x="0" y="55"/>
                    </a:lnTo>
                    <a:lnTo>
                      <a:pt x="107" y="26"/>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82" name="Freeform 81">
                <a:extLst>
                  <a:ext uri="{FF2B5EF4-FFF2-40B4-BE49-F238E27FC236}">
                    <a16:creationId xmlns:a16="http://schemas.microsoft.com/office/drawing/2014/main" id="{8F3B6E7F-A433-0902-4890-0F3714856867}"/>
                  </a:ext>
                </a:extLst>
              </p:cNvPr>
              <p:cNvSpPr>
                <a:spLocks/>
              </p:cNvSpPr>
              <p:nvPr/>
            </p:nvSpPr>
            <p:spPr bwMode="hidden">
              <a:xfrm>
                <a:off x="3078" y="3730"/>
                <a:ext cx="108" cy="57"/>
              </a:xfrm>
              <a:custGeom>
                <a:avLst/>
                <a:gdLst>
                  <a:gd name="T0" fmla="*/ 107 w 108"/>
                  <a:gd name="T1" fmla="*/ 26 h 57"/>
                  <a:gd name="T2" fmla="*/ 107 w 108"/>
                  <a:gd name="T3" fmla="*/ 0 h 57"/>
                  <a:gd name="T4" fmla="*/ 0 w 108"/>
                  <a:gd name="T5" fmla="*/ 29 h 57"/>
                  <a:gd name="T6" fmla="*/ 0 w 108"/>
                  <a:gd name="T7" fmla="*/ 56 h 57"/>
                  <a:gd name="T8" fmla="*/ 107 w 108"/>
                  <a:gd name="T9" fmla="*/ 26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7">
                    <a:moveTo>
                      <a:pt x="107" y="26"/>
                    </a:moveTo>
                    <a:lnTo>
                      <a:pt x="107" y="0"/>
                    </a:lnTo>
                    <a:lnTo>
                      <a:pt x="0" y="29"/>
                    </a:lnTo>
                    <a:lnTo>
                      <a:pt x="0" y="56"/>
                    </a:lnTo>
                    <a:lnTo>
                      <a:pt x="107" y="26"/>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83" name="Freeform 82">
                <a:extLst>
                  <a:ext uri="{FF2B5EF4-FFF2-40B4-BE49-F238E27FC236}">
                    <a16:creationId xmlns:a16="http://schemas.microsoft.com/office/drawing/2014/main" id="{2201FC73-65E8-07BD-B47D-FDBF5DB676E2}"/>
                  </a:ext>
                </a:extLst>
              </p:cNvPr>
              <p:cNvSpPr>
                <a:spLocks/>
              </p:cNvSpPr>
              <p:nvPr/>
            </p:nvSpPr>
            <p:spPr bwMode="hidden">
              <a:xfrm>
                <a:off x="3078" y="3799"/>
                <a:ext cx="108" cy="56"/>
              </a:xfrm>
              <a:custGeom>
                <a:avLst/>
                <a:gdLst>
                  <a:gd name="T0" fmla="*/ 107 w 108"/>
                  <a:gd name="T1" fmla="*/ 27 h 56"/>
                  <a:gd name="T2" fmla="*/ 107 w 108"/>
                  <a:gd name="T3" fmla="*/ 0 h 56"/>
                  <a:gd name="T4" fmla="*/ 0 w 108"/>
                  <a:gd name="T5" fmla="*/ 28 h 56"/>
                  <a:gd name="T6" fmla="*/ 0 w 108"/>
                  <a:gd name="T7" fmla="*/ 55 h 56"/>
                  <a:gd name="T8" fmla="*/ 107 w 108"/>
                  <a:gd name="T9" fmla="*/ 27 h 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6">
                    <a:moveTo>
                      <a:pt x="107" y="27"/>
                    </a:moveTo>
                    <a:lnTo>
                      <a:pt x="107" y="0"/>
                    </a:lnTo>
                    <a:lnTo>
                      <a:pt x="0" y="28"/>
                    </a:lnTo>
                    <a:lnTo>
                      <a:pt x="0" y="55"/>
                    </a:lnTo>
                    <a:lnTo>
                      <a:pt x="107" y="27"/>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84" name="Freeform 83">
                <a:extLst>
                  <a:ext uri="{FF2B5EF4-FFF2-40B4-BE49-F238E27FC236}">
                    <a16:creationId xmlns:a16="http://schemas.microsoft.com/office/drawing/2014/main" id="{241DB43F-7D36-B818-EC03-0E0DF2045C30}"/>
                  </a:ext>
                </a:extLst>
              </p:cNvPr>
              <p:cNvSpPr>
                <a:spLocks/>
              </p:cNvSpPr>
              <p:nvPr/>
            </p:nvSpPr>
            <p:spPr bwMode="hidden">
              <a:xfrm>
                <a:off x="3078" y="3868"/>
                <a:ext cx="108" cy="56"/>
              </a:xfrm>
              <a:custGeom>
                <a:avLst/>
                <a:gdLst>
                  <a:gd name="T0" fmla="*/ 107 w 108"/>
                  <a:gd name="T1" fmla="*/ 26 h 56"/>
                  <a:gd name="T2" fmla="*/ 107 w 108"/>
                  <a:gd name="T3" fmla="*/ 0 h 56"/>
                  <a:gd name="T4" fmla="*/ 0 w 108"/>
                  <a:gd name="T5" fmla="*/ 27 h 56"/>
                  <a:gd name="T6" fmla="*/ 0 w 108"/>
                  <a:gd name="T7" fmla="*/ 55 h 56"/>
                  <a:gd name="T8" fmla="*/ 107 w 108"/>
                  <a:gd name="T9" fmla="*/ 26 h 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6">
                    <a:moveTo>
                      <a:pt x="107" y="26"/>
                    </a:moveTo>
                    <a:lnTo>
                      <a:pt x="107" y="0"/>
                    </a:lnTo>
                    <a:lnTo>
                      <a:pt x="0" y="27"/>
                    </a:lnTo>
                    <a:lnTo>
                      <a:pt x="0" y="55"/>
                    </a:lnTo>
                    <a:lnTo>
                      <a:pt x="107" y="26"/>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85" name="Freeform 84">
                <a:extLst>
                  <a:ext uri="{FF2B5EF4-FFF2-40B4-BE49-F238E27FC236}">
                    <a16:creationId xmlns:a16="http://schemas.microsoft.com/office/drawing/2014/main" id="{FC602E38-AFCD-B5A9-1F33-7FB527BF701A}"/>
                  </a:ext>
                </a:extLst>
              </p:cNvPr>
              <p:cNvSpPr>
                <a:spLocks/>
              </p:cNvSpPr>
              <p:nvPr/>
            </p:nvSpPr>
            <p:spPr bwMode="hidden">
              <a:xfrm>
                <a:off x="3230" y="3412"/>
                <a:ext cx="108" cy="56"/>
              </a:xfrm>
              <a:custGeom>
                <a:avLst/>
                <a:gdLst>
                  <a:gd name="T0" fmla="*/ 107 w 108"/>
                  <a:gd name="T1" fmla="*/ 26 h 56"/>
                  <a:gd name="T2" fmla="*/ 107 w 108"/>
                  <a:gd name="T3" fmla="*/ 0 h 56"/>
                  <a:gd name="T4" fmla="*/ 0 w 108"/>
                  <a:gd name="T5" fmla="*/ 27 h 56"/>
                  <a:gd name="T6" fmla="*/ 0 w 108"/>
                  <a:gd name="T7" fmla="*/ 55 h 56"/>
                  <a:gd name="T8" fmla="*/ 107 w 108"/>
                  <a:gd name="T9" fmla="*/ 26 h 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6">
                    <a:moveTo>
                      <a:pt x="107" y="26"/>
                    </a:moveTo>
                    <a:lnTo>
                      <a:pt x="107" y="0"/>
                    </a:lnTo>
                    <a:lnTo>
                      <a:pt x="0" y="27"/>
                    </a:lnTo>
                    <a:lnTo>
                      <a:pt x="0" y="55"/>
                    </a:lnTo>
                    <a:lnTo>
                      <a:pt x="107" y="26"/>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86" name="Freeform 85">
                <a:extLst>
                  <a:ext uri="{FF2B5EF4-FFF2-40B4-BE49-F238E27FC236}">
                    <a16:creationId xmlns:a16="http://schemas.microsoft.com/office/drawing/2014/main" id="{59CB24DD-F956-81C4-22D7-C02B01D13CFD}"/>
                  </a:ext>
                </a:extLst>
              </p:cNvPr>
              <p:cNvSpPr>
                <a:spLocks/>
              </p:cNvSpPr>
              <p:nvPr/>
            </p:nvSpPr>
            <p:spPr bwMode="hidden">
              <a:xfrm>
                <a:off x="3230" y="3480"/>
                <a:ext cx="108" cy="57"/>
              </a:xfrm>
              <a:custGeom>
                <a:avLst/>
                <a:gdLst>
                  <a:gd name="T0" fmla="*/ 107 w 108"/>
                  <a:gd name="T1" fmla="*/ 27 h 57"/>
                  <a:gd name="T2" fmla="*/ 107 w 108"/>
                  <a:gd name="T3" fmla="*/ 0 h 57"/>
                  <a:gd name="T4" fmla="*/ 0 w 108"/>
                  <a:gd name="T5" fmla="*/ 29 h 57"/>
                  <a:gd name="T6" fmla="*/ 0 w 108"/>
                  <a:gd name="T7" fmla="*/ 56 h 57"/>
                  <a:gd name="T8" fmla="*/ 107 w 108"/>
                  <a:gd name="T9" fmla="*/ 27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7">
                    <a:moveTo>
                      <a:pt x="107" y="27"/>
                    </a:moveTo>
                    <a:lnTo>
                      <a:pt x="107" y="0"/>
                    </a:lnTo>
                    <a:lnTo>
                      <a:pt x="0" y="29"/>
                    </a:lnTo>
                    <a:lnTo>
                      <a:pt x="0" y="56"/>
                    </a:lnTo>
                    <a:lnTo>
                      <a:pt x="107" y="27"/>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87" name="Freeform 86">
                <a:extLst>
                  <a:ext uri="{FF2B5EF4-FFF2-40B4-BE49-F238E27FC236}">
                    <a16:creationId xmlns:a16="http://schemas.microsoft.com/office/drawing/2014/main" id="{2AFC1C31-87C6-31AA-6F1A-F028BCBC42E0}"/>
                  </a:ext>
                </a:extLst>
              </p:cNvPr>
              <p:cNvSpPr>
                <a:spLocks/>
              </p:cNvSpPr>
              <p:nvPr/>
            </p:nvSpPr>
            <p:spPr bwMode="hidden">
              <a:xfrm>
                <a:off x="3230" y="3549"/>
                <a:ext cx="108" cy="57"/>
              </a:xfrm>
              <a:custGeom>
                <a:avLst/>
                <a:gdLst>
                  <a:gd name="T0" fmla="*/ 107 w 108"/>
                  <a:gd name="T1" fmla="*/ 26 h 57"/>
                  <a:gd name="T2" fmla="*/ 107 w 108"/>
                  <a:gd name="T3" fmla="*/ 0 h 57"/>
                  <a:gd name="T4" fmla="*/ 0 w 108"/>
                  <a:gd name="T5" fmla="*/ 28 h 57"/>
                  <a:gd name="T6" fmla="*/ 0 w 108"/>
                  <a:gd name="T7" fmla="*/ 56 h 57"/>
                  <a:gd name="T8" fmla="*/ 107 w 108"/>
                  <a:gd name="T9" fmla="*/ 26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7">
                    <a:moveTo>
                      <a:pt x="107" y="26"/>
                    </a:moveTo>
                    <a:lnTo>
                      <a:pt x="107" y="0"/>
                    </a:lnTo>
                    <a:lnTo>
                      <a:pt x="0" y="28"/>
                    </a:lnTo>
                    <a:lnTo>
                      <a:pt x="0" y="56"/>
                    </a:lnTo>
                    <a:lnTo>
                      <a:pt x="107" y="26"/>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88" name="Freeform 87">
                <a:extLst>
                  <a:ext uri="{FF2B5EF4-FFF2-40B4-BE49-F238E27FC236}">
                    <a16:creationId xmlns:a16="http://schemas.microsoft.com/office/drawing/2014/main" id="{1E4131AE-2523-505C-4B18-9F831909776F}"/>
                  </a:ext>
                </a:extLst>
              </p:cNvPr>
              <p:cNvSpPr>
                <a:spLocks/>
              </p:cNvSpPr>
              <p:nvPr/>
            </p:nvSpPr>
            <p:spPr bwMode="hidden">
              <a:xfrm>
                <a:off x="3230" y="3618"/>
                <a:ext cx="108" cy="56"/>
              </a:xfrm>
              <a:custGeom>
                <a:avLst/>
                <a:gdLst>
                  <a:gd name="T0" fmla="*/ 107 w 108"/>
                  <a:gd name="T1" fmla="*/ 26 h 56"/>
                  <a:gd name="T2" fmla="*/ 107 w 108"/>
                  <a:gd name="T3" fmla="*/ 0 h 56"/>
                  <a:gd name="T4" fmla="*/ 0 w 108"/>
                  <a:gd name="T5" fmla="*/ 28 h 56"/>
                  <a:gd name="T6" fmla="*/ 0 w 108"/>
                  <a:gd name="T7" fmla="*/ 55 h 56"/>
                  <a:gd name="T8" fmla="*/ 107 w 108"/>
                  <a:gd name="T9" fmla="*/ 26 h 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6">
                    <a:moveTo>
                      <a:pt x="107" y="26"/>
                    </a:moveTo>
                    <a:lnTo>
                      <a:pt x="107" y="0"/>
                    </a:lnTo>
                    <a:lnTo>
                      <a:pt x="0" y="28"/>
                    </a:lnTo>
                    <a:lnTo>
                      <a:pt x="0" y="55"/>
                    </a:lnTo>
                    <a:lnTo>
                      <a:pt x="107" y="26"/>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89" name="Freeform 88">
                <a:extLst>
                  <a:ext uri="{FF2B5EF4-FFF2-40B4-BE49-F238E27FC236}">
                    <a16:creationId xmlns:a16="http://schemas.microsoft.com/office/drawing/2014/main" id="{8FFFB2C4-F3EF-9B76-5830-65C9D01755EC}"/>
                  </a:ext>
                </a:extLst>
              </p:cNvPr>
              <p:cNvSpPr>
                <a:spLocks/>
              </p:cNvSpPr>
              <p:nvPr/>
            </p:nvSpPr>
            <p:spPr bwMode="hidden">
              <a:xfrm>
                <a:off x="3230" y="3686"/>
                <a:ext cx="108" cy="57"/>
              </a:xfrm>
              <a:custGeom>
                <a:avLst/>
                <a:gdLst>
                  <a:gd name="T0" fmla="*/ 107 w 108"/>
                  <a:gd name="T1" fmla="*/ 27 h 57"/>
                  <a:gd name="T2" fmla="*/ 107 w 108"/>
                  <a:gd name="T3" fmla="*/ 0 h 57"/>
                  <a:gd name="T4" fmla="*/ 0 w 108"/>
                  <a:gd name="T5" fmla="*/ 29 h 57"/>
                  <a:gd name="T6" fmla="*/ 0 w 108"/>
                  <a:gd name="T7" fmla="*/ 56 h 57"/>
                  <a:gd name="T8" fmla="*/ 107 w 108"/>
                  <a:gd name="T9" fmla="*/ 27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7">
                    <a:moveTo>
                      <a:pt x="107" y="27"/>
                    </a:moveTo>
                    <a:lnTo>
                      <a:pt x="107" y="0"/>
                    </a:lnTo>
                    <a:lnTo>
                      <a:pt x="0" y="29"/>
                    </a:lnTo>
                    <a:lnTo>
                      <a:pt x="0" y="56"/>
                    </a:lnTo>
                    <a:lnTo>
                      <a:pt x="107" y="27"/>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90" name="Freeform 89">
                <a:extLst>
                  <a:ext uri="{FF2B5EF4-FFF2-40B4-BE49-F238E27FC236}">
                    <a16:creationId xmlns:a16="http://schemas.microsoft.com/office/drawing/2014/main" id="{86364CA6-CD01-5518-0C7C-28C29C801E8D}"/>
                  </a:ext>
                </a:extLst>
              </p:cNvPr>
              <p:cNvSpPr>
                <a:spLocks/>
              </p:cNvSpPr>
              <p:nvPr/>
            </p:nvSpPr>
            <p:spPr bwMode="hidden">
              <a:xfrm>
                <a:off x="3230" y="3755"/>
                <a:ext cx="108" cy="57"/>
              </a:xfrm>
              <a:custGeom>
                <a:avLst/>
                <a:gdLst>
                  <a:gd name="T0" fmla="*/ 107 w 108"/>
                  <a:gd name="T1" fmla="*/ 26 h 57"/>
                  <a:gd name="T2" fmla="*/ 107 w 108"/>
                  <a:gd name="T3" fmla="*/ 0 h 57"/>
                  <a:gd name="T4" fmla="*/ 0 w 108"/>
                  <a:gd name="T5" fmla="*/ 28 h 57"/>
                  <a:gd name="T6" fmla="*/ 0 w 108"/>
                  <a:gd name="T7" fmla="*/ 56 h 57"/>
                  <a:gd name="T8" fmla="*/ 107 w 108"/>
                  <a:gd name="T9" fmla="*/ 26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7">
                    <a:moveTo>
                      <a:pt x="107" y="26"/>
                    </a:moveTo>
                    <a:lnTo>
                      <a:pt x="107" y="0"/>
                    </a:lnTo>
                    <a:lnTo>
                      <a:pt x="0" y="28"/>
                    </a:lnTo>
                    <a:lnTo>
                      <a:pt x="0" y="56"/>
                    </a:lnTo>
                    <a:lnTo>
                      <a:pt x="107" y="26"/>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91" name="Freeform 90">
                <a:extLst>
                  <a:ext uri="{FF2B5EF4-FFF2-40B4-BE49-F238E27FC236}">
                    <a16:creationId xmlns:a16="http://schemas.microsoft.com/office/drawing/2014/main" id="{DA23FF33-AFEE-7680-976B-C40E6CEAF758}"/>
                  </a:ext>
                </a:extLst>
              </p:cNvPr>
              <p:cNvSpPr>
                <a:spLocks/>
              </p:cNvSpPr>
              <p:nvPr/>
            </p:nvSpPr>
            <p:spPr bwMode="hidden">
              <a:xfrm>
                <a:off x="3230" y="3824"/>
                <a:ext cx="108" cy="56"/>
              </a:xfrm>
              <a:custGeom>
                <a:avLst/>
                <a:gdLst>
                  <a:gd name="T0" fmla="*/ 107 w 108"/>
                  <a:gd name="T1" fmla="*/ 27 h 56"/>
                  <a:gd name="T2" fmla="*/ 107 w 108"/>
                  <a:gd name="T3" fmla="*/ 0 h 56"/>
                  <a:gd name="T4" fmla="*/ 0 w 108"/>
                  <a:gd name="T5" fmla="*/ 28 h 56"/>
                  <a:gd name="T6" fmla="*/ 0 w 108"/>
                  <a:gd name="T7" fmla="*/ 55 h 56"/>
                  <a:gd name="T8" fmla="*/ 107 w 108"/>
                  <a:gd name="T9" fmla="*/ 27 h 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6">
                    <a:moveTo>
                      <a:pt x="107" y="27"/>
                    </a:moveTo>
                    <a:lnTo>
                      <a:pt x="107" y="0"/>
                    </a:lnTo>
                    <a:lnTo>
                      <a:pt x="0" y="28"/>
                    </a:lnTo>
                    <a:lnTo>
                      <a:pt x="0" y="55"/>
                    </a:lnTo>
                    <a:lnTo>
                      <a:pt x="107" y="27"/>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grpSp>
      </p:grpSp>
      <p:grpSp>
        <p:nvGrpSpPr>
          <p:cNvPr id="38992" name="Group 91">
            <a:extLst>
              <a:ext uri="{FF2B5EF4-FFF2-40B4-BE49-F238E27FC236}">
                <a16:creationId xmlns:a16="http://schemas.microsoft.com/office/drawing/2014/main" id="{4FC5024E-413E-EEF6-8215-95625B09E9FE}"/>
              </a:ext>
            </a:extLst>
          </p:cNvPr>
          <p:cNvGrpSpPr>
            <a:grpSpLocks/>
          </p:cNvGrpSpPr>
          <p:nvPr/>
        </p:nvGrpSpPr>
        <p:grpSpPr bwMode="auto">
          <a:xfrm>
            <a:off x="5297335" y="4953774"/>
            <a:ext cx="674687" cy="1128712"/>
            <a:chOff x="3373" y="3283"/>
            <a:chExt cx="425" cy="711"/>
          </a:xfrm>
        </p:grpSpPr>
        <p:sp>
          <p:nvSpPr>
            <p:cNvPr id="38993" name="Freeform 92">
              <a:extLst>
                <a:ext uri="{FF2B5EF4-FFF2-40B4-BE49-F238E27FC236}">
                  <a16:creationId xmlns:a16="http://schemas.microsoft.com/office/drawing/2014/main" id="{513D93C2-87EA-E56D-3C2F-7A8F02C2DF76}"/>
                </a:ext>
              </a:extLst>
            </p:cNvPr>
            <p:cNvSpPr>
              <a:spLocks/>
            </p:cNvSpPr>
            <p:nvPr/>
          </p:nvSpPr>
          <p:spPr bwMode="hidden">
            <a:xfrm>
              <a:off x="3373" y="3283"/>
              <a:ext cx="362" cy="678"/>
            </a:xfrm>
            <a:custGeom>
              <a:avLst/>
              <a:gdLst>
                <a:gd name="T0" fmla="*/ 361 w 362"/>
                <a:gd name="T1" fmla="*/ 579 h 678"/>
                <a:gd name="T2" fmla="*/ 361 w 362"/>
                <a:gd name="T3" fmla="*/ 0 h 678"/>
                <a:gd name="T4" fmla="*/ 0 w 362"/>
                <a:gd name="T5" fmla="*/ 96 h 678"/>
                <a:gd name="T6" fmla="*/ 0 w 362"/>
                <a:gd name="T7" fmla="*/ 677 h 678"/>
                <a:gd name="T8" fmla="*/ 361 w 362"/>
                <a:gd name="T9" fmla="*/ 579 h 6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2" h="678">
                  <a:moveTo>
                    <a:pt x="361" y="579"/>
                  </a:moveTo>
                  <a:lnTo>
                    <a:pt x="361" y="0"/>
                  </a:lnTo>
                  <a:lnTo>
                    <a:pt x="0" y="96"/>
                  </a:lnTo>
                  <a:lnTo>
                    <a:pt x="0" y="677"/>
                  </a:lnTo>
                  <a:lnTo>
                    <a:pt x="361" y="579"/>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94" name="Freeform 93">
              <a:extLst>
                <a:ext uri="{FF2B5EF4-FFF2-40B4-BE49-F238E27FC236}">
                  <a16:creationId xmlns:a16="http://schemas.microsoft.com/office/drawing/2014/main" id="{A88200D5-D01C-F3E1-4030-6A6D7426851C}"/>
                </a:ext>
              </a:extLst>
            </p:cNvPr>
            <p:cNvSpPr>
              <a:spLocks/>
            </p:cNvSpPr>
            <p:nvPr/>
          </p:nvSpPr>
          <p:spPr bwMode="hidden">
            <a:xfrm>
              <a:off x="3406" y="3299"/>
              <a:ext cx="362" cy="678"/>
            </a:xfrm>
            <a:custGeom>
              <a:avLst/>
              <a:gdLst>
                <a:gd name="T0" fmla="*/ 361 w 362"/>
                <a:gd name="T1" fmla="*/ 580 h 678"/>
                <a:gd name="T2" fmla="*/ 361 w 362"/>
                <a:gd name="T3" fmla="*/ 0 h 678"/>
                <a:gd name="T4" fmla="*/ 0 w 362"/>
                <a:gd name="T5" fmla="*/ 96 h 678"/>
                <a:gd name="T6" fmla="*/ 0 w 362"/>
                <a:gd name="T7" fmla="*/ 677 h 678"/>
                <a:gd name="T8" fmla="*/ 361 w 362"/>
                <a:gd name="T9" fmla="*/ 580 h 6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2" h="678">
                  <a:moveTo>
                    <a:pt x="361" y="580"/>
                  </a:moveTo>
                  <a:lnTo>
                    <a:pt x="361" y="0"/>
                  </a:lnTo>
                  <a:lnTo>
                    <a:pt x="0" y="96"/>
                  </a:lnTo>
                  <a:lnTo>
                    <a:pt x="0" y="677"/>
                  </a:lnTo>
                  <a:lnTo>
                    <a:pt x="361" y="580"/>
                  </a:lnTo>
                </a:path>
              </a:pathLst>
            </a:custGeom>
            <a:solidFill>
              <a:srgbClr val="777777"/>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grpSp>
          <p:nvGrpSpPr>
            <p:cNvPr id="38995" name="Group 94">
              <a:extLst>
                <a:ext uri="{FF2B5EF4-FFF2-40B4-BE49-F238E27FC236}">
                  <a16:creationId xmlns:a16="http://schemas.microsoft.com/office/drawing/2014/main" id="{DE1D22C2-AAED-E813-C602-BB718D2BFA59}"/>
                </a:ext>
              </a:extLst>
            </p:cNvPr>
            <p:cNvGrpSpPr>
              <a:grpSpLocks/>
            </p:cNvGrpSpPr>
            <p:nvPr/>
          </p:nvGrpSpPr>
          <p:grpSpPr bwMode="auto">
            <a:xfrm>
              <a:off x="3437" y="3316"/>
              <a:ext cx="361" cy="678"/>
              <a:chOff x="3437" y="3316"/>
              <a:chExt cx="361" cy="678"/>
            </a:xfrm>
          </p:grpSpPr>
          <p:sp>
            <p:nvSpPr>
              <p:cNvPr id="38996" name="Freeform 95">
                <a:extLst>
                  <a:ext uri="{FF2B5EF4-FFF2-40B4-BE49-F238E27FC236}">
                    <a16:creationId xmlns:a16="http://schemas.microsoft.com/office/drawing/2014/main" id="{E2241178-37D7-3C25-11DD-F8D4315A8BB6}"/>
                  </a:ext>
                </a:extLst>
              </p:cNvPr>
              <p:cNvSpPr>
                <a:spLocks/>
              </p:cNvSpPr>
              <p:nvPr/>
            </p:nvSpPr>
            <p:spPr bwMode="hidden">
              <a:xfrm>
                <a:off x="3437" y="3316"/>
                <a:ext cx="361" cy="678"/>
              </a:xfrm>
              <a:custGeom>
                <a:avLst/>
                <a:gdLst>
                  <a:gd name="T0" fmla="*/ 360 w 361"/>
                  <a:gd name="T1" fmla="*/ 579 h 678"/>
                  <a:gd name="T2" fmla="*/ 360 w 361"/>
                  <a:gd name="T3" fmla="*/ 0 h 678"/>
                  <a:gd name="T4" fmla="*/ 0 w 361"/>
                  <a:gd name="T5" fmla="*/ 96 h 678"/>
                  <a:gd name="T6" fmla="*/ 0 w 361"/>
                  <a:gd name="T7" fmla="*/ 677 h 678"/>
                  <a:gd name="T8" fmla="*/ 360 w 361"/>
                  <a:gd name="T9" fmla="*/ 579 h 6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1" h="678">
                    <a:moveTo>
                      <a:pt x="360" y="579"/>
                    </a:moveTo>
                    <a:lnTo>
                      <a:pt x="360" y="0"/>
                    </a:lnTo>
                    <a:lnTo>
                      <a:pt x="0" y="96"/>
                    </a:lnTo>
                    <a:lnTo>
                      <a:pt x="0" y="677"/>
                    </a:lnTo>
                    <a:lnTo>
                      <a:pt x="360" y="579"/>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97" name="Freeform 96">
                <a:extLst>
                  <a:ext uri="{FF2B5EF4-FFF2-40B4-BE49-F238E27FC236}">
                    <a16:creationId xmlns:a16="http://schemas.microsoft.com/office/drawing/2014/main" id="{946A9ADD-A801-CBE0-375B-9E2A245654B4}"/>
                  </a:ext>
                </a:extLst>
              </p:cNvPr>
              <p:cNvSpPr>
                <a:spLocks/>
              </p:cNvSpPr>
              <p:nvPr/>
            </p:nvSpPr>
            <p:spPr bwMode="hidden">
              <a:xfrm>
                <a:off x="3458" y="3343"/>
                <a:ext cx="318" cy="622"/>
              </a:xfrm>
              <a:custGeom>
                <a:avLst/>
                <a:gdLst>
                  <a:gd name="T0" fmla="*/ 317 w 318"/>
                  <a:gd name="T1" fmla="*/ 538 h 622"/>
                  <a:gd name="T2" fmla="*/ 317 w 318"/>
                  <a:gd name="T3" fmla="*/ 0 h 622"/>
                  <a:gd name="T4" fmla="*/ 0 w 318"/>
                  <a:gd name="T5" fmla="*/ 82 h 622"/>
                  <a:gd name="T6" fmla="*/ 0 w 318"/>
                  <a:gd name="T7" fmla="*/ 621 h 622"/>
                  <a:gd name="T8" fmla="*/ 317 w 318"/>
                  <a:gd name="T9" fmla="*/ 538 h 6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8" h="622">
                    <a:moveTo>
                      <a:pt x="317" y="538"/>
                    </a:moveTo>
                    <a:lnTo>
                      <a:pt x="317" y="0"/>
                    </a:lnTo>
                    <a:lnTo>
                      <a:pt x="0" y="82"/>
                    </a:lnTo>
                    <a:lnTo>
                      <a:pt x="0" y="621"/>
                    </a:lnTo>
                    <a:lnTo>
                      <a:pt x="317" y="538"/>
                    </a:lnTo>
                  </a:path>
                </a:pathLst>
              </a:custGeom>
              <a:solidFill>
                <a:srgbClr val="EAEAEA"/>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98" name="Freeform 97">
                <a:extLst>
                  <a:ext uri="{FF2B5EF4-FFF2-40B4-BE49-F238E27FC236}">
                    <a16:creationId xmlns:a16="http://schemas.microsoft.com/office/drawing/2014/main" id="{ED777F54-B61B-5040-3C56-4061DEEBD1AE}"/>
                  </a:ext>
                </a:extLst>
              </p:cNvPr>
              <p:cNvSpPr>
                <a:spLocks/>
              </p:cNvSpPr>
              <p:nvPr/>
            </p:nvSpPr>
            <p:spPr bwMode="hidden">
              <a:xfrm>
                <a:off x="3486" y="3443"/>
                <a:ext cx="108" cy="57"/>
              </a:xfrm>
              <a:custGeom>
                <a:avLst/>
                <a:gdLst>
                  <a:gd name="T0" fmla="*/ 107 w 108"/>
                  <a:gd name="T1" fmla="*/ 27 h 57"/>
                  <a:gd name="T2" fmla="*/ 107 w 108"/>
                  <a:gd name="T3" fmla="*/ 0 h 57"/>
                  <a:gd name="T4" fmla="*/ 0 w 108"/>
                  <a:gd name="T5" fmla="*/ 29 h 57"/>
                  <a:gd name="T6" fmla="*/ 0 w 108"/>
                  <a:gd name="T7" fmla="*/ 56 h 57"/>
                  <a:gd name="T8" fmla="*/ 107 w 108"/>
                  <a:gd name="T9" fmla="*/ 27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7">
                    <a:moveTo>
                      <a:pt x="107" y="27"/>
                    </a:moveTo>
                    <a:lnTo>
                      <a:pt x="107" y="0"/>
                    </a:lnTo>
                    <a:lnTo>
                      <a:pt x="0" y="29"/>
                    </a:lnTo>
                    <a:lnTo>
                      <a:pt x="0" y="56"/>
                    </a:lnTo>
                    <a:lnTo>
                      <a:pt x="107" y="27"/>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8999" name="Freeform 98">
                <a:extLst>
                  <a:ext uri="{FF2B5EF4-FFF2-40B4-BE49-F238E27FC236}">
                    <a16:creationId xmlns:a16="http://schemas.microsoft.com/office/drawing/2014/main" id="{17F96EEB-4BE1-CA53-0C45-3835F9BE3F86}"/>
                  </a:ext>
                </a:extLst>
              </p:cNvPr>
              <p:cNvSpPr>
                <a:spLocks/>
              </p:cNvSpPr>
              <p:nvPr/>
            </p:nvSpPr>
            <p:spPr bwMode="hidden">
              <a:xfrm>
                <a:off x="3486" y="3512"/>
                <a:ext cx="108" cy="57"/>
              </a:xfrm>
              <a:custGeom>
                <a:avLst/>
                <a:gdLst>
                  <a:gd name="T0" fmla="*/ 107 w 108"/>
                  <a:gd name="T1" fmla="*/ 26 h 57"/>
                  <a:gd name="T2" fmla="*/ 107 w 108"/>
                  <a:gd name="T3" fmla="*/ 0 h 57"/>
                  <a:gd name="T4" fmla="*/ 0 w 108"/>
                  <a:gd name="T5" fmla="*/ 28 h 57"/>
                  <a:gd name="T6" fmla="*/ 0 w 108"/>
                  <a:gd name="T7" fmla="*/ 56 h 57"/>
                  <a:gd name="T8" fmla="*/ 107 w 108"/>
                  <a:gd name="T9" fmla="*/ 26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7">
                    <a:moveTo>
                      <a:pt x="107" y="26"/>
                    </a:moveTo>
                    <a:lnTo>
                      <a:pt x="107" y="0"/>
                    </a:lnTo>
                    <a:lnTo>
                      <a:pt x="0" y="28"/>
                    </a:lnTo>
                    <a:lnTo>
                      <a:pt x="0" y="56"/>
                    </a:lnTo>
                    <a:lnTo>
                      <a:pt x="107" y="26"/>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00" name="Freeform 99">
                <a:extLst>
                  <a:ext uri="{FF2B5EF4-FFF2-40B4-BE49-F238E27FC236}">
                    <a16:creationId xmlns:a16="http://schemas.microsoft.com/office/drawing/2014/main" id="{25B050A0-DD1C-6A7B-268A-C1F7A7296C20}"/>
                  </a:ext>
                </a:extLst>
              </p:cNvPr>
              <p:cNvSpPr>
                <a:spLocks/>
              </p:cNvSpPr>
              <p:nvPr/>
            </p:nvSpPr>
            <p:spPr bwMode="hidden">
              <a:xfrm>
                <a:off x="3486" y="3581"/>
                <a:ext cx="108" cy="56"/>
              </a:xfrm>
              <a:custGeom>
                <a:avLst/>
                <a:gdLst>
                  <a:gd name="T0" fmla="*/ 107 w 108"/>
                  <a:gd name="T1" fmla="*/ 27 h 56"/>
                  <a:gd name="T2" fmla="*/ 107 w 108"/>
                  <a:gd name="T3" fmla="*/ 0 h 56"/>
                  <a:gd name="T4" fmla="*/ 0 w 108"/>
                  <a:gd name="T5" fmla="*/ 28 h 56"/>
                  <a:gd name="T6" fmla="*/ 0 w 108"/>
                  <a:gd name="T7" fmla="*/ 55 h 56"/>
                  <a:gd name="T8" fmla="*/ 107 w 108"/>
                  <a:gd name="T9" fmla="*/ 27 h 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6">
                    <a:moveTo>
                      <a:pt x="107" y="27"/>
                    </a:moveTo>
                    <a:lnTo>
                      <a:pt x="107" y="0"/>
                    </a:lnTo>
                    <a:lnTo>
                      <a:pt x="0" y="28"/>
                    </a:lnTo>
                    <a:lnTo>
                      <a:pt x="0" y="55"/>
                    </a:lnTo>
                    <a:lnTo>
                      <a:pt x="107" y="27"/>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01" name="Freeform 100">
                <a:extLst>
                  <a:ext uri="{FF2B5EF4-FFF2-40B4-BE49-F238E27FC236}">
                    <a16:creationId xmlns:a16="http://schemas.microsoft.com/office/drawing/2014/main" id="{1BEB4593-57FF-3D68-94F5-B13678EE5984}"/>
                  </a:ext>
                </a:extLst>
              </p:cNvPr>
              <p:cNvSpPr>
                <a:spLocks/>
              </p:cNvSpPr>
              <p:nvPr/>
            </p:nvSpPr>
            <p:spPr bwMode="hidden">
              <a:xfrm>
                <a:off x="3486" y="3650"/>
                <a:ext cx="108" cy="56"/>
              </a:xfrm>
              <a:custGeom>
                <a:avLst/>
                <a:gdLst>
                  <a:gd name="T0" fmla="*/ 107 w 108"/>
                  <a:gd name="T1" fmla="*/ 26 h 56"/>
                  <a:gd name="T2" fmla="*/ 107 w 108"/>
                  <a:gd name="T3" fmla="*/ 0 h 56"/>
                  <a:gd name="T4" fmla="*/ 0 w 108"/>
                  <a:gd name="T5" fmla="*/ 27 h 56"/>
                  <a:gd name="T6" fmla="*/ 0 w 108"/>
                  <a:gd name="T7" fmla="*/ 55 h 56"/>
                  <a:gd name="T8" fmla="*/ 107 w 108"/>
                  <a:gd name="T9" fmla="*/ 26 h 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6">
                    <a:moveTo>
                      <a:pt x="107" y="26"/>
                    </a:moveTo>
                    <a:lnTo>
                      <a:pt x="107" y="0"/>
                    </a:lnTo>
                    <a:lnTo>
                      <a:pt x="0" y="27"/>
                    </a:lnTo>
                    <a:lnTo>
                      <a:pt x="0" y="55"/>
                    </a:lnTo>
                    <a:lnTo>
                      <a:pt x="107" y="26"/>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02" name="Freeform 101">
                <a:extLst>
                  <a:ext uri="{FF2B5EF4-FFF2-40B4-BE49-F238E27FC236}">
                    <a16:creationId xmlns:a16="http://schemas.microsoft.com/office/drawing/2014/main" id="{BBBB1088-2C49-DCBA-FC95-A6948BA812CA}"/>
                  </a:ext>
                </a:extLst>
              </p:cNvPr>
              <p:cNvSpPr>
                <a:spLocks/>
              </p:cNvSpPr>
              <p:nvPr/>
            </p:nvSpPr>
            <p:spPr bwMode="hidden">
              <a:xfrm>
                <a:off x="3486" y="3718"/>
                <a:ext cx="108" cy="57"/>
              </a:xfrm>
              <a:custGeom>
                <a:avLst/>
                <a:gdLst>
                  <a:gd name="T0" fmla="*/ 107 w 108"/>
                  <a:gd name="T1" fmla="*/ 26 h 57"/>
                  <a:gd name="T2" fmla="*/ 107 w 108"/>
                  <a:gd name="T3" fmla="*/ 0 h 57"/>
                  <a:gd name="T4" fmla="*/ 0 w 108"/>
                  <a:gd name="T5" fmla="*/ 29 h 57"/>
                  <a:gd name="T6" fmla="*/ 0 w 108"/>
                  <a:gd name="T7" fmla="*/ 56 h 57"/>
                  <a:gd name="T8" fmla="*/ 107 w 108"/>
                  <a:gd name="T9" fmla="*/ 26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7">
                    <a:moveTo>
                      <a:pt x="107" y="26"/>
                    </a:moveTo>
                    <a:lnTo>
                      <a:pt x="107" y="0"/>
                    </a:lnTo>
                    <a:lnTo>
                      <a:pt x="0" y="29"/>
                    </a:lnTo>
                    <a:lnTo>
                      <a:pt x="0" y="56"/>
                    </a:lnTo>
                    <a:lnTo>
                      <a:pt x="107" y="26"/>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03" name="Freeform 102">
                <a:extLst>
                  <a:ext uri="{FF2B5EF4-FFF2-40B4-BE49-F238E27FC236}">
                    <a16:creationId xmlns:a16="http://schemas.microsoft.com/office/drawing/2014/main" id="{BE4CE023-4B2C-C0FC-CE95-08DC745C133A}"/>
                  </a:ext>
                </a:extLst>
              </p:cNvPr>
              <p:cNvSpPr>
                <a:spLocks/>
              </p:cNvSpPr>
              <p:nvPr/>
            </p:nvSpPr>
            <p:spPr bwMode="hidden">
              <a:xfrm>
                <a:off x="3486" y="3787"/>
                <a:ext cx="108" cy="56"/>
              </a:xfrm>
              <a:custGeom>
                <a:avLst/>
                <a:gdLst>
                  <a:gd name="T0" fmla="*/ 107 w 108"/>
                  <a:gd name="T1" fmla="*/ 27 h 56"/>
                  <a:gd name="T2" fmla="*/ 107 w 108"/>
                  <a:gd name="T3" fmla="*/ 0 h 56"/>
                  <a:gd name="T4" fmla="*/ 0 w 108"/>
                  <a:gd name="T5" fmla="*/ 28 h 56"/>
                  <a:gd name="T6" fmla="*/ 0 w 108"/>
                  <a:gd name="T7" fmla="*/ 55 h 56"/>
                  <a:gd name="T8" fmla="*/ 107 w 108"/>
                  <a:gd name="T9" fmla="*/ 27 h 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6">
                    <a:moveTo>
                      <a:pt x="107" y="27"/>
                    </a:moveTo>
                    <a:lnTo>
                      <a:pt x="107" y="0"/>
                    </a:lnTo>
                    <a:lnTo>
                      <a:pt x="0" y="28"/>
                    </a:lnTo>
                    <a:lnTo>
                      <a:pt x="0" y="55"/>
                    </a:lnTo>
                    <a:lnTo>
                      <a:pt x="107" y="27"/>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04" name="Freeform 103">
                <a:extLst>
                  <a:ext uri="{FF2B5EF4-FFF2-40B4-BE49-F238E27FC236}">
                    <a16:creationId xmlns:a16="http://schemas.microsoft.com/office/drawing/2014/main" id="{5BCE99F5-E8F2-49D8-DAEA-C9D74FB0C702}"/>
                  </a:ext>
                </a:extLst>
              </p:cNvPr>
              <p:cNvSpPr>
                <a:spLocks/>
              </p:cNvSpPr>
              <p:nvPr/>
            </p:nvSpPr>
            <p:spPr bwMode="hidden">
              <a:xfrm>
                <a:off x="3486" y="3856"/>
                <a:ext cx="108" cy="56"/>
              </a:xfrm>
              <a:custGeom>
                <a:avLst/>
                <a:gdLst>
                  <a:gd name="T0" fmla="*/ 107 w 108"/>
                  <a:gd name="T1" fmla="*/ 26 h 56"/>
                  <a:gd name="T2" fmla="*/ 107 w 108"/>
                  <a:gd name="T3" fmla="*/ 0 h 56"/>
                  <a:gd name="T4" fmla="*/ 0 w 108"/>
                  <a:gd name="T5" fmla="*/ 27 h 56"/>
                  <a:gd name="T6" fmla="*/ 0 w 108"/>
                  <a:gd name="T7" fmla="*/ 55 h 56"/>
                  <a:gd name="T8" fmla="*/ 107 w 108"/>
                  <a:gd name="T9" fmla="*/ 26 h 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6">
                    <a:moveTo>
                      <a:pt x="107" y="26"/>
                    </a:moveTo>
                    <a:lnTo>
                      <a:pt x="107" y="0"/>
                    </a:lnTo>
                    <a:lnTo>
                      <a:pt x="0" y="27"/>
                    </a:lnTo>
                    <a:lnTo>
                      <a:pt x="0" y="55"/>
                    </a:lnTo>
                    <a:lnTo>
                      <a:pt x="107" y="26"/>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05" name="Freeform 104">
                <a:extLst>
                  <a:ext uri="{FF2B5EF4-FFF2-40B4-BE49-F238E27FC236}">
                    <a16:creationId xmlns:a16="http://schemas.microsoft.com/office/drawing/2014/main" id="{D21B3DF4-1956-2900-D5C5-C980BF4147D9}"/>
                  </a:ext>
                </a:extLst>
              </p:cNvPr>
              <p:cNvSpPr>
                <a:spLocks/>
              </p:cNvSpPr>
              <p:nvPr/>
            </p:nvSpPr>
            <p:spPr bwMode="hidden">
              <a:xfrm>
                <a:off x="3638" y="3400"/>
                <a:ext cx="108" cy="56"/>
              </a:xfrm>
              <a:custGeom>
                <a:avLst/>
                <a:gdLst>
                  <a:gd name="T0" fmla="*/ 107 w 108"/>
                  <a:gd name="T1" fmla="*/ 26 h 56"/>
                  <a:gd name="T2" fmla="*/ 107 w 108"/>
                  <a:gd name="T3" fmla="*/ 0 h 56"/>
                  <a:gd name="T4" fmla="*/ 0 w 108"/>
                  <a:gd name="T5" fmla="*/ 27 h 56"/>
                  <a:gd name="T6" fmla="*/ 0 w 108"/>
                  <a:gd name="T7" fmla="*/ 55 h 56"/>
                  <a:gd name="T8" fmla="*/ 107 w 108"/>
                  <a:gd name="T9" fmla="*/ 26 h 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6">
                    <a:moveTo>
                      <a:pt x="107" y="26"/>
                    </a:moveTo>
                    <a:lnTo>
                      <a:pt x="107" y="0"/>
                    </a:lnTo>
                    <a:lnTo>
                      <a:pt x="0" y="27"/>
                    </a:lnTo>
                    <a:lnTo>
                      <a:pt x="0" y="55"/>
                    </a:lnTo>
                    <a:lnTo>
                      <a:pt x="107" y="26"/>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06" name="Freeform 105">
                <a:extLst>
                  <a:ext uri="{FF2B5EF4-FFF2-40B4-BE49-F238E27FC236}">
                    <a16:creationId xmlns:a16="http://schemas.microsoft.com/office/drawing/2014/main" id="{84970E32-247E-D295-6CB3-2A82B7E13F13}"/>
                  </a:ext>
                </a:extLst>
              </p:cNvPr>
              <p:cNvSpPr>
                <a:spLocks/>
              </p:cNvSpPr>
              <p:nvPr/>
            </p:nvSpPr>
            <p:spPr bwMode="hidden">
              <a:xfrm>
                <a:off x="3638" y="3468"/>
                <a:ext cx="108" cy="57"/>
              </a:xfrm>
              <a:custGeom>
                <a:avLst/>
                <a:gdLst>
                  <a:gd name="T0" fmla="*/ 107 w 108"/>
                  <a:gd name="T1" fmla="*/ 27 h 57"/>
                  <a:gd name="T2" fmla="*/ 107 w 108"/>
                  <a:gd name="T3" fmla="*/ 0 h 57"/>
                  <a:gd name="T4" fmla="*/ 0 w 108"/>
                  <a:gd name="T5" fmla="*/ 29 h 57"/>
                  <a:gd name="T6" fmla="*/ 0 w 108"/>
                  <a:gd name="T7" fmla="*/ 56 h 57"/>
                  <a:gd name="T8" fmla="*/ 107 w 108"/>
                  <a:gd name="T9" fmla="*/ 27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7">
                    <a:moveTo>
                      <a:pt x="107" y="27"/>
                    </a:moveTo>
                    <a:lnTo>
                      <a:pt x="107" y="0"/>
                    </a:lnTo>
                    <a:lnTo>
                      <a:pt x="0" y="29"/>
                    </a:lnTo>
                    <a:lnTo>
                      <a:pt x="0" y="56"/>
                    </a:lnTo>
                    <a:lnTo>
                      <a:pt x="107" y="27"/>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07" name="Freeform 106">
                <a:extLst>
                  <a:ext uri="{FF2B5EF4-FFF2-40B4-BE49-F238E27FC236}">
                    <a16:creationId xmlns:a16="http://schemas.microsoft.com/office/drawing/2014/main" id="{681C1691-A954-0151-7953-6B02F3AE328F}"/>
                  </a:ext>
                </a:extLst>
              </p:cNvPr>
              <p:cNvSpPr>
                <a:spLocks/>
              </p:cNvSpPr>
              <p:nvPr/>
            </p:nvSpPr>
            <p:spPr bwMode="hidden">
              <a:xfrm>
                <a:off x="3638" y="3537"/>
                <a:ext cx="108" cy="57"/>
              </a:xfrm>
              <a:custGeom>
                <a:avLst/>
                <a:gdLst>
                  <a:gd name="T0" fmla="*/ 107 w 108"/>
                  <a:gd name="T1" fmla="*/ 26 h 57"/>
                  <a:gd name="T2" fmla="*/ 107 w 108"/>
                  <a:gd name="T3" fmla="*/ 0 h 57"/>
                  <a:gd name="T4" fmla="*/ 0 w 108"/>
                  <a:gd name="T5" fmla="*/ 28 h 57"/>
                  <a:gd name="T6" fmla="*/ 0 w 108"/>
                  <a:gd name="T7" fmla="*/ 56 h 57"/>
                  <a:gd name="T8" fmla="*/ 107 w 108"/>
                  <a:gd name="T9" fmla="*/ 26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7">
                    <a:moveTo>
                      <a:pt x="107" y="26"/>
                    </a:moveTo>
                    <a:lnTo>
                      <a:pt x="107" y="0"/>
                    </a:lnTo>
                    <a:lnTo>
                      <a:pt x="0" y="28"/>
                    </a:lnTo>
                    <a:lnTo>
                      <a:pt x="0" y="56"/>
                    </a:lnTo>
                    <a:lnTo>
                      <a:pt x="107" y="26"/>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08" name="Freeform 107">
                <a:extLst>
                  <a:ext uri="{FF2B5EF4-FFF2-40B4-BE49-F238E27FC236}">
                    <a16:creationId xmlns:a16="http://schemas.microsoft.com/office/drawing/2014/main" id="{676ADC5E-DBA0-6B56-F1A5-9ED177995C70}"/>
                  </a:ext>
                </a:extLst>
              </p:cNvPr>
              <p:cNvSpPr>
                <a:spLocks/>
              </p:cNvSpPr>
              <p:nvPr/>
            </p:nvSpPr>
            <p:spPr bwMode="hidden">
              <a:xfrm>
                <a:off x="3638" y="3606"/>
                <a:ext cx="108" cy="56"/>
              </a:xfrm>
              <a:custGeom>
                <a:avLst/>
                <a:gdLst>
                  <a:gd name="T0" fmla="*/ 107 w 108"/>
                  <a:gd name="T1" fmla="*/ 26 h 56"/>
                  <a:gd name="T2" fmla="*/ 107 w 108"/>
                  <a:gd name="T3" fmla="*/ 0 h 56"/>
                  <a:gd name="T4" fmla="*/ 0 w 108"/>
                  <a:gd name="T5" fmla="*/ 28 h 56"/>
                  <a:gd name="T6" fmla="*/ 0 w 108"/>
                  <a:gd name="T7" fmla="*/ 55 h 56"/>
                  <a:gd name="T8" fmla="*/ 107 w 108"/>
                  <a:gd name="T9" fmla="*/ 26 h 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6">
                    <a:moveTo>
                      <a:pt x="107" y="26"/>
                    </a:moveTo>
                    <a:lnTo>
                      <a:pt x="107" y="0"/>
                    </a:lnTo>
                    <a:lnTo>
                      <a:pt x="0" y="28"/>
                    </a:lnTo>
                    <a:lnTo>
                      <a:pt x="0" y="55"/>
                    </a:lnTo>
                    <a:lnTo>
                      <a:pt x="107" y="26"/>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09" name="Freeform 108">
                <a:extLst>
                  <a:ext uri="{FF2B5EF4-FFF2-40B4-BE49-F238E27FC236}">
                    <a16:creationId xmlns:a16="http://schemas.microsoft.com/office/drawing/2014/main" id="{95E38AB8-6625-A4AA-56F3-68485AEE872A}"/>
                  </a:ext>
                </a:extLst>
              </p:cNvPr>
              <p:cNvSpPr>
                <a:spLocks/>
              </p:cNvSpPr>
              <p:nvPr/>
            </p:nvSpPr>
            <p:spPr bwMode="hidden">
              <a:xfrm>
                <a:off x="3638" y="3674"/>
                <a:ext cx="108" cy="57"/>
              </a:xfrm>
              <a:custGeom>
                <a:avLst/>
                <a:gdLst>
                  <a:gd name="T0" fmla="*/ 107 w 108"/>
                  <a:gd name="T1" fmla="*/ 27 h 57"/>
                  <a:gd name="T2" fmla="*/ 107 w 108"/>
                  <a:gd name="T3" fmla="*/ 0 h 57"/>
                  <a:gd name="T4" fmla="*/ 0 w 108"/>
                  <a:gd name="T5" fmla="*/ 29 h 57"/>
                  <a:gd name="T6" fmla="*/ 0 w 108"/>
                  <a:gd name="T7" fmla="*/ 56 h 57"/>
                  <a:gd name="T8" fmla="*/ 107 w 108"/>
                  <a:gd name="T9" fmla="*/ 27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7">
                    <a:moveTo>
                      <a:pt x="107" y="27"/>
                    </a:moveTo>
                    <a:lnTo>
                      <a:pt x="107" y="0"/>
                    </a:lnTo>
                    <a:lnTo>
                      <a:pt x="0" y="29"/>
                    </a:lnTo>
                    <a:lnTo>
                      <a:pt x="0" y="56"/>
                    </a:lnTo>
                    <a:lnTo>
                      <a:pt x="107" y="27"/>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10" name="Freeform 109">
                <a:extLst>
                  <a:ext uri="{FF2B5EF4-FFF2-40B4-BE49-F238E27FC236}">
                    <a16:creationId xmlns:a16="http://schemas.microsoft.com/office/drawing/2014/main" id="{B3792A14-1FFA-6278-814C-AC9512D27C04}"/>
                  </a:ext>
                </a:extLst>
              </p:cNvPr>
              <p:cNvSpPr>
                <a:spLocks/>
              </p:cNvSpPr>
              <p:nvPr/>
            </p:nvSpPr>
            <p:spPr bwMode="hidden">
              <a:xfrm>
                <a:off x="3638" y="3743"/>
                <a:ext cx="108" cy="57"/>
              </a:xfrm>
              <a:custGeom>
                <a:avLst/>
                <a:gdLst>
                  <a:gd name="T0" fmla="*/ 107 w 108"/>
                  <a:gd name="T1" fmla="*/ 26 h 57"/>
                  <a:gd name="T2" fmla="*/ 107 w 108"/>
                  <a:gd name="T3" fmla="*/ 0 h 57"/>
                  <a:gd name="T4" fmla="*/ 0 w 108"/>
                  <a:gd name="T5" fmla="*/ 28 h 57"/>
                  <a:gd name="T6" fmla="*/ 0 w 108"/>
                  <a:gd name="T7" fmla="*/ 56 h 57"/>
                  <a:gd name="T8" fmla="*/ 107 w 108"/>
                  <a:gd name="T9" fmla="*/ 26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7">
                    <a:moveTo>
                      <a:pt x="107" y="26"/>
                    </a:moveTo>
                    <a:lnTo>
                      <a:pt x="107" y="0"/>
                    </a:lnTo>
                    <a:lnTo>
                      <a:pt x="0" y="28"/>
                    </a:lnTo>
                    <a:lnTo>
                      <a:pt x="0" y="56"/>
                    </a:lnTo>
                    <a:lnTo>
                      <a:pt x="107" y="26"/>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11" name="Freeform 110">
                <a:extLst>
                  <a:ext uri="{FF2B5EF4-FFF2-40B4-BE49-F238E27FC236}">
                    <a16:creationId xmlns:a16="http://schemas.microsoft.com/office/drawing/2014/main" id="{3AC86C2B-B48A-7249-B934-215B016C1BFD}"/>
                  </a:ext>
                </a:extLst>
              </p:cNvPr>
              <p:cNvSpPr>
                <a:spLocks/>
              </p:cNvSpPr>
              <p:nvPr/>
            </p:nvSpPr>
            <p:spPr bwMode="hidden">
              <a:xfrm>
                <a:off x="3638" y="3812"/>
                <a:ext cx="108" cy="56"/>
              </a:xfrm>
              <a:custGeom>
                <a:avLst/>
                <a:gdLst>
                  <a:gd name="T0" fmla="*/ 107 w 108"/>
                  <a:gd name="T1" fmla="*/ 27 h 56"/>
                  <a:gd name="T2" fmla="*/ 107 w 108"/>
                  <a:gd name="T3" fmla="*/ 0 h 56"/>
                  <a:gd name="T4" fmla="*/ 0 w 108"/>
                  <a:gd name="T5" fmla="*/ 28 h 56"/>
                  <a:gd name="T6" fmla="*/ 0 w 108"/>
                  <a:gd name="T7" fmla="*/ 55 h 56"/>
                  <a:gd name="T8" fmla="*/ 107 w 108"/>
                  <a:gd name="T9" fmla="*/ 27 h 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6">
                    <a:moveTo>
                      <a:pt x="107" y="27"/>
                    </a:moveTo>
                    <a:lnTo>
                      <a:pt x="107" y="0"/>
                    </a:lnTo>
                    <a:lnTo>
                      <a:pt x="0" y="28"/>
                    </a:lnTo>
                    <a:lnTo>
                      <a:pt x="0" y="55"/>
                    </a:lnTo>
                    <a:lnTo>
                      <a:pt x="107" y="27"/>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grpSp>
      </p:grpSp>
      <p:grpSp>
        <p:nvGrpSpPr>
          <p:cNvPr id="39012" name="Group 111">
            <a:extLst>
              <a:ext uri="{FF2B5EF4-FFF2-40B4-BE49-F238E27FC236}">
                <a16:creationId xmlns:a16="http://schemas.microsoft.com/office/drawing/2014/main" id="{83E79FB2-D42A-E1A9-6B49-20AD34B00C07}"/>
              </a:ext>
            </a:extLst>
          </p:cNvPr>
          <p:cNvGrpSpPr>
            <a:grpSpLocks/>
          </p:cNvGrpSpPr>
          <p:nvPr/>
        </p:nvGrpSpPr>
        <p:grpSpPr bwMode="auto">
          <a:xfrm>
            <a:off x="6002185" y="5010924"/>
            <a:ext cx="674687" cy="1128712"/>
            <a:chOff x="3817" y="3319"/>
            <a:chExt cx="425" cy="711"/>
          </a:xfrm>
        </p:grpSpPr>
        <p:sp>
          <p:nvSpPr>
            <p:cNvPr id="39013" name="Freeform 112">
              <a:extLst>
                <a:ext uri="{FF2B5EF4-FFF2-40B4-BE49-F238E27FC236}">
                  <a16:creationId xmlns:a16="http://schemas.microsoft.com/office/drawing/2014/main" id="{E896C4D2-6652-758E-27E1-488D5FCB22F4}"/>
                </a:ext>
              </a:extLst>
            </p:cNvPr>
            <p:cNvSpPr>
              <a:spLocks/>
            </p:cNvSpPr>
            <p:nvPr/>
          </p:nvSpPr>
          <p:spPr bwMode="hidden">
            <a:xfrm>
              <a:off x="3817" y="3319"/>
              <a:ext cx="362" cy="678"/>
            </a:xfrm>
            <a:custGeom>
              <a:avLst/>
              <a:gdLst>
                <a:gd name="T0" fmla="*/ 361 w 362"/>
                <a:gd name="T1" fmla="*/ 579 h 678"/>
                <a:gd name="T2" fmla="*/ 361 w 362"/>
                <a:gd name="T3" fmla="*/ 0 h 678"/>
                <a:gd name="T4" fmla="*/ 0 w 362"/>
                <a:gd name="T5" fmla="*/ 96 h 678"/>
                <a:gd name="T6" fmla="*/ 0 w 362"/>
                <a:gd name="T7" fmla="*/ 677 h 678"/>
                <a:gd name="T8" fmla="*/ 361 w 362"/>
                <a:gd name="T9" fmla="*/ 579 h 6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2" h="678">
                  <a:moveTo>
                    <a:pt x="361" y="579"/>
                  </a:moveTo>
                  <a:lnTo>
                    <a:pt x="361" y="0"/>
                  </a:lnTo>
                  <a:lnTo>
                    <a:pt x="0" y="96"/>
                  </a:lnTo>
                  <a:lnTo>
                    <a:pt x="0" y="677"/>
                  </a:lnTo>
                  <a:lnTo>
                    <a:pt x="361" y="579"/>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14" name="Freeform 113">
              <a:extLst>
                <a:ext uri="{FF2B5EF4-FFF2-40B4-BE49-F238E27FC236}">
                  <a16:creationId xmlns:a16="http://schemas.microsoft.com/office/drawing/2014/main" id="{1C2BCFDE-8266-F83E-B10A-BF6DBCD343BF}"/>
                </a:ext>
              </a:extLst>
            </p:cNvPr>
            <p:cNvSpPr>
              <a:spLocks/>
            </p:cNvSpPr>
            <p:nvPr/>
          </p:nvSpPr>
          <p:spPr bwMode="hidden">
            <a:xfrm>
              <a:off x="3850" y="3335"/>
              <a:ext cx="362" cy="678"/>
            </a:xfrm>
            <a:custGeom>
              <a:avLst/>
              <a:gdLst>
                <a:gd name="T0" fmla="*/ 361 w 362"/>
                <a:gd name="T1" fmla="*/ 580 h 678"/>
                <a:gd name="T2" fmla="*/ 361 w 362"/>
                <a:gd name="T3" fmla="*/ 0 h 678"/>
                <a:gd name="T4" fmla="*/ 0 w 362"/>
                <a:gd name="T5" fmla="*/ 96 h 678"/>
                <a:gd name="T6" fmla="*/ 0 w 362"/>
                <a:gd name="T7" fmla="*/ 677 h 678"/>
                <a:gd name="T8" fmla="*/ 361 w 362"/>
                <a:gd name="T9" fmla="*/ 580 h 6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2" h="678">
                  <a:moveTo>
                    <a:pt x="361" y="580"/>
                  </a:moveTo>
                  <a:lnTo>
                    <a:pt x="361" y="0"/>
                  </a:lnTo>
                  <a:lnTo>
                    <a:pt x="0" y="96"/>
                  </a:lnTo>
                  <a:lnTo>
                    <a:pt x="0" y="677"/>
                  </a:lnTo>
                  <a:lnTo>
                    <a:pt x="361" y="580"/>
                  </a:lnTo>
                </a:path>
              </a:pathLst>
            </a:custGeom>
            <a:solidFill>
              <a:srgbClr val="777777"/>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grpSp>
          <p:nvGrpSpPr>
            <p:cNvPr id="39015" name="Group 114">
              <a:extLst>
                <a:ext uri="{FF2B5EF4-FFF2-40B4-BE49-F238E27FC236}">
                  <a16:creationId xmlns:a16="http://schemas.microsoft.com/office/drawing/2014/main" id="{EDAB9DFD-813B-5DD5-9771-28DDC72ED534}"/>
                </a:ext>
              </a:extLst>
            </p:cNvPr>
            <p:cNvGrpSpPr>
              <a:grpSpLocks/>
            </p:cNvGrpSpPr>
            <p:nvPr/>
          </p:nvGrpSpPr>
          <p:grpSpPr bwMode="auto">
            <a:xfrm>
              <a:off x="3881" y="3352"/>
              <a:ext cx="361" cy="678"/>
              <a:chOff x="3881" y="3352"/>
              <a:chExt cx="361" cy="678"/>
            </a:xfrm>
          </p:grpSpPr>
          <p:sp>
            <p:nvSpPr>
              <p:cNvPr id="39016" name="Freeform 115">
                <a:extLst>
                  <a:ext uri="{FF2B5EF4-FFF2-40B4-BE49-F238E27FC236}">
                    <a16:creationId xmlns:a16="http://schemas.microsoft.com/office/drawing/2014/main" id="{BCD98632-C90E-9318-A093-03CC7B504EC0}"/>
                  </a:ext>
                </a:extLst>
              </p:cNvPr>
              <p:cNvSpPr>
                <a:spLocks/>
              </p:cNvSpPr>
              <p:nvPr/>
            </p:nvSpPr>
            <p:spPr bwMode="hidden">
              <a:xfrm>
                <a:off x="3881" y="3352"/>
                <a:ext cx="361" cy="678"/>
              </a:xfrm>
              <a:custGeom>
                <a:avLst/>
                <a:gdLst>
                  <a:gd name="T0" fmla="*/ 360 w 361"/>
                  <a:gd name="T1" fmla="*/ 579 h 678"/>
                  <a:gd name="T2" fmla="*/ 360 w 361"/>
                  <a:gd name="T3" fmla="*/ 0 h 678"/>
                  <a:gd name="T4" fmla="*/ 0 w 361"/>
                  <a:gd name="T5" fmla="*/ 96 h 678"/>
                  <a:gd name="T6" fmla="*/ 0 w 361"/>
                  <a:gd name="T7" fmla="*/ 677 h 678"/>
                  <a:gd name="T8" fmla="*/ 360 w 361"/>
                  <a:gd name="T9" fmla="*/ 579 h 6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1" h="678">
                    <a:moveTo>
                      <a:pt x="360" y="579"/>
                    </a:moveTo>
                    <a:lnTo>
                      <a:pt x="360" y="0"/>
                    </a:lnTo>
                    <a:lnTo>
                      <a:pt x="0" y="96"/>
                    </a:lnTo>
                    <a:lnTo>
                      <a:pt x="0" y="677"/>
                    </a:lnTo>
                    <a:lnTo>
                      <a:pt x="360" y="579"/>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17" name="Freeform 116">
                <a:extLst>
                  <a:ext uri="{FF2B5EF4-FFF2-40B4-BE49-F238E27FC236}">
                    <a16:creationId xmlns:a16="http://schemas.microsoft.com/office/drawing/2014/main" id="{2DD8E26F-A9E5-5BE7-1C80-AD39727F138C}"/>
                  </a:ext>
                </a:extLst>
              </p:cNvPr>
              <p:cNvSpPr>
                <a:spLocks/>
              </p:cNvSpPr>
              <p:nvPr/>
            </p:nvSpPr>
            <p:spPr bwMode="hidden">
              <a:xfrm>
                <a:off x="3902" y="3379"/>
                <a:ext cx="318" cy="622"/>
              </a:xfrm>
              <a:custGeom>
                <a:avLst/>
                <a:gdLst>
                  <a:gd name="T0" fmla="*/ 317 w 318"/>
                  <a:gd name="T1" fmla="*/ 538 h 622"/>
                  <a:gd name="T2" fmla="*/ 317 w 318"/>
                  <a:gd name="T3" fmla="*/ 0 h 622"/>
                  <a:gd name="T4" fmla="*/ 0 w 318"/>
                  <a:gd name="T5" fmla="*/ 82 h 622"/>
                  <a:gd name="T6" fmla="*/ 0 w 318"/>
                  <a:gd name="T7" fmla="*/ 621 h 622"/>
                  <a:gd name="T8" fmla="*/ 317 w 318"/>
                  <a:gd name="T9" fmla="*/ 538 h 6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8" h="622">
                    <a:moveTo>
                      <a:pt x="317" y="538"/>
                    </a:moveTo>
                    <a:lnTo>
                      <a:pt x="317" y="0"/>
                    </a:lnTo>
                    <a:lnTo>
                      <a:pt x="0" y="82"/>
                    </a:lnTo>
                    <a:lnTo>
                      <a:pt x="0" y="621"/>
                    </a:lnTo>
                    <a:lnTo>
                      <a:pt x="317" y="538"/>
                    </a:lnTo>
                  </a:path>
                </a:pathLst>
              </a:custGeom>
              <a:solidFill>
                <a:srgbClr val="EAEAEA"/>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18" name="Freeform 117">
                <a:extLst>
                  <a:ext uri="{FF2B5EF4-FFF2-40B4-BE49-F238E27FC236}">
                    <a16:creationId xmlns:a16="http://schemas.microsoft.com/office/drawing/2014/main" id="{53F29360-5D40-D1AA-482F-8D45A3D105BA}"/>
                  </a:ext>
                </a:extLst>
              </p:cNvPr>
              <p:cNvSpPr>
                <a:spLocks/>
              </p:cNvSpPr>
              <p:nvPr/>
            </p:nvSpPr>
            <p:spPr bwMode="hidden">
              <a:xfrm>
                <a:off x="3930" y="3479"/>
                <a:ext cx="108" cy="57"/>
              </a:xfrm>
              <a:custGeom>
                <a:avLst/>
                <a:gdLst>
                  <a:gd name="T0" fmla="*/ 107 w 108"/>
                  <a:gd name="T1" fmla="*/ 27 h 57"/>
                  <a:gd name="T2" fmla="*/ 107 w 108"/>
                  <a:gd name="T3" fmla="*/ 0 h 57"/>
                  <a:gd name="T4" fmla="*/ 0 w 108"/>
                  <a:gd name="T5" fmla="*/ 29 h 57"/>
                  <a:gd name="T6" fmla="*/ 0 w 108"/>
                  <a:gd name="T7" fmla="*/ 56 h 57"/>
                  <a:gd name="T8" fmla="*/ 107 w 108"/>
                  <a:gd name="T9" fmla="*/ 27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7">
                    <a:moveTo>
                      <a:pt x="107" y="27"/>
                    </a:moveTo>
                    <a:lnTo>
                      <a:pt x="107" y="0"/>
                    </a:lnTo>
                    <a:lnTo>
                      <a:pt x="0" y="29"/>
                    </a:lnTo>
                    <a:lnTo>
                      <a:pt x="0" y="56"/>
                    </a:lnTo>
                    <a:lnTo>
                      <a:pt x="107" y="27"/>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19" name="Freeform 118">
                <a:extLst>
                  <a:ext uri="{FF2B5EF4-FFF2-40B4-BE49-F238E27FC236}">
                    <a16:creationId xmlns:a16="http://schemas.microsoft.com/office/drawing/2014/main" id="{0C8E4EF9-36CF-0300-F9E0-AB742E86744C}"/>
                  </a:ext>
                </a:extLst>
              </p:cNvPr>
              <p:cNvSpPr>
                <a:spLocks/>
              </p:cNvSpPr>
              <p:nvPr/>
            </p:nvSpPr>
            <p:spPr bwMode="hidden">
              <a:xfrm>
                <a:off x="3930" y="3548"/>
                <a:ext cx="108" cy="57"/>
              </a:xfrm>
              <a:custGeom>
                <a:avLst/>
                <a:gdLst>
                  <a:gd name="T0" fmla="*/ 107 w 108"/>
                  <a:gd name="T1" fmla="*/ 26 h 57"/>
                  <a:gd name="T2" fmla="*/ 107 w 108"/>
                  <a:gd name="T3" fmla="*/ 0 h 57"/>
                  <a:gd name="T4" fmla="*/ 0 w 108"/>
                  <a:gd name="T5" fmla="*/ 28 h 57"/>
                  <a:gd name="T6" fmla="*/ 0 w 108"/>
                  <a:gd name="T7" fmla="*/ 56 h 57"/>
                  <a:gd name="T8" fmla="*/ 107 w 108"/>
                  <a:gd name="T9" fmla="*/ 26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7">
                    <a:moveTo>
                      <a:pt x="107" y="26"/>
                    </a:moveTo>
                    <a:lnTo>
                      <a:pt x="107" y="0"/>
                    </a:lnTo>
                    <a:lnTo>
                      <a:pt x="0" y="28"/>
                    </a:lnTo>
                    <a:lnTo>
                      <a:pt x="0" y="56"/>
                    </a:lnTo>
                    <a:lnTo>
                      <a:pt x="107" y="26"/>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20" name="Freeform 119">
                <a:extLst>
                  <a:ext uri="{FF2B5EF4-FFF2-40B4-BE49-F238E27FC236}">
                    <a16:creationId xmlns:a16="http://schemas.microsoft.com/office/drawing/2014/main" id="{AC5930FE-2BFD-C229-BB1D-4B7E3904A31F}"/>
                  </a:ext>
                </a:extLst>
              </p:cNvPr>
              <p:cNvSpPr>
                <a:spLocks/>
              </p:cNvSpPr>
              <p:nvPr/>
            </p:nvSpPr>
            <p:spPr bwMode="hidden">
              <a:xfrm>
                <a:off x="3930" y="3617"/>
                <a:ext cx="108" cy="56"/>
              </a:xfrm>
              <a:custGeom>
                <a:avLst/>
                <a:gdLst>
                  <a:gd name="T0" fmla="*/ 107 w 108"/>
                  <a:gd name="T1" fmla="*/ 27 h 56"/>
                  <a:gd name="T2" fmla="*/ 107 w 108"/>
                  <a:gd name="T3" fmla="*/ 0 h 56"/>
                  <a:gd name="T4" fmla="*/ 0 w 108"/>
                  <a:gd name="T5" fmla="*/ 28 h 56"/>
                  <a:gd name="T6" fmla="*/ 0 w 108"/>
                  <a:gd name="T7" fmla="*/ 55 h 56"/>
                  <a:gd name="T8" fmla="*/ 107 w 108"/>
                  <a:gd name="T9" fmla="*/ 27 h 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6">
                    <a:moveTo>
                      <a:pt x="107" y="27"/>
                    </a:moveTo>
                    <a:lnTo>
                      <a:pt x="107" y="0"/>
                    </a:lnTo>
                    <a:lnTo>
                      <a:pt x="0" y="28"/>
                    </a:lnTo>
                    <a:lnTo>
                      <a:pt x="0" y="55"/>
                    </a:lnTo>
                    <a:lnTo>
                      <a:pt x="107" y="27"/>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21" name="Freeform 120">
                <a:extLst>
                  <a:ext uri="{FF2B5EF4-FFF2-40B4-BE49-F238E27FC236}">
                    <a16:creationId xmlns:a16="http://schemas.microsoft.com/office/drawing/2014/main" id="{377E549E-88B4-54B8-AD59-7E8DAF6F8696}"/>
                  </a:ext>
                </a:extLst>
              </p:cNvPr>
              <p:cNvSpPr>
                <a:spLocks/>
              </p:cNvSpPr>
              <p:nvPr/>
            </p:nvSpPr>
            <p:spPr bwMode="hidden">
              <a:xfrm>
                <a:off x="3930" y="3686"/>
                <a:ext cx="108" cy="56"/>
              </a:xfrm>
              <a:custGeom>
                <a:avLst/>
                <a:gdLst>
                  <a:gd name="T0" fmla="*/ 107 w 108"/>
                  <a:gd name="T1" fmla="*/ 26 h 56"/>
                  <a:gd name="T2" fmla="*/ 107 w 108"/>
                  <a:gd name="T3" fmla="*/ 0 h 56"/>
                  <a:gd name="T4" fmla="*/ 0 w 108"/>
                  <a:gd name="T5" fmla="*/ 27 h 56"/>
                  <a:gd name="T6" fmla="*/ 0 w 108"/>
                  <a:gd name="T7" fmla="*/ 55 h 56"/>
                  <a:gd name="T8" fmla="*/ 107 w 108"/>
                  <a:gd name="T9" fmla="*/ 26 h 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6">
                    <a:moveTo>
                      <a:pt x="107" y="26"/>
                    </a:moveTo>
                    <a:lnTo>
                      <a:pt x="107" y="0"/>
                    </a:lnTo>
                    <a:lnTo>
                      <a:pt x="0" y="27"/>
                    </a:lnTo>
                    <a:lnTo>
                      <a:pt x="0" y="55"/>
                    </a:lnTo>
                    <a:lnTo>
                      <a:pt x="107" y="26"/>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22" name="Freeform 121">
                <a:extLst>
                  <a:ext uri="{FF2B5EF4-FFF2-40B4-BE49-F238E27FC236}">
                    <a16:creationId xmlns:a16="http://schemas.microsoft.com/office/drawing/2014/main" id="{678F36CF-B78F-6329-308F-5650614AF0D4}"/>
                  </a:ext>
                </a:extLst>
              </p:cNvPr>
              <p:cNvSpPr>
                <a:spLocks/>
              </p:cNvSpPr>
              <p:nvPr/>
            </p:nvSpPr>
            <p:spPr bwMode="hidden">
              <a:xfrm>
                <a:off x="3930" y="3754"/>
                <a:ext cx="108" cy="57"/>
              </a:xfrm>
              <a:custGeom>
                <a:avLst/>
                <a:gdLst>
                  <a:gd name="T0" fmla="*/ 107 w 108"/>
                  <a:gd name="T1" fmla="*/ 26 h 57"/>
                  <a:gd name="T2" fmla="*/ 107 w 108"/>
                  <a:gd name="T3" fmla="*/ 0 h 57"/>
                  <a:gd name="T4" fmla="*/ 0 w 108"/>
                  <a:gd name="T5" fmla="*/ 29 h 57"/>
                  <a:gd name="T6" fmla="*/ 0 w 108"/>
                  <a:gd name="T7" fmla="*/ 56 h 57"/>
                  <a:gd name="T8" fmla="*/ 107 w 108"/>
                  <a:gd name="T9" fmla="*/ 26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7">
                    <a:moveTo>
                      <a:pt x="107" y="26"/>
                    </a:moveTo>
                    <a:lnTo>
                      <a:pt x="107" y="0"/>
                    </a:lnTo>
                    <a:lnTo>
                      <a:pt x="0" y="29"/>
                    </a:lnTo>
                    <a:lnTo>
                      <a:pt x="0" y="56"/>
                    </a:lnTo>
                    <a:lnTo>
                      <a:pt x="107" y="26"/>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23" name="Freeform 122">
                <a:extLst>
                  <a:ext uri="{FF2B5EF4-FFF2-40B4-BE49-F238E27FC236}">
                    <a16:creationId xmlns:a16="http://schemas.microsoft.com/office/drawing/2014/main" id="{E3FE2E30-8900-C0BB-C5BC-3AF9D085CC6F}"/>
                  </a:ext>
                </a:extLst>
              </p:cNvPr>
              <p:cNvSpPr>
                <a:spLocks/>
              </p:cNvSpPr>
              <p:nvPr/>
            </p:nvSpPr>
            <p:spPr bwMode="hidden">
              <a:xfrm>
                <a:off x="3930" y="3823"/>
                <a:ext cx="108" cy="56"/>
              </a:xfrm>
              <a:custGeom>
                <a:avLst/>
                <a:gdLst>
                  <a:gd name="T0" fmla="*/ 107 w 108"/>
                  <a:gd name="T1" fmla="*/ 27 h 56"/>
                  <a:gd name="T2" fmla="*/ 107 w 108"/>
                  <a:gd name="T3" fmla="*/ 0 h 56"/>
                  <a:gd name="T4" fmla="*/ 0 w 108"/>
                  <a:gd name="T5" fmla="*/ 28 h 56"/>
                  <a:gd name="T6" fmla="*/ 0 w 108"/>
                  <a:gd name="T7" fmla="*/ 55 h 56"/>
                  <a:gd name="T8" fmla="*/ 107 w 108"/>
                  <a:gd name="T9" fmla="*/ 27 h 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6">
                    <a:moveTo>
                      <a:pt x="107" y="27"/>
                    </a:moveTo>
                    <a:lnTo>
                      <a:pt x="107" y="0"/>
                    </a:lnTo>
                    <a:lnTo>
                      <a:pt x="0" y="28"/>
                    </a:lnTo>
                    <a:lnTo>
                      <a:pt x="0" y="55"/>
                    </a:lnTo>
                    <a:lnTo>
                      <a:pt x="107" y="27"/>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24" name="Freeform 123">
                <a:extLst>
                  <a:ext uri="{FF2B5EF4-FFF2-40B4-BE49-F238E27FC236}">
                    <a16:creationId xmlns:a16="http://schemas.microsoft.com/office/drawing/2014/main" id="{B9A7E682-FD65-9065-24F2-3E4D83AC2B78}"/>
                  </a:ext>
                </a:extLst>
              </p:cNvPr>
              <p:cNvSpPr>
                <a:spLocks/>
              </p:cNvSpPr>
              <p:nvPr/>
            </p:nvSpPr>
            <p:spPr bwMode="hidden">
              <a:xfrm>
                <a:off x="3930" y="3892"/>
                <a:ext cx="108" cy="56"/>
              </a:xfrm>
              <a:custGeom>
                <a:avLst/>
                <a:gdLst>
                  <a:gd name="T0" fmla="*/ 107 w 108"/>
                  <a:gd name="T1" fmla="*/ 26 h 56"/>
                  <a:gd name="T2" fmla="*/ 107 w 108"/>
                  <a:gd name="T3" fmla="*/ 0 h 56"/>
                  <a:gd name="T4" fmla="*/ 0 w 108"/>
                  <a:gd name="T5" fmla="*/ 27 h 56"/>
                  <a:gd name="T6" fmla="*/ 0 w 108"/>
                  <a:gd name="T7" fmla="*/ 55 h 56"/>
                  <a:gd name="T8" fmla="*/ 107 w 108"/>
                  <a:gd name="T9" fmla="*/ 26 h 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6">
                    <a:moveTo>
                      <a:pt x="107" y="26"/>
                    </a:moveTo>
                    <a:lnTo>
                      <a:pt x="107" y="0"/>
                    </a:lnTo>
                    <a:lnTo>
                      <a:pt x="0" y="27"/>
                    </a:lnTo>
                    <a:lnTo>
                      <a:pt x="0" y="55"/>
                    </a:lnTo>
                    <a:lnTo>
                      <a:pt x="107" y="26"/>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25" name="Freeform 124">
                <a:extLst>
                  <a:ext uri="{FF2B5EF4-FFF2-40B4-BE49-F238E27FC236}">
                    <a16:creationId xmlns:a16="http://schemas.microsoft.com/office/drawing/2014/main" id="{E48FF33B-D837-26C7-5561-3DFDED599169}"/>
                  </a:ext>
                </a:extLst>
              </p:cNvPr>
              <p:cNvSpPr>
                <a:spLocks/>
              </p:cNvSpPr>
              <p:nvPr/>
            </p:nvSpPr>
            <p:spPr bwMode="hidden">
              <a:xfrm>
                <a:off x="4082" y="3436"/>
                <a:ext cx="108" cy="56"/>
              </a:xfrm>
              <a:custGeom>
                <a:avLst/>
                <a:gdLst>
                  <a:gd name="T0" fmla="*/ 107 w 108"/>
                  <a:gd name="T1" fmla="*/ 26 h 56"/>
                  <a:gd name="T2" fmla="*/ 107 w 108"/>
                  <a:gd name="T3" fmla="*/ 0 h 56"/>
                  <a:gd name="T4" fmla="*/ 0 w 108"/>
                  <a:gd name="T5" fmla="*/ 27 h 56"/>
                  <a:gd name="T6" fmla="*/ 0 w 108"/>
                  <a:gd name="T7" fmla="*/ 55 h 56"/>
                  <a:gd name="T8" fmla="*/ 107 w 108"/>
                  <a:gd name="T9" fmla="*/ 26 h 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6">
                    <a:moveTo>
                      <a:pt x="107" y="26"/>
                    </a:moveTo>
                    <a:lnTo>
                      <a:pt x="107" y="0"/>
                    </a:lnTo>
                    <a:lnTo>
                      <a:pt x="0" y="27"/>
                    </a:lnTo>
                    <a:lnTo>
                      <a:pt x="0" y="55"/>
                    </a:lnTo>
                    <a:lnTo>
                      <a:pt x="107" y="26"/>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26" name="Freeform 125">
                <a:extLst>
                  <a:ext uri="{FF2B5EF4-FFF2-40B4-BE49-F238E27FC236}">
                    <a16:creationId xmlns:a16="http://schemas.microsoft.com/office/drawing/2014/main" id="{3C1F3234-E062-90CA-736B-222349103392}"/>
                  </a:ext>
                </a:extLst>
              </p:cNvPr>
              <p:cNvSpPr>
                <a:spLocks/>
              </p:cNvSpPr>
              <p:nvPr/>
            </p:nvSpPr>
            <p:spPr bwMode="hidden">
              <a:xfrm>
                <a:off x="4082" y="3504"/>
                <a:ext cx="108" cy="57"/>
              </a:xfrm>
              <a:custGeom>
                <a:avLst/>
                <a:gdLst>
                  <a:gd name="T0" fmla="*/ 107 w 108"/>
                  <a:gd name="T1" fmla="*/ 27 h 57"/>
                  <a:gd name="T2" fmla="*/ 107 w 108"/>
                  <a:gd name="T3" fmla="*/ 0 h 57"/>
                  <a:gd name="T4" fmla="*/ 0 w 108"/>
                  <a:gd name="T5" fmla="*/ 29 h 57"/>
                  <a:gd name="T6" fmla="*/ 0 w 108"/>
                  <a:gd name="T7" fmla="*/ 56 h 57"/>
                  <a:gd name="T8" fmla="*/ 107 w 108"/>
                  <a:gd name="T9" fmla="*/ 27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7">
                    <a:moveTo>
                      <a:pt x="107" y="27"/>
                    </a:moveTo>
                    <a:lnTo>
                      <a:pt x="107" y="0"/>
                    </a:lnTo>
                    <a:lnTo>
                      <a:pt x="0" y="29"/>
                    </a:lnTo>
                    <a:lnTo>
                      <a:pt x="0" y="56"/>
                    </a:lnTo>
                    <a:lnTo>
                      <a:pt x="107" y="27"/>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27" name="Freeform 126">
                <a:extLst>
                  <a:ext uri="{FF2B5EF4-FFF2-40B4-BE49-F238E27FC236}">
                    <a16:creationId xmlns:a16="http://schemas.microsoft.com/office/drawing/2014/main" id="{F3162661-61F1-92B9-EEE5-AB6A94D5B51D}"/>
                  </a:ext>
                </a:extLst>
              </p:cNvPr>
              <p:cNvSpPr>
                <a:spLocks/>
              </p:cNvSpPr>
              <p:nvPr/>
            </p:nvSpPr>
            <p:spPr bwMode="hidden">
              <a:xfrm>
                <a:off x="4082" y="3573"/>
                <a:ext cx="108" cy="57"/>
              </a:xfrm>
              <a:custGeom>
                <a:avLst/>
                <a:gdLst>
                  <a:gd name="T0" fmla="*/ 107 w 108"/>
                  <a:gd name="T1" fmla="*/ 26 h 57"/>
                  <a:gd name="T2" fmla="*/ 107 w 108"/>
                  <a:gd name="T3" fmla="*/ 0 h 57"/>
                  <a:gd name="T4" fmla="*/ 0 w 108"/>
                  <a:gd name="T5" fmla="*/ 28 h 57"/>
                  <a:gd name="T6" fmla="*/ 0 w 108"/>
                  <a:gd name="T7" fmla="*/ 56 h 57"/>
                  <a:gd name="T8" fmla="*/ 107 w 108"/>
                  <a:gd name="T9" fmla="*/ 26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7">
                    <a:moveTo>
                      <a:pt x="107" y="26"/>
                    </a:moveTo>
                    <a:lnTo>
                      <a:pt x="107" y="0"/>
                    </a:lnTo>
                    <a:lnTo>
                      <a:pt x="0" y="28"/>
                    </a:lnTo>
                    <a:lnTo>
                      <a:pt x="0" y="56"/>
                    </a:lnTo>
                    <a:lnTo>
                      <a:pt x="107" y="26"/>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28" name="Freeform 127">
                <a:extLst>
                  <a:ext uri="{FF2B5EF4-FFF2-40B4-BE49-F238E27FC236}">
                    <a16:creationId xmlns:a16="http://schemas.microsoft.com/office/drawing/2014/main" id="{03412473-B19E-4887-CCB1-04377E756FA9}"/>
                  </a:ext>
                </a:extLst>
              </p:cNvPr>
              <p:cNvSpPr>
                <a:spLocks/>
              </p:cNvSpPr>
              <p:nvPr/>
            </p:nvSpPr>
            <p:spPr bwMode="hidden">
              <a:xfrm>
                <a:off x="4082" y="3642"/>
                <a:ext cx="108" cy="56"/>
              </a:xfrm>
              <a:custGeom>
                <a:avLst/>
                <a:gdLst>
                  <a:gd name="T0" fmla="*/ 107 w 108"/>
                  <a:gd name="T1" fmla="*/ 26 h 56"/>
                  <a:gd name="T2" fmla="*/ 107 w 108"/>
                  <a:gd name="T3" fmla="*/ 0 h 56"/>
                  <a:gd name="T4" fmla="*/ 0 w 108"/>
                  <a:gd name="T5" fmla="*/ 28 h 56"/>
                  <a:gd name="T6" fmla="*/ 0 w 108"/>
                  <a:gd name="T7" fmla="*/ 55 h 56"/>
                  <a:gd name="T8" fmla="*/ 107 w 108"/>
                  <a:gd name="T9" fmla="*/ 26 h 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6">
                    <a:moveTo>
                      <a:pt x="107" y="26"/>
                    </a:moveTo>
                    <a:lnTo>
                      <a:pt x="107" y="0"/>
                    </a:lnTo>
                    <a:lnTo>
                      <a:pt x="0" y="28"/>
                    </a:lnTo>
                    <a:lnTo>
                      <a:pt x="0" y="55"/>
                    </a:lnTo>
                    <a:lnTo>
                      <a:pt x="107" y="26"/>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29" name="Freeform 128">
                <a:extLst>
                  <a:ext uri="{FF2B5EF4-FFF2-40B4-BE49-F238E27FC236}">
                    <a16:creationId xmlns:a16="http://schemas.microsoft.com/office/drawing/2014/main" id="{658D991F-836D-DC0B-52BC-D2CE4BB9B0D3}"/>
                  </a:ext>
                </a:extLst>
              </p:cNvPr>
              <p:cNvSpPr>
                <a:spLocks/>
              </p:cNvSpPr>
              <p:nvPr/>
            </p:nvSpPr>
            <p:spPr bwMode="hidden">
              <a:xfrm>
                <a:off x="4082" y="3710"/>
                <a:ext cx="108" cy="57"/>
              </a:xfrm>
              <a:custGeom>
                <a:avLst/>
                <a:gdLst>
                  <a:gd name="T0" fmla="*/ 107 w 108"/>
                  <a:gd name="T1" fmla="*/ 27 h 57"/>
                  <a:gd name="T2" fmla="*/ 107 w 108"/>
                  <a:gd name="T3" fmla="*/ 0 h 57"/>
                  <a:gd name="T4" fmla="*/ 0 w 108"/>
                  <a:gd name="T5" fmla="*/ 29 h 57"/>
                  <a:gd name="T6" fmla="*/ 0 w 108"/>
                  <a:gd name="T7" fmla="*/ 56 h 57"/>
                  <a:gd name="T8" fmla="*/ 107 w 108"/>
                  <a:gd name="T9" fmla="*/ 27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7">
                    <a:moveTo>
                      <a:pt x="107" y="27"/>
                    </a:moveTo>
                    <a:lnTo>
                      <a:pt x="107" y="0"/>
                    </a:lnTo>
                    <a:lnTo>
                      <a:pt x="0" y="29"/>
                    </a:lnTo>
                    <a:lnTo>
                      <a:pt x="0" y="56"/>
                    </a:lnTo>
                    <a:lnTo>
                      <a:pt x="107" y="27"/>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30" name="Freeform 129">
                <a:extLst>
                  <a:ext uri="{FF2B5EF4-FFF2-40B4-BE49-F238E27FC236}">
                    <a16:creationId xmlns:a16="http://schemas.microsoft.com/office/drawing/2014/main" id="{01E760DC-5DB1-8144-044C-C77746F432E0}"/>
                  </a:ext>
                </a:extLst>
              </p:cNvPr>
              <p:cNvSpPr>
                <a:spLocks/>
              </p:cNvSpPr>
              <p:nvPr/>
            </p:nvSpPr>
            <p:spPr bwMode="hidden">
              <a:xfrm>
                <a:off x="4082" y="3779"/>
                <a:ext cx="108" cy="57"/>
              </a:xfrm>
              <a:custGeom>
                <a:avLst/>
                <a:gdLst>
                  <a:gd name="T0" fmla="*/ 107 w 108"/>
                  <a:gd name="T1" fmla="*/ 26 h 57"/>
                  <a:gd name="T2" fmla="*/ 107 w 108"/>
                  <a:gd name="T3" fmla="*/ 0 h 57"/>
                  <a:gd name="T4" fmla="*/ 0 w 108"/>
                  <a:gd name="T5" fmla="*/ 28 h 57"/>
                  <a:gd name="T6" fmla="*/ 0 w 108"/>
                  <a:gd name="T7" fmla="*/ 56 h 57"/>
                  <a:gd name="T8" fmla="*/ 107 w 108"/>
                  <a:gd name="T9" fmla="*/ 26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7">
                    <a:moveTo>
                      <a:pt x="107" y="26"/>
                    </a:moveTo>
                    <a:lnTo>
                      <a:pt x="107" y="0"/>
                    </a:lnTo>
                    <a:lnTo>
                      <a:pt x="0" y="28"/>
                    </a:lnTo>
                    <a:lnTo>
                      <a:pt x="0" y="56"/>
                    </a:lnTo>
                    <a:lnTo>
                      <a:pt x="107" y="26"/>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31" name="Freeform 130">
                <a:extLst>
                  <a:ext uri="{FF2B5EF4-FFF2-40B4-BE49-F238E27FC236}">
                    <a16:creationId xmlns:a16="http://schemas.microsoft.com/office/drawing/2014/main" id="{56A68F12-5BDE-7884-5F7C-2259C81AD8B2}"/>
                  </a:ext>
                </a:extLst>
              </p:cNvPr>
              <p:cNvSpPr>
                <a:spLocks/>
              </p:cNvSpPr>
              <p:nvPr/>
            </p:nvSpPr>
            <p:spPr bwMode="hidden">
              <a:xfrm>
                <a:off x="4082" y="3848"/>
                <a:ext cx="108" cy="56"/>
              </a:xfrm>
              <a:custGeom>
                <a:avLst/>
                <a:gdLst>
                  <a:gd name="T0" fmla="*/ 107 w 108"/>
                  <a:gd name="T1" fmla="*/ 27 h 56"/>
                  <a:gd name="T2" fmla="*/ 107 w 108"/>
                  <a:gd name="T3" fmla="*/ 0 h 56"/>
                  <a:gd name="T4" fmla="*/ 0 w 108"/>
                  <a:gd name="T5" fmla="*/ 28 h 56"/>
                  <a:gd name="T6" fmla="*/ 0 w 108"/>
                  <a:gd name="T7" fmla="*/ 55 h 56"/>
                  <a:gd name="T8" fmla="*/ 107 w 108"/>
                  <a:gd name="T9" fmla="*/ 27 h 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56">
                    <a:moveTo>
                      <a:pt x="107" y="27"/>
                    </a:moveTo>
                    <a:lnTo>
                      <a:pt x="107" y="0"/>
                    </a:lnTo>
                    <a:lnTo>
                      <a:pt x="0" y="28"/>
                    </a:lnTo>
                    <a:lnTo>
                      <a:pt x="0" y="55"/>
                    </a:lnTo>
                    <a:lnTo>
                      <a:pt x="107" y="27"/>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grpSp>
      </p:grpSp>
      <p:grpSp>
        <p:nvGrpSpPr>
          <p:cNvPr id="39032" name="Group 131">
            <a:extLst>
              <a:ext uri="{FF2B5EF4-FFF2-40B4-BE49-F238E27FC236}">
                <a16:creationId xmlns:a16="http://schemas.microsoft.com/office/drawing/2014/main" id="{EFBD8535-80F8-D7B3-D9D6-B221A949FC92}"/>
              </a:ext>
            </a:extLst>
          </p:cNvPr>
          <p:cNvGrpSpPr>
            <a:grpSpLocks/>
          </p:cNvGrpSpPr>
          <p:nvPr/>
        </p:nvGrpSpPr>
        <p:grpSpPr bwMode="auto">
          <a:xfrm>
            <a:off x="6999135" y="4687074"/>
            <a:ext cx="1489075" cy="1370012"/>
            <a:chOff x="4445" y="3115"/>
            <a:chExt cx="938" cy="863"/>
          </a:xfrm>
        </p:grpSpPr>
        <p:sp>
          <p:nvSpPr>
            <p:cNvPr id="39033" name="Freeform 132">
              <a:extLst>
                <a:ext uri="{FF2B5EF4-FFF2-40B4-BE49-F238E27FC236}">
                  <a16:creationId xmlns:a16="http://schemas.microsoft.com/office/drawing/2014/main" id="{6D07EA34-5116-9868-B926-AC0C4721EA60}"/>
                </a:ext>
              </a:extLst>
            </p:cNvPr>
            <p:cNvSpPr>
              <a:spLocks/>
            </p:cNvSpPr>
            <p:nvPr/>
          </p:nvSpPr>
          <p:spPr bwMode="auto">
            <a:xfrm>
              <a:off x="5227" y="3770"/>
              <a:ext cx="153" cy="75"/>
            </a:xfrm>
            <a:custGeom>
              <a:avLst/>
              <a:gdLst>
                <a:gd name="T0" fmla="*/ 145 w 153"/>
                <a:gd name="T1" fmla="*/ 14 h 75"/>
                <a:gd name="T2" fmla="*/ 49 w 153"/>
                <a:gd name="T3" fmla="*/ 0 h 75"/>
                <a:gd name="T4" fmla="*/ 1 w 153"/>
                <a:gd name="T5" fmla="*/ 38 h 75"/>
                <a:gd name="T6" fmla="*/ 0 w 153"/>
                <a:gd name="T7" fmla="*/ 38 h 75"/>
                <a:gd name="T8" fmla="*/ 0 w 153"/>
                <a:gd name="T9" fmla="*/ 39 h 75"/>
                <a:gd name="T10" fmla="*/ 0 w 153"/>
                <a:gd name="T11" fmla="*/ 40 h 75"/>
                <a:gd name="T12" fmla="*/ 0 w 153"/>
                <a:gd name="T13" fmla="*/ 43 h 75"/>
                <a:gd name="T14" fmla="*/ 0 w 153"/>
                <a:gd name="T15" fmla="*/ 44 h 75"/>
                <a:gd name="T16" fmla="*/ 1 w 153"/>
                <a:gd name="T17" fmla="*/ 45 h 75"/>
                <a:gd name="T18" fmla="*/ 1 w 153"/>
                <a:gd name="T19" fmla="*/ 46 h 75"/>
                <a:gd name="T20" fmla="*/ 2 w 153"/>
                <a:gd name="T21" fmla="*/ 47 h 75"/>
                <a:gd name="T22" fmla="*/ 7 w 153"/>
                <a:gd name="T23" fmla="*/ 48 h 75"/>
                <a:gd name="T24" fmla="*/ 20 w 153"/>
                <a:gd name="T25" fmla="*/ 53 h 75"/>
                <a:gd name="T26" fmla="*/ 38 w 153"/>
                <a:gd name="T27" fmla="*/ 58 h 75"/>
                <a:gd name="T28" fmla="*/ 58 w 153"/>
                <a:gd name="T29" fmla="*/ 64 h 75"/>
                <a:gd name="T30" fmla="*/ 81 w 153"/>
                <a:gd name="T31" fmla="*/ 68 h 75"/>
                <a:gd name="T32" fmla="*/ 101 w 153"/>
                <a:gd name="T33" fmla="*/ 72 h 75"/>
                <a:gd name="T34" fmla="*/ 117 w 153"/>
                <a:gd name="T35" fmla="*/ 74 h 75"/>
                <a:gd name="T36" fmla="*/ 128 w 153"/>
                <a:gd name="T37" fmla="*/ 72 h 75"/>
                <a:gd name="T38" fmla="*/ 131 w 153"/>
                <a:gd name="T39" fmla="*/ 70 h 75"/>
                <a:gd name="T40" fmla="*/ 133 w 153"/>
                <a:gd name="T41" fmla="*/ 68 h 75"/>
                <a:gd name="T42" fmla="*/ 137 w 153"/>
                <a:gd name="T43" fmla="*/ 66 h 75"/>
                <a:gd name="T44" fmla="*/ 140 w 153"/>
                <a:gd name="T45" fmla="*/ 62 h 75"/>
                <a:gd name="T46" fmla="*/ 142 w 153"/>
                <a:gd name="T47" fmla="*/ 60 h 75"/>
                <a:gd name="T48" fmla="*/ 146 w 153"/>
                <a:gd name="T49" fmla="*/ 57 h 75"/>
                <a:gd name="T50" fmla="*/ 148 w 153"/>
                <a:gd name="T51" fmla="*/ 55 h 75"/>
                <a:gd name="T52" fmla="*/ 149 w 153"/>
                <a:gd name="T53" fmla="*/ 53 h 75"/>
                <a:gd name="T54" fmla="*/ 150 w 153"/>
                <a:gd name="T55" fmla="*/ 45 h 75"/>
                <a:gd name="T56" fmla="*/ 152 w 153"/>
                <a:gd name="T57" fmla="*/ 38 h 75"/>
                <a:gd name="T58" fmla="*/ 150 w 153"/>
                <a:gd name="T59" fmla="*/ 33 h 75"/>
                <a:gd name="T60" fmla="*/ 149 w 153"/>
                <a:gd name="T61" fmla="*/ 26 h 75"/>
                <a:gd name="T62" fmla="*/ 148 w 153"/>
                <a:gd name="T63" fmla="*/ 20 h 75"/>
                <a:gd name="T64" fmla="*/ 146 w 153"/>
                <a:gd name="T65" fmla="*/ 17 h 75"/>
                <a:gd name="T66" fmla="*/ 145 w 153"/>
                <a:gd name="T67" fmla="*/ 14 h 75"/>
                <a:gd name="T68" fmla="*/ 145 w 153"/>
                <a:gd name="T69" fmla="*/ 14 h 7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53" h="75">
                  <a:moveTo>
                    <a:pt x="145" y="14"/>
                  </a:moveTo>
                  <a:lnTo>
                    <a:pt x="49" y="0"/>
                  </a:lnTo>
                  <a:lnTo>
                    <a:pt x="1" y="38"/>
                  </a:lnTo>
                  <a:lnTo>
                    <a:pt x="0" y="38"/>
                  </a:lnTo>
                  <a:lnTo>
                    <a:pt x="0" y="39"/>
                  </a:lnTo>
                  <a:lnTo>
                    <a:pt x="0" y="40"/>
                  </a:lnTo>
                  <a:lnTo>
                    <a:pt x="0" y="43"/>
                  </a:lnTo>
                  <a:lnTo>
                    <a:pt x="0" y="44"/>
                  </a:lnTo>
                  <a:lnTo>
                    <a:pt x="1" y="45"/>
                  </a:lnTo>
                  <a:lnTo>
                    <a:pt x="1" y="46"/>
                  </a:lnTo>
                  <a:lnTo>
                    <a:pt x="2" y="47"/>
                  </a:lnTo>
                  <a:lnTo>
                    <a:pt x="7" y="48"/>
                  </a:lnTo>
                  <a:lnTo>
                    <a:pt x="20" y="53"/>
                  </a:lnTo>
                  <a:lnTo>
                    <a:pt x="38" y="58"/>
                  </a:lnTo>
                  <a:lnTo>
                    <a:pt x="58" y="64"/>
                  </a:lnTo>
                  <a:lnTo>
                    <a:pt x="81" y="68"/>
                  </a:lnTo>
                  <a:lnTo>
                    <a:pt x="101" y="72"/>
                  </a:lnTo>
                  <a:lnTo>
                    <a:pt x="117" y="74"/>
                  </a:lnTo>
                  <a:lnTo>
                    <a:pt x="128" y="72"/>
                  </a:lnTo>
                  <a:lnTo>
                    <a:pt x="131" y="70"/>
                  </a:lnTo>
                  <a:lnTo>
                    <a:pt x="133" y="68"/>
                  </a:lnTo>
                  <a:lnTo>
                    <a:pt x="137" y="66"/>
                  </a:lnTo>
                  <a:lnTo>
                    <a:pt x="140" y="62"/>
                  </a:lnTo>
                  <a:lnTo>
                    <a:pt x="142" y="60"/>
                  </a:lnTo>
                  <a:lnTo>
                    <a:pt x="146" y="57"/>
                  </a:lnTo>
                  <a:lnTo>
                    <a:pt x="148" y="55"/>
                  </a:lnTo>
                  <a:lnTo>
                    <a:pt x="149" y="53"/>
                  </a:lnTo>
                  <a:lnTo>
                    <a:pt x="150" y="45"/>
                  </a:lnTo>
                  <a:lnTo>
                    <a:pt x="152" y="38"/>
                  </a:lnTo>
                  <a:lnTo>
                    <a:pt x="150" y="33"/>
                  </a:lnTo>
                  <a:lnTo>
                    <a:pt x="149" y="26"/>
                  </a:lnTo>
                  <a:lnTo>
                    <a:pt x="148" y="20"/>
                  </a:lnTo>
                  <a:lnTo>
                    <a:pt x="146" y="17"/>
                  </a:lnTo>
                  <a:lnTo>
                    <a:pt x="145" y="14"/>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34" name="Freeform 133">
              <a:extLst>
                <a:ext uri="{FF2B5EF4-FFF2-40B4-BE49-F238E27FC236}">
                  <a16:creationId xmlns:a16="http://schemas.microsoft.com/office/drawing/2014/main" id="{CEBBA4D3-E144-D26C-7FAD-90626E1786E9}"/>
                </a:ext>
              </a:extLst>
            </p:cNvPr>
            <p:cNvSpPr>
              <a:spLocks/>
            </p:cNvSpPr>
            <p:nvPr/>
          </p:nvSpPr>
          <p:spPr bwMode="auto">
            <a:xfrm>
              <a:off x="5238" y="3769"/>
              <a:ext cx="145" cy="69"/>
            </a:xfrm>
            <a:custGeom>
              <a:avLst/>
              <a:gdLst>
                <a:gd name="T0" fmla="*/ 138 w 145"/>
                <a:gd name="T1" fmla="*/ 12 h 69"/>
                <a:gd name="T2" fmla="*/ 46 w 145"/>
                <a:gd name="T3" fmla="*/ 0 h 69"/>
                <a:gd name="T4" fmla="*/ 0 w 145"/>
                <a:gd name="T5" fmla="*/ 35 h 69"/>
                <a:gd name="T6" fmla="*/ 0 w 145"/>
                <a:gd name="T7" fmla="*/ 35 h 69"/>
                <a:gd name="T8" fmla="*/ 0 w 145"/>
                <a:gd name="T9" fmla="*/ 36 h 69"/>
                <a:gd name="T10" fmla="*/ 0 w 145"/>
                <a:gd name="T11" fmla="*/ 37 h 69"/>
                <a:gd name="T12" fmla="*/ 0 w 145"/>
                <a:gd name="T13" fmla="*/ 39 h 69"/>
                <a:gd name="T14" fmla="*/ 0 w 145"/>
                <a:gd name="T15" fmla="*/ 40 h 69"/>
                <a:gd name="T16" fmla="*/ 0 w 145"/>
                <a:gd name="T17" fmla="*/ 41 h 69"/>
                <a:gd name="T18" fmla="*/ 1 w 145"/>
                <a:gd name="T19" fmla="*/ 42 h 69"/>
                <a:gd name="T20" fmla="*/ 2 w 145"/>
                <a:gd name="T21" fmla="*/ 42 h 69"/>
                <a:gd name="T22" fmla="*/ 6 w 145"/>
                <a:gd name="T23" fmla="*/ 44 h 69"/>
                <a:gd name="T24" fmla="*/ 18 w 145"/>
                <a:gd name="T25" fmla="*/ 47 h 69"/>
                <a:gd name="T26" fmla="*/ 36 w 145"/>
                <a:gd name="T27" fmla="*/ 52 h 69"/>
                <a:gd name="T28" fmla="*/ 55 w 145"/>
                <a:gd name="T29" fmla="*/ 57 h 69"/>
                <a:gd name="T30" fmla="*/ 77 w 145"/>
                <a:gd name="T31" fmla="*/ 62 h 69"/>
                <a:gd name="T32" fmla="*/ 96 w 145"/>
                <a:gd name="T33" fmla="*/ 65 h 69"/>
                <a:gd name="T34" fmla="*/ 111 w 145"/>
                <a:gd name="T35" fmla="*/ 68 h 69"/>
                <a:gd name="T36" fmla="*/ 121 w 145"/>
                <a:gd name="T37" fmla="*/ 65 h 69"/>
                <a:gd name="T38" fmla="*/ 125 w 145"/>
                <a:gd name="T39" fmla="*/ 64 h 69"/>
                <a:gd name="T40" fmla="*/ 128 w 145"/>
                <a:gd name="T41" fmla="*/ 62 h 69"/>
                <a:gd name="T42" fmla="*/ 130 w 145"/>
                <a:gd name="T43" fmla="*/ 60 h 69"/>
                <a:gd name="T44" fmla="*/ 133 w 145"/>
                <a:gd name="T45" fmla="*/ 57 h 69"/>
                <a:gd name="T46" fmla="*/ 136 w 145"/>
                <a:gd name="T47" fmla="*/ 54 h 69"/>
                <a:gd name="T48" fmla="*/ 139 w 145"/>
                <a:gd name="T49" fmla="*/ 52 h 69"/>
                <a:gd name="T50" fmla="*/ 140 w 145"/>
                <a:gd name="T51" fmla="*/ 50 h 69"/>
                <a:gd name="T52" fmla="*/ 141 w 145"/>
                <a:gd name="T53" fmla="*/ 47 h 69"/>
                <a:gd name="T54" fmla="*/ 144 w 145"/>
                <a:gd name="T55" fmla="*/ 41 h 69"/>
                <a:gd name="T56" fmla="*/ 144 w 145"/>
                <a:gd name="T57" fmla="*/ 35 h 69"/>
                <a:gd name="T58" fmla="*/ 144 w 145"/>
                <a:gd name="T59" fmla="*/ 28 h 69"/>
                <a:gd name="T60" fmla="*/ 142 w 145"/>
                <a:gd name="T61" fmla="*/ 24 h 69"/>
                <a:gd name="T62" fmla="*/ 140 w 145"/>
                <a:gd name="T63" fmla="*/ 18 h 69"/>
                <a:gd name="T64" fmla="*/ 139 w 145"/>
                <a:gd name="T65" fmla="*/ 15 h 69"/>
                <a:gd name="T66" fmla="*/ 138 w 145"/>
                <a:gd name="T67" fmla="*/ 13 h 69"/>
                <a:gd name="T68" fmla="*/ 138 w 145"/>
                <a:gd name="T69" fmla="*/ 12 h 6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45" h="69">
                  <a:moveTo>
                    <a:pt x="138" y="12"/>
                  </a:moveTo>
                  <a:lnTo>
                    <a:pt x="46" y="0"/>
                  </a:lnTo>
                  <a:lnTo>
                    <a:pt x="0" y="35"/>
                  </a:lnTo>
                  <a:lnTo>
                    <a:pt x="0" y="36"/>
                  </a:lnTo>
                  <a:lnTo>
                    <a:pt x="0" y="37"/>
                  </a:lnTo>
                  <a:lnTo>
                    <a:pt x="0" y="39"/>
                  </a:lnTo>
                  <a:lnTo>
                    <a:pt x="0" y="40"/>
                  </a:lnTo>
                  <a:lnTo>
                    <a:pt x="0" y="41"/>
                  </a:lnTo>
                  <a:lnTo>
                    <a:pt x="1" y="42"/>
                  </a:lnTo>
                  <a:lnTo>
                    <a:pt x="2" y="42"/>
                  </a:lnTo>
                  <a:lnTo>
                    <a:pt x="6" y="44"/>
                  </a:lnTo>
                  <a:lnTo>
                    <a:pt x="18" y="47"/>
                  </a:lnTo>
                  <a:lnTo>
                    <a:pt x="36" y="52"/>
                  </a:lnTo>
                  <a:lnTo>
                    <a:pt x="55" y="57"/>
                  </a:lnTo>
                  <a:lnTo>
                    <a:pt x="77" y="62"/>
                  </a:lnTo>
                  <a:lnTo>
                    <a:pt x="96" y="65"/>
                  </a:lnTo>
                  <a:lnTo>
                    <a:pt x="111" y="68"/>
                  </a:lnTo>
                  <a:lnTo>
                    <a:pt x="121" y="65"/>
                  </a:lnTo>
                  <a:lnTo>
                    <a:pt x="125" y="64"/>
                  </a:lnTo>
                  <a:lnTo>
                    <a:pt x="128" y="62"/>
                  </a:lnTo>
                  <a:lnTo>
                    <a:pt x="130" y="60"/>
                  </a:lnTo>
                  <a:lnTo>
                    <a:pt x="133" y="57"/>
                  </a:lnTo>
                  <a:lnTo>
                    <a:pt x="136" y="54"/>
                  </a:lnTo>
                  <a:lnTo>
                    <a:pt x="139" y="52"/>
                  </a:lnTo>
                  <a:lnTo>
                    <a:pt x="140" y="50"/>
                  </a:lnTo>
                  <a:lnTo>
                    <a:pt x="141" y="47"/>
                  </a:lnTo>
                  <a:lnTo>
                    <a:pt x="144" y="41"/>
                  </a:lnTo>
                  <a:lnTo>
                    <a:pt x="144" y="35"/>
                  </a:lnTo>
                  <a:lnTo>
                    <a:pt x="144" y="28"/>
                  </a:lnTo>
                  <a:lnTo>
                    <a:pt x="142" y="24"/>
                  </a:lnTo>
                  <a:lnTo>
                    <a:pt x="140" y="18"/>
                  </a:lnTo>
                  <a:lnTo>
                    <a:pt x="139" y="15"/>
                  </a:lnTo>
                  <a:lnTo>
                    <a:pt x="138" y="13"/>
                  </a:lnTo>
                  <a:lnTo>
                    <a:pt x="138" y="12"/>
                  </a:lnTo>
                </a:path>
              </a:pathLst>
            </a:custGeom>
            <a:solidFill>
              <a:srgbClr val="86868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35" name="Freeform 134">
              <a:extLst>
                <a:ext uri="{FF2B5EF4-FFF2-40B4-BE49-F238E27FC236}">
                  <a16:creationId xmlns:a16="http://schemas.microsoft.com/office/drawing/2014/main" id="{C8F2B2C7-E013-046B-ECD0-15C69C99EF3A}"/>
                </a:ext>
              </a:extLst>
            </p:cNvPr>
            <p:cNvSpPr>
              <a:spLocks/>
            </p:cNvSpPr>
            <p:nvPr/>
          </p:nvSpPr>
          <p:spPr bwMode="auto">
            <a:xfrm>
              <a:off x="5238" y="3755"/>
              <a:ext cx="142" cy="70"/>
            </a:xfrm>
            <a:custGeom>
              <a:avLst/>
              <a:gdLst>
                <a:gd name="T0" fmla="*/ 95 w 142"/>
                <a:gd name="T1" fmla="*/ 2 h 70"/>
                <a:gd name="T2" fmla="*/ 83 w 142"/>
                <a:gd name="T3" fmla="*/ 0 h 70"/>
                <a:gd name="T4" fmla="*/ 73 w 142"/>
                <a:gd name="T5" fmla="*/ 0 h 70"/>
                <a:gd name="T6" fmla="*/ 64 w 142"/>
                <a:gd name="T7" fmla="*/ 1 h 70"/>
                <a:gd name="T8" fmla="*/ 57 w 142"/>
                <a:gd name="T9" fmla="*/ 2 h 70"/>
                <a:gd name="T10" fmla="*/ 51 w 142"/>
                <a:gd name="T11" fmla="*/ 4 h 70"/>
                <a:gd name="T12" fmla="*/ 47 w 142"/>
                <a:gd name="T13" fmla="*/ 6 h 70"/>
                <a:gd name="T14" fmla="*/ 43 w 142"/>
                <a:gd name="T15" fmla="*/ 8 h 70"/>
                <a:gd name="T16" fmla="*/ 43 w 142"/>
                <a:gd name="T17" fmla="*/ 8 h 70"/>
                <a:gd name="T18" fmla="*/ 0 w 142"/>
                <a:gd name="T19" fmla="*/ 43 h 70"/>
                <a:gd name="T20" fmla="*/ 0 w 142"/>
                <a:gd name="T21" fmla="*/ 47 h 70"/>
                <a:gd name="T22" fmla="*/ 1 w 142"/>
                <a:gd name="T23" fmla="*/ 47 h 70"/>
                <a:gd name="T24" fmla="*/ 3 w 142"/>
                <a:gd name="T25" fmla="*/ 46 h 70"/>
                <a:gd name="T26" fmla="*/ 7 w 142"/>
                <a:gd name="T27" fmla="*/ 44 h 70"/>
                <a:gd name="T28" fmla="*/ 13 w 142"/>
                <a:gd name="T29" fmla="*/ 42 h 70"/>
                <a:gd name="T30" fmla="*/ 20 w 142"/>
                <a:gd name="T31" fmla="*/ 41 h 70"/>
                <a:gd name="T32" fmla="*/ 27 w 142"/>
                <a:gd name="T33" fmla="*/ 41 h 70"/>
                <a:gd name="T34" fmla="*/ 35 w 142"/>
                <a:gd name="T35" fmla="*/ 41 h 70"/>
                <a:gd name="T36" fmla="*/ 45 w 142"/>
                <a:gd name="T37" fmla="*/ 43 h 70"/>
                <a:gd name="T38" fmla="*/ 58 w 142"/>
                <a:gd name="T39" fmla="*/ 47 h 70"/>
                <a:gd name="T40" fmla="*/ 68 w 142"/>
                <a:gd name="T41" fmla="*/ 51 h 70"/>
                <a:gd name="T42" fmla="*/ 76 w 142"/>
                <a:gd name="T43" fmla="*/ 54 h 70"/>
                <a:gd name="T44" fmla="*/ 81 w 142"/>
                <a:gd name="T45" fmla="*/ 57 h 70"/>
                <a:gd name="T46" fmla="*/ 87 w 142"/>
                <a:gd name="T47" fmla="*/ 60 h 70"/>
                <a:gd name="T48" fmla="*/ 90 w 142"/>
                <a:gd name="T49" fmla="*/ 62 h 70"/>
                <a:gd name="T50" fmla="*/ 95 w 142"/>
                <a:gd name="T51" fmla="*/ 63 h 70"/>
                <a:gd name="T52" fmla="*/ 99 w 142"/>
                <a:gd name="T53" fmla="*/ 65 h 70"/>
                <a:gd name="T54" fmla="*/ 117 w 142"/>
                <a:gd name="T55" fmla="*/ 69 h 70"/>
                <a:gd name="T56" fmla="*/ 129 w 142"/>
                <a:gd name="T57" fmla="*/ 66 h 70"/>
                <a:gd name="T58" fmla="*/ 137 w 142"/>
                <a:gd name="T59" fmla="*/ 61 h 70"/>
                <a:gd name="T60" fmla="*/ 141 w 142"/>
                <a:gd name="T61" fmla="*/ 53 h 70"/>
                <a:gd name="T62" fmla="*/ 141 w 142"/>
                <a:gd name="T63" fmla="*/ 43 h 70"/>
                <a:gd name="T64" fmla="*/ 139 w 142"/>
                <a:gd name="T65" fmla="*/ 34 h 70"/>
                <a:gd name="T66" fmla="*/ 137 w 142"/>
                <a:gd name="T67" fmla="*/ 27 h 70"/>
                <a:gd name="T68" fmla="*/ 135 w 142"/>
                <a:gd name="T69" fmla="*/ 24 h 70"/>
                <a:gd name="T70" fmla="*/ 134 w 142"/>
                <a:gd name="T71" fmla="*/ 23 h 70"/>
                <a:gd name="T72" fmla="*/ 132 w 142"/>
                <a:gd name="T73" fmla="*/ 21 h 70"/>
                <a:gd name="T74" fmla="*/ 128 w 142"/>
                <a:gd name="T75" fmla="*/ 17 h 70"/>
                <a:gd name="T76" fmla="*/ 125 w 142"/>
                <a:gd name="T77" fmla="*/ 15 h 70"/>
                <a:gd name="T78" fmla="*/ 119 w 142"/>
                <a:gd name="T79" fmla="*/ 12 h 70"/>
                <a:gd name="T80" fmla="*/ 113 w 142"/>
                <a:gd name="T81" fmla="*/ 8 h 70"/>
                <a:gd name="T82" fmla="*/ 105 w 142"/>
                <a:gd name="T83" fmla="*/ 5 h 70"/>
                <a:gd name="T84" fmla="*/ 95 w 142"/>
                <a:gd name="T85" fmla="*/ 2 h 7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42" h="70">
                  <a:moveTo>
                    <a:pt x="95" y="2"/>
                  </a:moveTo>
                  <a:lnTo>
                    <a:pt x="83" y="0"/>
                  </a:lnTo>
                  <a:lnTo>
                    <a:pt x="73" y="0"/>
                  </a:lnTo>
                  <a:lnTo>
                    <a:pt x="64" y="1"/>
                  </a:lnTo>
                  <a:lnTo>
                    <a:pt x="57" y="2"/>
                  </a:lnTo>
                  <a:lnTo>
                    <a:pt x="51" y="4"/>
                  </a:lnTo>
                  <a:lnTo>
                    <a:pt x="47" y="6"/>
                  </a:lnTo>
                  <a:lnTo>
                    <a:pt x="43" y="8"/>
                  </a:lnTo>
                  <a:lnTo>
                    <a:pt x="0" y="43"/>
                  </a:lnTo>
                  <a:lnTo>
                    <a:pt x="0" y="47"/>
                  </a:lnTo>
                  <a:lnTo>
                    <a:pt x="1" y="47"/>
                  </a:lnTo>
                  <a:lnTo>
                    <a:pt x="3" y="46"/>
                  </a:lnTo>
                  <a:lnTo>
                    <a:pt x="7" y="44"/>
                  </a:lnTo>
                  <a:lnTo>
                    <a:pt x="13" y="42"/>
                  </a:lnTo>
                  <a:lnTo>
                    <a:pt x="20" y="41"/>
                  </a:lnTo>
                  <a:lnTo>
                    <a:pt x="27" y="41"/>
                  </a:lnTo>
                  <a:lnTo>
                    <a:pt x="35" y="41"/>
                  </a:lnTo>
                  <a:lnTo>
                    <a:pt x="45" y="43"/>
                  </a:lnTo>
                  <a:lnTo>
                    <a:pt x="58" y="47"/>
                  </a:lnTo>
                  <a:lnTo>
                    <a:pt x="68" y="51"/>
                  </a:lnTo>
                  <a:lnTo>
                    <a:pt x="76" y="54"/>
                  </a:lnTo>
                  <a:lnTo>
                    <a:pt x="81" y="57"/>
                  </a:lnTo>
                  <a:lnTo>
                    <a:pt x="87" y="60"/>
                  </a:lnTo>
                  <a:lnTo>
                    <a:pt x="90" y="62"/>
                  </a:lnTo>
                  <a:lnTo>
                    <a:pt x="95" y="63"/>
                  </a:lnTo>
                  <a:lnTo>
                    <a:pt x="99" y="65"/>
                  </a:lnTo>
                  <a:lnTo>
                    <a:pt x="117" y="69"/>
                  </a:lnTo>
                  <a:lnTo>
                    <a:pt x="129" y="66"/>
                  </a:lnTo>
                  <a:lnTo>
                    <a:pt x="137" y="61"/>
                  </a:lnTo>
                  <a:lnTo>
                    <a:pt x="141" y="53"/>
                  </a:lnTo>
                  <a:lnTo>
                    <a:pt x="141" y="43"/>
                  </a:lnTo>
                  <a:lnTo>
                    <a:pt x="139" y="34"/>
                  </a:lnTo>
                  <a:lnTo>
                    <a:pt x="137" y="27"/>
                  </a:lnTo>
                  <a:lnTo>
                    <a:pt x="135" y="24"/>
                  </a:lnTo>
                  <a:lnTo>
                    <a:pt x="134" y="23"/>
                  </a:lnTo>
                  <a:lnTo>
                    <a:pt x="132" y="21"/>
                  </a:lnTo>
                  <a:lnTo>
                    <a:pt x="128" y="17"/>
                  </a:lnTo>
                  <a:lnTo>
                    <a:pt x="125" y="15"/>
                  </a:lnTo>
                  <a:lnTo>
                    <a:pt x="119" y="12"/>
                  </a:lnTo>
                  <a:lnTo>
                    <a:pt x="113" y="8"/>
                  </a:lnTo>
                  <a:lnTo>
                    <a:pt x="105" y="5"/>
                  </a:lnTo>
                  <a:lnTo>
                    <a:pt x="95" y="2"/>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36" name="Freeform 135">
              <a:extLst>
                <a:ext uri="{FF2B5EF4-FFF2-40B4-BE49-F238E27FC236}">
                  <a16:creationId xmlns:a16="http://schemas.microsoft.com/office/drawing/2014/main" id="{58E37194-286B-6DD9-7DB4-5446065DB887}"/>
                </a:ext>
              </a:extLst>
            </p:cNvPr>
            <p:cNvSpPr>
              <a:spLocks/>
            </p:cNvSpPr>
            <p:nvPr/>
          </p:nvSpPr>
          <p:spPr bwMode="auto">
            <a:xfrm>
              <a:off x="5056" y="3642"/>
              <a:ext cx="231" cy="159"/>
            </a:xfrm>
            <a:custGeom>
              <a:avLst/>
              <a:gdLst>
                <a:gd name="T0" fmla="*/ 203 w 231"/>
                <a:gd name="T1" fmla="*/ 151 h 159"/>
                <a:gd name="T2" fmla="*/ 188 w 231"/>
                <a:gd name="T3" fmla="*/ 144 h 159"/>
                <a:gd name="T4" fmla="*/ 170 w 231"/>
                <a:gd name="T5" fmla="*/ 132 h 159"/>
                <a:gd name="T6" fmla="*/ 161 w 231"/>
                <a:gd name="T7" fmla="*/ 119 h 159"/>
                <a:gd name="T8" fmla="*/ 172 w 231"/>
                <a:gd name="T9" fmla="*/ 106 h 159"/>
                <a:gd name="T10" fmla="*/ 196 w 231"/>
                <a:gd name="T11" fmla="*/ 101 h 159"/>
                <a:gd name="T12" fmla="*/ 218 w 231"/>
                <a:gd name="T13" fmla="*/ 95 h 159"/>
                <a:gd name="T14" fmla="*/ 230 w 231"/>
                <a:gd name="T15" fmla="*/ 85 h 159"/>
                <a:gd name="T16" fmla="*/ 221 w 231"/>
                <a:gd name="T17" fmla="*/ 66 h 159"/>
                <a:gd name="T18" fmla="*/ 204 w 231"/>
                <a:gd name="T19" fmla="*/ 51 h 159"/>
                <a:gd name="T20" fmla="*/ 184 w 231"/>
                <a:gd name="T21" fmla="*/ 42 h 159"/>
                <a:gd name="T22" fmla="*/ 163 w 231"/>
                <a:gd name="T23" fmla="*/ 37 h 159"/>
                <a:gd name="T24" fmla="*/ 136 w 231"/>
                <a:gd name="T25" fmla="*/ 37 h 159"/>
                <a:gd name="T26" fmla="*/ 106 w 231"/>
                <a:gd name="T27" fmla="*/ 40 h 159"/>
                <a:gd name="T28" fmla="*/ 83 w 231"/>
                <a:gd name="T29" fmla="*/ 40 h 159"/>
                <a:gd name="T30" fmla="*/ 59 w 231"/>
                <a:gd name="T31" fmla="*/ 32 h 159"/>
                <a:gd name="T32" fmla="*/ 32 w 231"/>
                <a:gd name="T33" fmla="*/ 16 h 159"/>
                <a:gd name="T34" fmla="*/ 15 w 231"/>
                <a:gd name="T35" fmla="*/ 5 h 159"/>
                <a:gd name="T36" fmla="*/ 7 w 231"/>
                <a:gd name="T37" fmla="*/ 1 h 159"/>
                <a:gd name="T38" fmla="*/ 6 w 231"/>
                <a:gd name="T39" fmla="*/ 0 h 159"/>
                <a:gd name="T40" fmla="*/ 0 w 231"/>
                <a:gd name="T41" fmla="*/ 4 h 159"/>
                <a:gd name="T42" fmla="*/ 50 w 231"/>
                <a:gd name="T43" fmla="*/ 34 h 159"/>
                <a:gd name="T44" fmla="*/ 69 w 231"/>
                <a:gd name="T45" fmla="*/ 42 h 159"/>
                <a:gd name="T46" fmla="*/ 87 w 231"/>
                <a:gd name="T47" fmla="*/ 45 h 159"/>
                <a:gd name="T48" fmla="*/ 106 w 231"/>
                <a:gd name="T49" fmla="*/ 45 h 159"/>
                <a:gd name="T50" fmla="*/ 120 w 231"/>
                <a:gd name="T51" fmla="*/ 44 h 159"/>
                <a:gd name="T52" fmla="*/ 126 w 231"/>
                <a:gd name="T53" fmla="*/ 43 h 159"/>
                <a:gd name="T54" fmla="*/ 133 w 231"/>
                <a:gd name="T55" fmla="*/ 43 h 159"/>
                <a:gd name="T56" fmla="*/ 142 w 231"/>
                <a:gd name="T57" fmla="*/ 42 h 159"/>
                <a:gd name="T58" fmla="*/ 153 w 231"/>
                <a:gd name="T59" fmla="*/ 42 h 159"/>
                <a:gd name="T60" fmla="*/ 170 w 231"/>
                <a:gd name="T61" fmla="*/ 44 h 159"/>
                <a:gd name="T62" fmla="*/ 190 w 231"/>
                <a:gd name="T63" fmla="*/ 51 h 159"/>
                <a:gd name="T64" fmla="*/ 209 w 231"/>
                <a:gd name="T65" fmla="*/ 63 h 159"/>
                <a:gd name="T66" fmla="*/ 218 w 231"/>
                <a:gd name="T67" fmla="*/ 77 h 159"/>
                <a:gd name="T68" fmla="*/ 221 w 231"/>
                <a:gd name="T69" fmla="*/ 84 h 159"/>
                <a:gd name="T70" fmla="*/ 217 w 231"/>
                <a:gd name="T71" fmla="*/ 87 h 159"/>
                <a:gd name="T72" fmla="*/ 209 w 231"/>
                <a:gd name="T73" fmla="*/ 91 h 159"/>
                <a:gd name="T74" fmla="*/ 195 w 231"/>
                <a:gd name="T75" fmla="*/ 94 h 159"/>
                <a:gd name="T76" fmla="*/ 185 w 231"/>
                <a:gd name="T77" fmla="*/ 96 h 159"/>
                <a:gd name="T78" fmla="*/ 173 w 231"/>
                <a:gd name="T79" fmla="*/ 99 h 159"/>
                <a:gd name="T80" fmla="*/ 163 w 231"/>
                <a:gd name="T81" fmla="*/ 102 h 159"/>
                <a:gd name="T82" fmla="*/ 157 w 231"/>
                <a:gd name="T83" fmla="*/ 107 h 159"/>
                <a:gd name="T84" fmla="*/ 153 w 231"/>
                <a:gd name="T85" fmla="*/ 112 h 159"/>
                <a:gd name="T86" fmla="*/ 152 w 231"/>
                <a:gd name="T87" fmla="*/ 115 h 159"/>
                <a:gd name="T88" fmla="*/ 152 w 231"/>
                <a:gd name="T89" fmla="*/ 120 h 159"/>
                <a:gd name="T90" fmla="*/ 153 w 231"/>
                <a:gd name="T91" fmla="*/ 123 h 159"/>
                <a:gd name="T92" fmla="*/ 162 w 231"/>
                <a:gd name="T93" fmla="*/ 135 h 159"/>
                <a:gd name="T94" fmla="*/ 178 w 231"/>
                <a:gd name="T95" fmla="*/ 146 h 159"/>
                <a:gd name="T96" fmla="*/ 192 w 231"/>
                <a:gd name="T97" fmla="*/ 154 h 159"/>
                <a:gd name="T98" fmla="*/ 200 w 231"/>
                <a:gd name="T99" fmla="*/ 158 h 15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31" h="159">
                  <a:moveTo>
                    <a:pt x="205" y="152"/>
                  </a:moveTo>
                  <a:lnTo>
                    <a:pt x="203" y="151"/>
                  </a:lnTo>
                  <a:lnTo>
                    <a:pt x="196" y="149"/>
                  </a:lnTo>
                  <a:lnTo>
                    <a:pt x="188" y="144"/>
                  </a:lnTo>
                  <a:lnTo>
                    <a:pt x="178" y="139"/>
                  </a:lnTo>
                  <a:lnTo>
                    <a:pt x="170" y="132"/>
                  </a:lnTo>
                  <a:lnTo>
                    <a:pt x="163" y="125"/>
                  </a:lnTo>
                  <a:lnTo>
                    <a:pt x="161" y="119"/>
                  </a:lnTo>
                  <a:lnTo>
                    <a:pt x="164" y="112"/>
                  </a:lnTo>
                  <a:lnTo>
                    <a:pt x="172" y="106"/>
                  </a:lnTo>
                  <a:lnTo>
                    <a:pt x="184" y="103"/>
                  </a:lnTo>
                  <a:lnTo>
                    <a:pt x="196" y="101"/>
                  </a:lnTo>
                  <a:lnTo>
                    <a:pt x="208" y="99"/>
                  </a:lnTo>
                  <a:lnTo>
                    <a:pt x="218" y="95"/>
                  </a:lnTo>
                  <a:lnTo>
                    <a:pt x="226" y="91"/>
                  </a:lnTo>
                  <a:lnTo>
                    <a:pt x="230" y="85"/>
                  </a:lnTo>
                  <a:lnTo>
                    <a:pt x="227" y="76"/>
                  </a:lnTo>
                  <a:lnTo>
                    <a:pt x="221" y="66"/>
                  </a:lnTo>
                  <a:lnTo>
                    <a:pt x="213" y="58"/>
                  </a:lnTo>
                  <a:lnTo>
                    <a:pt x="204" y="51"/>
                  </a:lnTo>
                  <a:lnTo>
                    <a:pt x="194" y="45"/>
                  </a:lnTo>
                  <a:lnTo>
                    <a:pt x="184" y="42"/>
                  </a:lnTo>
                  <a:lnTo>
                    <a:pt x="173" y="38"/>
                  </a:lnTo>
                  <a:lnTo>
                    <a:pt x="163" y="37"/>
                  </a:lnTo>
                  <a:lnTo>
                    <a:pt x="155" y="36"/>
                  </a:lnTo>
                  <a:lnTo>
                    <a:pt x="136" y="37"/>
                  </a:lnTo>
                  <a:lnTo>
                    <a:pt x="121" y="38"/>
                  </a:lnTo>
                  <a:lnTo>
                    <a:pt x="106" y="40"/>
                  </a:lnTo>
                  <a:lnTo>
                    <a:pt x="94" y="40"/>
                  </a:lnTo>
                  <a:lnTo>
                    <a:pt x="83" y="40"/>
                  </a:lnTo>
                  <a:lnTo>
                    <a:pt x="71" y="36"/>
                  </a:lnTo>
                  <a:lnTo>
                    <a:pt x="59" y="32"/>
                  </a:lnTo>
                  <a:lnTo>
                    <a:pt x="46" y="24"/>
                  </a:lnTo>
                  <a:lnTo>
                    <a:pt x="32" y="16"/>
                  </a:lnTo>
                  <a:lnTo>
                    <a:pt x="22" y="10"/>
                  </a:lnTo>
                  <a:lnTo>
                    <a:pt x="15" y="5"/>
                  </a:lnTo>
                  <a:lnTo>
                    <a:pt x="11" y="3"/>
                  </a:lnTo>
                  <a:lnTo>
                    <a:pt x="7" y="1"/>
                  </a:lnTo>
                  <a:lnTo>
                    <a:pt x="6" y="1"/>
                  </a:lnTo>
                  <a:lnTo>
                    <a:pt x="6" y="0"/>
                  </a:lnTo>
                  <a:lnTo>
                    <a:pt x="0" y="4"/>
                  </a:lnTo>
                  <a:lnTo>
                    <a:pt x="39" y="28"/>
                  </a:lnTo>
                  <a:lnTo>
                    <a:pt x="50" y="34"/>
                  </a:lnTo>
                  <a:lnTo>
                    <a:pt x="60" y="40"/>
                  </a:lnTo>
                  <a:lnTo>
                    <a:pt x="69" y="42"/>
                  </a:lnTo>
                  <a:lnTo>
                    <a:pt x="79" y="44"/>
                  </a:lnTo>
                  <a:lnTo>
                    <a:pt x="87" y="45"/>
                  </a:lnTo>
                  <a:lnTo>
                    <a:pt x="96" y="45"/>
                  </a:lnTo>
                  <a:lnTo>
                    <a:pt x="106" y="45"/>
                  </a:lnTo>
                  <a:lnTo>
                    <a:pt x="115" y="44"/>
                  </a:lnTo>
                  <a:lnTo>
                    <a:pt x="120" y="44"/>
                  </a:lnTo>
                  <a:lnTo>
                    <a:pt x="123" y="44"/>
                  </a:lnTo>
                  <a:lnTo>
                    <a:pt x="126" y="43"/>
                  </a:lnTo>
                  <a:lnTo>
                    <a:pt x="130" y="43"/>
                  </a:lnTo>
                  <a:lnTo>
                    <a:pt x="133" y="43"/>
                  </a:lnTo>
                  <a:lnTo>
                    <a:pt x="138" y="43"/>
                  </a:lnTo>
                  <a:lnTo>
                    <a:pt x="142" y="42"/>
                  </a:lnTo>
                  <a:lnTo>
                    <a:pt x="148" y="42"/>
                  </a:lnTo>
                  <a:lnTo>
                    <a:pt x="153" y="42"/>
                  </a:lnTo>
                  <a:lnTo>
                    <a:pt x="161" y="43"/>
                  </a:lnTo>
                  <a:lnTo>
                    <a:pt x="170" y="44"/>
                  </a:lnTo>
                  <a:lnTo>
                    <a:pt x="180" y="47"/>
                  </a:lnTo>
                  <a:lnTo>
                    <a:pt x="190" y="51"/>
                  </a:lnTo>
                  <a:lnTo>
                    <a:pt x="200" y="56"/>
                  </a:lnTo>
                  <a:lnTo>
                    <a:pt x="209" y="63"/>
                  </a:lnTo>
                  <a:lnTo>
                    <a:pt x="216" y="73"/>
                  </a:lnTo>
                  <a:lnTo>
                    <a:pt x="218" y="77"/>
                  </a:lnTo>
                  <a:lnTo>
                    <a:pt x="221" y="81"/>
                  </a:lnTo>
                  <a:lnTo>
                    <a:pt x="221" y="84"/>
                  </a:lnTo>
                  <a:lnTo>
                    <a:pt x="219" y="86"/>
                  </a:lnTo>
                  <a:lnTo>
                    <a:pt x="217" y="87"/>
                  </a:lnTo>
                  <a:lnTo>
                    <a:pt x="214" y="90"/>
                  </a:lnTo>
                  <a:lnTo>
                    <a:pt x="209" y="91"/>
                  </a:lnTo>
                  <a:lnTo>
                    <a:pt x="203" y="92"/>
                  </a:lnTo>
                  <a:lnTo>
                    <a:pt x="195" y="94"/>
                  </a:lnTo>
                  <a:lnTo>
                    <a:pt x="189" y="95"/>
                  </a:lnTo>
                  <a:lnTo>
                    <a:pt x="185" y="96"/>
                  </a:lnTo>
                  <a:lnTo>
                    <a:pt x="179" y="97"/>
                  </a:lnTo>
                  <a:lnTo>
                    <a:pt x="173" y="99"/>
                  </a:lnTo>
                  <a:lnTo>
                    <a:pt x="169" y="101"/>
                  </a:lnTo>
                  <a:lnTo>
                    <a:pt x="163" y="102"/>
                  </a:lnTo>
                  <a:lnTo>
                    <a:pt x="160" y="105"/>
                  </a:lnTo>
                  <a:lnTo>
                    <a:pt x="157" y="107"/>
                  </a:lnTo>
                  <a:lnTo>
                    <a:pt x="154" y="110"/>
                  </a:lnTo>
                  <a:lnTo>
                    <a:pt x="153" y="112"/>
                  </a:lnTo>
                  <a:lnTo>
                    <a:pt x="152" y="113"/>
                  </a:lnTo>
                  <a:lnTo>
                    <a:pt x="152" y="115"/>
                  </a:lnTo>
                  <a:lnTo>
                    <a:pt x="151" y="117"/>
                  </a:lnTo>
                  <a:lnTo>
                    <a:pt x="152" y="120"/>
                  </a:lnTo>
                  <a:lnTo>
                    <a:pt x="152" y="122"/>
                  </a:lnTo>
                  <a:lnTo>
                    <a:pt x="153" y="123"/>
                  </a:lnTo>
                  <a:lnTo>
                    <a:pt x="157" y="130"/>
                  </a:lnTo>
                  <a:lnTo>
                    <a:pt x="162" y="135"/>
                  </a:lnTo>
                  <a:lnTo>
                    <a:pt x="170" y="141"/>
                  </a:lnTo>
                  <a:lnTo>
                    <a:pt x="178" y="146"/>
                  </a:lnTo>
                  <a:lnTo>
                    <a:pt x="186" y="151"/>
                  </a:lnTo>
                  <a:lnTo>
                    <a:pt x="192" y="154"/>
                  </a:lnTo>
                  <a:lnTo>
                    <a:pt x="198" y="156"/>
                  </a:lnTo>
                  <a:lnTo>
                    <a:pt x="200" y="158"/>
                  </a:lnTo>
                  <a:lnTo>
                    <a:pt x="205" y="152"/>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37" name="Freeform 136">
              <a:extLst>
                <a:ext uri="{FF2B5EF4-FFF2-40B4-BE49-F238E27FC236}">
                  <a16:creationId xmlns:a16="http://schemas.microsoft.com/office/drawing/2014/main" id="{B9068011-EB43-5B87-AC36-B41AEE0F6E0A}"/>
                </a:ext>
              </a:extLst>
            </p:cNvPr>
            <p:cNvSpPr>
              <a:spLocks/>
            </p:cNvSpPr>
            <p:nvPr/>
          </p:nvSpPr>
          <p:spPr bwMode="auto">
            <a:xfrm>
              <a:off x="5055" y="3641"/>
              <a:ext cx="232" cy="159"/>
            </a:xfrm>
            <a:custGeom>
              <a:avLst/>
              <a:gdLst>
                <a:gd name="T0" fmla="*/ 202 w 232"/>
                <a:gd name="T1" fmla="*/ 151 h 159"/>
                <a:gd name="T2" fmla="*/ 188 w 232"/>
                <a:gd name="T3" fmla="*/ 143 h 159"/>
                <a:gd name="T4" fmla="*/ 170 w 232"/>
                <a:gd name="T5" fmla="*/ 132 h 159"/>
                <a:gd name="T6" fmla="*/ 161 w 232"/>
                <a:gd name="T7" fmla="*/ 117 h 159"/>
                <a:gd name="T8" fmla="*/ 173 w 232"/>
                <a:gd name="T9" fmla="*/ 106 h 159"/>
                <a:gd name="T10" fmla="*/ 196 w 232"/>
                <a:gd name="T11" fmla="*/ 100 h 159"/>
                <a:gd name="T12" fmla="*/ 219 w 232"/>
                <a:gd name="T13" fmla="*/ 95 h 159"/>
                <a:gd name="T14" fmla="*/ 231 w 232"/>
                <a:gd name="T15" fmla="*/ 85 h 159"/>
                <a:gd name="T16" fmla="*/ 222 w 232"/>
                <a:gd name="T17" fmla="*/ 66 h 159"/>
                <a:gd name="T18" fmla="*/ 204 w 232"/>
                <a:gd name="T19" fmla="*/ 51 h 159"/>
                <a:gd name="T20" fmla="*/ 183 w 232"/>
                <a:gd name="T21" fmla="*/ 41 h 159"/>
                <a:gd name="T22" fmla="*/ 164 w 232"/>
                <a:gd name="T23" fmla="*/ 36 h 159"/>
                <a:gd name="T24" fmla="*/ 136 w 232"/>
                <a:gd name="T25" fmla="*/ 37 h 159"/>
                <a:gd name="T26" fmla="*/ 107 w 232"/>
                <a:gd name="T27" fmla="*/ 40 h 159"/>
                <a:gd name="T28" fmla="*/ 82 w 232"/>
                <a:gd name="T29" fmla="*/ 38 h 159"/>
                <a:gd name="T30" fmla="*/ 59 w 232"/>
                <a:gd name="T31" fmla="*/ 31 h 159"/>
                <a:gd name="T32" fmla="*/ 32 w 232"/>
                <a:gd name="T33" fmla="*/ 15 h 159"/>
                <a:gd name="T34" fmla="*/ 15 w 232"/>
                <a:gd name="T35" fmla="*/ 5 h 159"/>
                <a:gd name="T36" fmla="*/ 8 w 232"/>
                <a:gd name="T37" fmla="*/ 1 h 159"/>
                <a:gd name="T38" fmla="*/ 6 w 232"/>
                <a:gd name="T39" fmla="*/ 0 h 159"/>
                <a:gd name="T40" fmla="*/ 0 w 232"/>
                <a:gd name="T41" fmla="*/ 4 h 159"/>
                <a:gd name="T42" fmla="*/ 50 w 232"/>
                <a:gd name="T43" fmla="*/ 34 h 159"/>
                <a:gd name="T44" fmla="*/ 70 w 232"/>
                <a:gd name="T45" fmla="*/ 42 h 159"/>
                <a:gd name="T46" fmla="*/ 88 w 232"/>
                <a:gd name="T47" fmla="*/ 44 h 159"/>
                <a:gd name="T48" fmla="*/ 106 w 232"/>
                <a:gd name="T49" fmla="*/ 44 h 159"/>
                <a:gd name="T50" fmla="*/ 119 w 232"/>
                <a:gd name="T51" fmla="*/ 44 h 159"/>
                <a:gd name="T52" fmla="*/ 126 w 232"/>
                <a:gd name="T53" fmla="*/ 43 h 159"/>
                <a:gd name="T54" fmla="*/ 133 w 232"/>
                <a:gd name="T55" fmla="*/ 42 h 159"/>
                <a:gd name="T56" fmla="*/ 142 w 232"/>
                <a:gd name="T57" fmla="*/ 42 h 159"/>
                <a:gd name="T58" fmla="*/ 154 w 232"/>
                <a:gd name="T59" fmla="*/ 42 h 159"/>
                <a:gd name="T60" fmla="*/ 171 w 232"/>
                <a:gd name="T61" fmla="*/ 44 h 159"/>
                <a:gd name="T62" fmla="*/ 191 w 232"/>
                <a:gd name="T63" fmla="*/ 51 h 159"/>
                <a:gd name="T64" fmla="*/ 209 w 232"/>
                <a:gd name="T65" fmla="*/ 63 h 159"/>
                <a:gd name="T66" fmla="*/ 219 w 232"/>
                <a:gd name="T67" fmla="*/ 77 h 159"/>
                <a:gd name="T68" fmla="*/ 220 w 232"/>
                <a:gd name="T69" fmla="*/ 83 h 159"/>
                <a:gd name="T70" fmla="*/ 218 w 232"/>
                <a:gd name="T71" fmla="*/ 87 h 159"/>
                <a:gd name="T72" fmla="*/ 209 w 232"/>
                <a:gd name="T73" fmla="*/ 91 h 159"/>
                <a:gd name="T74" fmla="*/ 196 w 232"/>
                <a:gd name="T75" fmla="*/ 93 h 159"/>
                <a:gd name="T76" fmla="*/ 185 w 232"/>
                <a:gd name="T77" fmla="*/ 95 h 159"/>
                <a:gd name="T78" fmla="*/ 173 w 232"/>
                <a:gd name="T79" fmla="*/ 99 h 159"/>
                <a:gd name="T80" fmla="*/ 164 w 232"/>
                <a:gd name="T81" fmla="*/ 102 h 159"/>
                <a:gd name="T82" fmla="*/ 156 w 232"/>
                <a:gd name="T83" fmla="*/ 107 h 159"/>
                <a:gd name="T84" fmla="*/ 153 w 232"/>
                <a:gd name="T85" fmla="*/ 111 h 159"/>
                <a:gd name="T86" fmla="*/ 152 w 232"/>
                <a:gd name="T87" fmla="*/ 115 h 159"/>
                <a:gd name="T88" fmla="*/ 152 w 232"/>
                <a:gd name="T89" fmla="*/ 119 h 159"/>
                <a:gd name="T90" fmla="*/ 153 w 232"/>
                <a:gd name="T91" fmla="*/ 123 h 159"/>
                <a:gd name="T92" fmla="*/ 163 w 232"/>
                <a:gd name="T93" fmla="*/ 135 h 159"/>
                <a:gd name="T94" fmla="*/ 178 w 232"/>
                <a:gd name="T95" fmla="*/ 146 h 159"/>
                <a:gd name="T96" fmla="*/ 192 w 232"/>
                <a:gd name="T97" fmla="*/ 153 h 159"/>
                <a:gd name="T98" fmla="*/ 201 w 232"/>
                <a:gd name="T99" fmla="*/ 158 h 15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32" h="159">
                  <a:moveTo>
                    <a:pt x="206" y="152"/>
                  </a:moveTo>
                  <a:lnTo>
                    <a:pt x="202" y="151"/>
                  </a:lnTo>
                  <a:lnTo>
                    <a:pt x="197" y="147"/>
                  </a:lnTo>
                  <a:lnTo>
                    <a:pt x="188" y="143"/>
                  </a:lnTo>
                  <a:lnTo>
                    <a:pt x="179" y="137"/>
                  </a:lnTo>
                  <a:lnTo>
                    <a:pt x="170" y="132"/>
                  </a:lnTo>
                  <a:lnTo>
                    <a:pt x="164" y="125"/>
                  </a:lnTo>
                  <a:lnTo>
                    <a:pt x="161" y="117"/>
                  </a:lnTo>
                  <a:lnTo>
                    <a:pt x="164" y="111"/>
                  </a:lnTo>
                  <a:lnTo>
                    <a:pt x="173" y="106"/>
                  </a:lnTo>
                  <a:lnTo>
                    <a:pt x="183" y="103"/>
                  </a:lnTo>
                  <a:lnTo>
                    <a:pt x="196" y="100"/>
                  </a:lnTo>
                  <a:lnTo>
                    <a:pt x="208" y="97"/>
                  </a:lnTo>
                  <a:lnTo>
                    <a:pt x="219" y="95"/>
                  </a:lnTo>
                  <a:lnTo>
                    <a:pt x="227" y="91"/>
                  </a:lnTo>
                  <a:lnTo>
                    <a:pt x="231" y="85"/>
                  </a:lnTo>
                  <a:lnTo>
                    <a:pt x="228" y="76"/>
                  </a:lnTo>
                  <a:lnTo>
                    <a:pt x="222" y="66"/>
                  </a:lnTo>
                  <a:lnTo>
                    <a:pt x="213" y="57"/>
                  </a:lnTo>
                  <a:lnTo>
                    <a:pt x="204" y="51"/>
                  </a:lnTo>
                  <a:lnTo>
                    <a:pt x="193" y="45"/>
                  </a:lnTo>
                  <a:lnTo>
                    <a:pt x="183" y="41"/>
                  </a:lnTo>
                  <a:lnTo>
                    <a:pt x="173" y="38"/>
                  </a:lnTo>
                  <a:lnTo>
                    <a:pt x="164" y="36"/>
                  </a:lnTo>
                  <a:lnTo>
                    <a:pt x="155" y="36"/>
                  </a:lnTo>
                  <a:lnTo>
                    <a:pt x="136" y="37"/>
                  </a:lnTo>
                  <a:lnTo>
                    <a:pt x="121" y="38"/>
                  </a:lnTo>
                  <a:lnTo>
                    <a:pt x="107" y="40"/>
                  </a:lnTo>
                  <a:lnTo>
                    <a:pt x="95" y="40"/>
                  </a:lnTo>
                  <a:lnTo>
                    <a:pt x="82" y="38"/>
                  </a:lnTo>
                  <a:lnTo>
                    <a:pt x="71" y="36"/>
                  </a:lnTo>
                  <a:lnTo>
                    <a:pt x="59" y="31"/>
                  </a:lnTo>
                  <a:lnTo>
                    <a:pt x="45" y="24"/>
                  </a:lnTo>
                  <a:lnTo>
                    <a:pt x="32" y="15"/>
                  </a:lnTo>
                  <a:lnTo>
                    <a:pt x="23" y="10"/>
                  </a:lnTo>
                  <a:lnTo>
                    <a:pt x="15" y="5"/>
                  </a:lnTo>
                  <a:lnTo>
                    <a:pt x="11" y="3"/>
                  </a:lnTo>
                  <a:lnTo>
                    <a:pt x="8" y="1"/>
                  </a:lnTo>
                  <a:lnTo>
                    <a:pt x="7" y="0"/>
                  </a:lnTo>
                  <a:lnTo>
                    <a:pt x="6" y="0"/>
                  </a:lnTo>
                  <a:lnTo>
                    <a:pt x="0" y="4"/>
                  </a:lnTo>
                  <a:lnTo>
                    <a:pt x="39" y="28"/>
                  </a:lnTo>
                  <a:lnTo>
                    <a:pt x="50" y="34"/>
                  </a:lnTo>
                  <a:lnTo>
                    <a:pt x="60" y="38"/>
                  </a:lnTo>
                  <a:lnTo>
                    <a:pt x="70" y="42"/>
                  </a:lnTo>
                  <a:lnTo>
                    <a:pt x="79" y="44"/>
                  </a:lnTo>
                  <a:lnTo>
                    <a:pt x="88" y="44"/>
                  </a:lnTo>
                  <a:lnTo>
                    <a:pt x="97" y="45"/>
                  </a:lnTo>
                  <a:lnTo>
                    <a:pt x="106" y="44"/>
                  </a:lnTo>
                  <a:lnTo>
                    <a:pt x="115" y="44"/>
                  </a:lnTo>
                  <a:lnTo>
                    <a:pt x="119" y="44"/>
                  </a:lnTo>
                  <a:lnTo>
                    <a:pt x="123" y="43"/>
                  </a:lnTo>
                  <a:lnTo>
                    <a:pt x="126" y="43"/>
                  </a:lnTo>
                  <a:lnTo>
                    <a:pt x="130" y="43"/>
                  </a:lnTo>
                  <a:lnTo>
                    <a:pt x="133" y="42"/>
                  </a:lnTo>
                  <a:lnTo>
                    <a:pt x="137" y="42"/>
                  </a:lnTo>
                  <a:lnTo>
                    <a:pt x="142" y="42"/>
                  </a:lnTo>
                  <a:lnTo>
                    <a:pt x="148" y="42"/>
                  </a:lnTo>
                  <a:lnTo>
                    <a:pt x="154" y="42"/>
                  </a:lnTo>
                  <a:lnTo>
                    <a:pt x="162" y="43"/>
                  </a:lnTo>
                  <a:lnTo>
                    <a:pt x="171" y="44"/>
                  </a:lnTo>
                  <a:lnTo>
                    <a:pt x="181" y="46"/>
                  </a:lnTo>
                  <a:lnTo>
                    <a:pt x="191" y="51"/>
                  </a:lnTo>
                  <a:lnTo>
                    <a:pt x="200" y="56"/>
                  </a:lnTo>
                  <a:lnTo>
                    <a:pt x="209" y="63"/>
                  </a:lnTo>
                  <a:lnTo>
                    <a:pt x="216" y="72"/>
                  </a:lnTo>
                  <a:lnTo>
                    <a:pt x="219" y="77"/>
                  </a:lnTo>
                  <a:lnTo>
                    <a:pt x="220" y="81"/>
                  </a:lnTo>
                  <a:lnTo>
                    <a:pt x="220" y="83"/>
                  </a:lnTo>
                  <a:lnTo>
                    <a:pt x="219" y="85"/>
                  </a:lnTo>
                  <a:lnTo>
                    <a:pt x="218" y="87"/>
                  </a:lnTo>
                  <a:lnTo>
                    <a:pt x="215" y="89"/>
                  </a:lnTo>
                  <a:lnTo>
                    <a:pt x="209" y="91"/>
                  </a:lnTo>
                  <a:lnTo>
                    <a:pt x="204" y="92"/>
                  </a:lnTo>
                  <a:lnTo>
                    <a:pt x="196" y="93"/>
                  </a:lnTo>
                  <a:lnTo>
                    <a:pt x="190" y="94"/>
                  </a:lnTo>
                  <a:lnTo>
                    <a:pt x="185" y="95"/>
                  </a:lnTo>
                  <a:lnTo>
                    <a:pt x="179" y="96"/>
                  </a:lnTo>
                  <a:lnTo>
                    <a:pt x="173" y="99"/>
                  </a:lnTo>
                  <a:lnTo>
                    <a:pt x="169" y="100"/>
                  </a:lnTo>
                  <a:lnTo>
                    <a:pt x="164" y="102"/>
                  </a:lnTo>
                  <a:lnTo>
                    <a:pt x="160" y="104"/>
                  </a:lnTo>
                  <a:lnTo>
                    <a:pt x="156" y="107"/>
                  </a:lnTo>
                  <a:lnTo>
                    <a:pt x="155" y="110"/>
                  </a:lnTo>
                  <a:lnTo>
                    <a:pt x="153" y="111"/>
                  </a:lnTo>
                  <a:lnTo>
                    <a:pt x="153" y="113"/>
                  </a:lnTo>
                  <a:lnTo>
                    <a:pt x="152" y="115"/>
                  </a:lnTo>
                  <a:lnTo>
                    <a:pt x="152" y="116"/>
                  </a:lnTo>
                  <a:lnTo>
                    <a:pt x="152" y="119"/>
                  </a:lnTo>
                  <a:lnTo>
                    <a:pt x="152" y="121"/>
                  </a:lnTo>
                  <a:lnTo>
                    <a:pt x="153" y="123"/>
                  </a:lnTo>
                  <a:lnTo>
                    <a:pt x="156" y="130"/>
                  </a:lnTo>
                  <a:lnTo>
                    <a:pt x="163" y="135"/>
                  </a:lnTo>
                  <a:lnTo>
                    <a:pt x="170" y="141"/>
                  </a:lnTo>
                  <a:lnTo>
                    <a:pt x="178" y="146"/>
                  </a:lnTo>
                  <a:lnTo>
                    <a:pt x="186" y="150"/>
                  </a:lnTo>
                  <a:lnTo>
                    <a:pt x="192" y="153"/>
                  </a:lnTo>
                  <a:lnTo>
                    <a:pt x="198" y="156"/>
                  </a:lnTo>
                  <a:lnTo>
                    <a:pt x="201" y="158"/>
                  </a:lnTo>
                  <a:lnTo>
                    <a:pt x="206" y="152"/>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38" name="Freeform 137">
              <a:extLst>
                <a:ext uri="{FF2B5EF4-FFF2-40B4-BE49-F238E27FC236}">
                  <a16:creationId xmlns:a16="http://schemas.microsoft.com/office/drawing/2014/main" id="{F9D74672-E8B1-939F-47FE-B59B3C11ACD7}"/>
                </a:ext>
              </a:extLst>
            </p:cNvPr>
            <p:cNvSpPr>
              <a:spLocks/>
            </p:cNvSpPr>
            <p:nvPr/>
          </p:nvSpPr>
          <p:spPr bwMode="auto">
            <a:xfrm>
              <a:off x="5237" y="3754"/>
              <a:ext cx="144" cy="69"/>
            </a:xfrm>
            <a:custGeom>
              <a:avLst/>
              <a:gdLst>
                <a:gd name="T0" fmla="*/ 96 w 144"/>
                <a:gd name="T1" fmla="*/ 2 h 69"/>
                <a:gd name="T2" fmla="*/ 84 w 144"/>
                <a:gd name="T3" fmla="*/ 0 h 69"/>
                <a:gd name="T4" fmla="*/ 74 w 144"/>
                <a:gd name="T5" fmla="*/ 0 h 69"/>
                <a:gd name="T6" fmla="*/ 65 w 144"/>
                <a:gd name="T7" fmla="*/ 1 h 69"/>
                <a:gd name="T8" fmla="*/ 58 w 144"/>
                <a:gd name="T9" fmla="*/ 2 h 69"/>
                <a:gd name="T10" fmla="*/ 52 w 144"/>
                <a:gd name="T11" fmla="*/ 4 h 69"/>
                <a:gd name="T12" fmla="*/ 48 w 144"/>
                <a:gd name="T13" fmla="*/ 6 h 69"/>
                <a:gd name="T14" fmla="*/ 44 w 144"/>
                <a:gd name="T15" fmla="*/ 8 h 69"/>
                <a:gd name="T16" fmla="*/ 43 w 144"/>
                <a:gd name="T17" fmla="*/ 8 h 69"/>
                <a:gd name="T18" fmla="*/ 0 w 144"/>
                <a:gd name="T19" fmla="*/ 43 h 69"/>
                <a:gd name="T20" fmla="*/ 0 w 144"/>
                <a:gd name="T21" fmla="*/ 48 h 69"/>
                <a:gd name="T22" fmla="*/ 1 w 144"/>
                <a:gd name="T23" fmla="*/ 47 h 69"/>
                <a:gd name="T24" fmla="*/ 4 w 144"/>
                <a:gd name="T25" fmla="*/ 46 h 69"/>
                <a:gd name="T26" fmla="*/ 7 w 144"/>
                <a:gd name="T27" fmla="*/ 44 h 69"/>
                <a:gd name="T28" fmla="*/ 13 w 144"/>
                <a:gd name="T29" fmla="*/ 42 h 69"/>
                <a:gd name="T30" fmla="*/ 20 w 144"/>
                <a:gd name="T31" fmla="*/ 41 h 69"/>
                <a:gd name="T32" fmla="*/ 27 w 144"/>
                <a:gd name="T33" fmla="*/ 40 h 69"/>
                <a:gd name="T34" fmla="*/ 36 w 144"/>
                <a:gd name="T35" fmla="*/ 40 h 69"/>
                <a:gd name="T36" fmla="*/ 45 w 144"/>
                <a:gd name="T37" fmla="*/ 42 h 69"/>
                <a:gd name="T38" fmla="*/ 59 w 144"/>
                <a:gd name="T39" fmla="*/ 47 h 69"/>
                <a:gd name="T40" fmla="*/ 69 w 144"/>
                <a:gd name="T41" fmla="*/ 51 h 69"/>
                <a:gd name="T42" fmla="*/ 77 w 144"/>
                <a:gd name="T43" fmla="*/ 54 h 69"/>
                <a:gd name="T44" fmla="*/ 82 w 144"/>
                <a:gd name="T45" fmla="*/ 57 h 69"/>
                <a:gd name="T46" fmla="*/ 88 w 144"/>
                <a:gd name="T47" fmla="*/ 59 h 69"/>
                <a:gd name="T48" fmla="*/ 91 w 144"/>
                <a:gd name="T49" fmla="*/ 61 h 69"/>
                <a:gd name="T50" fmla="*/ 96 w 144"/>
                <a:gd name="T51" fmla="*/ 63 h 69"/>
                <a:gd name="T52" fmla="*/ 100 w 144"/>
                <a:gd name="T53" fmla="*/ 64 h 69"/>
                <a:gd name="T54" fmla="*/ 119 w 144"/>
                <a:gd name="T55" fmla="*/ 68 h 69"/>
                <a:gd name="T56" fmla="*/ 131 w 144"/>
                <a:gd name="T57" fmla="*/ 66 h 69"/>
                <a:gd name="T58" fmla="*/ 139 w 144"/>
                <a:gd name="T59" fmla="*/ 60 h 69"/>
                <a:gd name="T60" fmla="*/ 143 w 144"/>
                <a:gd name="T61" fmla="*/ 52 h 69"/>
                <a:gd name="T62" fmla="*/ 143 w 144"/>
                <a:gd name="T63" fmla="*/ 43 h 69"/>
                <a:gd name="T64" fmla="*/ 141 w 144"/>
                <a:gd name="T65" fmla="*/ 35 h 69"/>
                <a:gd name="T66" fmla="*/ 139 w 144"/>
                <a:gd name="T67" fmla="*/ 27 h 69"/>
                <a:gd name="T68" fmla="*/ 137 w 144"/>
                <a:gd name="T69" fmla="*/ 24 h 69"/>
                <a:gd name="T70" fmla="*/ 135 w 144"/>
                <a:gd name="T71" fmla="*/ 23 h 69"/>
                <a:gd name="T72" fmla="*/ 134 w 144"/>
                <a:gd name="T73" fmla="*/ 20 h 69"/>
                <a:gd name="T74" fmla="*/ 130 w 144"/>
                <a:gd name="T75" fmla="*/ 18 h 69"/>
                <a:gd name="T76" fmla="*/ 126 w 144"/>
                <a:gd name="T77" fmla="*/ 15 h 69"/>
                <a:gd name="T78" fmla="*/ 120 w 144"/>
                <a:gd name="T79" fmla="*/ 12 h 69"/>
                <a:gd name="T80" fmla="*/ 113 w 144"/>
                <a:gd name="T81" fmla="*/ 8 h 69"/>
                <a:gd name="T82" fmla="*/ 106 w 144"/>
                <a:gd name="T83" fmla="*/ 5 h 69"/>
                <a:gd name="T84" fmla="*/ 96 w 144"/>
                <a:gd name="T85" fmla="*/ 2 h 6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44" h="69">
                  <a:moveTo>
                    <a:pt x="96" y="2"/>
                  </a:moveTo>
                  <a:lnTo>
                    <a:pt x="84" y="0"/>
                  </a:lnTo>
                  <a:lnTo>
                    <a:pt x="74" y="0"/>
                  </a:lnTo>
                  <a:lnTo>
                    <a:pt x="65" y="1"/>
                  </a:lnTo>
                  <a:lnTo>
                    <a:pt x="58" y="2"/>
                  </a:lnTo>
                  <a:lnTo>
                    <a:pt x="52" y="4"/>
                  </a:lnTo>
                  <a:lnTo>
                    <a:pt x="48" y="6"/>
                  </a:lnTo>
                  <a:lnTo>
                    <a:pt x="44" y="8"/>
                  </a:lnTo>
                  <a:lnTo>
                    <a:pt x="43" y="8"/>
                  </a:lnTo>
                  <a:lnTo>
                    <a:pt x="0" y="43"/>
                  </a:lnTo>
                  <a:lnTo>
                    <a:pt x="0" y="48"/>
                  </a:lnTo>
                  <a:lnTo>
                    <a:pt x="1" y="47"/>
                  </a:lnTo>
                  <a:lnTo>
                    <a:pt x="4" y="46"/>
                  </a:lnTo>
                  <a:lnTo>
                    <a:pt x="7" y="44"/>
                  </a:lnTo>
                  <a:lnTo>
                    <a:pt x="13" y="42"/>
                  </a:lnTo>
                  <a:lnTo>
                    <a:pt x="20" y="41"/>
                  </a:lnTo>
                  <a:lnTo>
                    <a:pt x="27" y="40"/>
                  </a:lnTo>
                  <a:lnTo>
                    <a:pt x="36" y="40"/>
                  </a:lnTo>
                  <a:lnTo>
                    <a:pt x="45" y="42"/>
                  </a:lnTo>
                  <a:lnTo>
                    <a:pt x="59" y="47"/>
                  </a:lnTo>
                  <a:lnTo>
                    <a:pt x="69" y="51"/>
                  </a:lnTo>
                  <a:lnTo>
                    <a:pt x="77" y="54"/>
                  </a:lnTo>
                  <a:lnTo>
                    <a:pt x="82" y="57"/>
                  </a:lnTo>
                  <a:lnTo>
                    <a:pt x="88" y="59"/>
                  </a:lnTo>
                  <a:lnTo>
                    <a:pt x="91" y="61"/>
                  </a:lnTo>
                  <a:lnTo>
                    <a:pt x="96" y="63"/>
                  </a:lnTo>
                  <a:lnTo>
                    <a:pt x="100" y="64"/>
                  </a:lnTo>
                  <a:lnTo>
                    <a:pt x="119" y="68"/>
                  </a:lnTo>
                  <a:lnTo>
                    <a:pt x="131" y="66"/>
                  </a:lnTo>
                  <a:lnTo>
                    <a:pt x="139" y="60"/>
                  </a:lnTo>
                  <a:lnTo>
                    <a:pt x="143" y="52"/>
                  </a:lnTo>
                  <a:lnTo>
                    <a:pt x="143" y="43"/>
                  </a:lnTo>
                  <a:lnTo>
                    <a:pt x="141" y="35"/>
                  </a:lnTo>
                  <a:lnTo>
                    <a:pt x="139" y="27"/>
                  </a:lnTo>
                  <a:lnTo>
                    <a:pt x="137" y="24"/>
                  </a:lnTo>
                  <a:lnTo>
                    <a:pt x="135" y="23"/>
                  </a:lnTo>
                  <a:lnTo>
                    <a:pt x="134" y="20"/>
                  </a:lnTo>
                  <a:lnTo>
                    <a:pt x="130" y="18"/>
                  </a:lnTo>
                  <a:lnTo>
                    <a:pt x="126" y="15"/>
                  </a:lnTo>
                  <a:lnTo>
                    <a:pt x="120" y="12"/>
                  </a:lnTo>
                  <a:lnTo>
                    <a:pt x="113" y="8"/>
                  </a:lnTo>
                  <a:lnTo>
                    <a:pt x="106" y="5"/>
                  </a:lnTo>
                  <a:lnTo>
                    <a:pt x="96" y="2"/>
                  </a:lnTo>
                </a:path>
              </a:pathLst>
            </a:custGeom>
            <a:solidFill>
              <a:srgbClr val="DDDDD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39" name="Freeform 138">
              <a:extLst>
                <a:ext uri="{FF2B5EF4-FFF2-40B4-BE49-F238E27FC236}">
                  <a16:creationId xmlns:a16="http://schemas.microsoft.com/office/drawing/2014/main" id="{501ACCEE-CAE2-A537-9D68-4765DF185FC1}"/>
                </a:ext>
              </a:extLst>
            </p:cNvPr>
            <p:cNvSpPr>
              <a:spLocks/>
            </p:cNvSpPr>
            <p:nvPr/>
          </p:nvSpPr>
          <p:spPr bwMode="auto">
            <a:xfrm>
              <a:off x="5260" y="3755"/>
              <a:ext cx="45" cy="40"/>
            </a:xfrm>
            <a:custGeom>
              <a:avLst/>
              <a:gdLst>
                <a:gd name="T0" fmla="*/ 0 w 45"/>
                <a:gd name="T1" fmla="*/ 39 h 40"/>
                <a:gd name="T2" fmla="*/ 0 w 45"/>
                <a:gd name="T3" fmla="*/ 39 h 40"/>
                <a:gd name="T4" fmla="*/ 0 w 45"/>
                <a:gd name="T5" fmla="*/ 39 h 40"/>
                <a:gd name="T6" fmla="*/ 0 w 45"/>
                <a:gd name="T7" fmla="*/ 39 h 40"/>
                <a:gd name="T8" fmla="*/ 0 w 45"/>
                <a:gd name="T9" fmla="*/ 37 h 40"/>
                <a:gd name="T10" fmla="*/ 0 w 45"/>
                <a:gd name="T11" fmla="*/ 36 h 40"/>
                <a:gd name="T12" fmla="*/ 0 w 45"/>
                <a:gd name="T13" fmla="*/ 36 h 40"/>
                <a:gd name="T14" fmla="*/ 0 w 45"/>
                <a:gd name="T15" fmla="*/ 35 h 40"/>
                <a:gd name="T16" fmla="*/ 0 w 45"/>
                <a:gd name="T17" fmla="*/ 34 h 40"/>
                <a:gd name="T18" fmla="*/ 2 w 45"/>
                <a:gd name="T19" fmla="*/ 33 h 40"/>
                <a:gd name="T20" fmla="*/ 7 w 45"/>
                <a:gd name="T21" fmla="*/ 29 h 40"/>
                <a:gd name="T22" fmla="*/ 13 w 45"/>
                <a:gd name="T23" fmla="*/ 23 h 40"/>
                <a:gd name="T24" fmla="*/ 20 w 45"/>
                <a:gd name="T25" fmla="*/ 17 h 40"/>
                <a:gd name="T26" fmla="*/ 28 w 45"/>
                <a:gd name="T27" fmla="*/ 10 h 40"/>
                <a:gd name="T28" fmla="*/ 35 w 45"/>
                <a:gd name="T29" fmla="*/ 5 h 40"/>
                <a:gd name="T30" fmla="*/ 39 w 45"/>
                <a:gd name="T31" fmla="*/ 1 h 40"/>
                <a:gd name="T32" fmla="*/ 42 w 45"/>
                <a:gd name="T33" fmla="*/ 0 h 40"/>
                <a:gd name="T34" fmla="*/ 42 w 45"/>
                <a:gd name="T35" fmla="*/ 0 h 40"/>
                <a:gd name="T36" fmla="*/ 42 w 45"/>
                <a:gd name="T37" fmla="*/ 0 h 40"/>
                <a:gd name="T38" fmla="*/ 42 w 45"/>
                <a:gd name="T39" fmla="*/ 0 h 40"/>
                <a:gd name="T40" fmla="*/ 44 w 45"/>
                <a:gd name="T41" fmla="*/ 0 h 40"/>
                <a:gd name="T42" fmla="*/ 42 w 45"/>
                <a:gd name="T43" fmla="*/ 0 h 40"/>
                <a:gd name="T44" fmla="*/ 42 w 45"/>
                <a:gd name="T45" fmla="*/ 0 h 40"/>
                <a:gd name="T46" fmla="*/ 42 w 45"/>
                <a:gd name="T47" fmla="*/ 0 h 40"/>
                <a:gd name="T48" fmla="*/ 41 w 45"/>
                <a:gd name="T49" fmla="*/ 1 h 40"/>
                <a:gd name="T50" fmla="*/ 36 w 45"/>
                <a:gd name="T51" fmla="*/ 5 h 40"/>
                <a:gd name="T52" fmla="*/ 29 w 45"/>
                <a:gd name="T53" fmla="*/ 10 h 40"/>
                <a:gd name="T54" fmla="*/ 23 w 45"/>
                <a:gd name="T55" fmla="*/ 17 h 40"/>
                <a:gd name="T56" fmla="*/ 15 w 45"/>
                <a:gd name="T57" fmla="*/ 23 h 40"/>
                <a:gd name="T58" fmla="*/ 8 w 45"/>
                <a:gd name="T59" fmla="*/ 29 h 40"/>
                <a:gd name="T60" fmla="*/ 3 w 45"/>
                <a:gd name="T61" fmla="*/ 33 h 40"/>
                <a:gd name="T62" fmla="*/ 1 w 45"/>
                <a:gd name="T63" fmla="*/ 34 h 40"/>
                <a:gd name="T64" fmla="*/ 1 w 45"/>
                <a:gd name="T65" fmla="*/ 35 h 40"/>
                <a:gd name="T66" fmla="*/ 1 w 45"/>
                <a:gd name="T67" fmla="*/ 36 h 40"/>
                <a:gd name="T68" fmla="*/ 1 w 45"/>
                <a:gd name="T69" fmla="*/ 36 h 40"/>
                <a:gd name="T70" fmla="*/ 1 w 45"/>
                <a:gd name="T71" fmla="*/ 37 h 40"/>
                <a:gd name="T72" fmla="*/ 1 w 45"/>
                <a:gd name="T73" fmla="*/ 37 h 40"/>
                <a:gd name="T74" fmla="*/ 1 w 45"/>
                <a:gd name="T75" fmla="*/ 39 h 40"/>
                <a:gd name="T76" fmla="*/ 1 w 45"/>
                <a:gd name="T77" fmla="*/ 39 h 40"/>
                <a:gd name="T78" fmla="*/ 1 w 45"/>
                <a:gd name="T79" fmla="*/ 39 h 40"/>
                <a:gd name="T80" fmla="*/ 0 w 45"/>
                <a:gd name="T81" fmla="*/ 39 h 4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45" h="40">
                  <a:moveTo>
                    <a:pt x="0" y="39"/>
                  </a:moveTo>
                  <a:lnTo>
                    <a:pt x="0" y="39"/>
                  </a:lnTo>
                  <a:lnTo>
                    <a:pt x="0" y="37"/>
                  </a:lnTo>
                  <a:lnTo>
                    <a:pt x="0" y="36"/>
                  </a:lnTo>
                  <a:lnTo>
                    <a:pt x="0" y="35"/>
                  </a:lnTo>
                  <a:lnTo>
                    <a:pt x="0" y="34"/>
                  </a:lnTo>
                  <a:lnTo>
                    <a:pt x="2" y="33"/>
                  </a:lnTo>
                  <a:lnTo>
                    <a:pt x="7" y="29"/>
                  </a:lnTo>
                  <a:lnTo>
                    <a:pt x="13" y="23"/>
                  </a:lnTo>
                  <a:lnTo>
                    <a:pt x="20" y="17"/>
                  </a:lnTo>
                  <a:lnTo>
                    <a:pt x="28" y="10"/>
                  </a:lnTo>
                  <a:lnTo>
                    <a:pt x="35" y="5"/>
                  </a:lnTo>
                  <a:lnTo>
                    <a:pt x="39" y="1"/>
                  </a:lnTo>
                  <a:lnTo>
                    <a:pt x="42" y="0"/>
                  </a:lnTo>
                  <a:lnTo>
                    <a:pt x="44" y="0"/>
                  </a:lnTo>
                  <a:lnTo>
                    <a:pt x="42" y="0"/>
                  </a:lnTo>
                  <a:lnTo>
                    <a:pt x="41" y="1"/>
                  </a:lnTo>
                  <a:lnTo>
                    <a:pt x="36" y="5"/>
                  </a:lnTo>
                  <a:lnTo>
                    <a:pt x="29" y="10"/>
                  </a:lnTo>
                  <a:lnTo>
                    <a:pt x="23" y="17"/>
                  </a:lnTo>
                  <a:lnTo>
                    <a:pt x="15" y="23"/>
                  </a:lnTo>
                  <a:lnTo>
                    <a:pt x="8" y="29"/>
                  </a:lnTo>
                  <a:lnTo>
                    <a:pt x="3" y="33"/>
                  </a:lnTo>
                  <a:lnTo>
                    <a:pt x="1" y="34"/>
                  </a:lnTo>
                  <a:lnTo>
                    <a:pt x="1" y="35"/>
                  </a:lnTo>
                  <a:lnTo>
                    <a:pt x="1" y="36"/>
                  </a:lnTo>
                  <a:lnTo>
                    <a:pt x="1" y="37"/>
                  </a:lnTo>
                  <a:lnTo>
                    <a:pt x="1" y="39"/>
                  </a:lnTo>
                  <a:lnTo>
                    <a:pt x="0" y="39"/>
                  </a:lnTo>
                </a:path>
              </a:pathLst>
            </a:custGeom>
            <a:solidFill>
              <a:srgbClr val="7F7F7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40" name="Freeform 139">
              <a:extLst>
                <a:ext uri="{FF2B5EF4-FFF2-40B4-BE49-F238E27FC236}">
                  <a16:creationId xmlns:a16="http://schemas.microsoft.com/office/drawing/2014/main" id="{09F88B3E-DE93-A4EB-C2F5-1273DFCEF4E8}"/>
                </a:ext>
              </a:extLst>
            </p:cNvPr>
            <p:cNvSpPr>
              <a:spLocks/>
            </p:cNvSpPr>
            <p:nvPr/>
          </p:nvSpPr>
          <p:spPr bwMode="auto">
            <a:xfrm>
              <a:off x="5264" y="3771"/>
              <a:ext cx="19" cy="20"/>
            </a:xfrm>
            <a:custGeom>
              <a:avLst/>
              <a:gdLst>
                <a:gd name="T0" fmla="*/ 1 w 19"/>
                <a:gd name="T1" fmla="*/ 14 h 20"/>
                <a:gd name="T2" fmla="*/ 1 w 19"/>
                <a:gd name="T3" fmla="*/ 14 h 20"/>
                <a:gd name="T4" fmla="*/ 2 w 19"/>
                <a:gd name="T5" fmla="*/ 14 h 20"/>
                <a:gd name="T6" fmla="*/ 4 w 19"/>
                <a:gd name="T7" fmla="*/ 9 h 20"/>
                <a:gd name="T8" fmla="*/ 6 w 19"/>
                <a:gd name="T9" fmla="*/ 9 h 20"/>
                <a:gd name="T10" fmla="*/ 9 w 19"/>
                <a:gd name="T11" fmla="*/ 4 h 20"/>
                <a:gd name="T12" fmla="*/ 11 w 19"/>
                <a:gd name="T13" fmla="*/ 0 h 20"/>
                <a:gd name="T14" fmla="*/ 13 w 19"/>
                <a:gd name="T15" fmla="*/ 0 h 20"/>
                <a:gd name="T16" fmla="*/ 14 w 19"/>
                <a:gd name="T17" fmla="*/ 0 h 20"/>
                <a:gd name="T18" fmla="*/ 15 w 19"/>
                <a:gd name="T19" fmla="*/ 0 h 20"/>
                <a:gd name="T20" fmla="*/ 16 w 19"/>
                <a:gd name="T21" fmla="*/ 0 h 20"/>
                <a:gd name="T22" fmla="*/ 18 w 19"/>
                <a:gd name="T23" fmla="*/ 0 h 20"/>
                <a:gd name="T24" fmla="*/ 18 w 19"/>
                <a:gd name="T25" fmla="*/ 0 h 20"/>
                <a:gd name="T26" fmla="*/ 18 w 19"/>
                <a:gd name="T27" fmla="*/ 0 h 20"/>
                <a:gd name="T28" fmla="*/ 18 w 19"/>
                <a:gd name="T29" fmla="*/ 0 h 20"/>
                <a:gd name="T30" fmla="*/ 18 w 19"/>
                <a:gd name="T31" fmla="*/ 0 h 20"/>
                <a:gd name="T32" fmla="*/ 18 w 19"/>
                <a:gd name="T33" fmla="*/ 0 h 20"/>
                <a:gd name="T34" fmla="*/ 16 w 19"/>
                <a:gd name="T35" fmla="*/ 4 h 20"/>
                <a:gd name="T36" fmla="*/ 16 w 19"/>
                <a:gd name="T37" fmla="*/ 4 h 20"/>
                <a:gd name="T38" fmla="*/ 16 w 19"/>
                <a:gd name="T39" fmla="*/ 4 h 20"/>
                <a:gd name="T40" fmla="*/ 16 w 19"/>
                <a:gd name="T41" fmla="*/ 4 h 20"/>
                <a:gd name="T42" fmla="*/ 15 w 19"/>
                <a:gd name="T43" fmla="*/ 4 h 20"/>
                <a:gd name="T44" fmla="*/ 14 w 19"/>
                <a:gd name="T45" fmla="*/ 4 h 20"/>
                <a:gd name="T46" fmla="*/ 13 w 19"/>
                <a:gd name="T47" fmla="*/ 4 h 20"/>
                <a:gd name="T48" fmla="*/ 12 w 19"/>
                <a:gd name="T49" fmla="*/ 4 h 20"/>
                <a:gd name="T50" fmla="*/ 11 w 19"/>
                <a:gd name="T51" fmla="*/ 4 h 20"/>
                <a:gd name="T52" fmla="*/ 9 w 19"/>
                <a:gd name="T53" fmla="*/ 9 h 20"/>
                <a:gd name="T54" fmla="*/ 6 w 19"/>
                <a:gd name="T55" fmla="*/ 9 h 20"/>
                <a:gd name="T56" fmla="*/ 4 w 19"/>
                <a:gd name="T57" fmla="*/ 14 h 20"/>
                <a:gd name="T58" fmla="*/ 3 w 19"/>
                <a:gd name="T59" fmla="*/ 14 h 20"/>
                <a:gd name="T60" fmla="*/ 1 w 19"/>
                <a:gd name="T61" fmla="*/ 19 h 20"/>
                <a:gd name="T62" fmla="*/ 0 w 19"/>
                <a:gd name="T63" fmla="*/ 19 h 20"/>
                <a:gd name="T64" fmla="*/ 0 w 19"/>
                <a:gd name="T65" fmla="*/ 19 h 20"/>
                <a:gd name="T66" fmla="*/ 1 w 19"/>
                <a:gd name="T67" fmla="*/ 14 h 2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9" h="20">
                  <a:moveTo>
                    <a:pt x="1" y="14"/>
                  </a:moveTo>
                  <a:lnTo>
                    <a:pt x="1" y="14"/>
                  </a:lnTo>
                  <a:lnTo>
                    <a:pt x="2" y="14"/>
                  </a:lnTo>
                  <a:lnTo>
                    <a:pt x="4" y="9"/>
                  </a:lnTo>
                  <a:lnTo>
                    <a:pt x="6" y="9"/>
                  </a:lnTo>
                  <a:lnTo>
                    <a:pt x="9" y="4"/>
                  </a:lnTo>
                  <a:lnTo>
                    <a:pt x="11" y="0"/>
                  </a:lnTo>
                  <a:lnTo>
                    <a:pt x="13" y="0"/>
                  </a:lnTo>
                  <a:lnTo>
                    <a:pt x="14" y="0"/>
                  </a:lnTo>
                  <a:lnTo>
                    <a:pt x="15" y="0"/>
                  </a:lnTo>
                  <a:lnTo>
                    <a:pt x="16" y="0"/>
                  </a:lnTo>
                  <a:lnTo>
                    <a:pt x="18" y="0"/>
                  </a:lnTo>
                  <a:lnTo>
                    <a:pt x="16" y="4"/>
                  </a:lnTo>
                  <a:lnTo>
                    <a:pt x="15" y="4"/>
                  </a:lnTo>
                  <a:lnTo>
                    <a:pt x="14" y="4"/>
                  </a:lnTo>
                  <a:lnTo>
                    <a:pt x="13" y="4"/>
                  </a:lnTo>
                  <a:lnTo>
                    <a:pt x="12" y="4"/>
                  </a:lnTo>
                  <a:lnTo>
                    <a:pt x="11" y="4"/>
                  </a:lnTo>
                  <a:lnTo>
                    <a:pt x="9" y="9"/>
                  </a:lnTo>
                  <a:lnTo>
                    <a:pt x="6" y="9"/>
                  </a:lnTo>
                  <a:lnTo>
                    <a:pt x="4" y="14"/>
                  </a:lnTo>
                  <a:lnTo>
                    <a:pt x="3" y="14"/>
                  </a:lnTo>
                  <a:lnTo>
                    <a:pt x="1" y="19"/>
                  </a:lnTo>
                  <a:lnTo>
                    <a:pt x="0" y="19"/>
                  </a:lnTo>
                  <a:lnTo>
                    <a:pt x="1" y="14"/>
                  </a:lnTo>
                </a:path>
              </a:pathLst>
            </a:custGeom>
            <a:solidFill>
              <a:srgbClr val="7F7F7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41" name="Freeform 140">
              <a:extLst>
                <a:ext uri="{FF2B5EF4-FFF2-40B4-BE49-F238E27FC236}">
                  <a16:creationId xmlns:a16="http://schemas.microsoft.com/office/drawing/2014/main" id="{F276173D-05D6-D7D6-0C08-36E1917BBAD8}"/>
                </a:ext>
              </a:extLst>
            </p:cNvPr>
            <p:cNvSpPr>
              <a:spLocks/>
            </p:cNvSpPr>
            <p:nvPr/>
          </p:nvSpPr>
          <p:spPr bwMode="auto">
            <a:xfrm>
              <a:off x="4456" y="3539"/>
              <a:ext cx="631" cy="349"/>
            </a:xfrm>
            <a:custGeom>
              <a:avLst/>
              <a:gdLst>
                <a:gd name="T0" fmla="*/ 204 w 631"/>
                <a:gd name="T1" fmla="*/ 348 h 349"/>
                <a:gd name="T2" fmla="*/ 630 w 631"/>
                <a:gd name="T3" fmla="*/ 229 h 349"/>
                <a:gd name="T4" fmla="*/ 630 w 631"/>
                <a:gd name="T5" fmla="*/ 172 h 349"/>
                <a:gd name="T6" fmla="*/ 338 w 631"/>
                <a:gd name="T7" fmla="*/ 0 h 349"/>
                <a:gd name="T8" fmla="*/ 0 w 631"/>
                <a:gd name="T9" fmla="*/ 204 h 349"/>
                <a:gd name="T10" fmla="*/ 0 w 631"/>
                <a:gd name="T11" fmla="*/ 231 h 349"/>
                <a:gd name="T12" fmla="*/ 204 w 631"/>
                <a:gd name="T13" fmla="*/ 348 h 34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1" h="349">
                  <a:moveTo>
                    <a:pt x="204" y="348"/>
                  </a:moveTo>
                  <a:lnTo>
                    <a:pt x="630" y="229"/>
                  </a:lnTo>
                  <a:lnTo>
                    <a:pt x="630" y="172"/>
                  </a:lnTo>
                  <a:lnTo>
                    <a:pt x="338" y="0"/>
                  </a:lnTo>
                  <a:lnTo>
                    <a:pt x="0" y="204"/>
                  </a:lnTo>
                  <a:lnTo>
                    <a:pt x="0" y="231"/>
                  </a:lnTo>
                  <a:lnTo>
                    <a:pt x="204" y="348"/>
                  </a:lnTo>
                </a:path>
              </a:pathLst>
            </a:custGeom>
            <a:solidFill>
              <a:srgbClr val="86868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42" name="Freeform 141">
              <a:extLst>
                <a:ext uri="{FF2B5EF4-FFF2-40B4-BE49-F238E27FC236}">
                  <a16:creationId xmlns:a16="http://schemas.microsoft.com/office/drawing/2014/main" id="{0765B4B7-04B1-7F22-6C78-B7B3F7494B22}"/>
                </a:ext>
              </a:extLst>
            </p:cNvPr>
            <p:cNvSpPr>
              <a:spLocks/>
            </p:cNvSpPr>
            <p:nvPr/>
          </p:nvSpPr>
          <p:spPr bwMode="auto">
            <a:xfrm>
              <a:off x="4445" y="3479"/>
              <a:ext cx="649" cy="371"/>
            </a:xfrm>
            <a:custGeom>
              <a:avLst/>
              <a:gdLst>
                <a:gd name="T0" fmla="*/ 212 w 649"/>
                <a:gd name="T1" fmla="*/ 370 h 371"/>
                <a:gd name="T2" fmla="*/ 648 w 649"/>
                <a:gd name="T3" fmla="*/ 250 h 371"/>
                <a:gd name="T4" fmla="*/ 648 w 649"/>
                <a:gd name="T5" fmla="*/ 103 h 371"/>
                <a:gd name="T6" fmla="*/ 462 w 649"/>
                <a:gd name="T7" fmla="*/ 0 h 371"/>
                <a:gd name="T8" fmla="*/ 0 w 649"/>
                <a:gd name="T9" fmla="*/ 122 h 371"/>
                <a:gd name="T10" fmla="*/ 0 w 649"/>
                <a:gd name="T11" fmla="*/ 248 h 371"/>
                <a:gd name="T12" fmla="*/ 212 w 649"/>
                <a:gd name="T13" fmla="*/ 370 h 37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49" h="371">
                  <a:moveTo>
                    <a:pt x="212" y="370"/>
                  </a:moveTo>
                  <a:lnTo>
                    <a:pt x="648" y="250"/>
                  </a:lnTo>
                  <a:lnTo>
                    <a:pt x="648" y="103"/>
                  </a:lnTo>
                  <a:lnTo>
                    <a:pt x="462" y="0"/>
                  </a:lnTo>
                  <a:lnTo>
                    <a:pt x="0" y="122"/>
                  </a:lnTo>
                  <a:lnTo>
                    <a:pt x="0" y="248"/>
                  </a:lnTo>
                  <a:lnTo>
                    <a:pt x="212" y="370"/>
                  </a:lnTo>
                </a:path>
              </a:pathLst>
            </a:custGeom>
            <a:solidFill>
              <a:srgbClr val="DDDDD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43" name="Freeform 142">
              <a:extLst>
                <a:ext uri="{FF2B5EF4-FFF2-40B4-BE49-F238E27FC236}">
                  <a16:creationId xmlns:a16="http://schemas.microsoft.com/office/drawing/2014/main" id="{F68E770A-E293-4E85-A7B0-BCA654834B95}"/>
                </a:ext>
              </a:extLst>
            </p:cNvPr>
            <p:cNvSpPr>
              <a:spLocks/>
            </p:cNvSpPr>
            <p:nvPr/>
          </p:nvSpPr>
          <p:spPr bwMode="auto">
            <a:xfrm>
              <a:off x="4451" y="3614"/>
              <a:ext cx="207" cy="223"/>
            </a:xfrm>
            <a:custGeom>
              <a:avLst/>
              <a:gdLst>
                <a:gd name="T0" fmla="*/ 0 w 207"/>
                <a:gd name="T1" fmla="*/ 108 h 223"/>
                <a:gd name="T2" fmla="*/ 0 w 207"/>
                <a:gd name="T3" fmla="*/ 0 h 223"/>
                <a:gd name="T4" fmla="*/ 200 w 207"/>
                <a:gd name="T5" fmla="*/ 99 h 223"/>
                <a:gd name="T6" fmla="*/ 206 w 207"/>
                <a:gd name="T7" fmla="*/ 222 h 223"/>
                <a:gd name="T8" fmla="*/ 0 w 207"/>
                <a:gd name="T9" fmla="*/ 108 h 2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7" h="223">
                  <a:moveTo>
                    <a:pt x="0" y="108"/>
                  </a:moveTo>
                  <a:lnTo>
                    <a:pt x="0" y="0"/>
                  </a:lnTo>
                  <a:lnTo>
                    <a:pt x="200" y="99"/>
                  </a:lnTo>
                  <a:lnTo>
                    <a:pt x="206" y="222"/>
                  </a:lnTo>
                  <a:lnTo>
                    <a:pt x="0" y="108"/>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44" name="Freeform 143">
              <a:extLst>
                <a:ext uri="{FF2B5EF4-FFF2-40B4-BE49-F238E27FC236}">
                  <a16:creationId xmlns:a16="http://schemas.microsoft.com/office/drawing/2014/main" id="{1473D1D7-6108-6A7F-9C7E-4ED4083EC966}"/>
                </a:ext>
              </a:extLst>
            </p:cNvPr>
            <p:cNvSpPr>
              <a:spLocks/>
            </p:cNvSpPr>
            <p:nvPr/>
          </p:nvSpPr>
          <p:spPr bwMode="auto">
            <a:xfrm>
              <a:off x="4677" y="3768"/>
              <a:ext cx="549" cy="210"/>
            </a:xfrm>
            <a:custGeom>
              <a:avLst/>
              <a:gdLst>
                <a:gd name="T0" fmla="*/ 98 w 549"/>
                <a:gd name="T1" fmla="*/ 209 h 210"/>
                <a:gd name="T2" fmla="*/ 548 w 549"/>
                <a:gd name="T3" fmla="*/ 87 h 210"/>
                <a:gd name="T4" fmla="*/ 393 w 549"/>
                <a:gd name="T5" fmla="*/ 0 h 210"/>
                <a:gd name="T6" fmla="*/ 0 w 549"/>
                <a:gd name="T7" fmla="*/ 97 h 210"/>
                <a:gd name="T8" fmla="*/ 98 w 549"/>
                <a:gd name="T9" fmla="*/ 209 h 2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9" h="210">
                  <a:moveTo>
                    <a:pt x="98" y="209"/>
                  </a:moveTo>
                  <a:lnTo>
                    <a:pt x="548" y="87"/>
                  </a:lnTo>
                  <a:lnTo>
                    <a:pt x="393" y="0"/>
                  </a:lnTo>
                  <a:lnTo>
                    <a:pt x="0" y="97"/>
                  </a:lnTo>
                  <a:lnTo>
                    <a:pt x="98" y="209"/>
                  </a:lnTo>
                </a:path>
              </a:pathLst>
            </a:custGeom>
            <a:solidFill>
              <a:srgbClr val="86868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45" name="Freeform 144">
              <a:extLst>
                <a:ext uri="{FF2B5EF4-FFF2-40B4-BE49-F238E27FC236}">
                  <a16:creationId xmlns:a16="http://schemas.microsoft.com/office/drawing/2014/main" id="{CCC676A5-9AB5-4994-8598-354746A6BC01}"/>
                </a:ext>
              </a:extLst>
            </p:cNvPr>
            <p:cNvSpPr>
              <a:spLocks/>
            </p:cNvSpPr>
            <p:nvPr/>
          </p:nvSpPr>
          <p:spPr bwMode="auto">
            <a:xfrm>
              <a:off x="4681" y="3755"/>
              <a:ext cx="547" cy="212"/>
            </a:xfrm>
            <a:custGeom>
              <a:avLst/>
              <a:gdLst>
                <a:gd name="T0" fmla="*/ 97 w 547"/>
                <a:gd name="T1" fmla="*/ 211 h 212"/>
                <a:gd name="T2" fmla="*/ 546 w 547"/>
                <a:gd name="T3" fmla="*/ 88 h 212"/>
                <a:gd name="T4" fmla="*/ 391 w 547"/>
                <a:gd name="T5" fmla="*/ 0 h 212"/>
                <a:gd name="T6" fmla="*/ 0 w 547"/>
                <a:gd name="T7" fmla="*/ 102 h 212"/>
                <a:gd name="T8" fmla="*/ 97 w 547"/>
                <a:gd name="T9" fmla="*/ 211 h 2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7" h="212">
                  <a:moveTo>
                    <a:pt x="97" y="211"/>
                  </a:moveTo>
                  <a:lnTo>
                    <a:pt x="546" y="88"/>
                  </a:lnTo>
                  <a:lnTo>
                    <a:pt x="391" y="0"/>
                  </a:lnTo>
                  <a:lnTo>
                    <a:pt x="0" y="102"/>
                  </a:lnTo>
                  <a:lnTo>
                    <a:pt x="97" y="211"/>
                  </a:lnTo>
                </a:path>
              </a:pathLst>
            </a:custGeom>
            <a:solidFill>
              <a:srgbClr val="DDDDD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46" name="Line 145">
              <a:extLst>
                <a:ext uri="{FF2B5EF4-FFF2-40B4-BE49-F238E27FC236}">
                  <a16:creationId xmlns:a16="http://schemas.microsoft.com/office/drawing/2014/main" id="{8270D757-8DAD-1B8D-C0FD-D961DEB22DBA}"/>
                </a:ext>
              </a:extLst>
            </p:cNvPr>
            <p:cNvSpPr>
              <a:spLocks noChangeShapeType="1"/>
            </p:cNvSpPr>
            <p:nvPr/>
          </p:nvSpPr>
          <p:spPr bwMode="auto">
            <a:xfrm flipV="1">
              <a:off x="4695" y="3628"/>
              <a:ext cx="351" cy="96"/>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47" name="Freeform 146">
              <a:extLst>
                <a:ext uri="{FF2B5EF4-FFF2-40B4-BE49-F238E27FC236}">
                  <a16:creationId xmlns:a16="http://schemas.microsoft.com/office/drawing/2014/main" id="{B7340E32-57FD-D5DF-A33F-1A79343C51EF}"/>
                </a:ext>
              </a:extLst>
            </p:cNvPr>
            <p:cNvSpPr>
              <a:spLocks/>
            </p:cNvSpPr>
            <p:nvPr/>
          </p:nvSpPr>
          <p:spPr bwMode="auto">
            <a:xfrm>
              <a:off x="4695" y="3628"/>
              <a:ext cx="352" cy="97"/>
            </a:xfrm>
            <a:custGeom>
              <a:avLst/>
              <a:gdLst>
                <a:gd name="T0" fmla="*/ 0 w 352"/>
                <a:gd name="T1" fmla="*/ 96 h 97"/>
                <a:gd name="T2" fmla="*/ 351 w 352"/>
                <a:gd name="T3" fmla="*/ 0 h 97"/>
                <a:gd name="T4" fmla="*/ 0 w 352"/>
                <a:gd name="T5" fmla="*/ 96 h 97"/>
                <a:gd name="T6" fmla="*/ 0 60000 65536"/>
                <a:gd name="T7" fmla="*/ 0 60000 65536"/>
                <a:gd name="T8" fmla="*/ 0 60000 65536"/>
              </a:gdLst>
              <a:ahLst/>
              <a:cxnLst>
                <a:cxn ang="T6">
                  <a:pos x="T0" y="T1"/>
                </a:cxn>
                <a:cxn ang="T7">
                  <a:pos x="T2" y="T3"/>
                </a:cxn>
                <a:cxn ang="T8">
                  <a:pos x="T4" y="T5"/>
                </a:cxn>
              </a:cxnLst>
              <a:rect l="0" t="0" r="r" b="b"/>
              <a:pathLst>
                <a:path w="352" h="97">
                  <a:moveTo>
                    <a:pt x="0" y="96"/>
                  </a:moveTo>
                  <a:lnTo>
                    <a:pt x="351" y="0"/>
                  </a:lnTo>
                  <a:lnTo>
                    <a:pt x="0" y="96"/>
                  </a:lnTo>
                </a:path>
              </a:pathLst>
            </a:custGeom>
            <a:noFill/>
            <a:ln w="12700" cap="rnd" cmpd="sng">
              <a:solidFill>
                <a:srgbClr val="B2B2B2"/>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48" name="Freeform 147">
              <a:extLst>
                <a:ext uri="{FF2B5EF4-FFF2-40B4-BE49-F238E27FC236}">
                  <a16:creationId xmlns:a16="http://schemas.microsoft.com/office/drawing/2014/main" id="{D031155E-7228-DB19-6ED6-4A2E0A360352}"/>
                </a:ext>
              </a:extLst>
            </p:cNvPr>
            <p:cNvSpPr>
              <a:spLocks/>
            </p:cNvSpPr>
            <p:nvPr/>
          </p:nvSpPr>
          <p:spPr bwMode="auto">
            <a:xfrm>
              <a:off x="4715" y="3700"/>
              <a:ext cx="74" cy="30"/>
            </a:xfrm>
            <a:custGeom>
              <a:avLst/>
              <a:gdLst>
                <a:gd name="T0" fmla="*/ 0 w 74"/>
                <a:gd name="T1" fmla="*/ 19 h 30"/>
                <a:gd name="T2" fmla="*/ 71 w 74"/>
                <a:gd name="T3" fmla="*/ 0 h 30"/>
                <a:gd name="T4" fmla="*/ 73 w 74"/>
                <a:gd name="T5" fmla="*/ 9 h 30"/>
                <a:gd name="T6" fmla="*/ 1 w 74"/>
                <a:gd name="T7" fmla="*/ 29 h 30"/>
                <a:gd name="T8" fmla="*/ 0 w 74"/>
                <a:gd name="T9" fmla="*/ 19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4" h="30">
                  <a:moveTo>
                    <a:pt x="0" y="19"/>
                  </a:moveTo>
                  <a:lnTo>
                    <a:pt x="71" y="0"/>
                  </a:lnTo>
                  <a:lnTo>
                    <a:pt x="73" y="9"/>
                  </a:lnTo>
                  <a:lnTo>
                    <a:pt x="1" y="29"/>
                  </a:lnTo>
                  <a:lnTo>
                    <a:pt x="0" y="19"/>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49" name="Freeform 148">
              <a:extLst>
                <a:ext uri="{FF2B5EF4-FFF2-40B4-BE49-F238E27FC236}">
                  <a16:creationId xmlns:a16="http://schemas.microsoft.com/office/drawing/2014/main" id="{7447A6F6-7E18-73AE-0738-CB1DA340679B}"/>
                </a:ext>
              </a:extLst>
            </p:cNvPr>
            <p:cNvSpPr>
              <a:spLocks/>
            </p:cNvSpPr>
            <p:nvPr/>
          </p:nvSpPr>
          <p:spPr bwMode="auto">
            <a:xfrm>
              <a:off x="4715" y="3700"/>
              <a:ext cx="74" cy="30"/>
            </a:xfrm>
            <a:custGeom>
              <a:avLst/>
              <a:gdLst>
                <a:gd name="T0" fmla="*/ 0 w 74"/>
                <a:gd name="T1" fmla="*/ 19 h 30"/>
                <a:gd name="T2" fmla="*/ 71 w 74"/>
                <a:gd name="T3" fmla="*/ 0 h 30"/>
                <a:gd name="T4" fmla="*/ 73 w 74"/>
                <a:gd name="T5" fmla="*/ 9 h 30"/>
                <a:gd name="T6" fmla="*/ 1 w 74"/>
                <a:gd name="T7" fmla="*/ 29 h 30"/>
                <a:gd name="T8" fmla="*/ 0 w 74"/>
                <a:gd name="T9" fmla="*/ 19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4" h="30">
                  <a:moveTo>
                    <a:pt x="0" y="19"/>
                  </a:moveTo>
                  <a:lnTo>
                    <a:pt x="71" y="0"/>
                  </a:lnTo>
                  <a:lnTo>
                    <a:pt x="73" y="9"/>
                  </a:lnTo>
                  <a:lnTo>
                    <a:pt x="1" y="29"/>
                  </a:lnTo>
                  <a:lnTo>
                    <a:pt x="0" y="19"/>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50" name="Freeform 149">
              <a:extLst>
                <a:ext uri="{FF2B5EF4-FFF2-40B4-BE49-F238E27FC236}">
                  <a16:creationId xmlns:a16="http://schemas.microsoft.com/office/drawing/2014/main" id="{EBF60200-A204-3D54-195E-B8639123D2CF}"/>
                </a:ext>
              </a:extLst>
            </p:cNvPr>
            <p:cNvSpPr>
              <a:spLocks/>
            </p:cNvSpPr>
            <p:nvPr/>
          </p:nvSpPr>
          <p:spPr bwMode="auto">
            <a:xfrm>
              <a:off x="4816" y="3674"/>
              <a:ext cx="77" cy="29"/>
            </a:xfrm>
            <a:custGeom>
              <a:avLst/>
              <a:gdLst>
                <a:gd name="T0" fmla="*/ 0 w 77"/>
                <a:gd name="T1" fmla="*/ 19 h 29"/>
                <a:gd name="T2" fmla="*/ 74 w 77"/>
                <a:gd name="T3" fmla="*/ 0 h 29"/>
                <a:gd name="T4" fmla="*/ 76 w 77"/>
                <a:gd name="T5" fmla="*/ 8 h 29"/>
                <a:gd name="T6" fmla="*/ 2 w 77"/>
                <a:gd name="T7" fmla="*/ 28 h 29"/>
                <a:gd name="T8" fmla="*/ 0 w 77"/>
                <a:gd name="T9" fmla="*/ 1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7" h="29">
                  <a:moveTo>
                    <a:pt x="0" y="19"/>
                  </a:moveTo>
                  <a:lnTo>
                    <a:pt x="74" y="0"/>
                  </a:lnTo>
                  <a:lnTo>
                    <a:pt x="76" y="8"/>
                  </a:lnTo>
                  <a:lnTo>
                    <a:pt x="2" y="28"/>
                  </a:lnTo>
                  <a:lnTo>
                    <a:pt x="0" y="19"/>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51" name="Freeform 150">
              <a:extLst>
                <a:ext uri="{FF2B5EF4-FFF2-40B4-BE49-F238E27FC236}">
                  <a16:creationId xmlns:a16="http://schemas.microsoft.com/office/drawing/2014/main" id="{2DEE206E-127D-8662-ABE6-C4CFF9DE3593}"/>
                </a:ext>
              </a:extLst>
            </p:cNvPr>
            <p:cNvSpPr>
              <a:spLocks/>
            </p:cNvSpPr>
            <p:nvPr/>
          </p:nvSpPr>
          <p:spPr bwMode="auto">
            <a:xfrm>
              <a:off x="4816" y="3674"/>
              <a:ext cx="77" cy="29"/>
            </a:xfrm>
            <a:custGeom>
              <a:avLst/>
              <a:gdLst>
                <a:gd name="T0" fmla="*/ 0 w 77"/>
                <a:gd name="T1" fmla="*/ 19 h 29"/>
                <a:gd name="T2" fmla="*/ 74 w 77"/>
                <a:gd name="T3" fmla="*/ 0 h 29"/>
                <a:gd name="T4" fmla="*/ 76 w 77"/>
                <a:gd name="T5" fmla="*/ 8 h 29"/>
                <a:gd name="T6" fmla="*/ 2 w 77"/>
                <a:gd name="T7" fmla="*/ 28 h 29"/>
                <a:gd name="T8" fmla="*/ 0 w 77"/>
                <a:gd name="T9" fmla="*/ 1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7" h="29">
                  <a:moveTo>
                    <a:pt x="0" y="19"/>
                  </a:moveTo>
                  <a:lnTo>
                    <a:pt x="74" y="0"/>
                  </a:lnTo>
                  <a:lnTo>
                    <a:pt x="76" y="8"/>
                  </a:lnTo>
                  <a:lnTo>
                    <a:pt x="2" y="28"/>
                  </a:lnTo>
                  <a:lnTo>
                    <a:pt x="0" y="19"/>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52" name="Freeform 151">
              <a:extLst>
                <a:ext uri="{FF2B5EF4-FFF2-40B4-BE49-F238E27FC236}">
                  <a16:creationId xmlns:a16="http://schemas.microsoft.com/office/drawing/2014/main" id="{E05960E4-A65D-A6EC-02EF-A198B214B3C3}"/>
                </a:ext>
              </a:extLst>
            </p:cNvPr>
            <p:cNvSpPr>
              <a:spLocks/>
            </p:cNvSpPr>
            <p:nvPr/>
          </p:nvSpPr>
          <p:spPr bwMode="auto">
            <a:xfrm>
              <a:off x="4474" y="3182"/>
              <a:ext cx="598" cy="510"/>
            </a:xfrm>
            <a:custGeom>
              <a:avLst/>
              <a:gdLst>
                <a:gd name="T0" fmla="*/ 172 w 598"/>
                <a:gd name="T1" fmla="*/ 509 h 510"/>
                <a:gd name="T2" fmla="*/ 597 w 598"/>
                <a:gd name="T3" fmla="*/ 397 h 510"/>
                <a:gd name="T4" fmla="*/ 583 w 598"/>
                <a:gd name="T5" fmla="*/ 22 h 510"/>
                <a:gd name="T6" fmla="*/ 557 w 598"/>
                <a:gd name="T7" fmla="*/ 0 h 510"/>
                <a:gd name="T8" fmla="*/ 173 w 598"/>
                <a:gd name="T9" fmla="*/ 102 h 510"/>
                <a:gd name="T10" fmla="*/ 82 w 598"/>
                <a:gd name="T11" fmla="*/ 54 h 510"/>
                <a:gd name="T12" fmla="*/ 0 w 598"/>
                <a:gd name="T13" fmla="*/ 105 h 510"/>
                <a:gd name="T14" fmla="*/ 36 w 598"/>
                <a:gd name="T15" fmla="*/ 404 h 510"/>
                <a:gd name="T16" fmla="*/ 172 w 598"/>
                <a:gd name="T17" fmla="*/ 509 h 5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98" h="510">
                  <a:moveTo>
                    <a:pt x="172" y="509"/>
                  </a:moveTo>
                  <a:lnTo>
                    <a:pt x="597" y="397"/>
                  </a:lnTo>
                  <a:lnTo>
                    <a:pt x="583" y="22"/>
                  </a:lnTo>
                  <a:lnTo>
                    <a:pt x="557" y="0"/>
                  </a:lnTo>
                  <a:lnTo>
                    <a:pt x="173" y="102"/>
                  </a:lnTo>
                  <a:lnTo>
                    <a:pt x="82" y="54"/>
                  </a:lnTo>
                  <a:lnTo>
                    <a:pt x="0" y="105"/>
                  </a:lnTo>
                  <a:lnTo>
                    <a:pt x="36" y="404"/>
                  </a:lnTo>
                  <a:lnTo>
                    <a:pt x="172" y="509"/>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53" name="Freeform 152">
              <a:extLst>
                <a:ext uri="{FF2B5EF4-FFF2-40B4-BE49-F238E27FC236}">
                  <a16:creationId xmlns:a16="http://schemas.microsoft.com/office/drawing/2014/main" id="{A9720AD2-C46D-DBE7-D2AF-8F4F9807206B}"/>
                </a:ext>
              </a:extLst>
            </p:cNvPr>
            <p:cNvSpPr>
              <a:spLocks/>
            </p:cNvSpPr>
            <p:nvPr/>
          </p:nvSpPr>
          <p:spPr bwMode="auto">
            <a:xfrm>
              <a:off x="4465" y="3162"/>
              <a:ext cx="616" cy="518"/>
            </a:xfrm>
            <a:custGeom>
              <a:avLst/>
              <a:gdLst>
                <a:gd name="T0" fmla="*/ 105 w 616"/>
                <a:gd name="T1" fmla="*/ 462 h 518"/>
                <a:gd name="T2" fmla="*/ 191 w 616"/>
                <a:gd name="T3" fmla="*/ 517 h 518"/>
                <a:gd name="T4" fmla="*/ 615 w 616"/>
                <a:gd name="T5" fmla="*/ 398 h 518"/>
                <a:gd name="T6" fmla="*/ 601 w 616"/>
                <a:gd name="T7" fmla="*/ 22 h 518"/>
                <a:gd name="T8" fmla="*/ 575 w 616"/>
                <a:gd name="T9" fmla="*/ 0 h 518"/>
                <a:gd name="T10" fmla="*/ 189 w 616"/>
                <a:gd name="T11" fmla="*/ 102 h 518"/>
                <a:gd name="T12" fmla="*/ 98 w 616"/>
                <a:gd name="T13" fmla="*/ 55 h 518"/>
                <a:gd name="T14" fmla="*/ 12 w 616"/>
                <a:gd name="T15" fmla="*/ 90 h 518"/>
                <a:gd name="T16" fmla="*/ 0 w 616"/>
                <a:gd name="T17" fmla="*/ 102 h 518"/>
                <a:gd name="T18" fmla="*/ 0 w 616"/>
                <a:gd name="T19" fmla="*/ 359 h 518"/>
                <a:gd name="T20" fmla="*/ 105 w 616"/>
                <a:gd name="T21" fmla="*/ 462 h 51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6" h="518">
                  <a:moveTo>
                    <a:pt x="105" y="462"/>
                  </a:moveTo>
                  <a:lnTo>
                    <a:pt x="191" y="517"/>
                  </a:lnTo>
                  <a:lnTo>
                    <a:pt x="615" y="398"/>
                  </a:lnTo>
                  <a:lnTo>
                    <a:pt x="601" y="22"/>
                  </a:lnTo>
                  <a:lnTo>
                    <a:pt x="575" y="0"/>
                  </a:lnTo>
                  <a:lnTo>
                    <a:pt x="189" y="102"/>
                  </a:lnTo>
                  <a:lnTo>
                    <a:pt x="98" y="55"/>
                  </a:lnTo>
                  <a:lnTo>
                    <a:pt x="12" y="90"/>
                  </a:lnTo>
                  <a:lnTo>
                    <a:pt x="0" y="102"/>
                  </a:lnTo>
                  <a:lnTo>
                    <a:pt x="0" y="359"/>
                  </a:lnTo>
                  <a:lnTo>
                    <a:pt x="105" y="462"/>
                  </a:lnTo>
                </a:path>
              </a:pathLst>
            </a:custGeom>
            <a:solidFill>
              <a:srgbClr val="DDDDDD"/>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54" name="Freeform 153">
              <a:extLst>
                <a:ext uri="{FF2B5EF4-FFF2-40B4-BE49-F238E27FC236}">
                  <a16:creationId xmlns:a16="http://schemas.microsoft.com/office/drawing/2014/main" id="{6EFDB8CB-24C2-6E32-4758-09C96FCB1F90}"/>
                </a:ext>
              </a:extLst>
            </p:cNvPr>
            <p:cNvSpPr>
              <a:spLocks/>
            </p:cNvSpPr>
            <p:nvPr/>
          </p:nvSpPr>
          <p:spPr bwMode="auto">
            <a:xfrm>
              <a:off x="4474" y="3235"/>
              <a:ext cx="80" cy="352"/>
            </a:xfrm>
            <a:custGeom>
              <a:avLst/>
              <a:gdLst>
                <a:gd name="T0" fmla="*/ 0 w 80"/>
                <a:gd name="T1" fmla="*/ 273 h 352"/>
                <a:gd name="T2" fmla="*/ 3 w 80"/>
                <a:gd name="T3" fmla="*/ 34 h 352"/>
                <a:gd name="T4" fmla="*/ 79 w 80"/>
                <a:gd name="T5" fmla="*/ 0 h 352"/>
                <a:gd name="T6" fmla="*/ 77 w 80"/>
                <a:gd name="T7" fmla="*/ 351 h 352"/>
                <a:gd name="T8" fmla="*/ 0 w 80"/>
                <a:gd name="T9" fmla="*/ 273 h 3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352">
                  <a:moveTo>
                    <a:pt x="0" y="273"/>
                  </a:moveTo>
                  <a:lnTo>
                    <a:pt x="3" y="34"/>
                  </a:lnTo>
                  <a:lnTo>
                    <a:pt x="79" y="0"/>
                  </a:lnTo>
                  <a:lnTo>
                    <a:pt x="77" y="351"/>
                  </a:lnTo>
                  <a:lnTo>
                    <a:pt x="0" y="273"/>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55" name="Freeform 154">
              <a:extLst>
                <a:ext uri="{FF2B5EF4-FFF2-40B4-BE49-F238E27FC236}">
                  <a16:creationId xmlns:a16="http://schemas.microsoft.com/office/drawing/2014/main" id="{2E2C7970-6099-050F-FC1A-8F450949B58B}"/>
                </a:ext>
              </a:extLst>
            </p:cNvPr>
            <p:cNvSpPr>
              <a:spLocks/>
            </p:cNvSpPr>
            <p:nvPr/>
          </p:nvSpPr>
          <p:spPr bwMode="auto">
            <a:xfrm>
              <a:off x="4576" y="3245"/>
              <a:ext cx="71" cy="410"/>
            </a:xfrm>
            <a:custGeom>
              <a:avLst/>
              <a:gdLst>
                <a:gd name="T0" fmla="*/ 0 w 71"/>
                <a:gd name="T1" fmla="*/ 367 h 410"/>
                <a:gd name="T2" fmla="*/ 70 w 71"/>
                <a:gd name="T3" fmla="*/ 409 h 410"/>
                <a:gd name="T4" fmla="*/ 70 w 71"/>
                <a:gd name="T5" fmla="*/ 36 h 410"/>
                <a:gd name="T6" fmla="*/ 4 w 71"/>
                <a:gd name="T7" fmla="*/ 0 h 410"/>
                <a:gd name="T8" fmla="*/ 0 w 71"/>
                <a:gd name="T9" fmla="*/ 367 h 4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1" h="410">
                  <a:moveTo>
                    <a:pt x="0" y="367"/>
                  </a:moveTo>
                  <a:lnTo>
                    <a:pt x="70" y="409"/>
                  </a:lnTo>
                  <a:lnTo>
                    <a:pt x="70" y="36"/>
                  </a:lnTo>
                  <a:lnTo>
                    <a:pt x="4" y="0"/>
                  </a:lnTo>
                  <a:lnTo>
                    <a:pt x="0" y="367"/>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56" name="Freeform 155">
              <a:extLst>
                <a:ext uri="{FF2B5EF4-FFF2-40B4-BE49-F238E27FC236}">
                  <a16:creationId xmlns:a16="http://schemas.microsoft.com/office/drawing/2014/main" id="{72494981-BC68-DD4A-DF47-F388450B0D26}"/>
                </a:ext>
              </a:extLst>
            </p:cNvPr>
            <p:cNvSpPr>
              <a:spLocks/>
            </p:cNvSpPr>
            <p:nvPr/>
          </p:nvSpPr>
          <p:spPr bwMode="auto">
            <a:xfrm>
              <a:off x="4719" y="3225"/>
              <a:ext cx="306" cy="386"/>
            </a:xfrm>
            <a:custGeom>
              <a:avLst/>
              <a:gdLst>
                <a:gd name="T0" fmla="*/ 305 w 306"/>
                <a:gd name="T1" fmla="*/ 303 h 386"/>
                <a:gd name="T2" fmla="*/ 0 w 306"/>
                <a:gd name="T3" fmla="*/ 385 h 386"/>
                <a:gd name="T4" fmla="*/ 1 w 306"/>
                <a:gd name="T5" fmla="*/ 83 h 386"/>
                <a:gd name="T6" fmla="*/ 296 w 306"/>
                <a:gd name="T7" fmla="*/ 0 h 386"/>
                <a:gd name="T8" fmla="*/ 305 w 306"/>
                <a:gd name="T9" fmla="*/ 303 h 38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386">
                  <a:moveTo>
                    <a:pt x="305" y="303"/>
                  </a:moveTo>
                  <a:lnTo>
                    <a:pt x="0" y="385"/>
                  </a:lnTo>
                  <a:lnTo>
                    <a:pt x="1" y="83"/>
                  </a:lnTo>
                  <a:lnTo>
                    <a:pt x="296" y="0"/>
                  </a:lnTo>
                  <a:lnTo>
                    <a:pt x="305" y="303"/>
                  </a:lnTo>
                </a:path>
              </a:pathLst>
            </a:custGeom>
            <a:solidFill>
              <a:srgbClr val="03289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57" name="Freeform 156">
              <a:extLst>
                <a:ext uri="{FF2B5EF4-FFF2-40B4-BE49-F238E27FC236}">
                  <a16:creationId xmlns:a16="http://schemas.microsoft.com/office/drawing/2014/main" id="{509285B1-B263-E0EC-8A86-844D43BCE438}"/>
                </a:ext>
              </a:extLst>
            </p:cNvPr>
            <p:cNvSpPr>
              <a:spLocks/>
            </p:cNvSpPr>
            <p:nvPr/>
          </p:nvSpPr>
          <p:spPr bwMode="auto">
            <a:xfrm>
              <a:off x="4565" y="3115"/>
              <a:ext cx="477" cy="151"/>
            </a:xfrm>
            <a:custGeom>
              <a:avLst/>
              <a:gdLst>
                <a:gd name="T0" fmla="*/ 386 w 477"/>
                <a:gd name="T1" fmla="*/ 0 h 151"/>
                <a:gd name="T2" fmla="*/ 476 w 477"/>
                <a:gd name="T3" fmla="*/ 47 h 151"/>
                <a:gd name="T4" fmla="*/ 90 w 477"/>
                <a:gd name="T5" fmla="*/ 150 h 151"/>
                <a:gd name="T6" fmla="*/ 0 w 477"/>
                <a:gd name="T7" fmla="*/ 104 h 151"/>
                <a:gd name="T8" fmla="*/ 386 w 477"/>
                <a:gd name="T9" fmla="*/ 0 h 15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77" h="151">
                  <a:moveTo>
                    <a:pt x="386" y="0"/>
                  </a:moveTo>
                  <a:lnTo>
                    <a:pt x="476" y="47"/>
                  </a:lnTo>
                  <a:lnTo>
                    <a:pt x="90" y="150"/>
                  </a:lnTo>
                  <a:lnTo>
                    <a:pt x="0" y="104"/>
                  </a:lnTo>
                  <a:lnTo>
                    <a:pt x="386" y="0"/>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grpSp>
      <p:grpSp>
        <p:nvGrpSpPr>
          <p:cNvPr id="39058" name="Group 157">
            <a:extLst>
              <a:ext uri="{FF2B5EF4-FFF2-40B4-BE49-F238E27FC236}">
                <a16:creationId xmlns:a16="http://schemas.microsoft.com/office/drawing/2014/main" id="{606E139B-204D-D0AC-D508-17AE17FDDFF4}"/>
              </a:ext>
            </a:extLst>
          </p:cNvPr>
          <p:cNvGrpSpPr>
            <a:grpSpLocks/>
          </p:cNvGrpSpPr>
          <p:nvPr/>
        </p:nvGrpSpPr>
        <p:grpSpPr bwMode="auto">
          <a:xfrm>
            <a:off x="2085824" y="5350649"/>
            <a:ext cx="4049712" cy="369887"/>
            <a:chOff x="1781" y="3451"/>
            <a:chExt cx="2551" cy="233"/>
          </a:xfrm>
        </p:grpSpPr>
        <p:sp>
          <p:nvSpPr>
            <p:cNvPr id="39059" name="Rectangle 158">
              <a:extLst>
                <a:ext uri="{FF2B5EF4-FFF2-40B4-BE49-F238E27FC236}">
                  <a16:creationId xmlns:a16="http://schemas.microsoft.com/office/drawing/2014/main" id="{A27BBCE5-EBD4-1059-D8DB-FFB1C29BA225}"/>
                </a:ext>
              </a:extLst>
            </p:cNvPr>
            <p:cNvSpPr>
              <a:spLocks noChangeArrowheads="1"/>
            </p:cNvSpPr>
            <p:nvPr/>
          </p:nvSpPr>
          <p:spPr bwMode="auto">
            <a:xfrm flipH="1">
              <a:off x="1781" y="3451"/>
              <a:ext cx="128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ctr">
                <a:defRPr/>
              </a:pPr>
              <a:r>
                <a:rPr lang="en-US" sz="1800" dirty="0">
                  <a:solidFill>
                    <a:srgbClr val="0000FF"/>
                  </a:solidFill>
                  <a:latin typeface="Cambria" panose="02040503050406030204" pitchFamily="18" charset="0"/>
                  <a:ea typeface="Cambria" panose="02040503050406030204" pitchFamily="18" charset="0"/>
                </a:rPr>
                <a:t>Formatted Reports</a:t>
              </a:r>
            </a:p>
          </p:txBody>
        </p:sp>
        <p:sp>
          <p:nvSpPr>
            <p:cNvPr id="39060" name="Line 159">
              <a:extLst>
                <a:ext uri="{FF2B5EF4-FFF2-40B4-BE49-F238E27FC236}">
                  <a16:creationId xmlns:a16="http://schemas.microsoft.com/office/drawing/2014/main" id="{90290AA6-DC02-CD57-D202-F60646C58DDB}"/>
                </a:ext>
              </a:extLst>
            </p:cNvPr>
            <p:cNvSpPr>
              <a:spLocks noChangeShapeType="1"/>
            </p:cNvSpPr>
            <p:nvPr/>
          </p:nvSpPr>
          <p:spPr bwMode="auto">
            <a:xfrm flipH="1">
              <a:off x="3108" y="3564"/>
              <a:ext cx="1224" cy="0"/>
            </a:xfrm>
            <a:prstGeom prst="line">
              <a:avLst/>
            </a:prstGeom>
            <a:noFill/>
            <a:ln w="50800">
              <a:solidFill>
                <a:srgbClr val="FF3300"/>
              </a:solidFill>
              <a:round/>
              <a:headEnd type="stealth" w="med" len="lg"/>
              <a:tailEnd type="none" w="sm" len="sm"/>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grpSp>
      <p:grpSp>
        <p:nvGrpSpPr>
          <p:cNvPr id="39061" name="Group 160">
            <a:extLst>
              <a:ext uri="{FF2B5EF4-FFF2-40B4-BE49-F238E27FC236}">
                <a16:creationId xmlns:a16="http://schemas.microsoft.com/office/drawing/2014/main" id="{FA5B71FD-E2D0-7975-A8A9-74C57BCE36E4}"/>
              </a:ext>
            </a:extLst>
          </p:cNvPr>
          <p:cNvGrpSpPr>
            <a:grpSpLocks/>
          </p:cNvGrpSpPr>
          <p:nvPr/>
        </p:nvGrpSpPr>
        <p:grpSpPr bwMode="auto">
          <a:xfrm>
            <a:off x="7526185" y="4953774"/>
            <a:ext cx="279400" cy="466725"/>
            <a:chOff x="4777" y="3283"/>
            <a:chExt cx="176" cy="294"/>
          </a:xfrm>
        </p:grpSpPr>
        <p:sp>
          <p:nvSpPr>
            <p:cNvPr id="39062" name="Freeform 161">
              <a:extLst>
                <a:ext uri="{FF2B5EF4-FFF2-40B4-BE49-F238E27FC236}">
                  <a16:creationId xmlns:a16="http://schemas.microsoft.com/office/drawing/2014/main" id="{DF7EA883-8127-73FD-DD01-C3EADE707828}"/>
                </a:ext>
              </a:extLst>
            </p:cNvPr>
            <p:cNvSpPr>
              <a:spLocks/>
            </p:cNvSpPr>
            <p:nvPr/>
          </p:nvSpPr>
          <p:spPr bwMode="auto">
            <a:xfrm>
              <a:off x="4777" y="3283"/>
              <a:ext cx="150" cy="280"/>
            </a:xfrm>
            <a:custGeom>
              <a:avLst/>
              <a:gdLst>
                <a:gd name="T0" fmla="*/ 149 w 150"/>
                <a:gd name="T1" fmla="*/ 238 h 280"/>
                <a:gd name="T2" fmla="*/ 149 w 150"/>
                <a:gd name="T3" fmla="*/ 0 h 280"/>
                <a:gd name="T4" fmla="*/ 0 w 150"/>
                <a:gd name="T5" fmla="*/ 39 h 280"/>
                <a:gd name="T6" fmla="*/ 0 w 150"/>
                <a:gd name="T7" fmla="*/ 279 h 280"/>
                <a:gd name="T8" fmla="*/ 149 w 150"/>
                <a:gd name="T9" fmla="*/ 238 h 28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0" h="280">
                  <a:moveTo>
                    <a:pt x="149" y="238"/>
                  </a:moveTo>
                  <a:lnTo>
                    <a:pt x="149" y="0"/>
                  </a:lnTo>
                  <a:lnTo>
                    <a:pt x="0" y="39"/>
                  </a:lnTo>
                  <a:lnTo>
                    <a:pt x="0" y="279"/>
                  </a:lnTo>
                  <a:lnTo>
                    <a:pt x="149" y="238"/>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63" name="Freeform 162">
              <a:extLst>
                <a:ext uri="{FF2B5EF4-FFF2-40B4-BE49-F238E27FC236}">
                  <a16:creationId xmlns:a16="http://schemas.microsoft.com/office/drawing/2014/main" id="{53930FC5-8A50-0E3C-8673-A92DC1F5FCBD}"/>
                </a:ext>
              </a:extLst>
            </p:cNvPr>
            <p:cNvSpPr>
              <a:spLocks/>
            </p:cNvSpPr>
            <p:nvPr/>
          </p:nvSpPr>
          <p:spPr bwMode="auto">
            <a:xfrm>
              <a:off x="4791" y="3289"/>
              <a:ext cx="150" cy="281"/>
            </a:xfrm>
            <a:custGeom>
              <a:avLst/>
              <a:gdLst>
                <a:gd name="T0" fmla="*/ 149 w 150"/>
                <a:gd name="T1" fmla="*/ 240 h 281"/>
                <a:gd name="T2" fmla="*/ 149 w 150"/>
                <a:gd name="T3" fmla="*/ 0 h 281"/>
                <a:gd name="T4" fmla="*/ 0 w 150"/>
                <a:gd name="T5" fmla="*/ 39 h 281"/>
                <a:gd name="T6" fmla="*/ 0 w 150"/>
                <a:gd name="T7" fmla="*/ 280 h 281"/>
                <a:gd name="T8" fmla="*/ 149 w 150"/>
                <a:gd name="T9" fmla="*/ 240 h 28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0" h="281">
                  <a:moveTo>
                    <a:pt x="149" y="240"/>
                  </a:moveTo>
                  <a:lnTo>
                    <a:pt x="149" y="0"/>
                  </a:lnTo>
                  <a:lnTo>
                    <a:pt x="0" y="39"/>
                  </a:lnTo>
                  <a:lnTo>
                    <a:pt x="0" y="280"/>
                  </a:lnTo>
                  <a:lnTo>
                    <a:pt x="149" y="240"/>
                  </a:lnTo>
                </a:path>
              </a:pathLst>
            </a:custGeom>
            <a:solidFill>
              <a:srgbClr val="777777"/>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grpSp>
          <p:nvGrpSpPr>
            <p:cNvPr id="39064" name="Group 163">
              <a:extLst>
                <a:ext uri="{FF2B5EF4-FFF2-40B4-BE49-F238E27FC236}">
                  <a16:creationId xmlns:a16="http://schemas.microsoft.com/office/drawing/2014/main" id="{08918B0E-B98E-C8C1-7196-646949EF7444}"/>
                </a:ext>
              </a:extLst>
            </p:cNvPr>
            <p:cNvGrpSpPr>
              <a:grpSpLocks/>
            </p:cNvGrpSpPr>
            <p:nvPr/>
          </p:nvGrpSpPr>
          <p:grpSpPr bwMode="auto">
            <a:xfrm>
              <a:off x="4803" y="3297"/>
              <a:ext cx="150" cy="280"/>
              <a:chOff x="4803" y="3297"/>
              <a:chExt cx="150" cy="280"/>
            </a:xfrm>
          </p:grpSpPr>
          <p:sp>
            <p:nvSpPr>
              <p:cNvPr id="39065" name="Freeform 164">
                <a:extLst>
                  <a:ext uri="{FF2B5EF4-FFF2-40B4-BE49-F238E27FC236}">
                    <a16:creationId xmlns:a16="http://schemas.microsoft.com/office/drawing/2014/main" id="{98FBD9BA-0504-8B17-AE2B-F1FA1EA9EDAF}"/>
                  </a:ext>
                </a:extLst>
              </p:cNvPr>
              <p:cNvSpPr>
                <a:spLocks/>
              </p:cNvSpPr>
              <p:nvPr/>
            </p:nvSpPr>
            <p:spPr bwMode="auto">
              <a:xfrm>
                <a:off x="4803" y="3297"/>
                <a:ext cx="150" cy="280"/>
              </a:xfrm>
              <a:custGeom>
                <a:avLst/>
                <a:gdLst>
                  <a:gd name="T0" fmla="*/ 149 w 150"/>
                  <a:gd name="T1" fmla="*/ 238 h 280"/>
                  <a:gd name="T2" fmla="*/ 149 w 150"/>
                  <a:gd name="T3" fmla="*/ 0 h 280"/>
                  <a:gd name="T4" fmla="*/ 0 w 150"/>
                  <a:gd name="T5" fmla="*/ 39 h 280"/>
                  <a:gd name="T6" fmla="*/ 0 w 150"/>
                  <a:gd name="T7" fmla="*/ 279 h 280"/>
                  <a:gd name="T8" fmla="*/ 149 w 150"/>
                  <a:gd name="T9" fmla="*/ 238 h 28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0" h="280">
                    <a:moveTo>
                      <a:pt x="149" y="238"/>
                    </a:moveTo>
                    <a:lnTo>
                      <a:pt x="149" y="0"/>
                    </a:lnTo>
                    <a:lnTo>
                      <a:pt x="0" y="39"/>
                    </a:lnTo>
                    <a:lnTo>
                      <a:pt x="0" y="279"/>
                    </a:lnTo>
                    <a:lnTo>
                      <a:pt x="149" y="238"/>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66" name="Freeform 165">
                <a:extLst>
                  <a:ext uri="{FF2B5EF4-FFF2-40B4-BE49-F238E27FC236}">
                    <a16:creationId xmlns:a16="http://schemas.microsoft.com/office/drawing/2014/main" id="{F92BA837-35AB-C44E-849A-B8BE177E043B}"/>
                  </a:ext>
                </a:extLst>
              </p:cNvPr>
              <p:cNvSpPr>
                <a:spLocks/>
              </p:cNvSpPr>
              <p:nvPr/>
            </p:nvSpPr>
            <p:spPr bwMode="white">
              <a:xfrm>
                <a:off x="4812" y="3308"/>
                <a:ext cx="132" cy="257"/>
              </a:xfrm>
              <a:custGeom>
                <a:avLst/>
                <a:gdLst>
                  <a:gd name="T0" fmla="*/ 131 w 132"/>
                  <a:gd name="T1" fmla="*/ 222 h 257"/>
                  <a:gd name="T2" fmla="*/ 131 w 132"/>
                  <a:gd name="T3" fmla="*/ 0 h 257"/>
                  <a:gd name="T4" fmla="*/ 0 w 132"/>
                  <a:gd name="T5" fmla="*/ 33 h 257"/>
                  <a:gd name="T6" fmla="*/ 0 w 132"/>
                  <a:gd name="T7" fmla="*/ 256 h 257"/>
                  <a:gd name="T8" fmla="*/ 131 w 132"/>
                  <a:gd name="T9" fmla="*/ 222 h 2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2" h="257">
                    <a:moveTo>
                      <a:pt x="131" y="222"/>
                    </a:moveTo>
                    <a:lnTo>
                      <a:pt x="131" y="0"/>
                    </a:lnTo>
                    <a:lnTo>
                      <a:pt x="0" y="33"/>
                    </a:lnTo>
                    <a:lnTo>
                      <a:pt x="0" y="256"/>
                    </a:lnTo>
                    <a:lnTo>
                      <a:pt x="131" y="222"/>
                    </a:lnTo>
                  </a:path>
                </a:pathLst>
              </a:custGeom>
              <a:solidFill>
                <a:srgbClr val="EAEAEA"/>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67" name="Freeform 166">
                <a:extLst>
                  <a:ext uri="{FF2B5EF4-FFF2-40B4-BE49-F238E27FC236}">
                    <a16:creationId xmlns:a16="http://schemas.microsoft.com/office/drawing/2014/main" id="{EABFC3B7-BCEF-9045-963B-A77B51114113}"/>
                  </a:ext>
                </a:extLst>
              </p:cNvPr>
              <p:cNvSpPr>
                <a:spLocks/>
              </p:cNvSpPr>
              <p:nvPr/>
            </p:nvSpPr>
            <p:spPr bwMode="auto">
              <a:xfrm>
                <a:off x="4824" y="3349"/>
                <a:ext cx="45" cy="24"/>
              </a:xfrm>
              <a:custGeom>
                <a:avLst/>
                <a:gdLst>
                  <a:gd name="T0" fmla="*/ 44 w 45"/>
                  <a:gd name="T1" fmla="*/ 11 h 24"/>
                  <a:gd name="T2" fmla="*/ 44 w 45"/>
                  <a:gd name="T3" fmla="*/ 0 h 24"/>
                  <a:gd name="T4" fmla="*/ 0 w 45"/>
                  <a:gd name="T5" fmla="*/ 12 h 24"/>
                  <a:gd name="T6" fmla="*/ 0 w 45"/>
                  <a:gd name="T7" fmla="*/ 23 h 24"/>
                  <a:gd name="T8" fmla="*/ 44 w 45"/>
                  <a:gd name="T9" fmla="*/ 11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 h="24">
                    <a:moveTo>
                      <a:pt x="44" y="11"/>
                    </a:moveTo>
                    <a:lnTo>
                      <a:pt x="44" y="0"/>
                    </a:lnTo>
                    <a:lnTo>
                      <a:pt x="0" y="12"/>
                    </a:lnTo>
                    <a:lnTo>
                      <a:pt x="0" y="23"/>
                    </a:lnTo>
                    <a:lnTo>
                      <a:pt x="44" y="11"/>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68" name="Freeform 167">
                <a:extLst>
                  <a:ext uri="{FF2B5EF4-FFF2-40B4-BE49-F238E27FC236}">
                    <a16:creationId xmlns:a16="http://schemas.microsoft.com/office/drawing/2014/main" id="{522FC5D4-4515-8524-CDFC-C9245541F925}"/>
                  </a:ext>
                </a:extLst>
              </p:cNvPr>
              <p:cNvSpPr>
                <a:spLocks/>
              </p:cNvSpPr>
              <p:nvPr/>
            </p:nvSpPr>
            <p:spPr bwMode="auto">
              <a:xfrm>
                <a:off x="4824" y="3378"/>
                <a:ext cx="45" cy="24"/>
              </a:xfrm>
              <a:custGeom>
                <a:avLst/>
                <a:gdLst>
                  <a:gd name="T0" fmla="*/ 44 w 45"/>
                  <a:gd name="T1" fmla="*/ 11 h 24"/>
                  <a:gd name="T2" fmla="*/ 44 w 45"/>
                  <a:gd name="T3" fmla="*/ 0 h 24"/>
                  <a:gd name="T4" fmla="*/ 0 w 45"/>
                  <a:gd name="T5" fmla="*/ 11 h 24"/>
                  <a:gd name="T6" fmla="*/ 0 w 45"/>
                  <a:gd name="T7" fmla="*/ 23 h 24"/>
                  <a:gd name="T8" fmla="*/ 44 w 45"/>
                  <a:gd name="T9" fmla="*/ 11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 h="24">
                    <a:moveTo>
                      <a:pt x="44" y="11"/>
                    </a:moveTo>
                    <a:lnTo>
                      <a:pt x="44" y="0"/>
                    </a:lnTo>
                    <a:lnTo>
                      <a:pt x="0" y="11"/>
                    </a:lnTo>
                    <a:lnTo>
                      <a:pt x="0" y="23"/>
                    </a:lnTo>
                    <a:lnTo>
                      <a:pt x="44" y="11"/>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69" name="Freeform 168">
                <a:extLst>
                  <a:ext uri="{FF2B5EF4-FFF2-40B4-BE49-F238E27FC236}">
                    <a16:creationId xmlns:a16="http://schemas.microsoft.com/office/drawing/2014/main" id="{1D35524B-3683-E291-F68B-FF2365AC359F}"/>
                  </a:ext>
                </a:extLst>
              </p:cNvPr>
              <p:cNvSpPr>
                <a:spLocks/>
              </p:cNvSpPr>
              <p:nvPr/>
            </p:nvSpPr>
            <p:spPr bwMode="auto">
              <a:xfrm>
                <a:off x="4824" y="3406"/>
                <a:ext cx="45" cy="23"/>
              </a:xfrm>
              <a:custGeom>
                <a:avLst/>
                <a:gdLst>
                  <a:gd name="T0" fmla="*/ 44 w 45"/>
                  <a:gd name="T1" fmla="*/ 10 h 23"/>
                  <a:gd name="T2" fmla="*/ 44 w 45"/>
                  <a:gd name="T3" fmla="*/ 0 h 23"/>
                  <a:gd name="T4" fmla="*/ 0 w 45"/>
                  <a:gd name="T5" fmla="*/ 11 h 23"/>
                  <a:gd name="T6" fmla="*/ 0 w 45"/>
                  <a:gd name="T7" fmla="*/ 22 h 23"/>
                  <a:gd name="T8" fmla="*/ 44 w 45"/>
                  <a:gd name="T9" fmla="*/ 10 h 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 h="23">
                    <a:moveTo>
                      <a:pt x="44" y="10"/>
                    </a:moveTo>
                    <a:lnTo>
                      <a:pt x="44" y="0"/>
                    </a:lnTo>
                    <a:lnTo>
                      <a:pt x="0" y="11"/>
                    </a:lnTo>
                    <a:lnTo>
                      <a:pt x="0" y="22"/>
                    </a:lnTo>
                    <a:lnTo>
                      <a:pt x="44" y="10"/>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70" name="Freeform 169">
                <a:extLst>
                  <a:ext uri="{FF2B5EF4-FFF2-40B4-BE49-F238E27FC236}">
                    <a16:creationId xmlns:a16="http://schemas.microsoft.com/office/drawing/2014/main" id="{7B6AEEFC-AC86-3B92-CEE9-6E223083F50B}"/>
                  </a:ext>
                </a:extLst>
              </p:cNvPr>
              <p:cNvSpPr>
                <a:spLocks/>
              </p:cNvSpPr>
              <p:nvPr/>
            </p:nvSpPr>
            <p:spPr bwMode="auto">
              <a:xfrm>
                <a:off x="4824" y="3435"/>
                <a:ext cx="45" cy="23"/>
              </a:xfrm>
              <a:custGeom>
                <a:avLst/>
                <a:gdLst>
                  <a:gd name="T0" fmla="*/ 44 w 45"/>
                  <a:gd name="T1" fmla="*/ 10 h 23"/>
                  <a:gd name="T2" fmla="*/ 44 w 45"/>
                  <a:gd name="T3" fmla="*/ 0 h 23"/>
                  <a:gd name="T4" fmla="*/ 0 w 45"/>
                  <a:gd name="T5" fmla="*/ 11 h 23"/>
                  <a:gd name="T6" fmla="*/ 0 w 45"/>
                  <a:gd name="T7" fmla="*/ 22 h 23"/>
                  <a:gd name="T8" fmla="*/ 44 w 45"/>
                  <a:gd name="T9" fmla="*/ 10 h 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 h="23">
                    <a:moveTo>
                      <a:pt x="44" y="10"/>
                    </a:moveTo>
                    <a:lnTo>
                      <a:pt x="44" y="0"/>
                    </a:lnTo>
                    <a:lnTo>
                      <a:pt x="0" y="11"/>
                    </a:lnTo>
                    <a:lnTo>
                      <a:pt x="0" y="22"/>
                    </a:lnTo>
                    <a:lnTo>
                      <a:pt x="44" y="10"/>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71" name="Freeform 170">
                <a:extLst>
                  <a:ext uri="{FF2B5EF4-FFF2-40B4-BE49-F238E27FC236}">
                    <a16:creationId xmlns:a16="http://schemas.microsoft.com/office/drawing/2014/main" id="{13811C58-E7D5-F436-8C16-82B1942856CB}"/>
                  </a:ext>
                </a:extLst>
              </p:cNvPr>
              <p:cNvSpPr>
                <a:spLocks/>
              </p:cNvSpPr>
              <p:nvPr/>
            </p:nvSpPr>
            <p:spPr bwMode="auto">
              <a:xfrm>
                <a:off x="4824" y="3463"/>
                <a:ext cx="45" cy="23"/>
              </a:xfrm>
              <a:custGeom>
                <a:avLst/>
                <a:gdLst>
                  <a:gd name="T0" fmla="*/ 44 w 45"/>
                  <a:gd name="T1" fmla="*/ 10 h 23"/>
                  <a:gd name="T2" fmla="*/ 44 w 45"/>
                  <a:gd name="T3" fmla="*/ 0 h 23"/>
                  <a:gd name="T4" fmla="*/ 0 w 45"/>
                  <a:gd name="T5" fmla="*/ 11 h 23"/>
                  <a:gd name="T6" fmla="*/ 0 w 45"/>
                  <a:gd name="T7" fmla="*/ 22 h 23"/>
                  <a:gd name="T8" fmla="*/ 44 w 45"/>
                  <a:gd name="T9" fmla="*/ 10 h 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 h="23">
                    <a:moveTo>
                      <a:pt x="44" y="10"/>
                    </a:moveTo>
                    <a:lnTo>
                      <a:pt x="44" y="0"/>
                    </a:lnTo>
                    <a:lnTo>
                      <a:pt x="0" y="11"/>
                    </a:lnTo>
                    <a:lnTo>
                      <a:pt x="0" y="22"/>
                    </a:lnTo>
                    <a:lnTo>
                      <a:pt x="44" y="10"/>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72" name="Freeform 171">
                <a:extLst>
                  <a:ext uri="{FF2B5EF4-FFF2-40B4-BE49-F238E27FC236}">
                    <a16:creationId xmlns:a16="http://schemas.microsoft.com/office/drawing/2014/main" id="{FDB7B097-7741-572F-BDBF-F80A024F8820}"/>
                  </a:ext>
                </a:extLst>
              </p:cNvPr>
              <p:cNvSpPr>
                <a:spLocks/>
              </p:cNvSpPr>
              <p:nvPr/>
            </p:nvSpPr>
            <p:spPr bwMode="auto">
              <a:xfrm>
                <a:off x="4824" y="3491"/>
                <a:ext cx="45" cy="23"/>
              </a:xfrm>
              <a:custGeom>
                <a:avLst/>
                <a:gdLst>
                  <a:gd name="T0" fmla="*/ 44 w 45"/>
                  <a:gd name="T1" fmla="*/ 10 h 23"/>
                  <a:gd name="T2" fmla="*/ 44 w 45"/>
                  <a:gd name="T3" fmla="*/ 0 h 23"/>
                  <a:gd name="T4" fmla="*/ 0 w 45"/>
                  <a:gd name="T5" fmla="*/ 11 h 23"/>
                  <a:gd name="T6" fmla="*/ 0 w 45"/>
                  <a:gd name="T7" fmla="*/ 22 h 23"/>
                  <a:gd name="T8" fmla="*/ 44 w 45"/>
                  <a:gd name="T9" fmla="*/ 10 h 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 h="23">
                    <a:moveTo>
                      <a:pt x="44" y="10"/>
                    </a:moveTo>
                    <a:lnTo>
                      <a:pt x="44" y="0"/>
                    </a:lnTo>
                    <a:lnTo>
                      <a:pt x="0" y="11"/>
                    </a:lnTo>
                    <a:lnTo>
                      <a:pt x="0" y="22"/>
                    </a:lnTo>
                    <a:lnTo>
                      <a:pt x="44" y="10"/>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73" name="Freeform 172">
                <a:extLst>
                  <a:ext uri="{FF2B5EF4-FFF2-40B4-BE49-F238E27FC236}">
                    <a16:creationId xmlns:a16="http://schemas.microsoft.com/office/drawing/2014/main" id="{A9C680EA-3F0D-B513-FCBE-8DD679A87979}"/>
                  </a:ext>
                </a:extLst>
              </p:cNvPr>
              <p:cNvSpPr>
                <a:spLocks/>
              </p:cNvSpPr>
              <p:nvPr/>
            </p:nvSpPr>
            <p:spPr bwMode="auto">
              <a:xfrm>
                <a:off x="4824" y="3520"/>
                <a:ext cx="45" cy="23"/>
              </a:xfrm>
              <a:custGeom>
                <a:avLst/>
                <a:gdLst>
                  <a:gd name="T0" fmla="*/ 44 w 45"/>
                  <a:gd name="T1" fmla="*/ 10 h 23"/>
                  <a:gd name="T2" fmla="*/ 44 w 45"/>
                  <a:gd name="T3" fmla="*/ 0 h 23"/>
                  <a:gd name="T4" fmla="*/ 0 w 45"/>
                  <a:gd name="T5" fmla="*/ 11 h 23"/>
                  <a:gd name="T6" fmla="*/ 0 w 45"/>
                  <a:gd name="T7" fmla="*/ 22 h 23"/>
                  <a:gd name="T8" fmla="*/ 44 w 45"/>
                  <a:gd name="T9" fmla="*/ 10 h 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 h="23">
                    <a:moveTo>
                      <a:pt x="44" y="10"/>
                    </a:moveTo>
                    <a:lnTo>
                      <a:pt x="44" y="0"/>
                    </a:lnTo>
                    <a:lnTo>
                      <a:pt x="0" y="11"/>
                    </a:lnTo>
                    <a:lnTo>
                      <a:pt x="0" y="22"/>
                    </a:lnTo>
                    <a:lnTo>
                      <a:pt x="44" y="10"/>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74" name="Freeform 173">
                <a:extLst>
                  <a:ext uri="{FF2B5EF4-FFF2-40B4-BE49-F238E27FC236}">
                    <a16:creationId xmlns:a16="http://schemas.microsoft.com/office/drawing/2014/main" id="{436CA555-F06E-B5F2-AA43-150B5A11AF99}"/>
                  </a:ext>
                </a:extLst>
              </p:cNvPr>
              <p:cNvSpPr>
                <a:spLocks/>
              </p:cNvSpPr>
              <p:nvPr/>
            </p:nvSpPr>
            <p:spPr bwMode="auto">
              <a:xfrm>
                <a:off x="4886" y="3331"/>
                <a:ext cx="45" cy="24"/>
              </a:xfrm>
              <a:custGeom>
                <a:avLst/>
                <a:gdLst>
                  <a:gd name="T0" fmla="*/ 44 w 45"/>
                  <a:gd name="T1" fmla="*/ 11 h 24"/>
                  <a:gd name="T2" fmla="*/ 44 w 45"/>
                  <a:gd name="T3" fmla="*/ 0 h 24"/>
                  <a:gd name="T4" fmla="*/ 0 w 45"/>
                  <a:gd name="T5" fmla="*/ 11 h 24"/>
                  <a:gd name="T6" fmla="*/ 0 w 45"/>
                  <a:gd name="T7" fmla="*/ 23 h 24"/>
                  <a:gd name="T8" fmla="*/ 44 w 45"/>
                  <a:gd name="T9" fmla="*/ 11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 h="24">
                    <a:moveTo>
                      <a:pt x="44" y="11"/>
                    </a:moveTo>
                    <a:lnTo>
                      <a:pt x="44" y="0"/>
                    </a:lnTo>
                    <a:lnTo>
                      <a:pt x="0" y="11"/>
                    </a:lnTo>
                    <a:lnTo>
                      <a:pt x="0" y="23"/>
                    </a:lnTo>
                    <a:lnTo>
                      <a:pt x="44" y="11"/>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75" name="Freeform 174">
                <a:extLst>
                  <a:ext uri="{FF2B5EF4-FFF2-40B4-BE49-F238E27FC236}">
                    <a16:creationId xmlns:a16="http://schemas.microsoft.com/office/drawing/2014/main" id="{A7842B23-9DDE-58A6-46C4-824D1B529C93}"/>
                  </a:ext>
                </a:extLst>
              </p:cNvPr>
              <p:cNvSpPr>
                <a:spLocks/>
              </p:cNvSpPr>
              <p:nvPr/>
            </p:nvSpPr>
            <p:spPr bwMode="auto">
              <a:xfrm>
                <a:off x="4886" y="3359"/>
                <a:ext cx="45" cy="25"/>
              </a:xfrm>
              <a:custGeom>
                <a:avLst/>
                <a:gdLst>
                  <a:gd name="T0" fmla="*/ 44 w 45"/>
                  <a:gd name="T1" fmla="*/ 11 h 25"/>
                  <a:gd name="T2" fmla="*/ 44 w 45"/>
                  <a:gd name="T3" fmla="*/ 0 h 25"/>
                  <a:gd name="T4" fmla="*/ 0 w 45"/>
                  <a:gd name="T5" fmla="*/ 12 h 25"/>
                  <a:gd name="T6" fmla="*/ 0 w 45"/>
                  <a:gd name="T7" fmla="*/ 24 h 25"/>
                  <a:gd name="T8" fmla="*/ 44 w 45"/>
                  <a:gd name="T9" fmla="*/ 11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 h="25">
                    <a:moveTo>
                      <a:pt x="44" y="11"/>
                    </a:moveTo>
                    <a:lnTo>
                      <a:pt x="44" y="0"/>
                    </a:lnTo>
                    <a:lnTo>
                      <a:pt x="0" y="12"/>
                    </a:lnTo>
                    <a:lnTo>
                      <a:pt x="0" y="24"/>
                    </a:lnTo>
                    <a:lnTo>
                      <a:pt x="44" y="11"/>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76" name="Freeform 175">
                <a:extLst>
                  <a:ext uri="{FF2B5EF4-FFF2-40B4-BE49-F238E27FC236}">
                    <a16:creationId xmlns:a16="http://schemas.microsoft.com/office/drawing/2014/main" id="{B98FC7E4-77D7-ACCF-12DF-8531BE5C687F}"/>
                  </a:ext>
                </a:extLst>
              </p:cNvPr>
              <p:cNvSpPr>
                <a:spLocks/>
              </p:cNvSpPr>
              <p:nvPr/>
            </p:nvSpPr>
            <p:spPr bwMode="auto">
              <a:xfrm>
                <a:off x="4886" y="3388"/>
                <a:ext cx="45" cy="24"/>
              </a:xfrm>
              <a:custGeom>
                <a:avLst/>
                <a:gdLst>
                  <a:gd name="T0" fmla="*/ 44 w 45"/>
                  <a:gd name="T1" fmla="*/ 11 h 24"/>
                  <a:gd name="T2" fmla="*/ 44 w 45"/>
                  <a:gd name="T3" fmla="*/ 0 h 24"/>
                  <a:gd name="T4" fmla="*/ 0 w 45"/>
                  <a:gd name="T5" fmla="*/ 11 h 24"/>
                  <a:gd name="T6" fmla="*/ 0 w 45"/>
                  <a:gd name="T7" fmla="*/ 23 h 24"/>
                  <a:gd name="T8" fmla="*/ 44 w 45"/>
                  <a:gd name="T9" fmla="*/ 11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 h="24">
                    <a:moveTo>
                      <a:pt x="44" y="11"/>
                    </a:moveTo>
                    <a:lnTo>
                      <a:pt x="44" y="0"/>
                    </a:lnTo>
                    <a:lnTo>
                      <a:pt x="0" y="11"/>
                    </a:lnTo>
                    <a:lnTo>
                      <a:pt x="0" y="23"/>
                    </a:lnTo>
                    <a:lnTo>
                      <a:pt x="44" y="11"/>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77" name="Freeform 176">
                <a:extLst>
                  <a:ext uri="{FF2B5EF4-FFF2-40B4-BE49-F238E27FC236}">
                    <a16:creationId xmlns:a16="http://schemas.microsoft.com/office/drawing/2014/main" id="{E0CDF968-9ADA-2CC0-A789-AC16DC02A9EB}"/>
                  </a:ext>
                </a:extLst>
              </p:cNvPr>
              <p:cNvSpPr>
                <a:spLocks/>
              </p:cNvSpPr>
              <p:nvPr/>
            </p:nvSpPr>
            <p:spPr bwMode="auto">
              <a:xfrm>
                <a:off x="4886" y="3416"/>
                <a:ext cx="45" cy="24"/>
              </a:xfrm>
              <a:custGeom>
                <a:avLst/>
                <a:gdLst>
                  <a:gd name="T0" fmla="*/ 44 w 45"/>
                  <a:gd name="T1" fmla="*/ 11 h 24"/>
                  <a:gd name="T2" fmla="*/ 44 w 45"/>
                  <a:gd name="T3" fmla="*/ 0 h 24"/>
                  <a:gd name="T4" fmla="*/ 0 w 45"/>
                  <a:gd name="T5" fmla="*/ 12 h 24"/>
                  <a:gd name="T6" fmla="*/ 0 w 45"/>
                  <a:gd name="T7" fmla="*/ 23 h 24"/>
                  <a:gd name="T8" fmla="*/ 44 w 45"/>
                  <a:gd name="T9" fmla="*/ 11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 h="24">
                    <a:moveTo>
                      <a:pt x="44" y="11"/>
                    </a:moveTo>
                    <a:lnTo>
                      <a:pt x="44" y="0"/>
                    </a:lnTo>
                    <a:lnTo>
                      <a:pt x="0" y="12"/>
                    </a:lnTo>
                    <a:lnTo>
                      <a:pt x="0" y="23"/>
                    </a:lnTo>
                    <a:lnTo>
                      <a:pt x="44" y="11"/>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78" name="Freeform 177">
                <a:extLst>
                  <a:ext uri="{FF2B5EF4-FFF2-40B4-BE49-F238E27FC236}">
                    <a16:creationId xmlns:a16="http://schemas.microsoft.com/office/drawing/2014/main" id="{DCCB49EC-CBC5-E6C4-20F7-D9E3B432DF70}"/>
                  </a:ext>
                </a:extLst>
              </p:cNvPr>
              <p:cNvSpPr>
                <a:spLocks/>
              </p:cNvSpPr>
              <p:nvPr/>
            </p:nvSpPr>
            <p:spPr bwMode="auto">
              <a:xfrm>
                <a:off x="4886" y="3444"/>
                <a:ext cx="45" cy="25"/>
              </a:xfrm>
              <a:custGeom>
                <a:avLst/>
                <a:gdLst>
                  <a:gd name="T0" fmla="*/ 44 w 45"/>
                  <a:gd name="T1" fmla="*/ 11 h 25"/>
                  <a:gd name="T2" fmla="*/ 44 w 45"/>
                  <a:gd name="T3" fmla="*/ 0 h 25"/>
                  <a:gd name="T4" fmla="*/ 0 w 45"/>
                  <a:gd name="T5" fmla="*/ 12 h 25"/>
                  <a:gd name="T6" fmla="*/ 0 w 45"/>
                  <a:gd name="T7" fmla="*/ 24 h 25"/>
                  <a:gd name="T8" fmla="*/ 44 w 45"/>
                  <a:gd name="T9" fmla="*/ 11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 h="25">
                    <a:moveTo>
                      <a:pt x="44" y="11"/>
                    </a:moveTo>
                    <a:lnTo>
                      <a:pt x="44" y="0"/>
                    </a:lnTo>
                    <a:lnTo>
                      <a:pt x="0" y="12"/>
                    </a:lnTo>
                    <a:lnTo>
                      <a:pt x="0" y="24"/>
                    </a:lnTo>
                    <a:lnTo>
                      <a:pt x="44" y="11"/>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79" name="Freeform 178">
                <a:extLst>
                  <a:ext uri="{FF2B5EF4-FFF2-40B4-BE49-F238E27FC236}">
                    <a16:creationId xmlns:a16="http://schemas.microsoft.com/office/drawing/2014/main" id="{3B5FB6FD-6417-06D4-F014-065099CBCE85}"/>
                  </a:ext>
                </a:extLst>
              </p:cNvPr>
              <p:cNvSpPr>
                <a:spLocks/>
              </p:cNvSpPr>
              <p:nvPr/>
            </p:nvSpPr>
            <p:spPr bwMode="auto">
              <a:xfrm>
                <a:off x="4886" y="3472"/>
                <a:ext cx="45" cy="25"/>
              </a:xfrm>
              <a:custGeom>
                <a:avLst/>
                <a:gdLst>
                  <a:gd name="T0" fmla="*/ 44 w 45"/>
                  <a:gd name="T1" fmla="*/ 11 h 25"/>
                  <a:gd name="T2" fmla="*/ 44 w 45"/>
                  <a:gd name="T3" fmla="*/ 0 h 25"/>
                  <a:gd name="T4" fmla="*/ 0 w 45"/>
                  <a:gd name="T5" fmla="*/ 12 h 25"/>
                  <a:gd name="T6" fmla="*/ 0 w 45"/>
                  <a:gd name="T7" fmla="*/ 24 h 25"/>
                  <a:gd name="T8" fmla="*/ 44 w 45"/>
                  <a:gd name="T9" fmla="*/ 11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 h="25">
                    <a:moveTo>
                      <a:pt x="44" y="11"/>
                    </a:moveTo>
                    <a:lnTo>
                      <a:pt x="44" y="0"/>
                    </a:lnTo>
                    <a:lnTo>
                      <a:pt x="0" y="12"/>
                    </a:lnTo>
                    <a:lnTo>
                      <a:pt x="0" y="24"/>
                    </a:lnTo>
                    <a:lnTo>
                      <a:pt x="44" y="11"/>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sp>
            <p:nvSpPr>
              <p:cNvPr id="39080" name="Freeform 179">
                <a:extLst>
                  <a:ext uri="{FF2B5EF4-FFF2-40B4-BE49-F238E27FC236}">
                    <a16:creationId xmlns:a16="http://schemas.microsoft.com/office/drawing/2014/main" id="{EBCEE402-4441-3A5D-A4FD-B5EBA863C668}"/>
                  </a:ext>
                </a:extLst>
              </p:cNvPr>
              <p:cNvSpPr>
                <a:spLocks/>
              </p:cNvSpPr>
              <p:nvPr/>
            </p:nvSpPr>
            <p:spPr bwMode="auto">
              <a:xfrm>
                <a:off x="4886" y="3501"/>
                <a:ext cx="45" cy="24"/>
              </a:xfrm>
              <a:custGeom>
                <a:avLst/>
                <a:gdLst>
                  <a:gd name="T0" fmla="*/ 44 w 45"/>
                  <a:gd name="T1" fmla="*/ 11 h 24"/>
                  <a:gd name="T2" fmla="*/ 44 w 45"/>
                  <a:gd name="T3" fmla="*/ 0 h 24"/>
                  <a:gd name="T4" fmla="*/ 0 w 45"/>
                  <a:gd name="T5" fmla="*/ 12 h 24"/>
                  <a:gd name="T6" fmla="*/ 0 w 45"/>
                  <a:gd name="T7" fmla="*/ 23 h 24"/>
                  <a:gd name="T8" fmla="*/ 44 w 45"/>
                  <a:gd name="T9" fmla="*/ 11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 h="24">
                    <a:moveTo>
                      <a:pt x="44" y="11"/>
                    </a:moveTo>
                    <a:lnTo>
                      <a:pt x="44" y="0"/>
                    </a:lnTo>
                    <a:lnTo>
                      <a:pt x="0" y="12"/>
                    </a:lnTo>
                    <a:lnTo>
                      <a:pt x="0" y="23"/>
                    </a:lnTo>
                    <a:lnTo>
                      <a:pt x="44" y="11"/>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Cambria" panose="02040503050406030204" pitchFamily="18" charset="0"/>
                  <a:ea typeface="Cambria" panose="02040503050406030204" pitchFamily="18" charset="0"/>
                </a:endParaRPr>
              </a:p>
            </p:txBody>
          </p:sp>
        </p:grpSp>
      </p:grpSp>
    </p:spTree>
    <p:extLst>
      <p:ext uri="{BB962C8B-B14F-4D97-AF65-F5344CB8AC3E}">
        <p14:creationId xmlns:p14="http://schemas.microsoft.com/office/powerpoint/2010/main" val="53545522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ox(out)">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left)">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box(out)">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wipe(up)">
                                      <p:cBhvr>
                                        <p:cTn id="22" dur="500"/>
                                        <p:tgtEl>
                                          <p:spTgt spid="27"/>
                                        </p:tgtEl>
                                      </p:cBhvr>
                                    </p:animEffect>
                                  </p:childTnLst>
                                </p:cTn>
                              </p:par>
                            </p:childTnLst>
                          </p:cTn>
                        </p:par>
                        <p:par>
                          <p:cTn id="23" fill="hold">
                            <p:stCondLst>
                              <p:cond delay="500"/>
                            </p:stCondLst>
                            <p:childTnLst>
                              <p:par>
                                <p:cTn id="24" presetID="4" presetClass="entr" presetSubtype="32" fill="hold" nodeType="after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box(out)">
                                      <p:cBhvr>
                                        <p:cTn id="26" dur="500"/>
                                        <p:tgtEl>
                                          <p:spTgt spid="3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2" fill="hold" nodeType="clickEffect">
                                  <p:stCondLst>
                                    <p:cond delay="0"/>
                                  </p:stCondLst>
                                  <p:childTnLst>
                                    <p:set>
                                      <p:cBhvr>
                                        <p:cTn id="30" dur="1" fill="hold">
                                          <p:stCondLst>
                                            <p:cond delay="0"/>
                                          </p:stCondLst>
                                        </p:cTn>
                                        <p:tgtEl>
                                          <p:spTgt spid="38926"/>
                                        </p:tgtEl>
                                        <p:attrNameLst>
                                          <p:attrName>style.visibility</p:attrName>
                                        </p:attrNameLst>
                                      </p:cBhvr>
                                      <p:to>
                                        <p:strVal val="visible"/>
                                      </p:to>
                                    </p:set>
                                    <p:animEffect transition="in" filter="wipe(right)">
                                      <p:cBhvr>
                                        <p:cTn id="31" dur="500"/>
                                        <p:tgtEl>
                                          <p:spTgt spid="38926"/>
                                        </p:tgtEl>
                                      </p:cBhvr>
                                    </p:animEffect>
                                  </p:childTnLst>
                                </p:cTn>
                              </p:par>
                            </p:childTnLst>
                          </p:cTn>
                        </p:par>
                        <p:par>
                          <p:cTn id="32" fill="hold">
                            <p:stCondLst>
                              <p:cond delay="500"/>
                            </p:stCondLst>
                            <p:childTnLst>
                              <p:par>
                                <p:cTn id="33" presetID="4" presetClass="entr" presetSubtype="32" fill="hold" nodeType="afterEffect">
                                  <p:stCondLst>
                                    <p:cond delay="0"/>
                                  </p:stCondLst>
                                  <p:childTnLst>
                                    <p:set>
                                      <p:cBhvr>
                                        <p:cTn id="34" dur="1" fill="hold">
                                          <p:stCondLst>
                                            <p:cond delay="0"/>
                                          </p:stCondLst>
                                        </p:cTn>
                                        <p:tgtEl>
                                          <p:spTgt spid="38929"/>
                                        </p:tgtEl>
                                        <p:attrNameLst>
                                          <p:attrName>style.visibility</p:attrName>
                                        </p:attrNameLst>
                                      </p:cBhvr>
                                      <p:to>
                                        <p:strVal val="visible"/>
                                      </p:to>
                                    </p:set>
                                    <p:animEffect transition="in" filter="box(out)">
                                      <p:cBhvr>
                                        <p:cTn id="35" dur="500"/>
                                        <p:tgtEl>
                                          <p:spTgt spid="38929"/>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38949"/>
                                        </p:tgtEl>
                                        <p:attrNameLst>
                                          <p:attrName>style.visibility</p:attrName>
                                        </p:attrNameLst>
                                      </p:cBhvr>
                                      <p:to>
                                        <p:strVal val="visible"/>
                                      </p:to>
                                    </p:set>
                                    <p:animEffect transition="in" filter="wipe(left)">
                                      <p:cBhvr>
                                        <p:cTn id="40" dur="500"/>
                                        <p:tgtEl>
                                          <p:spTgt spid="38949"/>
                                        </p:tgtEl>
                                      </p:cBhvr>
                                    </p:animEffect>
                                  </p:childTnLst>
                                </p:cTn>
                              </p:par>
                            </p:childTnLst>
                          </p:cTn>
                        </p:par>
                      </p:childTnLst>
                    </p:cTn>
                  </p:par>
                  <p:par>
                    <p:cTn id="41" fill="hold">
                      <p:stCondLst>
                        <p:cond delay="indefinite"/>
                      </p:stCondLst>
                      <p:childTnLst>
                        <p:par>
                          <p:cTn id="42" fill="hold">
                            <p:stCondLst>
                              <p:cond delay="0"/>
                            </p:stCondLst>
                            <p:childTnLst>
                              <p:par>
                                <p:cTn id="43" presetID="11" presetClass="entr" presetSubtype="0" fill="hold" nodeType="clickEffect">
                                  <p:stCondLst>
                                    <p:cond delay="0"/>
                                  </p:stCondLst>
                                  <p:childTnLst>
                                    <p:set>
                                      <p:cBhvr>
                                        <p:cTn id="44" dur="1000">
                                          <p:stCondLst>
                                            <p:cond delay="0"/>
                                          </p:stCondLst>
                                        </p:cTn>
                                        <p:tgtEl>
                                          <p:spTgt spid="38952"/>
                                        </p:tgtEl>
                                        <p:attrNameLst>
                                          <p:attrName>style.visibility</p:attrName>
                                        </p:attrNameLst>
                                      </p:cBhvr>
                                      <p:to>
                                        <p:strVal val="visible"/>
                                      </p:to>
                                    </p:set>
                                  </p:childTnLst>
                                </p:cTn>
                              </p:par>
                            </p:childTnLst>
                          </p:cTn>
                        </p:par>
                        <p:par>
                          <p:cTn id="45" fill="hold">
                            <p:stCondLst>
                              <p:cond delay="1000"/>
                            </p:stCondLst>
                            <p:childTnLst>
                              <p:par>
                                <p:cTn id="46" presetID="11" presetClass="entr" presetSubtype="0" fill="hold" nodeType="afterEffect">
                                  <p:stCondLst>
                                    <p:cond delay="0"/>
                                  </p:stCondLst>
                                  <p:childTnLst>
                                    <p:set>
                                      <p:cBhvr>
                                        <p:cTn id="47" dur="1000">
                                          <p:stCondLst>
                                            <p:cond delay="0"/>
                                          </p:stCondLst>
                                        </p:cTn>
                                        <p:tgtEl>
                                          <p:spTgt spid="38972"/>
                                        </p:tgtEl>
                                        <p:attrNameLst>
                                          <p:attrName>style.visibility</p:attrName>
                                        </p:attrNameLst>
                                      </p:cBhvr>
                                      <p:to>
                                        <p:strVal val="visible"/>
                                      </p:to>
                                    </p:set>
                                  </p:childTnLst>
                                </p:cTn>
                              </p:par>
                            </p:childTnLst>
                          </p:cTn>
                        </p:par>
                        <p:par>
                          <p:cTn id="48" fill="hold">
                            <p:stCondLst>
                              <p:cond delay="2000"/>
                            </p:stCondLst>
                            <p:childTnLst>
                              <p:par>
                                <p:cTn id="49" presetID="11" presetClass="entr" presetSubtype="0" fill="hold" nodeType="afterEffect">
                                  <p:stCondLst>
                                    <p:cond delay="0"/>
                                  </p:stCondLst>
                                  <p:childTnLst>
                                    <p:set>
                                      <p:cBhvr>
                                        <p:cTn id="50" dur="1000">
                                          <p:stCondLst>
                                            <p:cond delay="0"/>
                                          </p:stCondLst>
                                        </p:cTn>
                                        <p:tgtEl>
                                          <p:spTgt spid="38992"/>
                                        </p:tgtEl>
                                        <p:attrNameLst>
                                          <p:attrName>style.visibility</p:attrName>
                                        </p:attrNameLst>
                                      </p:cBhvr>
                                      <p:to>
                                        <p:strVal val="visible"/>
                                      </p:to>
                                    </p:set>
                                  </p:childTnLst>
                                </p:cTn>
                              </p:par>
                            </p:childTnLst>
                          </p:cTn>
                        </p:par>
                        <p:par>
                          <p:cTn id="51" fill="hold">
                            <p:stCondLst>
                              <p:cond delay="3000"/>
                            </p:stCondLst>
                            <p:childTnLst>
                              <p:par>
                                <p:cTn id="52" presetID="11" presetClass="entr" presetSubtype="0" fill="hold" nodeType="afterEffect">
                                  <p:stCondLst>
                                    <p:cond delay="0"/>
                                  </p:stCondLst>
                                  <p:childTnLst>
                                    <p:set>
                                      <p:cBhvr>
                                        <p:cTn id="53" dur="1000">
                                          <p:stCondLst>
                                            <p:cond delay="0"/>
                                          </p:stCondLst>
                                        </p:cTn>
                                        <p:tgtEl>
                                          <p:spTgt spid="39012"/>
                                        </p:tgtEl>
                                        <p:attrNameLst>
                                          <p:attrName>style.visibility</p:attrName>
                                        </p:attrNameLst>
                                      </p:cBhvr>
                                      <p:to>
                                        <p:strVal val="visible"/>
                                      </p:to>
                                    </p:set>
                                  </p:childTnLst>
                                </p:cTn>
                              </p:par>
                            </p:childTnLst>
                          </p:cTn>
                        </p:par>
                        <p:par>
                          <p:cTn id="54" fill="hold">
                            <p:stCondLst>
                              <p:cond delay="4000"/>
                            </p:stCondLst>
                            <p:childTnLst>
                              <p:par>
                                <p:cTn id="55" presetID="4" presetClass="entr" presetSubtype="32" fill="hold" nodeType="afterEffect">
                                  <p:stCondLst>
                                    <p:cond delay="0"/>
                                  </p:stCondLst>
                                  <p:childTnLst>
                                    <p:set>
                                      <p:cBhvr>
                                        <p:cTn id="56" dur="1" fill="hold">
                                          <p:stCondLst>
                                            <p:cond delay="0"/>
                                          </p:stCondLst>
                                        </p:cTn>
                                        <p:tgtEl>
                                          <p:spTgt spid="39032"/>
                                        </p:tgtEl>
                                        <p:attrNameLst>
                                          <p:attrName>style.visibility</p:attrName>
                                        </p:attrNameLst>
                                      </p:cBhvr>
                                      <p:to>
                                        <p:strVal val="visible"/>
                                      </p:to>
                                    </p:set>
                                    <p:animEffect transition="in" filter="box(out)">
                                      <p:cBhvr>
                                        <p:cTn id="57" dur="500"/>
                                        <p:tgtEl>
                                          <p:spTgt spid="39032"/>
                                        </p:tgtEl>
                                      </p:cBhvr>
                                    </p:animEffect>
                                  </p:childTnLst>
                                </p:cTn>
                              </p:par>
                            </p:childTnLst>
                          </p:cTn>
                        </p:par>
                        <p:par>
                          <p:cTn id="58" fill="hold">
                            <p:stCondLst>
                              <p:cond delay="4500"/>
                            </p:stCondLst>
                            <p:childTnLst>
                              <p:par>
                                <p:cTn id="59" presetID="22" presetClass="entr" presetSubtype="8" fill="hold" nodeType="afterEffect">
                                  <p:stCondLst>
                                    <p:cond delay="0"/>
                                  </p:stCondLst>
                                  <p:childTnLst>
                                    <p:set>
                                      <p:cBhvr>
                                        <p:cTn id="60" dur="1" fill="hold">
                                          <p:stCondLst>
                                            <p:cond delay="0"/>
                                          </p:stCondLst>
                                        </p:cTn>
                                        <p:tgtEl>
                                          <p:spTgt spid="39058"/>
                                        </p:tgtEl>
                                        <p:attrNameLst>
                                          <p:attrName>style.visibility</p:attrName>
                                        </p:attrNameLst>
                                      </p:cBhvr>
                                      <p:to>
                                        <p:strVal val="visible"/>
                                      </p:to>
                                    </p:set>
                                    <p:animEffect transition="in" filter="wipe(left)">
                                      <p:cBhvr>
                                        <p:cTn id="61" dur="500"/>
                                        <p:tgtEl>
                                          <p:spTgt spid="39058"/>
                                        </p:tgtEl>
                                      </p:cBhvr>
                                    </p:animEffect>
                                  </p:childTnLst>
                                </p:cTn>
                              </p:par>
                            </p:childTnLst>
                          </p:cTn>
                        </p:par>
                        <p:par>
                          <p:cTn id="62" fill="hold">
                            <p:stCondLst>
                              <p:cond delay="5000"/>
                            </p:stCondLst>
                            <p:childTnLst>
                              <p:par>
                                <p:cTn id="63" presetID="4" presetClass="entr" presetSubtype="32" fill="hold" nodeType="afterEffect">
                                  <p:stCondLst>
                                    <p:cond delay="0"/>
                                  </p:stCondLst>
                                  <p:childTnLst>
                                    <p:set>
                                      <p:cBhvr>
                                        <p:cTn id="64" dur="1" fill="hold">
                                          <p:stCondLst>
                                            <p:cond delay="0"/>
                                          </p:stCondLst>
                                        </p:cTn>
                                        <p:tgtEl>
                                          <p:spTgt spid="39061"/>
                                        </p:tgtEl>
                                        <p:attrNameLst>
                                          <p:attrName>style.visibility</p:attrName>
                                        </p:attrNameLst>
                                      </p:cBhvr>
                                      <p:to>
                                        <p:strVal val="visible"/>
                                      </p:to>
                                    </p:set>
                                    <p:animEffect transition="in" filter="box(out)">
                                      <p:cBhvr>
                                        <p:cTn id="65" dur="500"/>
                                        <p:tgtEl>
                                          <p:spTgt spid="390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autoUpdateAnimBg="0"/>
      <p:bldP spid="26" grpId="0"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D5E4E-C879-A91A-8D88-B738177633B0}"/>
            </a:ext>
          </a:extLst>
        </p:cNvPr>
        <p:cNvGrpSpPr/>
        <p:nvPr/>
      </p:nvGrpSpPr>
      <p:grpSpPr>
        <a:xfrm>
          <a:off x="0" y="0"/>
          <a:ext cx="0" cy="0"/>
          <a:chOff x="0" y="0"/>
          <a:chExt cx="0" cy="0"/>
        </a:xfrm>
      </p:grpSpPr>
      <p:sp>
        <p:nvSpPr>
          <p:cNvPr id="8194" name="Rectangle 2">
            <a:extLst>
              <a:ext uri="{FF2B5EF4-FFF2-40B4-BE49-F238E27FC236}">
                <a16:creationId xmlns:a16="http://schemas.microsoft.com/office/drawing/2014/main" id="{0CA8F5C4-C0E2-9106-EF48-85FF6187EAF8}"/>
              </a:ext>
            </a:extLst>
          </p:cNvPr>
          <p:cNvSpPr>
            <a:spLocks noGrp="1" noChangeArrowheads="1"/>
          </p:cNvSpPr>
          <p:nvPr>
            <p:ph type="title"/>
          </p:nvPr>
        </p:nvSpPr>
        <p:spPr>
          <a:xfrm>
            <a:off x="395536" y="312738"/>
            <a:ext cx="8099499" cy="463550"/>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Capabilities of SELECT Statement</a:t>
            </a:r>
          </a:p>
        </p:txBody>
      </p:sp>
      <p:sp>
        <p:nvSpPr>
          <p:cNvPr id="2" name="Rectangle 2">
            <a:extLst>
              <a:ext uri="{FF2B5EF4-FFF2-40B4-BE49-F238E27FC236}">
                <a16:creationId xmlns:a16="http://schemas.microsoft.com/office/drawing/2014/main" id="{A2AB9BCD-601D-6641-12C5-A299F6F44B00}"/>
              </a:ext>
            </a:extLst>
          </p:cNvPr>
          <p:cNvSpPr>
            <a:spLocks noChangeArrowheads="1"/>
          </p:cNvSpPr>
          <p:nvPr/>
        </p:nvSpPr>
        <p:spPr bwMode="blackWhite">
          <a:xfrm>
            <a:off x="1641475" y="4391025"/>
            <a:ext cx="1841500" cy="134620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solidFill>
                <a:srgbClr val="0000FF"/>
              </a:solidFill>
              <a:latin typeface="Cambria" panose="02040503050406030204" pitchFamily="18" charset="0"/>
              <a:ea typeface="Cambria" panose="02040503050406030204" pitchFamily="18" charset="0"/>
            </a:endParaRPr>
          </a:p>
        </p:txBody>
      </p:sp>
      <p:sp>
        <p:nvSpPr>
          <p:cNvPr id="3" name="Rectangle 3">
            <a:extLst>
              <a:ext uri="{FF2B5EF4-FFF2-40B4-BE49-F238E27FC236}">
                <a16:creationId xmlns:a16="http://schemas.microsoft.com/office/drawing/2014/main" id="{3AC84B4F-DC32-25D5-7878-63997DDBC01D}"/>
              </a:ext>
            </a:extLst>
          </p:cNvPr>
          <p:cNvSpPr>
            <a:spLocks noChangeArrowheads="1"/>
          </p:cNvSpPr>
          <p:nvPr/>
        </p:nvSpPr>
        <p:spPr bwMode="blackWhite">
          <a:xfrm>
            <a:off x="1646238" y="2205038"/>
            <a:ext cx="1841500" cy="134620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solidFill>
                <a:srgbClr val="0000FF"/>
              </a:solidFill>
              <a:latin typeface="Cambria" panose="02040503050406030204" pitchFamily="18" charset="0"/>
              <a:ea typeface="Cambria" panose="02040503050406030204" pitchFamily="18" charset="0"/>
            </a:endParaRPr>
          </a:p>
        </p:txBody>
      </p:sp>
      <p:grpSp>
        <p:nvGrpSpPr>
          <p:cNvPr id="7" name="Group 4">
            <a:extLst>
              <a:ext uri="{FF2B5EF4-FFF2-40B4-BE49-F238E27FC236}">
                <a16:creationId xmlns:a16="http://schemas.microsoft.com/office/drawing/2014/main" id="{24C0233F-D978-A711-53D5-32F4DE24020C}"/>
              </a:ext>
            </a:extLst>
          </p:cNvPr>
          <p:cNvGrpSpPr>
            <a:grpSpLocks/>
          </p:cNvGrpSpPr>
          <p:nvPr/>
        </p:nvGrpSpPr>
        <p:grpSpPr bwMode="auto">
          <a:xfrm>
            <a:off x="1655763" y="2368550"/>
            <a:ext cx="1825625" cy="1066800"/>
            <a:chOff x="1043" y="1492"/>
            <a:chExt cx="1150" cy="672"/>
          </a:xfrm>
        </p:grpSpPr>
        <p:sp>
          <p:nvSpPr>
            <p:cNvPr id="8" name="Rectangle 5">
              <a:extLst>
                <a:ext uri="{FF2B5EF4-FFF2-40B4-BE49-F238E27FC236}">
                  <a16:creationId xmlns:a16="http://schemas.microsoft.com/office/drawing/2014/main" id="{5C8130B3-7996-E64B-07CD-B3379435BA5E}"/>
                </a:ext>
              </a:extLst>
            </p:cNvPr>
            <p:cNvSpPr>
              <a:spLocks noChangeArrowheads="1"/>
            </p:cNvSpPr>
            <p:nvPr/>
          </p:nvSpPr>
          <p:spPr bwMode="ltGray">
            <a:xfrm>
              <a:off x="1043" y="1684"/>
              <a:ext cx="1150" cy="91"/>
            </a:xfrm>
            <a:prstGeom prst="rect">
              <a:avLst/>
            </a:prstGeom>
            <a:solidFill>
              <a:srgbClr val="CC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solidFill>
                  <a:srgbClr val="0000FF"/>
                </a:solidFill>
                <a:latin typeface="Cambria" panose="02040503050406030204" pitchFamily="18" charset="0"/>
                <a:ea typeface="Cambria" panose="02040503050406030204" pitchFamily="18" charset="0"/>
              </a:endParaRPr>
            </a:p>
          </p:txBody>
        </p:sp>
        <p:sp>
          <p:nvSpPr>
            <p:cNvPr id="9" name="Rectangle 6">
              <a:extLst>
                <a:ext uri="{FF2B5EF4-FFF2-40B4-BE49-F238E27FC236}">
                  <a16:creationId xmlns:a16="http://schemas.microsoft.com/office/drawing/2014/main" id="{17CFAC06-405F-2EF8-2860-434D9AE6D529}"/>
                </a:ext>
              </a:extLst>
            </p:cNvPr>
            <p:cNvSpPr>
              <a:spLocks noChangeArrowheads="1"/>
            </p:cNvSpPr>
            <p:nvPr/>
          </p:nvSpPr>
          <p:spPr bwMode="ltGray">
            <a:xfrm>
              <a:off x="1043" y="1969"/>
              <a:ext cx="1150" cy="195"/>
            </a:xfrm>
            <a:prstGeom prst="rect">
              <a:avLst/>
            </a:prstGeom>
            <a:solidFill>
              <a:srgbClr val="CC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solidFill>
                  <a:srgbClr val="0000FF"/>
                </a:solidFill>
                <a:latin typeface="Cambria" panose="02040503050406030204" pitchFamily="18" charset="0"/>
                <a:ea typeface="Cambria" panose="02040503050406030204" pitchFamily="18" charset="0"/>
              </a:endParaRPr>
            </a:p>
          </p:txBody>
        </p:sp>
        <p:sp>
          <p:nvSpPr>
            <p:cNvPr id="10" name="Rectangle 7">
              <a:extLst>
                <a:ext uri="{FF2B5EF4-FFF2-40B4-BE49-F238E27FC236}">
                  <a16:creationId xmlns:a16="http://schemas.microsoft.com/office/drawing/2014/main" id="{37AD3B6D-EC54-17CC-86F7-5DEA239D2801}"/>
                </a:ext>
              </a:extLst>
            </p:cNvPr>
            <p:cNvSpPr>
              <a:spLocks noChangeArrowheads="1"/>
            </p:cNvSpPr>
            <p:nvPr/>
          </p:nvSpPr>
          <p:spPr bwMode="ltGray">
            <a:xfrm>
              <a:off x="1043" y="1492"/>
              <a:ext cx="1150" cy="85"/>
            </a:xfrm>
            <a:prstGeom prst="rect">
              <a:avLst/>
            </a:prstGeom>
            <a:solidFill>
              <a:srgbClr val="CC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solidFill>
                  <a:srgbClr val="0000FF"/>
                </a:solidFill>
                <a:latin typeface="Cambria" panose="02040503050406030204" pitchFamily="18" charset="0"/>
                <a:ea typeface="Cambria" panose="02040503050406030204" pitchFamily="18" charset="0"/>
              </a:endParaRPr>
            </a:p>
          </p:txBody>
        </p:sp>
      </p:grpSp>
      <p:sp>
        <p:nvSpPr>
          <p:cNvPr id="11" name="Line 8">
            <a:extLst>
              <a:ext uri="{FF2B5EF4-FFF2-40B4-BE49-F238E27FC236}">
                <a16:creationId xmlns:a16="http://schemas.microsoft.com/office/drawing/2014/main" id="{7657EC81-7DD2-B144-0872-06C304A748CE}"/>
              </a:ext>
            </a:extLst>
          </p:cNvPr>
          <p:cNvSpPr>
            <a:spLocks noChangeShapeType="1"/>
          </p:cNvSpPr>
          <p:nvPr/>
        </p:nvSpPr>
        <p:spPr bwMode="auto">
          <a:xfrm>
            <a:off x="2614613" y="2192338"/>
            <a:ext cx="0" cy="1376362"/>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12" name="Line 9">
            <a:extLst>
              <a:ext uri="{FF2B5EF4-FFF2-40B4-BE49-F238E27FC236}">
                <a16:creationId xmlns:a16="http://schemas.microsoft.com/office/drawing/2014/main" id="{1AA2FA5A-12C0-C641-132E-5F873AE413E1}"/>
              </a:ext>
            </a:extLst>
          </p:cNvPr>
          <p:cNvSpPr>
            <a:spLocks noChangeShapeType="1"/>
          </p:cNvSpPr>
          <p:nvPr/>
        </p:nvSpPr>
        <p:spPr bwMode="auto">
          <a:xfrm>
            <a:off x="1919288" y="2192338"/>
            <a:ext cx="0" cy="1376362"/>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13" name="Line 10">
            <a:extLst>
              <a:ext uri="{FF2B5EF4-FFF2-40B4-BE49-F238E27FC236}">
                <a16:creationId xmlns:a16="http://schemas.microsoft.com/office/drawing/2014/main" id="{DB048736-198C-DAD3-5F1F-5D869AFD6EE3}"/>
              </a:ext>
            </a:extLst>
          </p:cNvPr>
          <p:cNvSpPr>
            <a:spLocks noChangeShapeType="1"/>
          </p:cNvSpPr>
          <p:nvPr/>
        </p:nvSpPr>
        <p:spPr bwMode="auto">
          <a:xfrm>
            <a:off x="1633538" y="2363788"/>
            <a:ext cx="18669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14" name="Line 11">
            <a:extLst>
              <a:ext uri="{FF2B5EF4-FFF2-40B4-BE49-F238E27FC236}">
                <a16:creationId xmlns:a16="http://schemas.microsoft.com/office/drawing/2014/main" id="{B27E5688-A9F8-936B-7F40-B8DF5E7E8A5A}"/>
              </a:ext>
            </a:extLst>
          </p:cNvPr>
          <p:cNvSpPr>
            <a:spLocks noChangeShapeType="1"/>
          </p:cNvSpPr>
          <p:nvPr/>
        </p:nvSpPr>
        <p:spPr bwMode="auto">
          <a:xfrm>
            <a:off x="1633538" y="2516188"/>
            <a:ext cx="18669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15" name="Line 12">
            <a:extLst>
              <a:ext uri="{FF2B5EF4-FFF2-40B4-BE49-F238E27FC236}">
                <a16:creationId xmlns:a16="http://schemas.microsoft.com/office/drawing/2014/main" id="{B7D59F9B-2773-A793-A321-10B894A2ED28}"/>
              </a:ext>
            </a:extLst>
          </p:cNvPr>
          <p:cNvSpPr>
            <a:spLocks noChangeShapeType="1"/>
          </p:cNvSpPr>
          <p:nvPr/>
        </p:nvSpPr>
        <p:spPr bwMode="auto">
          <a:xfrm>
            <a:off x="1633538" y="2668588"/>
            <a:ext cx="18669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16" name="Line 13">
            <a:extLst>
              <a:ext uri="{FF2B5EF4-FFF2-40B4-BE49-F238E27FC236}">
                <a16:creationId xmlns:a16="http://schemas.microsoft.com/office/drawing/2014/main" id="{E11E558F-1233-E7AB-1CF4-B9CC727A86B8}"/>
              </a:ext>
            </a:extLst>
          </p:cNvPr>
          <p:cNvSpPr>
            <a:spLocks noChangeShapeType="1"/>
          </p:cNvSpPr>
          <p:nvPr/>
        </p:nvSpPr>
        <p:spPr bwMode="auto">
          <a:xfrm>
            <a:off x="1633538" y="2820988"/>
            <a:ext cx="18669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17" name="Line 14">
            <a:extLst>
              <a:ext uri="{FF2B5EF4-FFF2-40B4-BE49-F238E27FC236}">
                <a16:creationId xmlns:a16="http://schemas.microsoft.com/office/drawing/2014/main" id="{0BAA9864-1B17-2FFB-7169-4F099BFF79BD}"/>
              </a:ext>
            </a:extLst>
          </p:cNvPr>
          <p:cNvSpPr>
            <a:spLocks noChangeShapeType="1"/>
          </p:cNvSpPr>
          <p:nvPr/>
        </p:nvSpPr>
        <p:spPr bwMode="auto">
          <a:xfrm>
            <a:off x="1633538" y="2973388"/>
            <a:ext cx="18669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18" name="Line 15">
            <a:extLst>
              <a:ext uri="{FF2B5EF4-FFF2-40B4-BE49-F238E27FC236}">
                <a16:creationId xmlns:a16="http://schemas.microsoft.com/office/drawing/2014/main" id="{42DAD98B-21A6-7CAC-3685-E23E4773FBA9}"/>
              </a:ext>
            </a:extLst>
          </p:cNvPr>
          <p:cNvSpPr>
            <a:spLocks noChangeShapeType="1"/>
          </p:cNvSpPr>
          <p:nvPr/>
        </p:nvSpPr>
        <p:spPr bwMode="auto">
          <a:xfrm>
            <a:off x="1633538" y="3125788"/>
            <a:ext cx="18669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19" name="Line 16">
            <a:extLst>
              <a:ext uri="{FF2B5EF4-FFF2-40B4-BE49-F238E27FC236}">
                <a16:creationId xmlns:a16="http://schemas.microsoft.com/office/drawing/2014/main" id="{DC72A6FC-C609-98F6-4A26-356F4C86F78C}"/>
              </a:ext>
            </a:extLst>
          </p:cNvPr>
          <p:cNvSpPr>
            <a:spLocks noChangeShapeType="1"/>
          </p:cNvSpPr>
          <p:nvPr/>
        </p:nvSpPr>
        <p:spPr bwMode="auto">
          <a:xfrm>
            <a:off x="1633538" y="3278188"/>
            <a:ext cx="18669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21" name="Line 18">
            <a:extLst>
              <a:ext uri="{FF2B5EF4-FFF2-40B4-BE49-F238E27FC236}">
                <a16:creationId xmlns:a16="http://schemas.microsoft.com/office/drawing/2014/main" id="{C34A24D4-1561-5A9E-89EE-46A8C128AC75}"/>
              </a:ext>
            </a:extLst>
          </p:cNvPr>
          <p:cNvSpPr>
            <a:spLocks noChangeShapeType="1"/>
          </p:cNvSpPr>
          <p:nvPr/>
        </p:nvSpPr>
        <p:spPr bwMode="auto">
          <a:xfrm>
            <a:off x="2886075" y="2192338"/>
            <a:ext cx="0" cy="1376362"/>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22" name="Line 19">
            <a:extLst>
              <a:ext uri="{FF2B5EF4-FFF2-40B4-BE49-F238E27FC236}">
                <a16:creationId xmlns:a16="http://schemas.microsoft.com/office/drawing/2014/main" id="{23ABCB3A-5B1F-C285-FC95-763D0545DBFA}"/>
              </a:ext>
            </a:extLst>
          </p:cNvPr>
          <p:cNvSpPr>
            <a:spLocks noChangeShapeType="1"/>
          </p:cNvSpPr>
          <p:nvPr/>
        </p:nvSpPr>
        <p:spPr bwMode="auto">
          <a:xfrm>
            <a:off x="3211513" y="2190750"/>
            <a:ext cx="0" cy="1376363"/>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23" name="Rectangle 21">
            <a:extLst>
              <a:ext uri="{FF2B5EF4-FFF2-40B4-BE49-F238E27FC236}">
                <a16:creationId xmlns:a16="http://schemas.microsoft.com/office/drawing/2014/main" id="{2EE6C771-E93A-4532-E520-18373CF01B6E}"/>
              </a:ext>
            </a:extLst>
          </p:cNvPr>
          <p:cNvSpPr>
            <a:spLocks noChangeArrowheads="1"/>
          </p:cNvSpPr>
          <p:nvPr/>
        </p:nvSpPr>
        <p:spPr bwMode="blackWhite">
          <a:xfrm>
            <a:off x="5659438" y="2205038"/>
            <a:ext cx="1841500" cy="134620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solidFill>
                <a:srgbClr val="0000FF"/>
              </a:solidFill>
              <a:latin typeface="Cambria" panose="02040503050406030204" pitchFamily="18" charset="0"/>
              <a:ea typeface="Cambria" panose="02040503050406030204" pitchFamily="18" charset="0"/>
            </a:endParaRPr>
          </a:p>
        </p:txBody>
      </p:sp>
      <p:sp>
        <p:nvSpPr>
          <p:cNvPr id="24" name="Rectangle 22">
            <a:extLst>
              <a:ext uri="{FF2B5EF4-FFF2-40B4-BE49-F238E27FC236}">
                <a16:creationId xmlns:a16="http://schemas.microsoft.com/office/drawing/2014/main" id="{907CB65C-20D3-2075-46B8-66B0DC548B91}"/>
              </a:ext>
            </a:extLst>
          </p:cNvPr>
          <p:cNvSpPr>
            <a:spLocks noChangeArrowheads="1"/>
          </p:cNvSpPr>
          <p:nvPr/>
        </p:nvSpPr>
        <p:spPr bwMode="blackWhite">
          <a:xfrm>
            <a:off x="5651500" y="4392613"/>
            <a:ext cx="1841500" cy="134620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solidFill>
                <a:srgbClr val="0000FF"/>
              </a:solidFill>
              <a:latin typeface="Cambria" panose="02040503050406030204" pitchFamily="18" charset="0"/>
              <a:ea typeface="Cambria" panose="02040503050406030204" pitchFamily="18" charset="0"/>
            </a:endParaRPr>
          </a:p>
        </p:txBody>
      </p:sp>
      <p:grpSp>
        <p:nvGrpSpPr>
          <p:cNvPr id="25" name="Group 23">
            <a:extLst>
              <a:ext uri="{FF2B5EF4-FFF2-40B4-BE49-F238E27FC236}">
                <a16:creationId xmlns:a16="http://schemas.microsoft.com/office/drawing/2014/main" id="{69B785C5-B89A-F9DC-AF9F-3715BE09EF4A}"/>
              </a:ext>
            </a:extLst>
          </p:cNvPr>
          <p:cNvGrpSpPr>
            <a:grpSpLocks/>
          </p:cNvGrpSpPr>
          <p:nvPr/>
        </p:nvGrpSpPr>
        <p:grpSpPr bwMode="auto">
          <a:xfrm>
            <a:off x="5942013" y="2216150"/>
            <a:ext cx="1274762" cy="1327150"/>
            <a:chOff x="3743" y="1396"/>
            <a:chExt cx="803" cy="836"/>
          </a:xfrm>
        </p:grpSpPr>
        <p:sp>
          <p:nvSpPr>
            <p:cNvPr id="26" name="Rectangle 24">
              <a:extLst>
                <a:ext uri="{FF2B5EF4-FFF2-40B4-BE49-F238E27FC236}">
                  <a16:creationId xmlns:a16="http://schemas.microsoft.com/office/drawing/2014/main" id="{753E12F4-BD52-5741-ADA8-2C0CE89CD865}"/>
                </a:ext>
              </a:extLst>
            </p:cNvPr>
            <p:cNvSpPr>
              <a:spLocks noChangeArrowheads="1"/>
            </p:cNvSpPr>
            <p:nvPr/>
          </p:nvSpPr>
          <p:spPr bwMode="ltGray">
            <a:xfrm>
              <a:off x="3743" y="1396"/>
              <a:ext cx="425" cy="836"/>
            </a:xfrm>
            <a:prstGeom prst="rect">
              <a:avLst/>
            </a:prstGeom>
            <a:solidFill>
              <a:srgbClr val="CC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solidFill>
                  <a:srgbClr val="0000FF"/>
                </a:solidFill>
                <a:latin typeface="Cambria" panose="02040503050406030204" pitchFamily="18" charset="0"/>
                <a:ea typeface="Cambria" panose="02040503050406030204" pitchFamily="18" charset="0"/>
              </a:endParaRPr>
            </a:p>
          </p:txBody>
        </p:sp>
        <p:sp>
          <p:nvSpPr>
            <p:cNvPr id="27" name="Rectangle 25">
              <a:extLst>
                <a:ext uri="{FF2B5EF4-FFF2-40B4-BE49-F238E27FC236}">
                  <a16:creationId xmlns:a16="http://schemas.microsoft.com/office/drawing/2014/main" id="{30A25EC4-3052-7893-E754-E2133DED2FB3}"/>
                </a:ext>
              </a:extLst>
            </p:cNvPr>
            <p:cNvSpPr>
              <a:spLocks noChangeArrowheads="1"/>
            </p:cNvSpPr>
            <p:nvPr/>
          </p:nvSpPr>
          <p:spPr bwMode="ltGray">
            <a:xfrm>
              <a:off x="4351" y="1396"/>
              <a:ext cx="195" cy="836"/>
            </a:xfrm>
            <a:prstGeom prst="rect">
              <a:avLst/>
            </a:prstGeom>
            <a:solidFill>
              <a:srgbClr val="CC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solidFill>
                  <a:srgbClr val="0000FF"/>
                </a:solidFill>
                <a:latin typeface="Cambria" panose="02040503050406030204" pitchFamily="18" charset="0"/>
                <a:ea typeface="Cambria" panose="02040503050406030204" pitchFamily="18" charset="0"/>
              </a:endParaRPr>
            </a:p>
          </p:txBody>
        </p:sp>
      </p:grpSp>
      <p:grpSp>
        <p:nvGrpSpPr>
          <p:cNvPr id="28" name="Group 26">
            <a:extLst>
              <a:ext uri="{FF2B5EF4-FFF2-40B4-BE49-F238E27FC236}">
                <a16:creationId xmlns:a16="http://schemas.microsoft.com/office/drawing/2014/main" id="{A8CF6384-B5F5-0266-E49A-A82F25B52CAE}"/>
              </a:ext>
            </a:extLst>
          </p:cNvPr>
          <p:cNvGrpSpPr>
            <a:grpSpLocks/>
          </p:cNvGrpSpPr>
          <p:nvPr/>
        </p:nvGrpSpPr>
        <p:grpSpPr bwMode="auto">
          <a:xfrm>
            <a:off x="3216275" y="4398963"/>
            <a:ext cx="2708275" cy="1330325"/>
            <a:chOff x="2026" y="2771"/>
            <a:chExt cx="1706" cy="838"/>
          </a:xfrm>
        </p:grpSpPr>
        <p:sp>
          <p:nvSpPr>
            <p:cNvPr id="29" name="Rectangle 27">
              <a:extLst>
                <a:ext uri="{FF2B5EF4-FFF2-40B4-BE49-F238E27FC236}">
                  <a16:creationId xmlns:a16="http://schemas.microsoft.com/office/drawing/2014/main" id="{30B1D41E-93A9-AB85-FDA5-63E39D64DEA3}"/>
                </a:ext>
              </a:extLst>
            </p:cNvPr>
            <p:cNvSpPr>
              <a:spLocks noChangeArrowheads="1"/>
            </p:cNvSpPr>
            <p:nvPr/>
          </p:nvSpPr>
          <p:spPr bwMode="ltGray">
            <a:xfrm>
              <a:off x="2026" y="2771"/>
              <a:ext cx="165" cy="835"/>
            </a:xfrm>
            <a:prstGeom prst="rect">
              <a:avLst/>
            </a:prstGeom>
            <a:solidFill>
              <a:srgbClr val="CC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solidFill>
                  <a:srgbClr val="0000FF"/>
                </a:solidFill>
                <a:latin typeface="Cambria" panose="02040503050406030204" pitchFamily="18" charset="0"/>
                <a:ea typeface="Cambria" panose="02040503050406030204" pitchFamily="18" charset="0"/>
              </a:endParaRPr>
            </a:p>
          </p:txBody>
        </p:sp>
        <p:sp>
          <p:nvSpPr>
            <p:cNvPr id="30" name="Rectangle 28">
              <a:extLst>
                <a:ext uri="{FF2B5EF4-FFF2-40B4-BE49-F238E27FC236}">
                  <a16:creationId xmlns:a16="http://schemas.microsoft.com/office/drawing/2014/main" id="{45E90223-86C6-A2DD-7A71-FD593531AFCF}"/>
                </a:ext>
              </a:extLst>
            </p:cNvPr>
            <p:cNvSpPr>
              <a:spLocks noChangeArrowheads="1"/>
            </p:cNvSpPr>
            <p:nvPr/>
          </p:nvSpPr>
          <p:spPr bwMode="ltGray">
            <a:xfrm>
              <a:off x="3567" y="2774"/>
              <a:ext cx="165" cy="835"/>
            </a:xfrm>
            <a:prstGeom prst="rect">
              <a:avLst/>
            </a:prstGeom>
            <a:solidFill>
              <a:srgbClr val="CC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solidFill>
                  <a:srgbClr val="0000FF"/>
                </a:solidFill>
                <a:latin typeface="Cambria" panose="02040503050406030204" pitchFamily="18" charset="0"/>
                <a:ea typeface="Cambria" panose="02040503050406030204" pitchFamily="18" charset="0"/>
              </a:endParaRPr>
            </a:p>
          </p:txBody>
        </p:sp>
      </p:grpSp>
      <p:sp>
        <p:nvSpPr>
          <p:cNvPr id="31" name="Rectangle 29">
            <a:extLst>
              <a:ext uri="{FF2B5EF4-FFF2-40B4-BE49-F238E27FC236}">
                <a16:creationId xmlns:a16="http://schemas.microsoft.com/office/drawing/2014/main" id="{9C5A95DA-FDC2-B690-0049-DF88A805363F}"/>
              </a:ext>
            </a:extLst>
          </p:cNvPr>
          <p:cNvSpPr>
            <a:spLocks noChangeArrowheads="1"/>
          </p:cNvSpPr>
          <p:nvPr/>
        </p:nvSpPr>
        <p:spPr bwMode="auto">
          <a:xfrm>
            <a:off x="1525588" y="1668463"/>
            <a:ext cx="1481816" cy="462307"/>
          </a:xfrm>
          <a:prstGeom prst="rect">
            <a:avLst/>
          </a:prstGeom>
          <a:noFill/>
          <a:ln w="9525">
            <a:noFill/>
            <a:miter lim="800000"/>
            <a:headEnd/>
            <a:tailEnd/>
          </a:ln>
          <a:effectLst/>
        </p:spPr>
        <p:txBody>
          <a:bodyPr wrap="none" lIns="92075" tIns="46038" rIns="92075" bIns="46038">
            <a:spAutoFit/>
          </a:bodyPr>
          <a:lstStyle/>
          <a:p>
            <a:pPr>
              <a:defRPr/>
            </a:pPr>
            <a:r>
              <a:rPr lang="en-US" b="1">
                <a:solidFill>
                  <a:srgbClr val="0000FF"/>
                </a:solidFill>
                <a:latin typeface="Cambria" panose="02040503050406030204" pitchFamily="18" charset="0"/>
                <a:ea typeface="Cambria" panose="02040503050406030204" pitchFamily="18" charset="0"/>
              </a:rPr>
              <a:t>Selection</a:t>
            </a:r>
          </a:p>
        </p:txBody>
      </p:sp>
      <p:sp>
        <p:nvSpPr>
          <p:cNvPr id="97280" name="Rectangle 30">
            <a:extLst>
              <a:ext uri="{FF2B5EF4-FFF2-40B4-BE49-F238E27FC236}">
                <a16:creationId xmlns:a16="http://schemas.microsoft.com/office/drawing/2014/main" id="{D6536FCD-F55C-4E53-F3B1-AA3D7EC2AD5A}"/>
              </a:ext>
            </a:extLst>
          </p:cNvPr>
          <p:cNvSpPr>
            <a:spLocks noChangeArrowheads="1"/>
          </p:cNvSpPr>
          <p:nvPr/>
        </p:nvSpPr>
        <p:spPr bwMode="auto">
          <a:xfrm>
            <a:off x="5545138" y="1651000"/>
            <a:ext cx="1657826" cy="462307"/>
          </a:xfrm>
          <a:prstGeom prst="rect">
            <a:avLst/>
          </a:prstGeom>
          <a:noFill/>
          <a:ln w="9525">
            <a:noFill/>
            <a:miter lim="800000"/>
            <a:headEnd/>
            <a:tailEnd/>
          </a:ln>
          <a:effectLst/>
        </p:spPr>
        <p:txBody>
          <a:bodyPr wrap="none" lIns="92075" tIns="46038" rIns="92075" bIns="46038">
            <a:spAutoFit/>
          </a:bodyPr>
          <a:lstStyle/>
          <a:p>
            <a:pPr>
              <a:defRPr/>
            </a:pPr>
            <a:r>
              <a:rPr lang="en-US" b="1">
                <a:solidFill>
                  <a:srgbClr val="0000FF"/>
                </a:solidFill>
                <a:latin typeface="Cambria" panose="02040503050406030204" pitchFamily="18" charset="0"/>
                <a:ea typeface="Cambria" panose="02040503050406030204" pitchFamily="18" charset="0"/>
              </a:rPr>
              <a:t>Projection</a:t>
            </a:r>
          </a:p>
        </p:txBody>
      </p:sp>
      <p:sp>
        <p:nvSpPr>
          <p:cNvPr id="97281" name="Line 31">
            <a:extLst>
              <a:ext uri="{FF2B5EF4-FFF2-40B4-BE49-F238E27FC236}">
                <a16:creationId xmlns:a16="http://schemas.microsoft.com/office/drawing/2014/main" id="{7F1D06FF-DDB9-7A8B-CF82-64F90F42F462}"/>
              </a:ext>
            </a:extLst>
          </p:cNvPr>
          <p:cNvSpPr>
            <a:spLocks noChangeShapeType="1"/>
          </p:cNvSpPr>
          <p:nvPr/>
        </p:nvSpPr>
        <p:spPr bwMode="auto">
          <a:xfrm>
            <a:off x="2609850" y="4378325"/>
            <a:ext cx="0" cy="1376363"/>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97282" name="Line 32">
            <a:extLst>
              <a:ext uri="{FF2B5EF4-FFF2-40B4-BE49-F238E27FC236}">
                <a16:creationId xmlns:a16="http://schemas.microsoft.com/office/drawing/2014/main" id="{A60052C2-EA1B-57F4-B8C5-E2342F8A8FD2}"/>
              </a:ext>
            </a:extLst>
          </p:cNvPr>
          <p:cNvSpPr>
            <a:spLocks noChangeShapeType="1"/>
          </p:cNvSpPr>
          <p:nvPr/>
        </p:nvSpPr>
        <p:spPr bwMode="auto">
          <a:xfrm>
            <a:off x="1914525" y="4378325"/>
            <a:ext cx="0" cy="1376363"/>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97283" name="Line 33">
            <a:extLst>
              <a:ext uri="{FF2B5EF4-FFF2-40B4-BE49-F238E27FC236}">
                <a16:creationId xmlns:a16="http://schemas.microsoft.com/office/drawing/2014/main" id="{69457976-178B-0298-D74F-5D72718D4FA0}"/>
              </a:ext>
            </a:extLst>
          </p:cNvPr>
          <p:cNvSpPr>
            <a:spLocks noChangeShapeType="1"/>
          </p:cNvSpPr>
          <p:nvPr/>
        </p:nvSpPr>
        <p:spPr bwMode="auto">
          <a:xfrm>
            <a:off x="1628775" y="4549775"/>
            <a:ext cx="18669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97284" name="Line 34">
            <a:extLst>
              <a:ext uri="{FF2B5EF4-FFF2-40B4-BE49-F238E27FC236}">
                <a16:creationId xmlns:a16="http://schemas.microsoft.com/office/drawing/2014/main" id="{CE1C1BCB-38C6-DC5C-3065-0A63F3832684}"/>
              </a:ext>
            </a:extLst>
          </p:cNvPr>
          <p:cNvSpPr>
            <a:spLocks noChangeShapeType="1"/>
          </p:cNvSpPr>
          <p:nvPr/>
        </p:nvSpPr>
        <p:spPr bwMode="auto">
          <a:xfrm>
            <a:off x="1628775" y="4702175"/>
            <a:ext cx="18669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97285" name="Line 35">
            <a:extLst>
              <a:ext uri="{FF2B5EF4-FFF2-40B4-BE49-F238E27FC236}">
                <a16:creationId xmlns:a16="http://schemas.microsoft.com/office/drawing/2014/main" id="{9CC07056-D4DF-AEBD-28F1-42B6A58E4B6F}"/>
              </a:ext>
            </a:extLst>
          </p:cNvPr>
          <p:cNvSpPr>
            <a:spLocks noChangeShapeType="1"/>
          </p:cNvSpPr>
          <p:nvPr/>
        </p:nvSpPr>
        <p:spPr bwMode="auto">
          <a:xfrm>
            <a:off x="1628775" y="4854575"/>
            <a:ext cx="18669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97286" name="Line 36">
            <a:extLst>
              <a:ext uri="{FF2B5EF4-FFF2-40B4-BE49-F238E27FC236}">
                <a16:creationId xmlns:a16="http://schemas.microsoft.com/office/drawing/2014/main" id="{2B70DAD7-7BC0-2421-B44A-29F9E5948B15}"/>
              </a:ext>
            </a:extLst>
          </p:cNvPr>
          <p:cNvSpPr>
            <a:spLocks noChangeShapeType="1"/>
          </p:cNvSpPr>
          <p:nvPr/>
        </p:nvSpPr>
        <p:spPr bwMode="auto">
          <a:xfrm>
            <a:off x="1628775" y="5006975"/>
            <a:ext cx="18669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97287" name="Line 37">
            <a:extLst>
              <a:ext uri="{FF2B5EF4-FFF2-40B4-BE49-F238E27FC236}">
                <a16:creationId xmlns:a16="http://schemas.microsoft.com/office/drawing/2014/main" id="{7807190B-1DAE-D6C9-C117-EAEF1B5DEAD4}"/>
              </a:ext>
            </a:extLst>
          </p:cNvPr>
          <p:cNvSpPr>
            <a:spLocks noChangeShapeType="1"/>
          </p:cNvSpPr>
          <p:nvPr/>
        </p:nvSpPr>
        <p:spPr bwMode="auto">
          <a:xfrm>
            <a:off x="1628775" y="5159375"/>
            <a:ext cx="18669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97289" name="Line 38">
            <a:extLst>
              <a:ext uri="{FF2B5EF4-FFF2-40B4-BE49-F238E27FC236}">
                <a16:creationId xmlns:a16="http://schemas.microsoft.com/office/drawing/2014/main" id="{4851A913-5AB2-FCC4-A6DA-8F0C3A3936F4}"/>
              </a:ext>
            </a:extLst>
          </p:cNvPr>
          <p:cNvSpPr>
            <a:spLocks noChangeShapeType="1"/>
          </p:cNvSpPr>
          <p:nvPr/>
        </p:nvSpPr>
        <p:spPr bwMode="auto">
          <a:xfrm>
            <a:off x="1628775" y="5311775"/>
            <a:ext cx="18669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97290" name="Line 39">
            <a:extLst>
              <a:ext uri="{FF2B5EF4-FFF2-40B4-BE49-F238E27FC236}">
                <a16:creationId xmlns:a16="http://schemas.microsoft.com/office/drawing/2014/main" id="{40C59CD4-31F9-205A-2199-F010A19F8506}"/>
              </a:ext>
            </a:extLst>
          </p:cNvPr>
          <p:cNvSpPr>
            <a:spLocks noChangeShapeType="1"/>
          </p:cNvSpPr>
          <p:nvPr/>
        </p:nvSpPr>
        <p:spPr bwMode="auto">
          <a:xfrm>
            <a:off x="1628775" y="5464175"/>
            <a:ext cx="18669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97292" name="Line 40">
            <a:extLst>
              <a:ext uri="{FF2B5EF4-FFF2-40B4-BE49-F238E27FC236}">
                <a16:creationId xmlns:a16="http://schemas.microsoft.com/office/drawing/2014/main" id="{B031A855-71D7-96DC-FB83-102D1D3841DE}"/>
              </a:ext>
            </a:extLst>
          </p:cNvPr>
          <p:cNvSpPr>
            <a:spLocks noChangeShapeType="1"/>
          </p:cNvSpPr>
          <p:nvPr/>
        </p:nvSpPr>
        <p:spPr bwMode="auto">
          <a:xfrm>
            <a:off x="1628775" y="5616575"/>
            <a:ext cx="18669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97293" name="Line 41">
            <a:extLst>
              <a:ext uri="{FF2B5EF4-FFF2-40B4-BE49-F238E27FC236}">
                <a16:creationId xmlns:a16="http://schemas.microsoft.com/office/drawing/2014/main" id="{F6F58B53-40BB-A27F-1133-54A78E80705E}"/>
              </a:ext>
            </a:extLst>
          </p:cNvPr>
          <p:cNvSpPr>
            <a:spLocks noChangeShapeType="1"/>
          </p:cNvSpPr>
          <p:nvPr/>
        </p:nvSpPr>
        <p:spPr bwMode="auto">
          <a:xfrm>
            <a:off x="2881313" y="4378325"/>
            <a:ext cx="0" cy="1376363"/>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97295" name="Line 42">
            <a:extLst>
              <a:ext uri="{FF2B5EF4-FFF2-40B4-BE49-F238E27FC236}">
                <a16:creationId xmlns:a16="http://schemas.microsoft.com/office/drawing/2014/main" id="{828F0220-504A-1448-7C76-1238F422841E}"/>
              </a:ext>
            </a:extLst>
          </p:cNvPr>
          <p:cNvSpPr>
            <a:spLocks noChangeShapeType="1"/>
          </p:cNvSpPr>
          <p:nvPr/>
        </p:nvSpPr>
        <p:spPr bwMode="auto">
          <a:xfrm>
            <a:off x="3206750" y="4376738"/>
            <a:ext cx="0" cy="1376362"/>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97296" name="Line 43">
            <a:extLst>
              <a:ext uri="{FF2B5EF4-FFF2-40B4-BE49-F238E27FC236}">
                <a16:creationId xmlns:a16="http://schemas.microsoft.com/office/drawing/2014/main" id="{146E26E6-5145-3CEA-EAB2-5A67B8075484}"/>
              </a:ext>
            </a:extLst>
          </p:cNvPr>
          <p:cNvSpPr>
            <a:spLocks noChangeShapeType="1"/>
          </p:cNvSpPr>
          <p:nvPr/>
        </p:nvSpPr>
        <p:spPr bwMode="auto">
          <a:xfrm>
            <a:off x="6351588" y="4392613"/>
            <a:ext cx="0" cy="1376362"/>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97297" name="Line 44">
            <a:extLst>
              <a:ext uri="{FF2B5EF4-FFF2-40B4-BE49-F238E27FC236}">
                <a16:creationId xmlns:a16="http://schemas.microsoft.com/office/drawing/2014/main" id="{2C85ACEA-53D6-6C16-8762-E9DC66B72541}"/>
              </a:ext>
            </a:extLst>
          </p:cNvPr>
          <p:cNvSpPr>
            <a:spLocks noChangeShapeType="1"/>
          </p:cNvSpPr>
          <p:nvPr/>
        </p:nvSpPr>
        <p:spPr bwMode="auto">
          <a:xfrm>
            <a:off x="5924550" y="4379913"/>
            <a:ext cx="0" cy="1376362"/>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97298" name="Line 45">
            <a:extLst>
              <a:ext uri="{FF2B5EF4-FFF2-40B4-BE49-F238E27FC236}">
                <a16:creationId xmlns:a16="http://schemas.microsoft.com/office/drawing/2014/main" id="{0534FB18-6BF2-CFC9-2F02-7839F23519B8}"/>
              </a:ext>
            </a:extLst>
          </p:cNvPr>
          <p:cNvSpPr>
            <a:spLocks noChangeShapeType="1"/>
          </p:cNvSpPr>
          <p:nvPr/>
        </p:nvSpPr>
        <p:spPr bwMode="auto">
          <a:xfrm>
            <a:off x="5638800" y="4551363"/>
            <a:ext cx="18669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97300" name="Line 46">
            <a:extLst>
              <a:ext uri="{FF2B5EF4-FFF2-40B4-BE49-F238E27FC236}">
                <a16:creationId xmlns:a16="http://schemas.microsoft.com/office/drawing/2014/main" id="{305F635B-9446-733E-C2EB-6E57B0AB3AEF}"/>
              </a:ext>
            </a:extLst>
          </p:cNvPr>
          <p:cNvSpPr>
            <a:spLocks noChangeShapeType="1"/>
          </p:cNvSpPr>
          <p:nvPr/>
        </p:nvSpPr>
        <p:spPr bwMode="auto">
          <a:xfrm>
            <a:off x="5638800" y="4703763"/>
            <a:ext cx="18669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97301" name="Line 47">
            <a:extLst>
              <a:ext uri="{FF2B5EF4-FFF2-40B4-BE49-F238E27FC236}">
                <a16:creationId xmlns:a16="http://schemas.microsoft.com/office/drawing/2014/main" id="{44A7571A-E6BA-2CC4-9ED2-948B300CA4DC}"/>
              </a:ext>
            </a:extLst>
          </p:cNvPr>
          <p:cNvSpPr>
            <a:spLocks noChangeShapeType="1"/>
          </p:cNvSpPr>
          <p:nvPr/>
        </p:nvSpPr>
        <p:spPr bwMode="auto">
          <a:xfrm>
            <a:off x="5638800" y="4856163"/>
            <a:ext cx="18669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97302" name="Line 48">
            <a:extLst>
              <a:ext uri="{FF2B5EF4-FFF2-40B4-BE49-F238E27FC236}">
                <a16:creationId xmlns:a16="http://schemas.microsoft.com/office/drawing/2014/main" id="{8660617F-46B0-8811-A93F-35CC63E35219}"/>
              </a:ext>
            </a:extLst>
          </p:cNvPr>
          <p:cNvSpPr>
            <a:spLocks noChangeShapeType="1"/>
          </p:cNvSpPr>
          <p:nvPr/>
        </p:nvSpPr>
        <p:spPr bwMode="auto">
          <a:xfrm>
            <a:off x="5638800" y="5008563"/>
            <a:ext cx="18669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97303" name="Line 49">
            <a:extLst>
              <a:ext uri="{FF2B5EF4-FFF2-40B4-BE49-F238E27FC236}">
                <a16:creationId xmlns:a16="http://schemas.microsoft.com/office/drawing/2014/main" id="{4A3F7569-4AC4-0E8D-F170-BA23FCD03F31}"/>
              </a:ext>
            </a:extLst>
          </p:cNvPr>
          <p:cNvSpPr>
            <a:spLocks noChangeShapeType="1"/>
          </p:cNvSpPr>
          <p:nvPr/>
        </p:nvSpPr>
        <p:spPr bwMode="auto">
          <a:xfrm>
            <a:off x="5638800" y="5160963"/>
            <a:ext cx="18669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97304" name="Line 50">
            <a:extLst>
              <a:ext uri="{FF2B5EF4-FFF2-40B4-BE49-F238E27FC236}">
                <a16:creationId xmlns:a16="http://schemas.microsoft.com/office/drawing/2014/main" id="{E0C91372-96CE-0ED2-9B37-FBE5D3BB28FC}"/>
              </a:ext>
            </a:extLst>
          </p:cNvPr>
          <p:cNvSpPr>
            <a:spLocks noChangeShapeType="1"/>
          </p:cNvSpPr>
          <p:nvPr/>
        </p:nvSpPr>
        <p:spPr bwMode="auto">
          <a:xfrm>
            <a:off x="5638800" y="5313363"/>
            <a:ext cx="18669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97305" name="Line 51">
            <a:extLst>
              <a:ext uri="{FF2B5EF4-FFF2-40B4-BE49-F238E27FC236}">
                <a16:creationId xmlns:a16="http://schemas.microsoft.com/office/drawing/2014/main" id="{9C121113-833E-943F-5368-0D98DBDFD997}"/>
              </a:ext>
            </a:extLst>
          </p:cNvPr>
          <p:cNvSpPr>
            <a:spLocks noChangeShapeType="1"/>
          </p:cNvSpPr>
          <p:nvPr/>
        </p:nvSpPr>
        <p:spPr bwMode="auto">
          <a:xfrm>
            <a:off x="5638800" y="5465763"/>
            <a:ext cx="18669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97306" name="Line 52">
            <a:extLst>
              <a:ext uri="{FF2B5EF4-FFF2-40B4-BE49-F238E27FC236}">
                <a16:creationId xmlns:a16="http://schemas.microsoft.com/office/drawing/2014/main" id="{E7644D49-569A-A8F9-9C25-97BC928C69B6}"/>
              </a:ext>
            </a:extLst>
          </p:cNvPr>
          <p:cNvSpPr>
            <a:spLocks noChangeShapeType="1"/>
          </p:cNvSpPr>
          <p:nvPr/>
        </p:nvSpPr>
        <p:spPr bwMode="auto">
          <a:xfrm>
            <a:off x="5638800" y="5618163"/>
            <a:ext cx="18669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97307" name="Line 53">
            <a:extLst>
              <a:ext uri="{FF2B5EF4-FFF2-40B4-BE49-F238E27FC236}">
                <a16:creationId xmlns:a16="http://schemas.microsoft.com/office/drawing/2014/main" id="{6F36987F-466A-A0D0-A6C5-C7BD4CA34202}"/>
              </a:ext>
            </a:extLst>
          </p:cNvPr>
          <p:cNvSpPr>
            <a:spLocks noChangeShapeType="1"/>
          </p:cNvSpPr>
          <p:nvPr/>
        </p:nvSpPr>
        <p:spPr bwMode="auto">
          <a:xfrm>
            <a:off x="6891338" y="4379913"/>
            <a:ext cx="0" cy="1376362"/>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97308" name="Line 54">
            <a:extLst>
              <a:ext uri="{FF2B5EF4-FFF2-40B4-BE49-F238E27FC236}">
                <a16:creationId xmlns:a16="http://schemas.microsoft.com/office/drawing/2014/main" id="{22384366-D610-5275-50AC-02C5AE14E829}"/>
              </a:ext>
            </a:extLst>
          </p:cNvPr>
          <p:cNvSpPr>
            <a:spLocks noChangeShapeType="1"/>
          </p:cNvSpPr>
          <p:nvPr/>
        </p:nvSpPr>
        <p:spPr bwMode="auto">
          <a:xfrm>
            <a:off x="7216775" y="4378325"/>
            <a:ext cx="0" cy="1376363"/>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97309" name="Line 55">
            <a:extLst>
              <a:ext uri="{FF2B5EF4-FFF2-40B4-BE49-F238E27FC236}">
                <a16:creationId xmlns:a16="http://schemas.microsoft.com/office/drawing/2014/main" id="{DF5BEA2C-712A-2ABD-151C-A328EB696140}"/>
              </a:ext>
            </a:extLst>
          </p:cNvPr>
          <p:cNvSpPr>
            <a:spLocks noChangeShapeType="1"/>
          </p:cNvSpPr>
          <p:nvPr/>
        </p:nvSpPr>
        <p:spPr bwMode="auto">
          <a:xfrm>
            <a:off x="6643688" y="4375150"/>
            <a:ext cx="0" cy="1376363"/>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97310" name="Rectangle 56">
            <a:extLst>
              <a:ext uri="{FF2B5EF4-FFF2-40B4-BE49-F238E27FC236}">
                <a16:creationId xmlns:a16="http://schemas.microsoft.com/office/drawing/2014/main" id="{2679D9CC-C2FC-7337-C0EF-22AE6827D8B9}"/>
              </a:ext>
            </a:extLst>
          </p:cNvPr>
          <p:cNvSpPr>
            <a:spLocks noChangeArrowheads="1"/>
          </p:cNvSpPr>
          <p:nvPr/>
        </p:nvSpPr>
        <p:spPr bwMode="auto">
          <a:xfrm>
            <a:off x="1541463" y="5800725"/>
            <a:ext cx="1222707" cy="462307"/>
          </a:xfrm>
          <a:prstGeom prst="rect">
            <a:avLst/>
          </a:prstGeom>
          <a:noFill/>
          <a:ln w="9525">
            <a:noFill/>
            <a:miter lim="800000"/>
            <a:headEnd/>
            <a:tailEnd/>
          </a:ln>
          <a:effectLst/>
        </p:spPr>
        <p:txBody>
          <a:bodyPr wrap="none" lIns="92075" tIns="46038" rIns="92075" bIns="46038">
            <a:spAutoFit/>
          </a:bodyPr>
          <a:lstStyle/>
          <a:p>
            <a:pPr>
              <a:defRPr/>
            </a:pPr>
            <a:r>
              <a:rPr lang="en-US" b="1">
                <a:solidFill>
                  <a:srgbClr val="0000FF"/>
                </a:solidFill>
                <a:latin typeface="Cambria" panose="02040503050406030204" pitchFamily="18" charset="0"/>
                <a:ea typeface="Cambria" panose="02040503050406030204" pitchFamily="18" charset="0"/>
              </a:rPr>
              <a:t>Table 1</a:t>
            </a:r>
          </a:p>
        </p:txBody>
      </p:sp>
      <p:sp>
        <p:nvSpPr>
          <p:cNvPr id="97311" name="Rectangle 57">
            <a:extLst>
              <a:ext uri="{FF2B5EF4-FFF2-40B4-BE49-F238E27FC236}">
                <a16:creationId xmlns:a16="http://schemas.microsoft.com/office/drawing/2014/main" id="{68FDA149-595D-F3F8-3472-6A5742617A1A}"/>
              </a:ext>
            </a:extLst>
          </p:cNvPr>
          <p:cNvSpPr>
            <a:spLocks noChangeArrowheads="1"/>
          </p:cNvSpPr>
          <p:nvPr/>
        </p:nvSpPr>
        <p:spPr bwMode="auto">
          <a:xfrm>
            <a:off x="5561013" y="5795963"/>
            <a:ext cx="1222707" cy="462307"/>
          </a:xfrm>
          <a:prstGeom prst="rect">
            <a:avLst/>
          </a:prstGeom>
          <a:noFill/>
          <a:ln w="9525">
            <a:noFill/>
            <a:miter lim="800000"/>
            <a:headEnd/>
            <a:tailEnd/>
          </a:ln>
          <a:effectLst/>
        </p:spPr>
        <p:txBody>
          <a:bodyPr wrap="none" lIns="92075" tIns="46038" rIns="92075" bIns="46038">
            <a:spAutoFit/>
          </a:bodyPr>
          <a:lstStyle/>
          <a:p>
            <a:pPr>
              <a:defRPr/>
            </a:pPr>
            <a:r>
              <a:rPr lang="en-US" b="1">
                <a:solidFill>
                  <a:srgbClr val="0000FF"/>
                </a:solidFill>
                <a:latin typeface="Cambria" panose="02040503050406030204" pitchFamily="18" charset="0"/>
                <a:ea typeface="Cambria" panose="02040503050406030204" pitchFamily="18" charset="0"/>
              </a:rPr>
              <a:t>Table 2</a:t>
            </a:r>
          </a:p>
        </p:txBody>
      </p:sp>
      <p:sp>
        <p:nvSpPr>
          <p:cNvPr id="8195" name="Line 60">
            <a:extLst>
              <a:ext uri="{FF2B5EF4-FFF2-40B4-BE49-F238E27FC236}">
                <a16:creationId xmlns:a16="http://schemas.microsoft.com/office/drawing/2014/main" id="{152759B9-B65F-D8BE-B031-09B73D10D683}"/>
              </a:ext>
            </a:extLst>
          </p:cNvPr>
          <p:cNvSpPr>
            <a:spLocks noChangeShapeType="1"/>
          </p:cNvSpPr>
          <p:nvPr/>
        </p:nvSpPr>
        <p:spPr bwMode="auto">
          <a:xfrm>
            <a:off x="6627813" y="2192338"/>
            <a:ext cx="0" cy="1376362"/>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8196" name="Line 61">
            <a:extLst>
              <a:ext uri="{FF2B5EF4-FFF2-40B4-BE49-F238E27FC236}">
                <a16:creationId xmlns:a16="http://schemas.microsoft.com/office/drawing/2014/main" id="{B26C95D2-B559-F6A3-43A7-614C34D5987A}"/>
              </a:ext>
            </a:extLst>
          </p:cNvPr>
          <p:cNvSpPr>
            <a:spLocks noChangeShapeType="1"/>
          </p:cNvSpPr>
          <p:nvPr/>
        </p:nvSpPr>
        <p:spPr bwMode="auto">
          <a:xfrm>
            <a:off x="5932488" y="2192338"/>
            <a:ext cx="0" cy="1376362"/>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8197" name="Line 62">
            <a:extLst>
              <a:ext uri="{FF2B5EF4-FFF2-40B4-BE49-F238E27FC236}">
                <a16:creationId xmlns:a16="http://schemas.microsoft.com/office/drawing/2014/main" id="{9078A646-1620-9E07-8422-543EEAA4488E}"/>
              </a:ext>
            </a:extLst>
          </p:cNvPr>
          <p:cNvSpPr>
            <a:spLocks noChangeShapeType="1"/>
          </p:cNvSpPr>
          <p:nvPr/>
        </p:nvSpPr>
        <p:spPr bwMode="auto">
          <a:xfrm>
            <a:off x="5646738" y="2363788"/>
            <a:ext cx="18669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8198" name="Line 63">
            <a:extLst>
              <a:ext uri="{FF2B5EF4-FFF2-40B4-BE49-F238E27FC236}">
                <a16:creationId xmlns:a16="http://schemas.microsoft.com/office/drawing/2014/main" id="{910A3160-8B85-B50F-CEAB-F7D8FF00F520}"/>
              </a:ext>
            </a:extLst>
          </p:cNvPr>
          <p:cNvSpPr>
            <a:spLocks noChangeShapeType="1"/>
          </p:cNvSpPr>
          <p:nvPr/>
        </p:nvSpPr>
        <p:spPr bwMode="auto">
          <a:xfrm>
            <a:off x="5646738" y="2516188"/>
            <a:ext cx="18669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8202" name="Line 64">
            <a:extLst>
              <a:ext uri="{FF2B5EF4-FFF2-40B4-BE49-F238E27FC236}">
                <a16:creationId xmlns:a16="http://schemas.microsoft.com/office/drawing/2014/main" id="{69AEBE37-674B-1D3E-BCCA-813174A52658}"/>
              </a:ext>
            </a:extLst>
          </p:cNvPr>
          <p:cNvSpPr>
            <a:spLocks noChangeShapeType="1"/>
          </p:cNvSpPr>
          <p:nvPr/>
        </p:nvSpPr>
        <p:spPr bwMode="auto">
          <a:xfrm>
            <a:off x="5646738" y="2668588"/>
            <a:ext cx="18669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8204" name="Line 65">
            <a:extLst>
              <a:ext uri="{FF2B5EF4-FFF2-40B4-BE49-F238E27FC236}">
                <a16:creationId xmlns:a16="http://schemas.microsoft.com/office/drawing/2014/main" id="{08BDE8EF-70E0-3741-992B-AF74A58B0BFA}"/>
              </a:ext>
            </a:extLst>
          </p:cNvPr>
          <p:cNvSpPr>
            <a:spLocks noChangeShapeType="1"/>
          </p:cNvSpPr>
          <p:nvPr/>
        </p:nvSpPr>
        <p:spPr bwMode="auto">
          <a:xfrm>
            <a:off x="5646738" y="2820988"/>
            <a:ext cx="18669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8206" name="Line 66">
            <a:extLst>
              <a:ext uri="{FF2B5EF4-FFF2-40B4-BE49-F238E27FC236}">
                <a16:creationId xmlns:a16="http://schemas.microsoft.com/office/drawing/2014/main" id="{DB5FDCDA-4AAA-146E-6186-FA3D47B2D44B}"/>
              </a:ext>
            </a:extLst>
          </p:cNvPr>
          <p:cNvSpPr>
            <a:spLocks noChangeShapeType="1"/>
          </p:cNvSpPr>
          <p:nvPr/>
        </p:nvSpPr>
        <p:spPr bwMode="auto">
          <a:xfrm>
            <a:off x="5646738" y="2973388"/>
            <a:ext cx="18669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8208" name="Line 67">
            <a:extLst>
              <a:ext uri="{FF2B5EF4-FFF2-40B4-BE49-F238E27FC236}">
                <a16:creationId xmlns:a16="http://schemas.microsoft.com/office/drawing/2014/main" id="{0F9E7AF1-EFCD-C6E2-9360-199104923392}"/>
              </a:ext>
            </a:extLst>
          </p:cNvPr>
          <p:cNvSpPr>
            <a:spLocks noChangeShapeType="1"/>
          </p:cNvSpPr>
          <p:nvPr/>
        </p:nvSpPr>
        <p:spPr bwMode="auto">
          <a:xfrm>
            <a:off x="5646738" y="3125788"/>
            <a:ext cx="18669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8212" name="Line 68">
            <a:extLst>
              <a:ext uri="{FF2B5EF4-FFF2-40B4-BE49-F238E27FC236}">
                <a16:creationId xmlns:a16="http://schemas.microsoft.com/office/drawing/2014/main" id="{36D1A657-7D19-9B3B-DE27-69B97368B099}"/>
              </a:ext>
            </a:extLst>
          </p:cNvPr>
          <p:cNvSpPr>
            <a:spLocks noChangeShapeType="1"/>
          </p:cNvSpPr>
          <p:nvPr/>
        </p:nvSpPr>
        <p:spPr bwMode="auto">
          <a:xfrm>
            <a:off x="5646738" y="3278188"/>
            <a:ext cx="18669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8214" name="Line 70">
            <a:extLst>
              <a:ext uri="{FF2B5EF4-FFF2-40B4-BE49-F238E27FC236}">
                <a16:creationId xmlns:a16="http://schemas.microsoft.com/office/drawing/2014/main" id="{BE485A78-44E2-ED47-5A62-70F90BB7C530}"/>
              </a:ext>
            </a:extLst>
          </p:cNvPr>
          <p:cNvSpPr>
            <a:spLocks noChangeShapeType="1"/>
          </p:cNvSpPr>
          <p:nvPr/>
        </p:nvSpPr>
        <p:spPr bwMode="auto">
          <a:xfrm>
            <a:off x="6899275" y="2192338"/>
            <a:ext cx="0" cy="1376362"/>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8215" name="Line 71">
            <a:extLst>
              <a:ext uri="{FF2B5EF4-FFF2-40B4-BE49-F238E27FC236}">
                <a16:creationId xmlns:a16="http://schemas.microsoft.com/office/drawing/2014/main" id="{3E75C471-F6FD-63AB-22B6-ECBEA2514F80}"/>
              </a:ext>
            </a:extLst>
          </p:cNvPr>
          <p:cNvSpPr>
            <a:spLocks noChangeShapeType="1"/>
          </p:cNvSpPr>
          <p:nvPr/>
        </p:nvSpPr>
        <p:spPr bwMode="auto">
          <a:xfrm>
            <a:off x="7224713" y="2190750"/>
            <a:ext cx="0" cy="1376363"/>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
        <p:nvSpPr>
          <p:cNvPr id="8216" name="Rectangle 72">
            <a:extLst>
              <a:ext uri="{FF2B5EF4-FFF2-40B4-BE49-F238E27FC236}">
                <a16:creationId xmlns:a16="http://schemas.microsoft.com/office/drawing/2014/main" id="{D85E2DE0-EC18-DAFC-B5F3-798365150716}"/>
              </a:ext>
            </a:extLst>
          </p:cNvPr>
          <p:cNvSpPr>
            <a:spLocks noChangeArrowheads="1"/>
          </p:cNvSpPr>
          <p:nvPr/>
        </p:nvSpPr>
        <p:spPr bwMode="auto">
          <a:xfrm>
            <a:off x="4200088" y="4577732"/>
            <a:ext cx="746999" cy="462307"/>
          </a:xfrm>
          <a:prstGeom prst="rect">
            <a:avLst/>
          </a:prstGeom>
          <a:noFill/>
          <a:ln w="9525">
            <a:noFill/>
            <a:miter lim="800000"/>
            <a:headEnd/>
            <a:tailEnd/>
          </a:ln>
          <a:effectLst/>
        </p:spPr>
        <p:txBody>
          <a:bodyPr wrap="none" lIns="92075" tIns="46038" rIns="92075" bIns="46038">
            <a:spAutoFit/>
          </a:bodyPr>
          <a:lstStyle/>
          <a:p>
            <a:pPr>
              <a:defRPr/>
            </a:pPr>
            <a:r>
              <a:rPr lang="en-US" b="1" dirty="0">
                <a:solidFill>
                  <a:srgbClr val="FF0000"/>
                </a:solidFill>
                <a:latin typeface="Cambria" panose="02040503050406030204" pitchFamily="18" charset="0"/>
                <a:ea typeface="Cambria" panose="02040503050406030204" pitchFamily="18" charset="0"/>
              </a:rPr>
              <a:t>Join</a:t>
            </a:r>
          </a:p>
        </p:txBody>
      </p:sp>
      <p:sp>
        <p:nvSpPr>
          <p:cNvPr id="8217" name="Line 73">
            <a:extLst>
              <a:ext uri="{FF2B5EF4-FFF2-40B4-BE49-F238E27FC236}">
                <a16:creationId xmlns:a16="http://schemas.microsoft.com/office/drawing/2014/main" id="{F5B3EC7C-486A-03B5-F6C1-42DADF7C85D9}"/>
              </a:ext>
            </a:extLst>
          </p:cNvPr>
          <p:cNvSpPr>
            <a:spLocks noChangeShapeType="1"/>
          </p:cNvSpPr>
          <p:nvPr/>
        </p:nvSpPr>
        <p:spPr bwMode="auto">
          <a:xfrm flipV="1">
            <a:off x="3619500" y="5080000"/>
            <a:ext cx="1962150" cy="6350"/>
          </a:xfrm>
          <a:prstGeom prst="line">
            <a:avLst/>
          </a:prstGeom>
          <a:noFill/>
          <a:ln w="50800">
            <a:solidFill>
              <a:srgbClr val="FFCC00"/>
            </a:solidFill>
            <a:round/>
            <a:headEnd type="stealth" w="med" len="lg"/>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solidFill>
                <a:srgbClr val="0000FF"/>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2278568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up)">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wipe(up)">
                                      <p:cBhvr>
                                        <p:cTn id="17" dur="500"/>
                                        <p:tgtEl>
                                          <p:spTgt spid="28"/>
                                        </p:tgtEl>
                                      </p:cBhvr>
                                    </p:animEffect>
                                  </p:childTnLst>
                                </p:cTn>
                              </p:par>
                            </p:childTnLst>
                          </p:cTn>
                        </p:par>
                        <p:par>
                          <p:cTn id="18" fill="hold">
                            <p:stCondLst>
                              <p:cond delay="500"/>
                            </p:stCondLst>
                            <p:childTnLst>
                              <p:par>
                                <p:cTn id="19" presetID="4" presetClass="entr" presetSubtype="32" fill="hold" nodeType="afterEffect">
                                  <p:stCondLst>
                                    <p:cond delay="0"/>
                                  </p:stCondLst>
                                  <p:childTnLst>
                                    <p:set>
                                      <p:cBhvr>
                                        <p:cTn id="20" dur="1" fill="hold">
                                          <p:stCondLst>
                                            <p:cond delay="0"/>
                                          </p:stCondLst>
                                        </p:cTn>
                                        <p:tgtEl>
                                          <p:spTgt spid="8217"/>
                                        </p:tgtEl>
                                        <p:attrNameLst>
                                          <p:attrName>style.visibility</p:attrName>
                                        </p:attrNameLst>
                                      </p:cBhvr>
                                      <p:to>
                                        <p:strVal val="visible"/>
                                      </p:to>
                                    </p:set>
                                    <p:animEffect transition="in" filter="box(out)">
                                      <p:cBhvr>
                                        <p:cTn id="21" dur="500"/>
                                        <p:tgtEl>
                                          <p:spTgt spid="82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33CD3-29DB-1C67-98D6-AF05DE43D066}"/>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E007448A-9783-D801-5F9A-FCA500DF3539}"/>
              </a:ext>
            </a:extLst>
          </p:cNvPr>
          <p:cNvSpPr>
            <a:spLocks noGrp="1" noChangeArrowheads="1"/>
          </p:cNvSpPr>
          <p:nvPr>
            <p:ph type="title"/>
          </p:nvPr>
        </p:nvSpPr>
        <p:spPr>
          <a:xfrm>
            <a:off x="467544" y="332656"/>
            <a:ext cx="5486400" cy="533400"/>
          </a:xfrm>
        </p:spPr>
        <p:txBody>
          <a:bodyPr/>
          <a:lstStyle/>
          <a:p>
            <a:pPr eaLnBrk="1" hangingPunct="1"/>
            <a:r>
              <a:rPr lang="en-US" altLang="en-US" sz="2800" b="1" u="sng" dirty="0">
                <a:solidFill>
                  <a:srgbClr val="D34817"/>
                </a:solidFill>
                <a:latin typeface="Cambria" panose="02040503050406030204" pitchFamily="18" charset="0"/>
                <a:ea typeface="Cambria" panose="02040503050406030204" pitchFamily="18" charset="0"/>
              </a:rPr>
              <a:t>Logging into SQL Plus</a:t>
            </a:r>
          </a:p>
        </p:txBody>
      </p:sp>
      <p:sp>
        <p:nvSpPr>
          <p:cNvPr id="3" name="Footer Placeholder 2">
            <a:extLst>
              <a:ext uri="{FF2B5EF4-FFF2-40B4-BE49-F238E27FC236}">
                <a16:creationId xmlns:a16="http://schemas.microsoft.com/office/drawing/2014/main" id="{AA501A78-295A-E734-94F9-F6E410B7FFCE}"/>
              </a:ext>
            </a:extLst>
          </p:cNvPr>
          <p:cNvSpPr>
            <a:spLocks noGrp="1"/>
          </p:cNvSpPr>
          <p:nvPr>
            <p:ph type="ftr" sz="quarter" idx="11"/>
          </p:nvPr>
        </p:nvSpPr>
        <p:spPr>
          <a:xfrm>
            <a:off x="2555776" y="6500192"/>
            <a:ext cx="4876800" cy="457200"/>
          </a:xfrm>
        </p:spPr>
        <p:txBody>
          <a:bodyPr/>
          <a:lstStyle/>
          <a:p>
            <a:pPr>
              <a:defRPr/>
            </a:pPr>
            <a:r>
              <a:rPr lang="en-US" b="1" dirty="0">
                <a:solidFill>
                  <a:srgbClr val="0000FF"/>
                </a:solidFill>
              </a:rPr>
              <a:t>Dr. Asif Sohail,</a:t>
            </a:r>
            <a:r>
              <a:rPr lang="en-US" dirty="0"/>
              <a:t> Department of IT, </a:t>
            </a:r>
            <a:r>
              <a:rPr lang="en-US" dirty="0">
                <a:solidFill>
                  <a:srgbClr val="FF0000"/>
                </a:solidFill>
              </a:rPr>
              <a:t>University of the Punjab, Lahore</a:t>
            </a:r>
          </a:p>
        </p:txBody>
      </p:sp>
      <p:sp>
        <p:nvSpPr>
          <p:cNvPr id="2" name="Slide Number Placeholder 23">
            <a:extLst>
              <a:ext uri="{FF2B5EF4-FFF2-40B4-BE49-F238E27FC236}">
                <a16:creationId xmlns:a16="http://schemas.microsoft.com/office/drawing/2014/main" id="{56446BED-DB07-A6A8-EC27-2B04436E198E}"/>
              </a:ext>
            </a:extLst>
          </p:cNvPr>
          <p:cNvSpPr>
            <a:spLocks noGrp="1"/>
          </p:cNvSpPr>
          <p:nvPr>
            <p:ph type="sldNum" sz="quarter" idx="12"/>
          </p:nvPr>
        </p:nvSpPr>
        <p:spPr>
          <a:xfrm>
            <a:off x="8459788" y="6165850"/>
            <a:ext cx="457200" cy="457200"/>
          </a:xfrm>
        </p:spPr>
        <p:txBody>
          <a:bodyPr/>
          <a:lstStyle/>
          <a:p>
            <a:pPr>
              <a:defRPr/>
            </a:pPr>
            <a:fld id="{110F9843-0372-4357-99AD-419BEB3ABF28}" type="slidenum">
              <a:rPr lang="en-US" smtClean="0"/>
              <a:pPr>
                <a:defRPr/>
              </a:pPr>
              <a:t>10</a:t>
            </a:fld>
            <a:endParaRPr lang="en-US"/>
          </a:p>
        </p:txBody>
      </p:sp>
      <p:pic>
        <p:nvPicPr>
          <p:cNvPr id="5" name="Picture 4">
            <a:extLst>
              <a:ext uri="{FF2B5EF4-FFF2-40B4-BE49-F238E27FC236}">
                <a16:creationId xmlns:a16="http://schemas.microsoft.com/office/drawing/2014/main" id="{6F75BA42-1B81-EB27-BBDB-B5F7EC2E41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812" y="1033751"/>
            <a:ext cx="6048375" cy="500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7931968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AF699-3ECA-DFE1-D272-AE1DC09C76C1}"/>
            </a:ext>
          </a:extLst>
        </p:cNvPr>
        <p:cNvGrpSpPr/>
        <p:nvPr/>
      </p:nvGrpSpPr>
      <p:grpSpPr>
        <a:xfrm>
          <a:off x="0" y="0"/>
          <a:ext cx="0" cy="0"/>
          <a:chOff x="0" y="0"/>
          <a:chExt cx="0" cy="0"/>
        </a:xfrm>
      </p:grpSpPr>
      <p:sp>
        <p:nvSpPr>
          <p:cNvPr id="24578" name="Rectangle 2">
            <a:extLst>
              <a:ext uri="{FF2B5EF4-FFF2-40B4-BE49-F238E27FC236}">
                <a16:creationId xmlns:a16="http://schemas.microsoft.com/office/drawing/2014/main" id="{4F215A09-E355-2708-C781-06834E35700E}"/>
              </a:ext>
            </a:extLst>
          </p:cNvPr>
          <p:cNvSpPr>
            <a:spLocks noChangeArrowheads="1"/>
          </p:cNvSpPr>
          <p:nvPr/>
        </p:nvSpPr>
        <p:spPr bwMode="blackWhite">
          <a:xfrm>
            <a:off x="904875" y="1614589"/>
            <a:ext cx="7315200" cy="1765300"/>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24579" name="Rectangle 3">
            <a:extLst>
              <a:ext uri="{FF2B5EF4-FFF2-40B4-BE49-F238E27FC236}">
                <a16:creationId xmlns:a16="http://schemas.microsoft.com/office/drawing/2014/main" id="{1B28564D-CE84-D506-6E18-B857FC9F0396}"/>
              </a:ext>
            </a:extLst>
          </p:cNvPr>
          <p:cNvSpPr>
            <a:spLocks noChangeArrowheads="1"/>
          </p:cNvSpPr>
          <p:nvPr/>
        </p:nvSpPr>
        <p:spPr bwMode="blackWhite">
          <a:xfrm>
            <a:off x="882651" y="1033023"/>
            <a:ext cx="7319962" cy="434976"/>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 pos="1658938" algn="l"/>
              </a:tabLst>
              <a:defRPr sz="2800">
                <a:solidFill>
                  <a:schemeClr val="tx1"/>
                </a:solidFill>
                <a:latin typeface="Arial" panose="020B0604020202020204" pitchFamily="34" charset="0"/>
              </a:defRPr>
            </a:lvl1pPr>
            <a:lvl2pPr marL="742950" indent="-285750">
              <a:spcBef>
                <a:spcPct val="20000"/>
              </a:spcBef>
              <a:buChar char="–"/>
              <a:tabLst>
                <a:tab pos="1200150" algn="l"/>
                <a:tab pos="1658938" algn="l"/>
              </a:tabLst>
              <a:defRPr sz="2400">
                <a:solidFill>
                  <a:schemeClr val="tx1"/>
                </a:solidFill>
                <a:latin typeface="Arial" panose="020B0604020202020204" pitchFamily="34" charset="0"/>
              </a:defRPr>
            </a:lvl2pPr>
            <a:lvl3pPr marL="1143000" indent="-228600">
              <a:spcBef>
                <a:spcPct val="20000"/>
              </a:spcBef>
              <a:buChar char="•"/>
              <a:tabLst>
                <a:tab pos="1200150" algn="l"/>
                <a:tab pos="1658938" algn="l"/>
              </a:tabLst>
              <a:defRPr sz="2000">
                <a:solidFill>
                  <a:schemeClr val="tx1"/>
                </a:solidFill>
                <a:latin typeface="Arial" panose="020B0604020202020204" pitchFamily="34" charset="0"/>
              </a:defRPr>
            </a:lvl3pPr>
            <a:lvl4pPr marL="1600200" indent="-228600">
              <a:spcBef>
                <a:spcPct val="20000"/>
              </a:spcBef>
              <a:buChar char="–"/>
              <a:tabLst>
                <a:tab pos="1200150" algn="l"/>
                <a:tab pos="1658938" algn="l"/>
              </a:tabLst>
              <a:defRPr sz="2000">
                <a:solidFill>
                  <a:schemeClr val="tx1"/>
                </a:solidFill>
                <a:latin typeface="Arial" panose="020B0604020202020204" pitchFamily="34" charset="0"/>
              </a:defRPr>
            </a:lvl4pPr>
            <a:lvl5pPr marL="2057400" indent="-228600">
              <a:spcBef>
                <a:spcPct val="20000"/>
              </a:spcBef>
              <a:buChar char="»"/>
              <a:tabLst>
                <a:tab pos="1200150" algn="l"/>
                <a:tab pos="165893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165893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165893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165893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1658938"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a:t>
            </a:r>
          </a:p>
        </p:txBody>
      </p:sp>
      <p:sp>
        <p:nvSpPr>
          <p:cNvPr id="24585" name="Rectangle 6">
            <a:extLst>
              <a:ext uri="{FF2B5EF4-FFF2-40B4-BE49-F238E27FC236}">
                <a16:creationId xmlns:a16="http://schemas.microsoft.com/office/drawing/2014/main" id="{9D784D87-4ED9-C73A-CBB1-F8499B0CC0D2}"/>
              </a:ext>
            </a:extLst>
          </p:cNvPr>
          <p:cNvSpPr>
            <a:spLocks noChangeArrowheads="1"/>
          </p:cNvSpPr>
          <p:nvPr/>
        </p:nvSpPr>
        <p:spPr bwMode="ltGray">
          <a:xfrm>
            <a:off x="952500" y="1666381"/>
            <a:ext cx="5314950" cy="167640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4581" name="Rectangle 7">
            <a:extLst>
              <a:ext uri="{FF2B5EF4-FFF2-40B4-BE49-F238E27FC236}">
                <a16:creationId xmlns:a16="http://schemas.microsoft.com/office/drawing/2014/main" id="{BEC50040-37E3-2A25-12F0-12BE35AC4573}"/>
              </a:ext>
            </a:extLst>
          </p:cNvPr>
          <p:cNvSpPr>
            <a:spLocks noGrp="1" noChangeArrowheads="1"/>
          </p:cNvSpPr>
          <p:nvPr>
            <p:ph type="title"/>
          </p:nvPr>
        </p:nvSpPr>
        <p:spPr>
          <a:xfrm>
            <a:off x="563994" y="236593"/>
            <a:ext cx="3778250" cy="393700"/>
          </a:xfrm>
          <a:noFill/>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SELECT Statement</a:t>
            </a:r>
            <a:endParaRPr lang="en-US" altLang="en-US" sz="2800" dirty="0">
              <a:solidFill>
                <a:srgbClr val="800000"/>
              </a:solidFill>
            </a:endParaRPr>
          </a:p>
        </p:txBody>
      </p:sp>
      <p:sp>
        <p:nvSpPr>
          <p:cNvPr id="24582" name="Rectangle 8">
            <a:extLst>
              <a:ext uri="{FF2B5EF4-FFF2-40B4-BE49-F238E27FC236}">
                <a16:creationId xmlns:a16="http://schemas.microsoft.com/office/drawing/2014/main" id="{56F5029B-274F-5BB6-5290-032D1935CD5C}"/>
              </a:ext>
            </a:extLst>
          </p:cNvPr>
          <p:cNvSpPr>
            <a:spLocks noChangeArrowheads="1"/>
          </p:cNvSpPr>
          <p:nvPr/>
        </p:nvSpPr>
        <p:spPr bwMode="blackWhite">
          <a:xfrm>
            <a:off x="912813" y="1627289"/>
            <a:ext cx="7289800"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DEPTNO DNAME          LOC</a:t>
            </a:r>
          </a:p>
          <a:p>
            <a:pPr>
              <a:spcBef>
                <a:spcPct val="0"/>
              </a:spcBef>
              <a:buFontTx/>
              <a:buNone/>
            </a:pPr>
            <a:r>
              <a:rPr lang="en-US" altLang="en-US" sz="1800" b="1">
                <a:solidFill>
                  <a:srgbClr val="000000"/>
                </a:solidFill>
                <a:latin typeface="Courier New" panose="02070309020205020404" pitchFamily="49" charset="0"/>
              </a:rPr>
              <a:t>--------- -------------- -------------</a:t>
            </a:r>
          </a:p>
          <a:p>
            <a:pPr>
              <a:spcBef>
                <a:spcPct val="0"/>
              </a:spcBef>
              <a:buFontTx/>
              <a:buNone/>
            </a:pPr>
            <a:r>
              <a:rPr lang="en-US" altLang="en-US" sz="1800" b="1">
                <a:solidFill>
                  <a:srgbClr val="000000"/>
                </a:solidFill>
                <a:latin typeface="Courier New" panose="02070309020205020404" pitchFamily="49" charset="0"/>
              </a:rPr>
              <a:t>       10 ACCOUNTING     NEW YORK</a:t>
            </a:r>
          </a:p>
          <a:p>
            <a:pPr>
              <a:spcBef>
                <a:spcPct val="0"/>
              </a:spcBef>
              <a:buFontTx/>
              <a:buNone/>
            </a:pPr>
            <a:r>
              <a:rPr lang="en-US" altLang="en-US" sz="1800" b="1">
                <a:solidFill>
                  <a:srgbClr val="000000"/>
                </a:solidFill>
                <a:latin typeface="Courier New" panose="02070309020205020404" pitchFamily="49" charset="0"/>
              </a:rPr>
              <a:t>       20 RESEARCH       DALLAS</a:t>
            </a:r>
          </a:p>
          <a:p>
            <a:pPr>
              <a:spcBef>
                <a:spcPct val="0"/>
              </a:spcBef>
              <a:buFontTx/>
              <a:buNone/>
            </a:pPr>
            <a:r>
              <a:rPr lang="en-US" altLang="en-US" sz="1800" b="1">
                <a:solidFill>
                  <a:srgbClr val="000000"/>
                </a:solidFill>
                <a:latin typeface="Courier New" panose="02070309020205020404" pitchFamily="49" charset="0"/>
              </a:rPr>
              <a:t>       30 SALES          CHICAGO</a:t>
            </a:r>
          </a:p>
          <a:p>
            <a:pPr>
              <a:spcBef>
                <a:spcPct val="0"/>
              </a:spcBef>
              <a:buFontTx/>
              <a:buNone/>
            </a:pPr>
            <a:r>
              <a:rPr lang="en-US" altLang="en-US" sz="1800" b="1">
                <a:solidFill>
                  <a:srgbClr val="000000"/>
                </a:solidFill>
                <a:latin typeface="Courier New" panose="02070309020205020404" pitchFamily="49" charset="0"/>
              </a:rPr>
              <a:t>       40 OPERATIONS     BOSTON</a:t>
            </a:r>
          </a:p>
        </p:txBody>
      </p:sp>
      <p:sp>
        <p:nvSpPr>
          <p:cNvPr id="24583" name="Rectangle 9">
            <a:extLst>
              <a:ext uri="{FF2B5EF4-FFF2-40B4-BE49-F238E27FC236}">
                <a16:creationId xmlns:a16="http://schemas.microsoft.com/office/drawing/2014/main" id="{343C3935-9300-E7FF-82A8-95BEB06E1BE9}"/>
              </a:ext>
            </a:extLst>
          </p:cNvPr>
          <p:cNvSpPr>
            <a:spLocks noChangeArrowheads="1"/>
          </p:cNvSpPr>
          <p:nvPr/>
        </p:nvSpPr>
        <p:spPr bwMode="blackWhite">
          <a:xfrm>
            <a:off x="908051" y="1023497"/>
            <a:ext cx="7278687" cy="393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 pos="1658938" algn="l"/>
              </a:tabLst>
              <a:defRPr sz="2800">
                <a:solidFill>
                  <a:schemeClr val="tx1"/>
                </a:solidFill>
                <a:latin typeface="Arial" panose="020B0604020202020204" pitchFamily="34" charset="0"/>
              </a:defRPr>
            </a:lvl1pPr>
            <a:lvl2pPr marL="742950" indent="-285750">
              <a:spcBef>
                <a:spcPct val="20000"/>
              </a:spcBef>
              <a:buChar char="–"/>
              <a:tabLst>
                <a:tab pos="1200150" algn="l"/>
                <a:tab pos="1658938" algn="l"/>
              </a:tabLst>
              <a:defRPr sz="2400">
                <a:solidFill>
                  <a:schemeClr val="tx1"/>
                </a:solidFill>
                <a:latin typeface="Arial" panose="020B0604020202020204" pitchFamily="34" charset="0"/>
              </a:defRPr>
            </a:lvl2pPr>
            <a:lvl3pPr marL="1143000" indent="-228600">
              <a:spcBef>
                <a:spcPct val="20000"/>
              </a:spcBef>
              <a:buChar char="•"/>
              <a:tabLst>
                <a:tab pos="1200150" algn="l"/>
                <a:tab pos="1658938" algn="l"/>
              </a:tabLst>
              <a:defRPr sz="2000">
                <a:solidFill>
                  <a:schemeClr val="tx1"/>
                </a:solidFill>
                <a:latin typeface="Arial" panose="020B0604020202020204" pitchFamily="34" charset="0"/>
              </a:defRPr>
            </a:lvl3pPr>
            <a:lvl4pPr marL="1600200" indent="-228600">
              <a:spcBef>
                <a:spcPct val="20000"/>
              </a:spcBef>
              <a:buChar char="–"/>
              <a:tabLst>
                <a:tab pos="1200150" algn="l"/>
                <a:tab pos="1658938" algn="l"/>
              </a:tabLst>
              <a:defRPr sz="2000">
                <a:solidFill>
                  <a:schemeClr val="tx1"/>
                </a:solidFill>
                <a:latin typeface="Arial" panose="020B0604020202020204" pitchFamily="34" charset="0"/>
              </a:defRPr>
            </a:lvl4pPr>
            <a:lvl5pPr marL="2057400" indent="-228600">
              <a:spcBef>
                <a:spcPct val="20000"/>
              </a:spcBef>
              <a:buChar char="»"/>
              <a:tabLst>
                <a:tab pos="1200150" algn="l"/>
                <a:tab pos="165893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165893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165893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165893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1658938"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SQL&gt; SELECT </a:t>
            </a:r>
            <a:r>
              <a:rPr lang="en-US" altLang="en-US" sz="1800" b="1" dirty="0">
                <a:solidFill>
                  <a:srgbClr val="0000FF"/>
                </a:solidFill>
                <a:latin typeface="Courier New" panose="02070309020205020404" pitchFamily="49" charset="0"/>
              </a:rPr>
              <a:t>*</a:t>
            </a:r>
            <a:r>
              <a:rPr lang="en-US" altLang="en-US" sz="1800" b="1" dirty="0">
                <a:solidFill>
                  <a:srgbClr val="000000"/>
                </a:solidFill>
                <a:latin typeface="Courier New" panose="02070309020205020404" pitchFamily="49" charset="0"/>
              </a:rPr>
              <a:t> FROM 	dept;</a:t>
            </a:r>
          </a:p>
        </p:txBody>
      </p:sp>
      <p:sp>
        <p:nvSpPr>
          <p:cNvPr id="3" name="Rectangle 2">
            <a:extLst>
              <a:ext uri="{FF2B5EF4-FFF2-40B4-BE49-F238E27FC236}">
                <a16:creationId xmlns:a16="http://schemas.microsoft.com/office/drawing/2014/main" id="{8D486B1A-2030-19F8-4726-87760C357974}"/>
              </a:ext>
            </a:extLst>
          </p:cNvPr>
          <p:cNvSpPr>
            <a:spLocks noChangeArrowheads="1"/>
          </p:cNvSpPr>
          <p:nvPr/>
        </p:nvSpPr>
        <p:spPr bwMode="blackWhite">
          <a:xfrm>
            <a:off x="876301" y="4255988"/>
            <a:ext cx="7315200" cy="1765300"/>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4" name="Rectangle 3">
            <a:extLst>
              <a:ext uri="{FF2B5EF4-FFF2-40B4-BE49-F238E27FC236}">
                <a16:creationId xmlns:a16="http://schemas.microsoft.com/office/drawing/2014/main" id="{7C8C2642-A5D9-64D2-7C42-786B7DE08C7C}"/>
              </a:ext>
            </a:extLst>
          </p:cNvPr>
          <p:cNvSpPr>
            <a:spLocks noChangeArrowheads="1"/>
          </p:cNvSpPr>
          <p:nvPr/>
        </p:nvSpPr>
        <p:spPr bwMode="blackWhite">
          <a:xfrm>
            <a:off x="882651" y="3560493"/>
            <a:ext cx="7289800" cy="434978"/>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 pos="1658938" algn="l"/>
              </a:tabLst>
              <a:defRPr sz="2800">
                <a:solidFill>
                  <a:schemeClr val="tx1"/>
                </a:solidFill>
                <a:latin typeface="Arial" panose="020B0604020202020204" pitchFamily="34" charset="0"/>
              </a:defRPr>
            </a:lvl1pPr>
            <a:lvl2pPr marL="742950" indent="-285750">
              <a:spcBef>
                <a:spcPct val="20000"/>
              </a:spcBef>
              <a:buChar char="–"/>
              <a:tabLst>
                <a:tab pos="1200150" algn="l"/>
                <a:tab pos="1658938" algn="l"/>
              </a:tabLst>
              <a:defRPr sz="2400">
                <a:solidFill>
                  <a:schemeClr val="tx1"/>
                </a:solidFill>
                <a:latin typeface="Arial" panose="020B0604020202020204" pitchFamily="34" charset="0"/>
              </a:defRPr>
            </a:lvl2pPr>
            <a:lvl3pPr marL="1143000" indent="-228600">
              <a:spcBef>
                <a:spcPct val="20000"/>
              </a:spcBef>
              <a:buChar char="•"/>
              <a:tabLst>
                <a:tab pos="1200150" algn="l"/>
                <a:tab pos="1658938" algn="l"/>
              </a:tabLst>
              <a:defRPr sz="2000">
                <a:solidFill>
                  <a:schemeClr val="tx1"/>
                </a:solidFill>
                <a:latin typeface="Arial" panose="020B0604020202020204" pitchFamily="34" charset="0"/>
              </a:defRPr>
            </a:lvl3pPr>
            <a:lvl4pPr marL="1600200" indent="-228600">
              <a:spcBef>
                <a:spcPct val="20000"/>
              </a:spcBef>
              <a:buChar char="–"/>
              <a:tabLst>
                <a:tab pos="1200150" algn="l"/>
                <a:tab pos="1658938" algn="l"/>
              </a:tabLst>
              <a:defRPr sz="2000">
                <a:solidFill>
                  <a:schemeClr val="tx1"/>
                </a:solidFill>
                <a:latin typeface="Arial" panose="020B0604020202020204" pitchFamily="34" charset="0"/>
              </a:defRPr>
            </a:lvl4pPr>
            <a:lvl5pPr marL="2057400" indent="-228600">
              <a:spcBef>
                <a:spcPct val="20000"/>
              </a:spcBef>
              <a:buChar char="»"/>
              <a:tabLst>
                <a:tab pos="1200150" algn="l"/>
                <a:tab pos="165893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165893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165893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165893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1658938"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a:t>
            </a:r>
          </a:p>
        </p:txBody>
      </p:sp>
      <p:sp>
        <p:nvSpPr>
          <p:cNvPr id="7" name="Rectangle 6">
            <a:extLst>
              <a:ext uri="{FF2B5EF4-FFF2-40B4-BE49-F238E27FC236}">
                <a16:creationId xmlns:a16="http://schemas.microsoft.com/office/drawing/2014/main" id="{96E1D4A9-28D2-E2E0-2EF6-6A351EA46237}"/>
              </a:ext>
            </a:extLst>
          </p:cNvPr>
          <p:cNvSpPr>
            <a:spLocks noChangeArrowheads="1"/>
          </p:cNvSpPr>
          <p:nvPr/>
        </p:nvSpPr>
        <p:spPr bwMode="ltGray">
          <a:xfrm>
            <a:off x="955676" y="4298850"/>
            <a:ext cx="3214687" cy="1679575"/>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8" name="Rectangle 8">
            <a:extLst>
              <a:ext uri="{FF2B5EF4-FFF2-40B4-BE49-F238E27FC236}">
                <a16:creationId xmlns:a16="http://schemas.microsoft.com/office/drawing/2014/main" id="{DA65D7A9-BA06-B7A2-EB95-91F6612647FB}"/>
              </a:ext>
            </a:extLst>
          </p:cNvPr>
          <p:cNvSpPr>
            <a:spLocks noChangeArrowheads="1"/>
          </p:cNvSpPr>
          <p:nvPr/>
        </p:nvSpPr>
        <p:spPr bwMode="blackWhite">
          <a:xfrm>
            <a:off x="869951" y="4268688"/>
            <a:ext cx="7289800"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DEPTNO LOC</a:t>
            </a:r>
          </a:p>
          <a:p>
            <a:pPr>
              <a:spcBef>
                <a:spcPct val="0"/>
              </a:spcBef>
              <a:buFontTx/>
              <a:buNone/>
            </a:pPr>
            <a:r>
              <a:rPr lang="en-US" altLang="en-US" sz="1800" b="1">
                <a:solidFill>
                  <a:srgbClr val="000000"/>
                </a:solidFill>
                <a:latin typeface="Courier New" panose="02070309020205020404" pitchFamily="49" charset="0"/>
              </a:rPr>
              <a:t>--------- -------------</a:t>
            </a:r>
          </a:p>
          <a:p>
            <a:pPr>
              <a:spcBef>
                <a:spcPct val="0"/>
              </a:spcBef>
              <a:buFontTx/>
              <a:buNone/>
            </a:pPr>
            <a:r>
              <a:rPr lang="en-US" altLang="en-US" sz="1800" b="1">
                <a:solidFill>
                  <a:srgbClr val="000000"/>
                </a:solidFill>
                <a:latin typeface="Courier New" panose="02070309020205020404" pitchFamily="49" charset="0"/>
              </a:rPr>
              <a:t>       10 NEW YORK</a:t>
            </a:r>
          </a:p>
          <a:p>
            <a:pPr>
              <a:spcBef>
                <a:spcPct val="0"/>
              </a:spcBef>
              <a:buFontTx/>
              <a:buNone/>
            </a:pPr>
            <a:r>
              <a:rPr lang="en-US" altLang="en-US" sz="1800" b="1">
                <a:solidFill>
                  <a:srgbClr val="000000"/>
                </a:solidFill>
                <a:latin typeface="Courier New" panose="02070309020205020404" pitchFamily="49" charset="0"/>
              </a:rPr>
              <a:t>       20 DALLAS</a:t>
            </a:r>
          </a:p>
          <a:p>
            <a:pPr>
              <a:spcBef>
                <a:spcPct val="0"/>
              </a:spcBef>
              <a:buFontTx/>
              <a:buNone/>
            </a:pPr>
            <a:r>
              <a:rPr lang="en-US" altLang="en-US" sz="1800" b="1">
                <a:solidFill>
                  <a:srgbClr val="000000"/>
                </a:solidFill>
                <a:latin typeface="Courier New" panose="02070309020205020404" pitchFamily="49" charset="0"/>
              </a:rPr>
              <a:t>       30 CHICAGO</a:t>
            </a:r>
          </a:p>
          <a:p>
            <a:pPr>
              <a:spcBef>
                <a:spcPct val="0"/>
              </a:spcBef>
              <a:buFontTx/>
              <a:buNone/>
            </a:pPr>
            <a:r>
              <a:rPr lang="en-US" altLang="en-US" sz="1800" b="1">
                <a:solidFill>
                  <a:srgbClr val="000000"/>
                </a:solidFill>
                <a:latin typeface="Courier New" panose="02070309020205020404" pitchFamily="49" charset="0"/>
              </a:rPr>
              <a:t>       40 BOSTON</a:t>
            </a:r>
          </a:p>
        </p:txBody>
      </p:sp>
      <p:sp>
        <p:nvSpPr>
          <p:cNvPr id="9" name="Rectangle 9">
            <a:extLst>
              <a:ext uri="{FF2B5EF4-FFF2-40B4-BE49-F238E27FC236}">
                <a16:creationId xmlns:a16="http://schemas.microsoft.com/office/drawing/2014/main" id="{5E90DFB3-02E1-410D-42A2-941A7637E661}"/>
              </a:ext>
            </a:extLst>
          </p:cNvPr>
          <p:cNvSpPr>
            <a:spLocks noChangeArrowheads="1"/>
          </p:cNvSpPr>
          <p:nvPr/>
        </p:nvSpPr>
        <p:spPr bwMode="blackWhite">
          <a:xfrm>
            <a:off x="869951" y="3520805"/>
            <a:ext cx="7315200" cy="434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 pos="1658938" algn="l"/>
              </a:tabLst>
              <a:defRPr sz="2800">
                <a:solidFill>
                  <a:schemeClr val="tx1"/>
                </a:solidFill>
                <a:latin typeface="Arial" panose="020B0604020202020204" pitchFamily="34" charset="0"/>
              </a:defRPr>
            </a:lvl1pPr>
            <a:lvl2pPr marL="742950" indent="-285750">
              <a:spcBef>
                <a:spcPct val="20000"/>
              </a:spcBef>
              <a:buChar char="–"/>
              <a:tabLst>
                <a:tab pos="1200150" algn="l"/>
                <a:tab pos="1658938" algn="l"/>
              </a:tabLst>
              <a:defRPr sz="2400">
                <a:solidFill>
                  <a:schemeClr val="tx1"/>
                </a:solidFill>
                <a:latin typeface="Arial" panose="020B0604020202020204" pitchFamily="34" charset="0"/>
              </a:defRPr>
            </a:lvl2pPr>
            <a:lvl3pPr marL="1143000" indent="-228600">
              <a:spcBef>
                <a:spcPct val="20000"/>
              </a:spcBef>
              <a:buChar char="•"/>
              <a:tabLst>
                <a:tab pos="1200150" algn="l"/>
                <a:tab pos="1658938" algn="l"/>
              </a:tabLst>
              <a:defRPr sz="2000">
                <a:solidFill>
                  <a:schemeClr val="tx1"/>
                </a:solidFill>
                <a:latin typeface="Arial" panose="020B0604020202020204" pitchFamily="34" charset="0"/>
              </a:defRPr>
            </a:lvl3pPr>
            <a:lvl4pPr marL="1600200" indent="-228600">
              <a:spcBef>
                <a:spcPct val="20000"/>
              </a:spcBef>
              <a:buChar char="–"/>
              <a:tabLst>
                <a:tab pos="1200150" algn="l"/>
                <a:tab pos="1658938" algn="l"/>
              </a:tabLst>
              <a:defRPr sz="2000">
                <a:solidFill>
                  <a:schemeClr val="tx1"/>
                </a:solidFill>
                <a:latin typeface="Arial" panose="020B0604020202020204" pitchFamily="34" charset="0"/>
              </a:defRPr>
            </a:lvl4pPr>
            <a:lvl5pPr marL="2057400" indent="-228600">
              <a:spcBef>
                <a:spcPct val="20000"/>
              </a:spcBef>
              <a:buChar char="»"/>
              <a:tabLst>
                <a:tab pos="1200150" algn="l"/>
                <a:tab pos="165893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165893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165893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165893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1658938"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SQL&gt; SELECT </a:t>
            </a:r>
            <a:r>
              <a:rPr lang="en-US" altLang="en-US" sz="1800" b="1" dirty="0" err="1">
                <a:solidFill>
                  <a:srgbClr val="0000FF"/>
                </a:solidFill>
                <a:latin typeface="Courier New" panose="02070309020205020404" pitchFamily="49" charset="0"/>
              </a:rPr>
              <a:t>deptno</a:t>
            </a:r>
            <a:r>
              <a:rPr lang="en-US" altLang="en-US" sz="1800" b="1" dirty="0">
                <a:solidFill>
                  <a:srgbClr val="0000FF"/>
                </a:solidFill>
                <a:latin typeface="Courier New" panose="02070309020205020404" pitchFamily="49" charset="0"/>
              </a:rPr>
              <a:t>, loc</a:t>
            </a:r>
            <a:r>
              <a:rPr lang="en-US" altLang="en-US" sz="1800" b="1" dirty="0">
                <a:solidFill>
                  <a:srgbClr val="000000"/>
                </a:solidFill>
                <a:latin typeface="Courier New" panose="02070309020205020404" pitchFamily="49" charset="0"/>
              </a:rPr>
              <a:t> FROM   dept;</a:t>
            </a:r>
          </a:p>
        </p:txBody>
      </p:sp>
      <p:sp>
        <p:nvSpPr>
          <p:cNvPr id="10" name="Footer Placeholder 2">
            <a:extLst>
              <a:ext uri="{FF2B5EF4-FFF2-40B4-BE49-F238E27FC236}">
                <a16:creationId xmlns:a16="http://schemas.microsoft.com/office/drawing/2014/main" id="{A19A728E-701E-862A-A426-A1FB1ED754A5}"/>
              </a:ext>
            </a:extLst>
          </p:cNvPr>
          <p:cNvSpPr>
            <a:spLocks noGrp="1"/>
          </p:cNvSpPr>
          <p:nvPr>
            <p:ph type="ftr" sz="quarter" idx="11"/>
          </p:nvPr>
        </p:nvSpPr>
        <p:spPr>
          <a:xfrm>
            <a:off x="2339752" y="6442839"/>
            <a:ext cx="4876800" cy="457200"/>
          </a:xfrm>
        </p:spPr>
        <p:txBody>
          <a:bodyPr/>
          <a:lstStyle/>
          <a:p>
            <a:pPr>
              <a:defRPr/>
            </a:pPr>
            <a:r>
              <a:rPr lang="en-US" b="1" dirty="0">
                <a:solidFill>
                  <a:srgbClr val="0000FF"/>
                </a:solidFill>
              </a:rPr>
              <a:t>Dr. Asif Sohail,</a:t>
            </a:r>
            <a:r>
              <a:rPr lang="en-US" dirty="0"/>
              <a:t> Department of IT, </a:t>
            </a:r>
            <a:r>
              <a:rPr lang="en-US" dirty="0">
                <a:solidFill>
                  <a:srgbClr val="FF0000"/>
                </a:solidFill>
              </a:rPr>
              <a:t>University of the Punjab, Lahore</a:t>
            </a:r>
          </a:p>
        </p:txBody>
      </p:sp>
      <p:sp>
        <p:nvSpPr>
          <p:cNvPr id="11" name="Slide Number Placeholder 23">
            <a:extLst>
              <a:ext uri="{FF2B5EF4-FFF2-40B4-BE49-F238E27FC236}">
                <a16:creationId xmlns:a16="http://schemas.microsoft.com/office/drawing/2014/main" id="{474E787B-8283-2AA8-5E03-6996008393E9}"/>
              </a:ext>
            </a:extLst>
          </p:cNvPr>
          <p:cNvSpPr>
            <a:spLocks noGrp="1"/>
          </p:cNvSpPr>
          <p:nvPr>
            <p:ph type="sldNum" sz="quarter" idx="12"/>
          </p:nvPr>
        </p:nvSpPr>
        <p:spPr>
          <a:xfrm>
            <a:off x="8459788" y="6165850"/>
            <a:ext cx="457200" cy="457200"/>
          </a:xfrm>
        </p:spPr>
        <p:txBody>
          <a:bodyPr/>
          <a:lstStyle/>
          <a:p>
            <a:pPr>
              <a:defRPr/>
            </a:pPr>
            <a:fld id="{110F9843-0372-4357-99AD-419BEB3ABF28}" type="slidenum">
              <a:rPr lang="en-US" smtClean="0"/>
              <a:pPr>
                <a:defRPr/>
              </a:pPr>
              <a:t>11</a:t>
            </a:fld>
            <a:endParaRPr lang="en-US"/>
          </a:p>
        </p:txBody>
      </p:sp>
    </p:spTree>
    <p:extLst>
      <p:ext uri="{BB962C8B-B14F-4D97-AF65-F5344CB8AC3E}">
        <p14:creationId xmlns:p14="http://schemas.microsoft.com/office/powerpoint/2010/main" val="1095834757"/>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E9ED68BD-ADF6-D0D0-C906-3C4CAF720A09}"/>
              </a:ext>
            </a:extLst>
          </p:cNvPr>
          <p:cNvSpPr>
            <a:spLocks noGrp="1" noChangeArrowheads="1"/>
          </p:cNvSpPr>
          <p:nvPr>
            <p:ph type="title"/>
          </p:nvPr>
        </p:nvSpPr>
        <p:spPr>
          <a:xfrm>
            <a:off x="531361" y="178702"/>
            <a:ext cx="4464744" cy="463550"/>
          </a:xfrm>
          <a:noFill/>
          <a:extLs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lIns="92075" tIns="46038" rIns="92075" bIns="46038" anchor="t"/>
          <a:lstStyle/>
          <a:p>
            <a:r>
              <a:rPr lang="en-US" altLang="en-US" sz="2800" b="1" u="sng" dirty="0">
                <a:solidFill>
                  <a:srgbClr val="D34817"/>
                </a:solidFill>
                <a:latin typeface="Cambria" panose="02040503050406030204" pitchFamily="18" charset="0"/>
                <a:ea typeface="Cambria" panose="02040503050406030204" pitchFamily="18" charset="0"/>
              </a:rPr>
              <a:t>Arithmetic Expressions</a:t>
            </a:r>
          </a:p>
        </p:txBody>
      </p:sp>
      <p:sp>
        <p:nvSpPr>
          <p:cNvPr id="28675" name="Rectangle 3">
            <a:extLst>
              <a:ext uri="{FF2B5EF4-FFF2-40B4-BE49-F238E27FC236}">
                <a16:creationId xmlns:a16="http://schemas.microsoft.com/office/drawing/2014/main" id="{350A9D86-0E91-A8BA-8EEF-F965A576341B}"/>
              </a:ext>
            </a:extLst>
          </p:cNvPr>
          <p:cNvSpPr>
            <a:spLocks noGrp="1" noChangeArrowheads="1"/>
          </p:cNvSpPr>
          <p:nvPr>
            <p:ph type="body" idx="1"/>
          </p:nvPr>
        </p:nvSpPr>
        <p:spPr>
          <a:xfrm>
            <a:off x="531361" y="727469"/>
            <a:ext cx="8145095" cy="5509843"/>
          </a:xfrm>
          <a:noFill/>
          <a:extLst>
            <a:ext uri="{AF507438-7753-43E0-B8FC-AC1667EBCBE1}">
              <a14:hiddenEffects xmlns:a14="http://schemas.microsoft.com/office/drawing/2010/main">
                <a:effectLst>
                  <a:outerShdw dist="53882" dir="2700000" algn="ctr" rotWithShape="0">
                    <a:srgbClr val="000000">
                      <a:alpha val="50000"/>
                    </a:srgbClr>
                  </a:outerShdw>
                </a:effectLst>
              </a14:hiddenEffects>
            </a:ext>
          </a:extLst>
        </p:spPr>
        <p:txBody>
          <a:bodyPr wrap="square" lIns="92075" tIns="46038" rIns="92075" bIns="46038">
            <a:spAutoFit/>
          </a:bodyPr>
          <a:lstStyle/>
          <a:p>
            <a:pPr algn="just"/>
            <a:r>
              <a:rPr lang="en-US" altLang="en-US" sz="2400" dirty="0">
                <a:latin typeface="Cambria" panose="02040503050406030204" pitchFamily="18" charset="0"/>
                <a:ea typeface="Cambria" panose="02040503050406030204" pitchFamily="18" charset="0"/>
              </a:rPr>
              <a:t>Create expressions on NUMBER and DATE data by using arithmetic operators.</a:t>
            </a:r>
          </a:p>
          <a:p>
            <a:pPr algn="just"/>
            <a:endParaRPr lang="en-US" altLang="en-US" sz="2400" dirty="0">
              <a:latin typeface="Cambria" panose="02040503050406030204" pitchFamily="18" charset="0"/>
              <a:ea typeface="Cambria" panose="02040503050406030204" pitchFamily="18" charset="0"/>
            </a:endParaRPr>
          </a:p>
          <a:p>
            <a:pPr algn="just"/>
            <a:endParaRPr lang="en-US" altLang="en-US" sz="2400" dirty="0">
              <a:latin typeface="Cambria" panose="02040503050406030204" pitchFamily="18" charset="0"/>
              <a:ea typeface="Cambria" panose="02040503050406030204" pitchFamily="18" charset="0"/>
            </a:endParaRPr>
          </a:p>
          <a:p>
            <a:pPr algn="just"/>
            <a:endParaRPr lang="en-US" altLang="en-US" sz="2400" dirty="0">
              <a:latin typeface="Cambria" panose="02040503050406030204" pitchFamily="18" charset="0"/>
              <a:ea typeface="Cambria" panose="02040503050406030204" pitchFamily="18" charset="0"/>
            </a:endParaRPr>
          </a:p>
          <a:p>
            <a:pPr algn="just"/>
            <a:endParaRPr lang="en-US" altLang="en-US" sz="2400" dirty="0">
              <a:latin typeface="Cambria" panose="02040503050406030204" pitchFamily="18" charset="0"/>
              <a:ea typeface="Cambria" panose="02040503050406030204" pitchFamily="18" charset="0"/>
            </a:endParaRPr>
          </a:p>
          <a:p>
            <a:pPr algn="just"/>
            <a:endParaRPr lang="en-US" altLang="en-US" sz="2400" dirty="0">
              <a:latin typeface="Cambria" panose="02040503050406030204" pitchFamily="18" charset="0"/>
              <a:ea typeface="Cambria" panose="02040503050406030204" pitchFamily="18" charset="0"/>
            </a:endParaRPr>
          </a:p>
          <a:p>
            <a:pPr algn="just"/>
            <a:r>
              <a:rPr lang="en-US" altLang="en-US" sz="2400" dirty="0">
                <a:latin typeface="Cambria" panose="02040503050406030204" pitchFamily="18" charset="0"/>
                <a:ea typeface="Cambria" panose="02040503050406030204" pitchFamily="18" charset="0"/>
              </a:rPr>
              <a:t>Multiplication and division take priority over addition and subtraction.</a:t>
            </a:r>
          </a:p>
          <a:p>
            <a:pPr algn="just"/>
            <a:r>
              <a:rPr lang="en-US" altLang="en-US" sz="2400" dirty="0">
                <a:latin typeface="Cambria" panose="02040503050406030204" pitchFamily="18" charset="0"/>
                <a:ea typeface="Cambria" panose="02040503050406030204" pitchFamily="18" charset="0"/>
              </a:rPr>
              <a:t>Operators of the same priority are evaluated from left to right.</a:t>
            </a:r>
          </a:p>
          <a:p>
            <a:pPr algn="just"/>
            <a:r>
              <a:rPr lang="en-US" altLang="en-US" sz="2400" dirty="0">
                <a:latin typeface="Cambria" panose="02040503050406030204" pitchFamily="18" charset="0"/>
                <a:ea typeface="Cambria" panose="02040503050406030204" pitchFamily="18" charset="0"/>
              </a:rPr>
              <a:t>Parentheses are used to force prioritized evaluation and to clarify statements.</a:t>
            </a:r>
          </a:p>
        </p:txBody>
      </p:sp>
      <p:graphicFrame>
        <p:nvGraphicFramePr>
          <p:cNvPr id="2" name="Content Placeholder 4">
            <a:extLst>
              <a:ext uri="{FF2B5EF4-FFF2-40B4-BE49-F238E27FC236}">
                <a16:creationId xmlns:a16="http://schemas.microsoft.com/office/drawing/2014/main" id="{F7DEF9BD-00E8-0E0D-1E04-5EEF6C0033DD}"/>
              </a:ext>
            </a:extLst>
          </p:cNvPr>
          <p:cNvGraphicFramePr>
            <a:graphicFrameLocks/>
          </p:cNvGraphicFramePr>
          <p:nvPr>
            <p:extLst>
              <p:ext uri="{D42A27DB-BD31-4B8C-83A1-F6EECF244321}">
                <p14:modId xmlns:p14="http://schemas.microsoft.com/office/powerpoint/2010/main" val="3773978131"/>
              </p:ext>
            </p:extLst>
          </p:nvPr>
        </p:nvGraphicFramePr>
        <p:xfrm>
          <a:off x="2763733" y="1484784"/>
          <a:ext cx="3751828" cy="2286000"/>
        </p:xfrm>
        <a:graphic>
          <a:graphicData uri="http://schemas.openxmlformats.org/drawingml/2006/table">
            <a:tbl>
              <a:tblPr firstRow="1" bandRow="1">
                <a:tableStyleId>{5C22544A-7EE6-4342-B048-85BDC9FD1C3A}</a:tableStyleId>
              </a:tblPr>
              <a:tblGrid>
                <a:gridCol w="1516691">
                  <a:extLst>
                    <a:ext uri="{9D8B030D-6E8A-4147-A177-3AD203B41FA5}">
                      <a16:colId xmlns:a16="http://schemas.microsoft.com/office/drawing/2014/main" val="2873535121"/>
                    </a:ext>
                  </a:extLst>
                </a:gridCol>
                <a:gridCol w="2235137">
                  <a:extLst>
                    <a:ext uri="{9D8B030D-6E8A-4147-A177-3AD203B41FA5}">
                      <a16:colId xmlns:a16="http://schemas.microsoft.com/office/drawing/2014/main" val="1634726825"/>
                    </a:ext>
                  </a:extLst>
                </a:gridCol>
              </a:tblGrid>
              <a:tr h="370840">
                <a:tc>
                  <a:txBody>
                    <a:bodyPr/>
                    <a:lstStyle/>
                    <a:p>
                      <a:r>
                        <a:rPr lang="en-US" sz="2400" dirty="0">
                          <a:solidFill>
                            <a:srgbClr val="FFFF00"/>
                          </a:solidFill>
                          <a:latin typeface="Cambria" panose="02040503050406030204" pitchFamily="18" charset="0"/>
                          <a:ea typeface="Cambria" panose="02040503050406030204" pitchFamily="18" charset="0"/>
                        </a:rPr>
                        <a:t>Operator</a:t>
                      </a:r>
                    </a:p>
                  </a:txBody>
                  <a:tcPr/>
                </a:tc>
                <a:tc>
                  <a:txBody>
                    <a:bodyPr/>
                    <a:lstStyle/>
                    <a:p>
                      <a:r>
                        <a:rPr lang="en-US" sz="2400" dirty="0">
                          <a:solidFill>
                            <a:srgbClr val="FFFF00"/>
                          </a:solidFill>
                          <a:latin typeface="Cambria" panose="02040503050406030204" pitchFamily="18" charset="0"/>
                          <a:ea typeface="Cambria" panose="02040503050406030204" pitchFamily="18" charset="0"/>
                        </a:rPr>
                        <a:t>Description</a:t>
                      </a:r>
                    </a:p>
                  </a:txBody>
                  <a:tcPr/>
                </a:tc>
                <a:extLst>
                  <a:ext uri="{0D108BD9-81ED-4DB2-BD59-A6C34878D82A}">
                    <a16:rowId xmlns:a16="http://schemas.microsoft.com/office/drawing/2014/main" val="220627137"/>
                  </a:ext>
                </a:extLst>
              </a:tr>
              <a:tr h="370840">
                <a:tc>
                  <a:txBody>
                    <a:bodyPr/>
                    <a:lstStyle/>
                    <a:p>
                      <a:pPr algn="ctr">
                        <a:spcBef>
                          <a:spcPts val="600"/>
                        </a:spcBef>
                        <a:spcAft>
                          <a:spcPts val="0"/>
                        </a:spcAft>
                      </a:pPr>
                      <a:r>
                        <a:rPr lang="en-US" sz="2400" dirty="0">
                          <a:solidFill>
                            <a:srgbClr val="FF0000"/>
                          </a:solidFill>
                          <a:latin typeface="Cambria" panose="02040503050406030204" pitchFamily="18" charset="0"/>
                          <a:ea typeface="Cambria" panose="02040503050406030204" pitchFamily="18" charset="0"/>
                        </a:rPr>
                        <a:t>+</a:t>
                      </a:r>
                    </a:p>
                  </a:txBody>
                  <a:tcPr/>
                </a:tc>
                <a:tc>
                  <a:txBody>
                    <a:bodyPr/>
                    <a:lstStyle/>
                    <a:p>
                      <a:pPr algn="l"/>
                      <a:r>
                        <a:rPr lang="en-US" sz="2400" dirty="0">
                          <a:solidFill>
                            <a:srgbClr val="0000FF"/>
                          </a:solidFill>
                          <a:latin typeface="Cambria" panose="02040503050406030204" pitchFamily="18" charset="0"/>
                          <a:ea typeface="Cambria" panose="02040503050406030204" pitchFamily="18" charset="0"/>
                        </a:rPr>
                        <a:t>Addition</a:t>
                      </a:r>
                    </a:p>
                  </a:txBody>
                  <a:tcPr anchor="ctr"/>
                </a:tc>
                <a:extLst>
                  <a:ext uri="{0D108BD9-81ED-4DB2-BD59-A6C34878D82A}">
                    <a16:rowId xmlns:a16="http://schemas.microsoft.com/office/drawing/2014/main" val="1674275267"/>
                  </a:ext>
                </a:extLst>
              </a:tr>
              <a:tr h="370840">
                <a:tc>
                  <a:txBody>
                    <a:bodyPr/>
                    <a:lstStyle/>
                    <a:p>
                      <a:pPr algn="ctr">
                        <a:lnSpc>
                          <a:spcPct val="75000"/>
                        </a:lnSpc>
                        <a:spcBef>
                          <a:spcPts val="600"/>
                        </a:spcBef>
                        <a:spcAft>
                          <a:spcPts val="0"/>
                        </a:spcAft>
                        <a:buFontTx/>
                        <a:buNone/>
                      </a:pPr>
                      <a:r>
                        <a:rPr lang="en-US" sz="2400" dirty="0">
                          <a:solidFill>
                            <a:srgbClr val="FF0000"/>
                          </a:solidFill>
                          <a:latin typeface="Cambria" panose="02040503050406030204" pitchFamily="18" charset="0"/>
                          <a:ea typeface="Cambria" panose="02040503050406030204" pitchFamily="18" charset="0"/>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kern="1200" dirty="0">
                          <a:solidFill>
                            <a:srgbClr val="0000FF"/>
                          </a:solidFill>
                          <a:latin typeface="Cambria" panose="02040503050406030204" pitchFamily="18" charset="0"/>
                          <a:ea typeface="Cambria" panose="02040503050406030204" pitchFamily="18" charset="0"/>
                          <a:cs typeface="+mn-cs"/>
                        </a:rPr>
                        <a:t>Subtraction</a:t>
                      </a:r>
                    </a:p>
                  </a:txBody>
                  <a:tcPr anchor="ctr"/>
                </a:tc>
                <a:extLst>
                  <a:ext uri="{0D108BD9-81ED-4DB2-BD59-A6C34878D82A}">
                    <a16:rowId xmlns:a16="http://schemas.microsoft.com/office/drawing/2014/main" val="2834922269"/>
                  </a:ext>
                </a:extLst>
              </a:tr>
              <a:tr h="370840">
                <a:tc>
                  <a:txBody>
                    <a:bodyPr/>
                    <a:lstStyle/>
                    <a:p>
                      <a:pPr algn="ctr">
                        <a:lnSpc>
                          <a:spcPct val="75000"/>
                        </a:lnSpc>
                        <a:spcBef>
                          <a:spcPts val="600"/>
                        </a:spcBef>
                        <a:spcAft>
                          <a:spcPts val="0"/>
                        </a:spcAft>
                        <a:buFontTx/>
                        <a:buNone/>
                      </a:pPr>
                      <a:r>
                        <a:rPr lang="en-US" sz="2400" dirty="0">
                          <a:solidFill>
                            <a:srgbClr val="FF0000"/>
                          </a:solidFill>
                          <a:latin typeface="Cambria" panose="02040503050406030204" pitchFamily="18" charset="0"/>
                          <a:ea typeface="Cambria" panose="02040503050406030204" pitchFamily="18" charset="0"/>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kern="1200" dirty="0">
                          <a:solidFill>
                            <a:srgbClr val="0000FF"/>
                          </a:solidFill>
                          <a:latin typeface="Cambria" panose="02040503050406030204" pitchFamily="18" charset="0"/>
                          <a:ea typeface="Cambria" panose="02040503050406030204" pitchFamily="18" charset="0"/>
                          <a:cs typeface="+mn-cs"/>
                        </a:rPr>
                        <a:t>Multiplication</a:t>
                      </a:r>
                    </a:p>
                  </a:txBody>
                  <a:tcPr anchor="ctr"/>
                </a:tc>
                <a:extLst>
                  <a:ext uri="{0D108BD9-81ED-4DB2-BD59-A6C34878D82A}">
                    <a16:rowId xmlns:a16="http://schemas.microsoft.com/office/drawing/2014/main" val="2311492987"/>
                  </a:ext>
                </a:extLst>
              </a:tr>
              <a:tr h="370840">
                <a:tc>
                  <a:txBody>
                    <a:bodyPr/>
                    <a:lstStyle/>
                    <a:p>
                      <a:pPr algn="ctr">
                        <a:lnSpc>
                          <a:spcPct val="75000"/>
                        </a:lnSpc>
                        <a:spcBef>
                          <a:spcPts val="600"/>
                        </a:spcBef>
                        <a:spcAft>
                          <a:spcPts val="0"/>
                        </a:spcAft>
                        <a:buFontTx/>
                        <a:buNone/>
                      </a:pPr>
                      <a:r>
                        <a:rPr lang="en-US" sz="2400" dirty="0">
                          <a:solidFill>
                            <a:srgbClr val="FF0000"/>
                          </a:solidFill>
                          <a:latin typeface="Cambria" panose="02040503050406030204" pitchFamily="18" charset="0"/>
                          <a:ea typeface="Cambria" panose="02040503050406030204" pitchFamily="18" charset="0"/>
                        </a:rPr>
                        <a:t>/</a:t>
                      </a:r>
                    </a:p>
                  </a:txBody>
                  <a:tcPr/>
                </a:tc>
                <a:tc>
                  <a:txBody>
                    <a:bodyPr/>
                    <a:lstStyle/>
                    <a:p>
                      <a:pPr algn="l"/>
                      <a:r>
                        <a:rPr kumimoji="0" lang="en-US" sz="2400" kern="1200" dirty="0">
                          <a:solidFill>
                            <a:srgbClr val="0000FF"/>
                          </a:solidFill>
                          <a:latin typeface="Cambria" panose="02040503050406030204" pitchFamily="18" charset="0"/>
                          <a:ea typeface="Cambria" panose="02040503050406030204" pitchFamily="18" charset="0"/>
                          <a:cs typeface="+mn-cs"/>
                        </a:rPr>
                        <a:t>Division</a:t>
                      </a:r>
                    </a:p>
                  </a:txBody>
                  <a:tcPr anchor="ctr"/>
                </a:tc>
                <a:extLst>
                  <a:ext uri="{0D108BD9-81ED-4DB2-BD59-A6C34878D82A}">
                    <a16:rowId xmlns:a16="http://schemas.microsoft.com/office/drawing/2014/main" val="1933938069"/>
                  </a:ext>
                </a:extLst>
              </a:tr>
            </a:tbl>
          </a:graphicData>
        </a:graphic>
      </p:graphicFrame>
      <p:sp>
        <p:nvSpPr>
          <p:cNvPr id="3" name="Footer Placeholder 2">
            <a:extLst>
              <a:ext uri="{FF2B5EF4-FFF2-40B4-BE49-F238E27FC236}">
                <a16:creationId xmlns:a16="http://schemas.microsoft.com/office/drawing/2014/main" id="{4CAEB7C9-EE72-F097-4D8C-1D72E9C97D92}"/>
              </a:ext>
            </a:extLst>
          </p:cNvPr>
          <p:cNvSpPr>
            <a:spLocks noGrp="1"/>
          </p:cNvSpPr>
          <p:nvPr>
            <p:ph type="ftr" sz="quarter" idx="11"/>
          </p:nvPr>
        </p:nvSpPr>
        <p:spPr>
          <a:xfrm>
            <a:off x="2339752" y="6442839"/>
            <a:ext cx="4876800" cy="457200"/>
          </a:xfrm>
        </p:spPr>
        <p:txBody>
          <a:bodyPr/>
          <a:lstStyle/>
          <a:p>
            <a:pPr>
              <a:defRPr/>
            </a:pPr>
            <a:r>
              <a:rPr lang="en-US" b="1" dirty="0">
                <a:solidFill>
                  <a:srgbClr val="0000FF"/>
                </a:solidFill>
              </a:rPr>
              <a:t>Dr. Asif Sohail,</a:t>
            </a:r>
            <a:r>
              <a:rPr lang="en-US" dirty="0"/>
              <a:t> Department of IT, </a:t>
            </a:r>
            <a:r>
              <a:rPr lang="en-US" dirty="0">
                <a:solidFill>
                  <a:srgbClr val="FF0000"/>
                </a:solidFill>
              </a:rPr>
              <a:t>University of the Punjab, Lahore</a:t>
            </a:r>
          </a:p>
        </p:txBody>
      </p:sp>
      <p:sp>
        <p:nvSpPr>
          <p:cNvPr id="4" name="Slide Number Placeholder 23">
            <a:extLst>
              <a:ext uri="{FF2B5EF4-FFF2-40B4-BE49-F238E27FC236}">
                <a16:creationId xmlns:a16="http://schemas.microsoft.com/office/drawing/2014/main" id="{8BA9ED45-D1C8-7064-D7D9-DD9580120F49}"/>
              </a:ext>
            </a:extLst>
          </p:cNvPr>
          <p:cNvSpPr>
            <a:spLocks noGrp="1"/>
          </p:cNvSpPr>
          <p:nvPr>
            <p:ph type="sldNum" sz="quarter" idx="12"/>
          </p:nvPr>
        </p:nvSpPr>
        <p:spPr>
          <a:xfrm>
            <a:off x="8459788" y="6165850"/>
            <a:ext cx="457200" cy="457200"/>
          </a:xfrm>
        </p:spPr>
        <p:txBody>
          <a:bodyPr/>
          <a:lstStyle/>
          <a:p>
            <a:pPr>
              <a:defRPr/>
            </a:pPr>
            <a:fld id="{110F9843-0372-4357-99AD-419BEB3ABF28}" type="slidenum">
              <a:rPr lang="en-US" smtClean="0"/>
              <a:pPr>
                <a:defRPr/>
              </a:pPr>
              <a:t>12</a:t>
            </a:fld>
            <a:endParaRPr lang="en-US"/>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3008E-1CD4-5BF6-05FF-39E3F02ED5CE}"/>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576E6276-C5BC-6DDC-613C-EB30721CE9B9}"/>
              </a:ext>
            </a:extLst>
          </p:cNvPr>
          <p:cNvSpPr>
            <a:spLocks noGrp="1" noChangeArrowheads="1"/>
          </p:cNvSpPr>
          <p:nvPr>
            <p:ph type="title"/>
          </p:nvPr>
        </p:nvSpPr>
        <p:spPr>
          <a:xfrm>
            <a:off x="539552" y="221533"/>
            <a:ext cx="5486400" cy="533400"/>
          </a:xfrm>
        </p:spPr>
        <p:txBody>
          <a:bodyPr/>
          <a:lstStyle/>
          <a:p>
            <a:pPr eaLnBrk="1" hangingPunct="1"/>
            <a:r>
              <a:rPr lang="en-US" altLang="en-US" sz="2800" b="1" u="sng" dirty="0">
                <a:solidFill>
                  <a:srgbClr val="D34817"/>
                </a:solidFill>
                <a:latin typeface="Cambria" panose="02040503050406030204" pitchFamily="18" charset="0"/>
                <a:ea typeface="Cambria" panose="02040503050406030204" pitchFamily="18" charset="0"/>
              </a:rPr>
              <a:t>Defining a Column Alias</a:t>
            </a:r>
          </a:p>
        </p:txBody>
      </p:sp>
      <p:sp>
        <p:nvSpPr>
          <p:cNvPr id="38915" name="Rectangle 3">
            <a:extLst>
              <a:ext uri="{FF2B5EF4-FFF2-40B4-BE49-F238E27FC236}">
                <a16:creationId xmlns:a16="http://schemas.microsoft.com/office/drawing/2014/main" id="{7CDEDFCB-FF98-DDE4-6481-856A5B3EF162}"/>
              </a:ext>
            </a:extLst>
          </p:cNvPr>
          <p:cNvSpPr>
            <a:spLocks noGrp="1" noChangeArrowheads="1"/>
          </p:cNvSpPr>
          <p:nvPr>
            <p:ph sz="quarter" idx="1"/>
          </p:nvPr>
        </p:nvSpPr>
        <p:spPr>
          <a:xfrm>
            <a:off x="425450" y="741784"/>
            <a:ext cx="8491538" cy="4343400"/>
          </a:xfrm>
        </p:spPr>
        <p:txBody>
          <a:bodyPr/>
          <a:lstStyle/>
          <a:p>
            <a:pPr marL="285750" indent="-285750" algn="just">
              <a:buSzPct val="50000"/>
              <a:buFont typeface="Wingdings" panose="05000000000000000000" pitchFamily="2" charset="2"/>
              <a:buChar char="l"/>
            </a:pPr>
            <a:r>
              <a:rPr lang="en-US" altLang="en-US" sz="2800" dirty="0">
                <a:latin typeface="Cambria" panose="02040503050406030204" pitchFamily="18" charset="0"/>
                <a:ea typeface="Cambria" panose="02040503050406030204" pitchFamily="18" charset="0"/>
                <a:cs typeface="Calibri" panose="020F0502020204030204" pitchFamily="34" charset="0"/>
              </a:rPr>
              <a:t>Renames a column heading</a:t>
            </a:r>
          </a:p>
          <a:p>
            <a:pPr marL="285750" indent="-285750" algn="just">
              <a:buSzPct val="50000"/>
              <a:buFont typeface="Wingdings" panose="05000000000000000000" pitchFamily="2" charset="2"/>
              <a:buChar char="l"/>
            </a:pPr>
            <a:r>
              <a:rPr lang="en-US" altLang="en-US" sz="2800" dirty="0">
                <a:latin typeface="Cambria" panose="02040503050406030204" pitchFamily="18" charset="0"/>
                <a:ea typeface="Cambria" panose="02040503050406030204" pitchFamily="18" charset="0"/>
                <a:cs typeface="Calibri" panose="020F0502020204030204" pitchFamily="34" charset="0"/>
              </a:rPr>
              <a:t>Useful for labeling expressions</a:t>
            </a:r>
          </a:p>
          <a:p>
            <a:pPr marL="285750" indent="-285750" algn="just">
              <a:buSzPct val="50000"/>
              <a:buFont typeface="Wingdings" panose="05000000000000000000" pitchFamily="2" charset="2"/>
              <a:buChar char="l"/>
            </a:pPr>
            <a:r>
              <a:rPr lang="en-US" altLang="en-US" sz="2800" dirty="0">
                <a:latin typeface="Cambria" panose="02040503050406030204" pitchFamily="18" charset="0"/>
                <a:ea typeface="Cambria" panose="02040503050406030204" pitchFamily="18" charset="0"/>
                <a:cs typeface="Calibri" panose="020F0502020204030204" pitchFamily="34" charset="0"/>
              </a:rPr>
              <a:t>Immediately follows column name; optional AS keyword between column name and alias</a:t>
            </a:r>
          </a:p>
          <a:p>
            <a:pPr marL="285750" indent="-285750" algn="just">
              <a:buSzPct val="50000"/>
              <a:buFont typeface="Wingdings" panose="05000000000000000000" pitchFamily="2" charset="2"/>
              <a:buChar char="l"/>
            </a:pPr>
            <a:r>
              <a:rPr lang="en-US" altLang="en-US" sz="2800" dirty="0">
                <a:latin typeface="Cambria" panose="02040503050406030204" pitchFamily="18" charset="0"/>
                <a:ea typeface="Cambria" panose="02040503050406030204" pitchFamily="18" charset="0"/>
                <a:cs typeface="Calibri" panose="020F0502020204030204" pitchFamily="34" charset="0"/>
              </a:rPr>
              <a:t>Requires double quotation marks if it contains spaces or special characters or is case sensitive</a:t>
            </a:r>
          </a:p>
          <a:p>
            <a:pPr marL="285750" indent="-285750" algn="just">
              <a:buSzPct val="50000"/>
              <a:buFont typeface="Wingdings" panose="05000000000000000000" pitchFamily="2" charset="2"/>
              <a:buChar char="l"/>
            </a:pPr>
            <a:r>
              <a:rPr lang="en-US" altLang="en-US" sz="2800" dirty="0">
                <a:latin typeface="Cambria" panose="02040503050406030204" pitchFamily="18" charset="0"/>
                <a:ea typeface="Cambria" panose="02040503050406030204" pitchFamily="18" charset="0"/>
                <a:cs typeface="Calibri" panose="020F0502020204030204" pitchFamily="34" charset="0"/>
              </a:rPr>
              <a:t>SELECT </a:t>
            </a:r>
            <a:r>
              <a:rPr lang="en-US" altLang="en-US" sz="2800" dirty="0" err="1">
                <a:latin typeface="Cambria" panose="02040503050406030204" pitchFamily="18" charset="0"/>
                <a:ea typeface="Cambria" panose="02040503050406030204" pitchFamily="18" charset="0"/>
                <a:cs typeface="Calibri" panose="020F0502020204030204" pitchFamily="34" charset="0"/>
              </a:rPr>
              <a:t>ename</a:t>
            </a:r>
            <a:r>
              <a:rPr lang="en-US" altLang="en-US" sz="2800" dirty="0">
                <a:latin typeface="Cambria" panose="02040503050406030204" pitchFamily="18" charset="0"/>
                <a:ea typeface="Cambria" panose="02040503050406030204" pitchFamily="18" charset="0"/>
                <a:cs typeface="Calibri" panose="020F0502020204030204" pitchFamily="34" charset="0"/>
              </a:rPr>
              <a:t>, </a:t>
            </a:r>
            <a:r>
              <a:rPr lang="en-US" altLang="en-US" sz="2800" dirty="0" err="1">
                <a:latin typeface="Cambria" panose="02040503050406030204" pitchFamily="18" charset="0"/>
                <a:ea typeface="Cambria" panose="02040503050406030204" pitchFamily="18" charset="0"/>
                <a:cs typeface="Calibri" panose="020F0502020204030204" pitchFamily="34" charset="0"/>
              </a:rPr>
              <a:t>sal</a:t>
            </a:r>
            <a:r>
              <a:rPr lang="en-US" altLang="en-US" sz="2800" dirty="0">
                <a:latin typeface="Cambria" panose="02040503050406030204" pitchFamily="18" charset="0"/>
                <a:ea typeface="Cambria" panose="02040503050406030204" pitchFamily="18" charset="0"/>
                <a:cs typeface="Calibri" panose="020F0502020204030204" pitchFamily="34" charset="0"/>
              </a:rPr>
              <a:t>*2/100 AS </a:t>
            </a:r>
            <a:r>
              <a:rPr lang="en-US" altLang="en-US" sz="2800" dirty="0">
                <a:solidFill>
                  <a:srgbClr val="FF0000"/>
                </a:solidFill>
                <a:latin typeface="Cambria" panose="02040503050406030204" pitchFamily="18" charset="0"/>
                <a:ea typeface="Cambria" panose="02040503050406030204" pitchFamily="18" charset="0"/>
                <a:cs typeface="Calibri" panose="020F0502020204030204" pitchFamily="34" charset="0"/>
              </a:rPr>
              <a:t>Tax</a:t>
            </a:r>
            <a:r>
              <a:rPr lang="en-US" altLang="en-US" sz="2800" dirty="0">
                <a:latin typeface="Cambria" panose="02040503050406030204" pitchFamily="18" charset="0"/>
                <a:ea typeface="Cambria" panose="02040503050406030204" pitchFamily="18" charset="0"/>
                <a:cs typeface="Calibri" panose="020F0502020204030204" pitchFamily="34" charset="0"/>
              </a:rPr>
              <a:t> from emp;</a:t>
            </a:r>
          </a:p>
          <a:p>
            <a:pPr marL="285750" indent="-285750" algn="just">
              <a:buSzPct val="50000"/>
              <a:buFont typeface="Wingdings" panose="05000000000000000000" pitchFamily="2" charset="2"/>
              <a:buChar char="l"/>
            </a:pPr>
            <a:r>
              <a:rPr lang="en-US" altLang="en-US" sz="2800" dirty="0">
                <a:latin typeface="Cambria" panose="02040503050406030204" pitchFamily="18" charset="0"/>
                <a:ea typeface="Cambria" panose="02040503050406030204" pitchFamily="18" charset="0"/>
                <a:cs typeface="Calibri" panose="020F0502020204030204" pitchFamily="34" charset="0"/>
              </a:rPr>
              <a:t>SELECT </a:t>
            </a:r>
            <a:r>
              <a:rPr lang="en-US" altLang="en-US" sz="2800" dirty="0" err="1">
                <a:latin typeface="Cambria" panose="02040503050406030204" pitchFamily="18" charset="0"/>
                <a:ea typeface="Cambria" panose="02040503050406030204" pitchFamily="18" charset="0"/>
                <a:cs typeface="Calibri" panose="020F0502020204030204" pitchFamily="34" charset="0"/>
              </a:rPr>
              <a:t>empno,ename,job,sal,sal</a:t>
            </a:r>
            <a:r>
              <a:rPr lang="en-US" altLang="en-US" sz="2800" dirty="0">
                <a:latin typeface="Cambria" panose="02040503050406030204" pitchFamily="18" charset="0"/>
                <a:ea typeface="Cambria" panose="02040503050406030204" pitchFamily="18" charset="0"/>
                <a:cs typeface="Calibri" panose="020F0502020204030204" pitchFamily="34" charset="0"/>
              </a:rPr>
              <a:t>*12 </a:t>
            </a:r>
            <a:r>
              <a:rPr lang="en-US" altLang="en-US" sz="2800" dirty="0">
                <a:solidFill>
                  <a:srgbClr val="FF0000"/>
                </a:solidFill>
                <a:latin typeface="Cambria" panose="02040503050406030204" pitchFamily="18" charset="0"/>
                <a:ea typeface="Cambria" panose="02040503050406030204" pitchFamily="18" charset="0"/>
                <a:cs typeface="Calibri" panose="020F0502020204030204" pitchFamily="34" charset="0"/>
              </a:rPr>
              <a:t>“Annual Sal”</a:t>
            </a:r>
            <a:r>
              <a:rPr lang="en-US" altLang="en-US" sz="2800" dirty="0">
                <a:latin typeface="Cambria" panose="02040503050406030204" pitchFamily="18" charset="0"/>
                <a:ea typeface="Cambria" panose="02040503050406030204" pitchFamily="18" charset="0"/>
                <a:cs typeface="Calibri" panose="020F0502020204030204" pitchFamily="34" charset="0"/>
              </a:rPr>
              <a:t> from emp;</a:t>
            </a: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algn="just" eaLnBrk="1" hangingPunct="1"/>
            <a:endParaRPr lang="en-US" altLang="en-US" sz="2800" dirty="0">
              <a:latin typeface="Cambria" panose="02040503050406030204" pitchFamily="18" charset="0"/>
              <a:ea typeface="Cambria" panose="02040503050406030204" pitchFamily="18" charset="0"/>
            </a:endParaRPr>
          </a:p>
          <a:p>
            <a:pPr marL="228600" indent="-228600" algn="just" eaLnBrk="1" hangingPunct="1"/>
            <a:endParaRPr lang="en-US" altLang="en-US" sz="28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39D2262E-6F63-81FD-7DBC-F39690F5025E}"/>
              </a:ext>
            </a:extLst>
          </p:cNvPr>
          <p:cNvSpPr>
            <a:spLocks noGrp="1"/>
          </p:cNvSpPr>
          <p:nvPr>
            <p:ph type="ftr" sz="quarter" idx="11"/>
          </p:nvPr>
        </p:nvSpPr>
        <p:spPr>
          <a:xfrm>
            <a:off x="2555776" y="6500192"/>
            <a:ext cx="4876800" cy="457200"/>
          </a:xfrm>
        </p:spPr>
        <p:txBody>
          <a:bodyPr/>
          <a:lstStyle/>
          <a:p>
            <a:pPr>
              <a:defRPr/>
            </a:pPr>
            <a:r>
              <a:rPr lang="en-US" b="1" dirty="0">
                <a:solidFill>
                  <a:srgbClr val="0000FF"/>
                </a:solidFill>
              </a:rPr>
              <a:t>Dr. Asif Sohail,</a:t>
            </a:r>
            <a:r>
              <a:rPr lang="en-US" dirty="0"/>
              <a:t> Department of IT, </a:t>
            </a:r>
            <a:r>
              <a:rPr lang="en-US" dirty="0">
                <a:solidFill>
                  <a:srgbClr val="FF0000"/>
                </a:solidFill>
              </a:rPr>
              <a:t>University of the Punjab, Lahore</a:t>
            </a:r>
          </a:p>
        </p:txBody>
      </p:sp>
      <p:sp>
        <p:nvSpPr>
          <p:cNvPr id="2" name="Slide Number Placeholder 23">
            <a:extLst>
              <a:ext uri="{FF2B5EF4-FFF2-40B4-BE49-F238E27FC236}">
                <a16:creationId xmlns:a16="http://schemas.microsoft.com/office/drawing/2014/main" id="{10E62AD8-5A64-4FB8-9027-1C3E4E23DF46}"/>
              </a:ext>
            </a:extLst>
          </p:cNvPr>
          <p:cNvSpPr>
            <a:spLocks noGrp="1"/>
          </p:cNvSpPr>
          <p:nvPr>
            <p:ph type="sldNum" sz="quarter" idx="12"/>
          </p:nvPr>
        </p:nvSpPr>
        <p:spPr>
          <a:xfrm>
            <a:off x="8459788" y="6165850"/>
            <a:ext cx="457200" cy="457200"/>
          </a:xfrm>
        </p:spPr>
        <p:txBody>
          <a:bodyPr/>
          <a:lstStyle/>
          <a:p>
            <a:pPr>
              <a:defRPr/>
            </a:pPr>
            <a:fld id="{110F9843-0372-4357-99AD-419BEB3ABF28}" type="slidenum">
              <a:rPr lang="en-US" smtClean="0"/>
              <a:pPr>
                <a:defRPr/>
              </a:pPr>
              <a:t>13</a:t>
            </a:fld>
            <a:endParaRPr lang="en-US"/>
          </a:p>
        </p:txBody>
      </p:sp>
    </p:spTree>
    <p:extLst>
      <p:ext uri="{BB962C8B-B14F-4D97-AF65-F5344CB8AC3E}">
        <p14:creationId xmlns:p14="http://schemas.microsoft.com/office/powerpoint/2010/main" val="295572749"/>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E24FF-8591-42C0-C74E-1616A4C00A5B}"/>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09EB8CD7-16CF-001B-81A7-953856AC630D}"/>
              </a:ext>
            </a:extLst>
          </p:cNvPr>
          <p:cNvSpPr>
            <a:spLocks noGrp="1" noChangeArrowheads="1"/>
          </p:cNvSpPr>
          <p:nvPr>
            <p:ph type="title"/>
          </p:nvPr>
        </p:nvSpPr>
        <p:spPr>
          <a:xfrm>
            <a:off x="539552" y="221533"/>
            <a:ext cx="5486400" cy="533400"/>
          </a:xfrm>
        </p:spPr>
        <p:txBody>
          <a:bodyPr/>
          <a:lstStyle/>
          <a:p>
            <a:pPr eaLnBrk="1" hangingPunct="1"/>
            <a:r>
              <a:rPr lang="en-US" altLang="en-US" sz="2800" b="1" u="sng" dirty="0">
                <a:solidFill>
                  <a:srgbClr val="D34817"/>
                </a:solidFill>
                <a:latin typeface="Cambria" panose="02040503050406030204" pitchFamily="18" charset="0"/>
                <a:ea typeface="Cambria" panose="02040503050406030204" pitchFamily="18" charset="0"/>
              </a:rPr>
              <a:t>Null Value</a:t>
            </a:r>
          </a:p>
        </p:txBody>
      </p:sp>
      <p:sp>
        <p:nvSpPr>
          <p:cNvPr id="38915" name="Rectangle 3">
            <a:extLst>
              <a:ext uri="{FF2B5EF4-FFF2-40B4-BE49-F238E27FC236}">
                <a16:creationId xmlns:a16="http://schemas.microsoft.com/office/drawing/2014/main" id="{EAB7C8F7-F361-F096-7D54-CAF53F8A85E4}"/>
              </a:ext>
            </a:extLst>
          </p:cNvPr>
          <p:cNvSpPr>
            <a:spLocks noGrp="1" noChangeArrowheads="1"/>
          </p:cNvSpPr>
          <p:nvPr>
            <p:ph sz="quarter" idx="1"/>
          </p:nvPr>
        </p:nvSpPr>
        <p:spPr>
          <a:xfrm>
            <a:off x="425450" y="741784"/>
            <a:ext cx="8491538" cy="4343400"/>
          </a:xfrm>
        </p:spPr>
        <p:txBody>
          <a:bodyPr/>
          <a:lstStyle/>
          <a:p>
            <a:pPr marL="285750" indent="-285750" algn="just">
              <a:buSzPct val="50000"/>
              <a:buFont typeface="Wingdings" panose="05000000000000000000" pitchFamily="2" charset="2"/>
              <a:buChar char="l"/>
            </a:pPr>
            <a:r>
              <a:rPr lang="en-US" altLang="en-US" sz="2800" dirty="0">
                <a:latin typeface="Cambria" panose="02040503050406030204" pitchFamily="18" charset="0"/>
                <a:ea typeface="Cambria" panose="02040503050406030204" pitchFamily="18" charset="0"/>
                <a:cs typeface="Calibri" panose="020F0502020204030204" pitchFamily="34" charset="0"/>
              </a:rPr>
              <a:t>A </a:t>
            </a:r>
            <a:r>
              <a:rPr lang="en-US" altLang="en-US" sz="2800" dirty="0">
                <a:solidFill>
                  <a:srgbClr val="0000FF"/>
                </a:solidFill>
                <a:latin typeface="Cambria" panose="02040503050406030204" pitchFamily="18" charset="0"/>
                <a:ea typeface="Cambria" panose="02040503050406030204" pitchFamily="18" charset="0"/>
                <a:cs typeface="Calibri" panose="020F0502020204030204" pitchFamily="34" charset="0"/>
              </a:rPr>
              <a:t>null</a:t>
            </a:r>
            <a:r>
              <a:rPr lang="en-US" altLang="en-US" sz="2800" dirty="0">
                <a:latin typeface="Cambria" panose="02040503050406030204" pitchFamily="18" charset="0"/>
                <a:ea typeface="Cambria" panose="02040503050406030204" pitchFamily="18" charset="0"/>
                <a:cs typeface="Calibri" panose="020F0502020204030204" pitchFamily="34" charset="0"/>
              </a:rPr>
              <a:t> is a value that is unavailable, unassigned, unknown, or inapplicable.</a:t>
            </a:r>
          </a:p>
          <a:p>
            <a:pPr marL="285750" indent="-285750" algn="just">
              <a:buSzPct val="50000"/>
              <a:buFont typeface="Wingdings" panose="05000000000000000000" pitchFamily="2" charset="2"/>
              <a:buChar char="l"/>
            </a:pPr>
            <a:r>
              <a:rPr lang="en-US" altLang="en-US" sz="2800" dirty="0">
                <a:latin typeface="Cambria" panose="02040503050406030204" pitchFamily="18" charset="0"/>
                <a:ea typeface="Cambria" panose="02040503050406030204" pitchFamily="18" charset="0"/>
                <a:cs typeface="Calibri" panose="020F0502020204030204" pitchFamily="34" charset="0"/>
              </a:rPr>
              <a:t>A null is not the same as zero or a blank space.</a:t>
            </a:r>
          </a:p>
          <a:p>
            <a:pPr marL="285750" indent="-285750" algn="just">
              <a:buSzPct val="50000"/>
              <a:buFont typeface="Wingdings" panose="05000000000000000000" pitchFamily="2" charset="2"/>
              <a:buChar char="l"/>
            </a:pPr>
            <a:r>
              <a:rPr lang="en-US" altLang="en-US" sz="2800" dirty="0">
                <a:latin typeface="Cambria" panose="02040503050406030204" pitchFamily="18" charset="0"/>
                <a:ea typeface="Cambria" panose="02040503050406030204" pitchFamily="18" charset="0"/>
                <a:cs typeface="Calibri" panose="020F0502020204030204" pitchFamily="34" charset="0"/>
              </a:rPr>
              <a:t>Arithmetic expressions containing a null value evaluate to null.</a:t>
            </a: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71D0E9DA-2E85-A0F6-41B5-384A11EDBDC9}"/>
              </a:ext>
            </a:extLst>
          </p:cNvPr>
          <p:cNvSpPr>
            <a:spLocks noGrp="1"/>
          </p:cNvSpPr>
          <p:nvPr>
            <p:ph type="ftr" sz="quarter" idx="11"/>
          </p:nvPr>
        </p:nvSpPr>
        <p:spPr>
          <a:xfrm>
            <a:off x="2555776" y="6500192"/>
            <a:ext cx="4876800" cy="457200"/>
          </a:xfrm>
        </p:spPr>
        <p:txBody>
          <a:bodyPr/>
          <a:lstStyle/>
          <a:p>
            <a:pPr>
              <a:defRPr/>
            </a:pPr>
            <a:r>
              <a:rPr lang="en-US" b="1" dirty="0">
                <a:solidFill>
                  <a:srgbClr val="0000FF"/>
                </a:solidFill>
              </a:rPr>
              <a:t>Dr. Asif Sohail,</a:t>
            </a:r>
            <a:r>
              <a:rPr lang="en-US" dirty="0"/>
              <a:t> Department of IT, </a:t>
            </a:r>
            <a:r>
              <a:rPr lang="en-US" dirty="0">
                <a:solidFill>
                  <a:srgbClr val="FF0000"/>
                </a:solidFill>
              </a:rPr>
              <a:t>University of the Punjab, Lahore</a:t>
            </a:r>
          </a:p>
        </p:txBody>
      </p:sp>
      <p:sp>
        <p:nvSpPr>
          <p:cNvPr id="2" name="Slide Number Placeholder 23">
            <a:extLst>
              <a:ext uri="{FF2B5EF4-FFF2-40B4-BE49-F238E27FC236}">
                <a16:creationId xmlns:a16="http://schemas.microsoft.com/office/drawing/2014/main" id="{4F42B6E0-0440-6FB2-EF81-9227ABE90B43}"/>
              </a:ext>
            </a:extLst>
          </p:cNvPr>
          <p:cNvSpPr>
            <a:spLocks noGrp="1"/>
          </p:cNvSpPr>
          <p:nvPr>
            <p:ph type="sldNum" sz="quarter" idx="12"/>
          </p:nvPr>
        </p:nvSpPr>
        <p:spPr>
          <a:xfrm>
            <a:off x="8459788" y="6165850"/>
            <a:ext cx="457200" cy="457200"/>
          </a:xfrm>
        </p:spPr>
        <p:txBody>
          <a:bodyPr/>
          <a:lstStyle/>
          <a:p>
            <a:pPr>
              <a:defRPr/>
            </a:pPr>
            <a:fld id="{110F9843-0372-4357-99AD-419BEB3ABF28}" type="slidenum">
              <a:rPr lang="en-US" smtClean="0"/>
              <a:pPr>
                <a:defRPr/>
              </a:pPr>
              <a:t>14</a:t>
            </a:fld>
            <a:endParaRPr lang="en-US"/>
          </a:p>
        </p:txBody>
      </p:sp>
      <p:graphicFrame>
        <p:nvGraphicFramePr>
          <p:cNvPr id="11" name="Table 10">
            <a:extLst>
              <a:ext uri="{FF2B5EF4-FFF2-40B4-BE49-F238E27FC236}">
                <a16:creationId xmlns:a16="http://schemas.microsoft.com/office/drawing/2014/main" id="{E466E164-5EF4-67EC-A1F0-A4F4BF3B8312}"/>
              </a:ext>
            </a:extLst>
          </p:cNvPr>
          <p:cNvGraphicFramePr>
            <a:graphicFrameLocks noGrp="1"/>
          </p:cNvGraphicFramePr>
          <p:nvPr>
            <p:extLst>
              <p:ext uri="{D42A27DB-BD31-4B8C-83A1-F6EECF244321}">
                <p14:modId xmlns:p14="http://schemas.microsoft.com/office/powerpoint/2010/main" val="1203021938"/>
              </p:ext>
            </p:extLst>
          </p:nvPr>
        </p:nvGraphicFramePr>
        <p:xfrm>
          <a:off x="1407350" y="3284984"/>
          <a:ext cx="6329300" cy="1280160"/>
        </p:xfrm>
        <a:graphic>
          <a:graphicData uri="http://schemas.openxmlformats.org/drawingml/2006/table">
            <a:tbl>
              <a:tblPr/>
              <a:tblGrid>
                <a:gridCol w="1508466">
                  <a:extLst>
                    <a:ext uri="{9D8B030D-6E8A-4147-A177-3AD203B41FA5}">
                      <a16:colId xmlns:a16="http://schemas.microsoft.com/office/drawing/2014/main" val="2176645160"/>
                    </a:ext>
                  </a:extLst>
                </a:gridCol>
                <a:gridCol w="1508466">
                  <a:extLst>
                    <a:ext uri="{9D8B030D-6E8A-4147-A177-3AD203B41FA5}">
                      <a16:colId xmlns:a16="http://schemas.microsoft.com/office/drawing/2014/main" val="2505943412"/>
                    </a:ext>
                  </a:extLst>
                </a:gridCol>
                <a:gridCol w="1508466">
                  <a:extLst>
                    <a:ext uri="{9D8B030D-6E8A-4147-A177-3AD203B41FA5}">
                      <a16:colId xmlns:a16="http://schemas.microsoft.com/office/drawing/2014/main" val="927047570"/>
                    </a:ext>
                  </a:extLst>
                </a:gridCol>
                <a:gridCol w="1803902">
                  <a:extLst>
                    <a:ext uri="{9D8B030D-6E8A-4147-A177-3AD203B41FA5}">
                      <a16:colId xmlns:a16="http://schemas.microsoft.com/office/drawing/2014/main" val="3316333916"/>
                    </a:ext>
                  </a:extLst>
                </a:gridCol>
              </a:tblGrid>
              <a:tr h="0">
                <a:tc>
                  <a:txBody>
                    <a:bodyPr/>
                    <a:lstStyle/>
                    <a:p>
                      <a:pPr algn="ctr" fontAlgn="b">
                        <a:buNone/>
                      </a:pPr>
                      <a:r>
                        <a:rPr lang="en-US" sz="2400" b="1">
                          <a:solidFill>
                            <a:srgbClr val="FFFFFF"/>
                          </a:solidFill>
                          <a:effectLst/>
                        </a:rPr>
                        <a:t>ENAME</a:t>
                      </a:r>
                    </a:p>
                  </a:txBody>
                  <a:tcPr marL="68580" marR="68580"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algn="ctr" fontAlgn="b">
                        <a:buNone/>
                      </a:pPr>
                      <a:r>
                        <a:rPr lang="en-US" sz="2400" b="1">
                          <a:solidFill>
                            <a:srgbClr val="FFFFFF"/>
                          </a:solidFill>
                          <a:effectLst/>
                        </a:rPr>
                        <a:t>SAL</a:t>
                      </a:r>
                    </a:p>
                  </a:txBody>
                  <a:tcPr marL="68580" marR="68580"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algn="ctr" fontAlgn="b">
                        <a:buNone/>
                      </a:pPr>
                      <a:r>
                        <a:rPr lang="en-US" sz="2400" b="1">
                          <a:solidFill>
                            <a:srgbClr val="FFFFFF"/>
                          </a:solidFill>
                          <a:effectLst/>
                        </a:rPr>
                        <a:t>COMM</a:t>
                      </a:r>
                    </a:p>
                  </a:txBody>
                  <a:tcPr marL="68580" marR="68580"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algn="ctr" fontAlgn="b">
                        <a:buNone/>
                      </a:pPr>
                      <a:r>
                        <a:rPr lang="en-US" sz="2400" b="1">
                          <a:solidFill>
                            <a:srgbClr val="FFFFFF"/>
                          </a:solidFill>
                          <a:effectLst/>
                        </a:rPr>
                        <a:t>SAL+COMM</a:t>
                      </a:r>
                    </a:p>
                  </a:txBody>
                  <a:tcPr marL="68580" marR="68580"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extLst>
                  <a:ext uri="{0D108BD9-81ED-4DB2-BD59-A6C34878D82A}">
                    <a16:rowId xmlns:a16="http://schemas.microsoft.com/office/drawing/2014/main" val="2116577192"/>
                  </a:ext>
                </a:extLst>
              </a:tr>
              <a:tr h="0">
                <a:tc>
                  <a:txBody>
                    <a:bodyPr/>
                    <a:lstStyle/>
                    <a:p>
                      <a:pPr algn="ctr">
                        <a:buNone/>
                      </a:pPr>
                      <a:r>
                        <a:rPr lang="en-US" sz="2400">
                          <a:effectLst/>
                        </a:rPr>
                        <a:t>SMITH</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buNone/>
                      </a:pPr>
                      <a:r>
                        <a:rPr lang="en-US" sz="2400">
                          <a:effectLst/>
                        </a:rPr>
                        <a:t>800</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buNone/>
                      </a:pPr>
                      <a:r>
                        <a:rPr lang="en-US" sz="2400">
                          <a:effectLst/>
                        </a:rPr>
                        <a:t>-</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buNone/>
                      </a:pPr>
                      <a:r>
                        <a:rPr lang="en-US" sz="2400">
                          <a:effectLst/>
                        </a:rPr>
                        <a:t>-</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63192135"/>
                  </a:ext>
                </a:extLst>
              </a:tr>
              <a:tr h="0">
                <a:tc>
                  <a:txBody>
                    <a:bodyPr/>
                    <a:lstStyle/>
                    <a:p>
                      <a:pPr algn="ctr">
                        <a:buNone/>
                      </a:pPr>
                      <a:r>
                        <a:rPr lang="en-US" sz="2400">
                          <a:effectLst/>
                        </a:rPr>
                        <a:t>ALLEN</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pPr algn="ctr">
                        <a:buNone/>
                      </a:pPr>
                      <a:r>
                        <a:rPr lang="en-US" sz="2400">
                          <a:effectLst/>
                        </a:rPr>
                        <a:t>1600</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pPr algn="ctr">
                        <a:buNone/>
                      </a:pPr>
                      <a:r>
                        <a:rPr lang="en-US" sz="2400">
                          <a:effectLst/>
                        </a:rPr>
                        <a:t>300</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pPr algn="ctr">
                        <a:buNone/>
                      </a:pPr>
                      <a:r>
                        <a:rPr lang="en-US" sz="2400" dirty="0">
                          <a:effectLst/>
                        </a:rPr>
                        <a:t>1900</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extLst>
                  <a:ext uri="{0D108BD9-81ED-4DB2-BD59-A6C34878D82A}">
                    <a16:rowId xmlns:a16="http://schemas.microsoft.com/office/drawing/2014/main" val="3385842956"/>
                  </a:ext>
                </a:extLst>
              </a:tr>
            </a:tbl>
          </a:graphicData>
        </a:graphic>
      </p:graphicFrame>
    </p:spTree>
    <p:extLst>
      <p:ext uri="{BB962C8B-B14F-4D97-AF65-F5344CB8AC3E}">
        <p14:creationId xmlns:p14="http://schemas.microsoft.com/office/powerpoint/2010/main" val="973287742"/>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96801-E53C-D217-C4F4-B98593DC7682}"/>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463B8329-C9C4-9BA7-CFDD-8C143EDDD161}"/>
              </a:ext>
            </a:extLst>
          </p:cNvPr>
          <p:cNvSpPr>
            <a:spLocks noGrp="1" noChangeArrowheads="1"/>
          </p:cNvSpPr>
          <p:nvPr>
            <p:ph type="title"/>
          </p:nvPr>
        </p:nvSpPr>
        <p:spPr>
          <a:xfrm>
            <a:off x="539552" y="221533"/>
            <a:ext cx="5486400" cy="533400"/>
          </a:xfrm>
        </p:spPr>
        <p:txBody>
          <a:bodyPr/>
          <a:lstStyle/>
          <a:p>
            <a:pPr eaLnBrk="1" hangingPunct="1"/>
            <a:r>
              <a:rPr lang="en-US" altLang="en-US" sz="2800" b="1" u="sng" dirty="0">
                <a:solidFill>
                  <a:srgbClr val="D34817"/>
                </a:solidFill>
                <a:latin typeface="Cambria" panose="02040503050406030204" pitchFamily="18" charset="0"/>
                <a:ea typeface="Cambria" panose="02040503050406030204" pitchFamily="18" charset="0"/>
              </a:rPr>
              <a:t>Null Value</a:t>
            </a:r>
          </a:p>
        </p:txBody>
      </p:sp>
      <p:sp>
        <p:nvSpPr>
          <p:cNvPr id="38915" name="Rectangle 3">
            <a:extLst>
              <a:ext uri="{FF2B5EF4-FFF2-40B4-BE49-F238E27FC236}">
                <a16:creationId xmlns:a16="http://schemas.microsoft.com/office/drawing/2014/main" id="{B0103EDE-2CEE-CE40-7380-211B2BDB3C20}"/>
              </a:ext>
            </a:extLst>
          </p:cNvPr>
          <p:cNvSpPr>
            <a:spLocks noGrp="1" noChangeArrowheads="1"/>
          </p:cNvSpPr>
          <p:nvPr>
            <p:ph sz="quarter" idx="1"/>
          </p:nvPr>
        </p:nvSpPr>
        <p:spPr>
          <a:xfrm>
            <a:off x="425450" y="741784"/>
            <a:ext cx="8491538" cy="4343400"/>
          </a:xfrm>
        </p:spPr>
        <p:txBody>
          <a:bodyPr/>
          <a:lstStyle/>
          <a:p>
            <a:pPr marL="285750" indent="-285750" algn="just">
              <a:buSzPct val="50000"/>
              <a:buFont typeface="Wingdings" panose="05000000000000000000" pitchFamily="2" charset="2"/>
              <a:buChar char="l"/>
            </a:pPr>
            <a:r>
              <a:rPr lang="en-US" altLang="en-US" sz="2400" b="1" dirty="0">
                <a:solidFill>
                  <a:srgbClr val="0000FF"/>
                </a:solidFill>
                <a:latin typeface="Cambria" panose="02040503050406030204" pitchFamily="18" charset="0"/>
                <a:ea typeface="Cambria" panose="02040503050406030204" pitchFamily="18" charset="0"/>
                <a:cs typeface="Calibri" panose="020F0502020204030204" pitchFamily="34" charset="0"/>
              </a:rPr>
              <a:t>NVL</a:t>
            </a:r>
            <a:r>
              <a:rPr lang="en-US" altLang="en-US" sz="2400" dirty="0">
                <a:latin typeface="Cambria" panose="02040503050406030204" pitchFamily="18" charset="0"/>
                <a:ea typeface="Cambria" panose="02040503050406030204" pitchFamily="18" charset="0"/>
                <a:cs typeface="Calibri" panose="020F0502020204030204" pitchFamily="34" charset="0"/>
              </a:rPr>
              <a:t> and </a:t>
            </a:r>
            <a:r>
              <a:rPr lang="en-US" altLang="en-US" sz="2400" b="1" dirty="0">
                <a:solidFill>
                  <a:srgbClr val="0000FF"/>
                </a:solidFill>
                <a:latin typeface="Cambria" panose="02040503050406030204" pitchFamily="18" charset="0"/>
                <a:ea typeface="Cambria" panose="02040503050406030204" pitchFamily="18" charset="0"/>
                <a:cs typeface="Calibri" panose="020F0502020204030204" pitchFamily="34" charset="0"/>
              </a:rPr>
              <a:t>NVL2</a:t>
            </a:r>
            <a:r>
              <a:rPr lang="en-US" altLang="en-US" sz="2400" dirty="0">
                <a:latin typeface="Cambria" panose="02040503050406030204" pitchFamily="18" charset="0"/>
                <a:ea typeface="Cambria" panose="02040503050406030204" pitchFamily="18" charset="0"/>
                <a:cs typeface="Calibri" panose="020F0502020204030204" pitchFamily="34" charset="0"/>
              </a:rPr>
              <a:t> functions are used for replacing NULL values to some other values. </a:t>
            </a:r>
          </a:p>
          <a:p>
            <a:pPr marL="285750" indent="-285750" algn="just">
              <a:buSzPct val="50000"/>
              <a:buFont typeface="Wingdings" panose="05000000000000000000" pitchFamily="2" charset="2"/>
              <a:buChar char="l"/>
            </a:pPr>
            <a:r>
              <a:rPr lang="en-US" altLang="en-US" sz="2400" dirty="0">
                <a:latin typeface="Cambria" panose="02040503050406030204" pitchFamily="18" charset="0"/>
                <a:ea typeface="Cambria" panose="02040503050406030204" pitchFamily="18" charset="0"/>
                <a:cs typeface="Calibri" panose="020F0502020204030204" pitchFamily="34" charset="0"/>
              </a:rPr>
              <a:t>Data types that can be used are number, character, and date.</a:t>
            </a:r>
          </a:p>
          <a:p>
            <a:pPr marL="560388" lvl="1" indent="-285750" algn="just">
              <a:buSzPct val="50000"/>
              <a:buFont typeface="Wingdings" panose="05000000000000000000" pitchFamily="2" charset="2"/>
              <a:buChar char="l"/>
            </a:pPr>
            <a:r>
              <a:rPr lang="en-US" altLang="en-US" sz="2200" dirty="0">
                <a:solidFill>
                  <a:srgbClr val="FF0000"/>
                </a:solidFill>
                <a:latin typeface="Cambria" panose="02040503050406030204" pitchFamily="18" charset="0"/>
                <a:ea typeface="Cambria" panose="02040503050406030204" pitchFamily="18" charset="0"/>
                <a:cs typeface="Calibri" panose="020F0502020204030204" pitchFamily="34" charset="0"/>
              </a:rPr>
              <a:t>NVL(comm, 0)</a:t>
            </a:r>
          </a:p>
          <a:p>
            <a:pPr marL="560388" lvl="1" indent="-285750" algn="just">
              <a:buSzPct val="50000"/>
              <a:buFont typeface="Wingdings" panose="05000000000000000000" pitchFamily="2" charset="2"/>
              <a:buChar char="l"/>
            </a:pPr>
            <a:r>
              <a:rPr lang="en-US" altLang="en-US" sz="2200" dirty="0">
                <a:solidFill>
                  <a:srgbClr val="FF0000"/>
                </a:solidFill>
                <a:latin typeface="Cambria" panose="02040503050406030204" pitchFamily="18" charset="0"/>
                <a:ea typeface="Cambria" panose="02040503050406030204" pitchFamily="18" charset="0"/>
                <a:cs typeface="Calibri" panose="020F0502020204030204" pitchFamily="34" charset="0"/>
              </a:rPr>
              <a:t>NVL(hire_date,'01-JAN-25')</a:t>
            </a:r>
          </a:p>
          <a:p>
            <a:pPr marL="560388" lvl="1" indent="-285750" algn="just">
              <a:buSzPct val="50000"/>
              <a:buFont typeface="Wingdings" panose="05000000000000000000" pitchFamily="2" charset="2"/>
              <a:buChar char="l"/>
            </a:pPr>
            <a:r>
              <a:rPr lang="en-US" altLang="en-US" sz="2200" dirty="0">
                <a:solidFill>
                  <a:srgbClr val="FF0000"/>
                </a:solidFill>
                <a:latin typeface="Cambria" panose="02040503050406030204" pitchFamily="18" charset="0"/>
                <a:ea typeface="Cambria" panose="02040503050406030204" pitchFamily="18" charset="0"/>
                <a:cs typeface="Calibri" panose="020F0502020204030204" pitchFamily="34" charset="0"/>
              </a:rPr>
              <a:t>NVL(job, 'No Job Yet’)</a:t>
            </a:r>
          </a:p>
          <a:p>
            <a:pPr marL="285750" indent="-285750" algn="just">
              <a:buSzPct val="50000"/>
              <a:buFont typeface="Wingdings" panose="05000000000000000000" pitchFamily="2" charset="2"/>
              <a:buChar char="l"/>
            </a:pPr>
            <a:r>
              <a:rPr lang="en-US" altLang="en-US" sz="2400" dirty="0">
                <a:latin typeface="Cambria" panose="02040503050406030204" pitchFamily="18" charset="0"/>
                <a:ea typeface="Cambria" panose="02040503050406030204" pitchFamily="18" charset="0"/>
                <a:cs typeface="Calibri" panose="020F0502020204030204" pitchFamily="34" charset="0"/>
              </a:rPr>
              <a:t>NVL2 provides alternate values both for NULL and NOT NULL</a:t>
            </a:r>
          </a:p>
          <a:p>
            <a:pPr marL="560388" lvl="1" indent="-285750" algn="just">
              <a:buSzPct val="50000"/>
              <a:buFont typeface="Wingdings" panose="05000000000000000000" pitchFamily="2" charset="2"/>
              <a:buChar char="l"/>
            </a:pPr>
            <a:r>
              <a:rPr lang="en-US" altLang="en-US" sz="2200" dirty="0">
                <a:solidFill>
                  <a:srgbClr val="FF0000"/>
                </a:solidFill>
                <a:latin typeface="Cambria" panose="02040503050406030204" pitchFamily="18" charset="0"/>
                <a:ea typeface="Cambria" panose="02040503050406030204" pitchFamily="18" charset="0"/>
                <a:cs typeface="Calibri" panose="020F0502020204030204" pitchFamily="34" charset="0"/>
              </a:rPr>
              <a:t>NVL2 (expr, NOT NULL case, NULL case)</a:t>
            </a:r>
          </a:p>
          <a:p>
            <a:pPr marL="560388" lvl="1" indent="-285750" algn="just">
              <a:buSzPct val="50000"/>
              <a:buFont typeface="Wingdings" panose="05000000000000000000" pitchFamily="2" charset="2"/>
              <a:buChar char="l"/>
            </a:pPr>
            <a:r>
              <a:rPr lang="en-US" altLang="en-US" sz="2200" dirty="0">
                <a:solidFill>
                  <a:srgbClr val="FF0000"/>
                </a:solidFill>
                <a:latin typeface="Cambria" panose="02040503050406030204" pitchFamily="18" charset="0"/>
                <a:ea typeface="Cambria" panose="02040503050406030204" pitchFamily="18" charset="0"/>
                <a:cs typeface="Calibri" panose="020F0502020204030204" pitchFamily="34" charset="0"/>
              </a:rPr>
              <a:t>NVL2(</a:t>
            </a:r>
            <a:r>
              <a:rPr lang="en-US" altLang="en-US" sz="2200" dirty="0" err="1">
                <a:solidFill>
                  <a:srgbClr val="FF0000"/>
                </a:solidFill>
                <a:latin typeface="Cambria" panose="02040503050406030204" pitchFamily="18" charset="0"/>
                <a:ea typeface="Cambria" panose="02040503050406030204" pitchFamily="18" charset="0"/>
                <a:cs typeface="Calibri" panose="020F0502020204030204" pitchFamily="34" charset="0"/>
              </a:rPr>
              <a:t>comm,sal+comm</a:t>
            </a:r>
            <a:r>
              <a:rPr lang="en-US" altLang="en-US" sz="2200" dirty="0">
                <a:solidFill>
                  <a:srgbClr val="FF0000"/>
                </a:solidFill>
                <a:latin typeface="Cambria" panose="02040503050406030204" pitchFamily="18" charset="0"/>
                <a:ea typeface="Cambria" panose="02040503050406030204" pitchFamily="18" charset="0"/>
                <a:cs typeface="Calibri" panose="020F0502020204030204" pitchFamily="34" charset="0"/>
              </a:rPr>
              <a:t>, </a:t>
            </a:r>
            <a:r>
              <a:rPr lang="en-US" altLang="en-US" sz="2200" dirty="0" err="1">
                <a:solidFill>
                  <a:srgbClr val="FF0000"/>
                </a:solidFill>
                <a:latin typeface="Cambria" panose="02040503050406030204" pitchFamily="18" charset="0"/>
                <a:ea typeface="Cambria" panose="02040503050406030204" pitchFamily="18" charset="0"/>
                <a:cs typeface="Calibri" panose="020F0502020204030204" pitchFamily="34" charset="0"/>
              </a:rPr>
              <a:t>sal</a:t>
            </a:r>
            <a:r>
              <a:rPr lang="en-US" altLang="en-US" sz="2200" dirty="0">
                <a:solidFill>
                  <a:srgbClr val="FF0000"/>
                </a:solidFill>
                <a:latin typeface="Cambria" panose="02040503050406030204" pitchFamily="18" charset="0"/>
                <a:ea typeface="Cambria" panose="02040503050406030204" pitchFamily="18" charset="0"/>
                <a:cs typeface="Calibri" panose="020F0502020204030204" pitchFamily="34" charset="0"/>
              </a:rPr>
              <a:t>)</a:t>
            </a: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E4988CCC-F507-12A4-F3B4-FFBFB588AC43}"/>
              </a:ext>
            </a:extLst>
          </p:cNvPr>
          <p:cNvSpPr>
            <a:spLocks noGrp="1"/>
          </p:cNvSpPr>
          <p:nvPr>
            <p:ph type="ftr" sz="quarter" idx="11"/>
          </p:nvPr>
        </p:nvSpPr>
        <p:spPr>
          <a:xfrm>
            <a:off x="2555776" y="7580312"/>
            <a:ext cx="4876800" cy="457200"/>
          </a:xfrm>
        </p:spPr>
        <p:txBody>
          <a:bodyPr/>
          <a:lstStyle/>
          <a:p>
            <a:pPr>
              <a:defRPr/>
            </a:pPr>
            <a:r>
              <a:rPr lang="en-US" b="1" dirty="0">
                <a:solidFill>
                  <a:srgbClr val="0000FF"/>
                </a:solidFill>
              </a:rPr>
              <a:t>Dr. Asif Sohail,</a:t>
            </a:r>
            <a:r>
              <a:rPr lang="en-US" dirty="0"/>
              <a:t> Department of IT, </a:t>
            </a:r>
            <a:r>
              <a:rPr lang="en-US" dirty="0">
                <a:solidFill>
                  <a:srgbClr val="FF0000"/>
                </a:solidFill>
              </a:rPr>
              <a:t>University of the Punjab, Lahore</a:t>
            </a:r>
          </a:p>
        </p:txBody>
      </p:sp>
      <p:sp>
        <p:nvSpPr>
          <p:cNvPr id="2" name="Slide Number Placeholder 23">
            <a:extLst>
              <a:ext uri="{FF2B5EF4-FFF2-40B4-BE49-F238E27FC236}">
                <a16:creationId xmlns:a16="http://schemas.microsoft.com/office/drawing/2014/main" id="{8735D1F7-5330-BF4C-93DA-BEF48EE36070}"/>
              </a:ext>
            </a:extLst>
          </p:cNvPr>
          <p:cNvSpPr>
            <a:spLocks noGrp="1"/>
          </p:cNvSpPr>
          <p:nvPr>
            <p:ph type="sldNum" sz="quarter" idx="12"/>
          </p:nvPr>
        </p:nvSpPr>
        <p:spPr>
          <a:xfrm>
            <a:off x="8459788" y="7245970"/>
            <a:ext cx="457200" cy="457200"/>
          </a:xfrm>
        </p:spPr>
        <p:txBody>
          <a:bodyPr/>
          <a:lstStyle/>
          <a:p>
            <a:pPr>
              <a:defRPr/>
            </a:pPr>
            <a:fld id="{110F9843-0372-4357-99AD-419BEB3ABF28}" type="slidenum">
              <a:rPr lang="en-US" smtClean="0"/>
              <a:pPr>
                <a:defRPr/>
              </a:pPr>
              <a:t>15</a:t>
            </a:fld>
            <a:endParaRPr lang="en-US"/>
          </a:p>
        </p:txBody>
      </p:sp>
      <p:sp>
        <p:nvSpPr>
          <p:cNvPr id="11" name="Rectangle 15">
            <a:extLst>
              <a:ext uri="{FF2B5EF4-FFF2-40B4-BE49-F238E27FC236}">
                <a16:creationId xmlns:a16="http://schemas.microsoft.com/office/drawing/2014/main" id="{DD48C674-F60F-DBA8-4905-C0ED7A829F74}"/>
              </a:ext>
            </a:extLst>
          </p:cNvPr>
          <p:cNvSpPr>
            <a:spLocks noChangeArrowheads="1"/>
          </p:cNvSpPr>
          <p:nvPr/>
        </p:nvSpPr>
        <p:spPr bwMode="blackWhite">
          <a:xfrm>
            <a:off x="906463" y="7672189"/>
            <a:ext cx="7415213" cy="941387"/>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a:t>
            </a: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12" name="Rectangle 16">
            <a:extLst>
              <a:ext uri="{FF2B5EF4-FFF2-40B4-BE49-F238E27FC236}">
                <a16:creationId xmlns:a16="http://schemas.microsoft.com/office/drawing/2014/main" id="{CCE4DA4E-5823-B48D-36D7-A69099B782B8}"/>
              </a:ext>
            </a:extLst>
          </p:cNvPr>
          <p:cNvSpPr>
            <a:spLocks noChangeArrowheads="1"/>
          </p:cNvSpPr>
          <p:nvPr/>
        </p:nvSpPr>
        <p:spPr bwMode="blackWhite">
          <a:xfrm>
            <a:off x="906463" y="7692826"/>
            <a:ext cx="7440613"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ENAME      SAL + </a:t>
            </a:r>
            <a:r>
              <a:rPr lang="en-US" altLang="en-US" sz="1800" b="1" dirty="0">
                <a:solidFill>
                  <a:srgbClr val="0000FF"/>
                </a:solidFill>
                <a:latin typeface="Courier New" panose="02070309020205020404" pitchFamily="49" charset="0"/>
              </a:rPr>
              <a:t>NVL(COMM,0)</a:t>
            </a:r>
            <a:r>
              <a:rPr lang="en-US" altLang="en-US" sz="1800" b="1" dirty="0">
                <a:solidFill>
                  <a:srgbClr val="000000"/>
                </a:solidFill>
                <a:latin typeface="Courier New" panose="02070309020205020404" pitchFamily="49" charset="0"/>
              </a:rPr>
              <a:t> </a:t>
            </a:r>
          </a:p>
          <a:p>
            <a:pPr>
              <a:spcBef>
                <a:spcPct val="0"/>
              </a:spcBef>
              <a:buFontTx/>
              <a:buNone/>
            </a:pPr>
            <a:r>
              <a:rPr lang="en-US" altLang="en-US" sz="1800" b="1" dirty="0">
                <a:solidFill>
                  <a:srgbClr val="000000"/>
                </a:solidFill>
                <a:latin typeface="Courier New" panose="02070309020205020404" pitchFamily="49" charset="0"/>
              </a:rPr>
              <a:t>---------- -----------------</a:t>
            </a:r>
          </a:p>
          <a:p>
            <a:pPr>
              <a:spcBef>
                <a:spcPct val="0"/>
              </a:spcBef>
              <a:buFontTx/>
              <a:buNone/>
            </a:pPr>
            <a:r>
              <a:rPr lang="en-US" altLang="en-US" sz="1800" b="1" dirty="0">
                <a:solidFill>
                  <a:srgbClr val="000000"/>
                </a:solidFill>
                <a:latin typeface="Courier New" panose="02070309020205020404" pitchFamily="49" charset="0"/>
              </a:rPr>
              <a:t>KING 			5000</a:t>
            </a:r>
          </a:p>
        </p:txBody>
      </p:sp>
      <p:graphicFrame>
        <p:nvGraphicFramePr>
          <p:cNvPr id="15" name="Table 14">
            <a:extLst>
              <a:ext uri="{FF2B5EF4-FFF2-40B4-BE49-F238E27FC236}">
                <a16:creationId xmlns:a16="http://schemas.microsoft.com/office/drawing/2014/main" id="{9A3352AB-7D2E-7137-07DF-6F3B945CD1D9}"/>
              </a:ext>
            </a:extLst>
          </p:cNvPr>
          <p:cNvGraphicFramePr>
            <a:graphicFrameLocks noGrp="1"/>
          </p:cNvGraphicFramePr>
          <p:nvPr>
            <p:extLst>
              <p:ext uri="{D42A27DB-BD31-4B8C-83A1-F6EECF244321}">
                <p14:modId xmlns:p14="http://schemas.microsoft.com/office/powerpoint/2010/main" val="1154661751"/>
              </p:ext>
            </p:extLst>
          </p:nvPr>
        </p:nvGraphicFramePr>
        <p:xfrm>
          <a:off x="486309" y="4579066"/>
          <a:ext cx="8280920" cy="1066800"/>
        </p:xfrm>
        <a:graphic>
          <a:graphicData uri="http://schemas.openxmlformats.org/drawingml/2006/table">
            <a:tbl>
              <a:tblPr/>
              <a:tblGrid>
                <a:gridCol w="1010387">
                  <a:extLst>
                    <a:ext uri="{9D8B030D-6E8A-4147-A177-3AD203B41FA5}">
                      <a16:colId xmlns:a16="http://schemas.microsoft.com/office/drawing/2014/main" val="3996560613"/>
                    </a:ext>
                  </a:extLst>
                </a:gridCol>
                <a:gridCol w="732464">
                  <a:extLst>
                    <a:ext uri="{9D8B030D-6E8A-4147-A177-3AD203B41FA5}">
                      <a16:colId xmlns:a16="http://schemas.microsoft.com/office/drawing/2014/main" val="3613819322"/>
                    </a:ext>
                  </a:extLst>
                </a:gridCol>
                <a:gridCol w="906637">
                  <a:extLst>
                    <a:ext uri="{9D8B030D-6E8A-4147-A177-3AD203B41FA5}">
                      <a16:colId xmlns:a16="http://schemas.microsoft.com/office/drawing/2014/main" val="2127066261"/>
                    </a:ext>
                  </a:extLst>
                </a:gridCol>
                <a:gridCol w="2160240">
                  <a:extLst>
                    <a:ext uri="{9D8B030D-6E8A-4147-A177-3AD203B41FA5}">
                      <a16:colId xmlns:a16="http://schemas.microsoft.com/office/drawing/2014/main" val="3275035507"/>
                    </a:ext>
                  </a:extLst>
                </a:gridCol>
                <a:gridCol w="3471192">
                  <a:extLst>
                    <a:ext uri="{9D8B030D-6E8A-4147-A177-3AD203B41FA5}">
                      <a16:colId xmlns:a16="http://schemas.microsoft.com/office/drawing/2014/main" val="3755583717"/>
                    </a:ext>
                  </a:extLst>
                </a:gridCol>
              </a:tblGrid>
              <a:tr h="0">
                <a:tc>
                  <a:txBody>
                    <a:bodyPr/>
                    <a:lstStyle/>
                    <a:p>
                      <a:pPr algn="ctr" fontAlgn="b">
                        <a:buNone/>
                      </a:pPr>
                      <a:r>
                        <a:rPr lang="en-US" b="1" dirty="0">
                          <a:solidFill>
                            <a:schemeClr val="bg1"/>
                          </a:solidFill>
                          <a:effectLst/>
                        </a:rPr>
                        <a:t>ENAME</a:t>
                      </a:r>
                    </a:p>
                  </a:txBody>
                  <a:tcPr marL="68580" marR="68580"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algn="ctr" fontAlgn="b">
                        <a:buNone/>
                      </a:pPr>
                      <a:r>
                        <a:rPr lang="en-US" b="1" dirty="0">
                          <a:solidFill>
                            <a:schemeClr val="bg1"/>
                          </a:solidFill>
                          <a:effectLst/>
                        </a:rPr>
                        <a:t>SAL</a:t>
                      </a:r>
                    </a:p>
                  </a:txBody>
                  <a:tcPr marL="68580" marR="68580"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algn="ctr" fontAlgn="b">
                        <a:buNone/>
                      </a:pPr>
                      <a:r>
                        <a:rPr lang="en-US" b="1" dirty="0">
                          <a:solidFill>
                            <a:schemeClr val="bg1"/>
                          </a:solidFill>
                          <a:effectLst/>
                        </a:rPr>
                        <a:t>COMM</a:t>
                      </a:r>
                    </a:p>
                  </a:txBody>
                  <a:tcPr marL="68580" marR="68580"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algn="ctr" fontAlgn="b">
                        <a:buNone/>
                      </a:pPr>
                      <a:r>
                        <a:rPr lang="en-US" b="1" dirty="0">
                          <a:solidFill>
                            <a:schemeClr val="bg1"/>
                          </a:solidFill>
                          <a:effectLst/>
                        </a:rPr>
                        <a:t>SAL+NVL(COMM,0)</a:t>
                      </a:r>
                    </a:p>
                  </a:txBody>
                  <a:tcPr marL="68580" marR="68580"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algn="ctr" fontAlgn="b">
                        <a:buNone/>
                      </a:pPr>
                      <a:r>
                        <a:rPr lang="en-US" b="1" dirty="0">
                          <a:solidFill>
                            <a:schemeClr val="bg1"/>
                          </a:solidFill>
                          <a:effectLst/>
                        </a:rPr>
                        <a:t>NVL2(COMM,SAL+COMM,SAL)</a:t>
                      </a:r>
                    </a:p>
                  </a:txBody>
                  <a:tcPr marL="68580" marR="68580"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extLst>
                  <a:ext uri="{0D108BD9-81ED-4DB2-BD59-A6C34878D82A}">
                    <a16:rowId xmlns:a16="http://schemas.microsoft.com/office/drawing/2014/main" val="3942339168"/>
                  </a:ext>
                </a:extLst>
              </a:tr>
              <a:tr h="0">
                <a:tc>
                  <a:txBody>
                    <a:bodyPr/>
                    <a:lstStyle/>
                    <a:p>
                      <a:pPr algn="ctr">
                        <a:buNone/>
                      </a:pPr>
                      <a:r>
                        <a:rPr lang="en-US" sz="2000" dirty="0">
                          <a:effectLst/>
                        </a:rPr>
                        <a:t>SMITH</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buNone/>
                      </a:pPr>
                      <a:r>
                        <a:rPr lang="en-US" sz="2000">
                          <a:effectLst/>
                        </a:rPr>
                        <a:t>800</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buNone/>
                      </a:pPr>
                      <a:r>
                        <a:rPr lang="en-US" sz="2000">
                          <a:effectLst/>
                        </a:rPr>
                        <a:t>-</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buNone/>
                      </a:pPr>
                      <a:r>
                        <a:rPr lang="en-US" sz="2000">
                          <a:effectLst/>
                        </a:rPr>
                        <a:t>800</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buNone/>
                      </a:pPr>
                      <a:r>
                        <a:rPr lang="en-US" sz="2000" dirty="0">
                          <a:effectLst/>
                        </a:rPr>
                        <a:t>800</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2374572322"/>
                  </a:ext>
                </a:extLst>
              </a:tr>
              <a:tr h="0">
                <a:tc>
                  <a:txBody>
                    <a:bodyPr/>
                    <a:lstStyle/>
                    <a:p>
                      <a:pPr algn="ctr">
                        <a:buNone/>
                      </a:pPr>
                      <a:r>
                        <a:rPr lang="en-US" sz="2000" dirty="0">
                          <a:effectLst/>
                        </a:rPr>
                        <a:t>ALLEN</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pPr algn="ctr">
                        <a:buNone/>
                      </a:pPr>
                      <a:r>
                        <a:rPr lang="en-US" sz="2000" dirty="0">
                          <a:effectLst/>
                        </a:rPr>
                        <a:t>1600</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pPr algn="ctr">
                        <a:buNone/>
                      </a:pPr>
                      <a:r>
                        <a:rPr lang="en-US" sz="2000" dirty="0">
                          <a:effectLst/>
                        </a:rPr>
                        <a:t>300</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pPr algn="ctr">
                        <a:buNone/>
                      </a:pPr>
                      <a:r>
                        <a:rPr lang="en-US" sz="2000" dirty="0">
                          <a:effectLst/>
                        </a:rPr>
                        <a:t>1900</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pPr algn="ctr">
                        <a:buNone/>
                      </a:pPr>
                      <a:r>
                        <a:rPr lang="en-US" sz="2000" dirty="0">
                          <a:effectLst/>
                        </a:rPr>
                        <a:t>1900</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extLst>
                  <a:ext uri="{0D108BD9-81ED-4DB2-BD59-A6C34878D82A}">
                    <a16:rowId xmlns:a16="http://schemas.microsoft.com/office/drawing/2014/main" val="4157979333"/>
                  </a:ext>
                </a:extLst>
              </a:tr>
            </a:tbl>
          </a:graphicData>
        </a:graphic>
      </p:graphicFrame>
      <p:sp>
        <p:nvSpPr>
          <p:cNvPr id="16" name="Footer Placeholder 2">
            <a:extLst>
              <a:ext uri="{FF2B5EF4-FFF2-40B4-BE49-F238E27FC236}">
                <a16:creationId xmlns:a16="http://schemas.microsoft.com/office/drawing/2014/main" id="{C0072358-CC60-2899-4316-FE5CE48A23D7}"/>
              </a:ext>
            </a:extLst>
          </p:cNvPr>
          <p:cNvSpPr txBox="1">
            <a:spLocks/>
          </p:cNvSpPr>
          <p:nvPr/>
        </p:nvSpPr>
        <p:spPr>
          <a:xfrm>
            <a:off x="2483768" y="6428184"/>
            <a:ext cx="4876800" cy="457200"/>
          </a:xfrm>
          <a:prstGeom prst="rect">
            <a:avLst/>
          </a:prstGeom>
        </p:spPr>
        <p:txBody>
          <a:bodyPr anchor="ctr" anchorCtr="0"/>
          <a:lstStyle>
            <a:defPPr>
              <a:defRPr lang="de-AT"/>
            </a:defPPr>
            <a:lvl1pPr algn="l" rtl="0" eaLnBrk="1" fontAlgn="auto" latinLnBrk="0" hangingPunct="1">
              <a:spcBef>
                <a:spcPts val="0"/>
              </a:spcBef>
              <a:spcAft>
                <a:spcPts val="0"/>
              </a:spcAft>
              <a:defRPr kumimoji="0" sz="1400" kern="1200">
                <a:solidFill>
                  <a:schemeClr val="tx2"/>
                </a:solidFill>
                <a:latin typeface="+mn-lt"/>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defRPr/>
            </a:pPr>
            <a:r>
              <a:rPr lang="en-US" b="1" dirty="0">
                <a:solidFill>
                  <a:srgbClr val="0000FF"/>
                </a:solidFill>
              </a:rPr>
              <a:t>Dr. Asif Sohail,</a:t>
            </a:r>
            <a:r>
              <a:rPr lang="en-US" dirty="0"/>
              <a:t> Department of IT, </a:t>
            </a:r>
            <a:r>
              <a:rPr lang="en-US" dirty="0">
                <a:solidFill>
                  <a:srgbClr val="FF0000"/>
                </a:solidFill>
              </a:rPr>
              <a:t>University of the Punjab, Lahore</a:t>
            </a:r>
          </a:p>
        </p:txBody>
      </p:sp>
      <p:sp>
        <p:nvSpPr>
          <p:cNvPr id="17" name="Slide Number Placeholder 23">
            <a:extLst>
              <a:ext uri="{FF2B5EF4-FFF2-40B4-BE49-F238E27FC236}">
                <a16:creationId xmlns:a16="http://schemas.microsoft.com/office/drawing/2014/main" id="{C49C1044-DC6D-E48F-BFB4-CAE3C314B034}"/>
              </a:ext>
            </a:extLst>
          </p:cNvPr>
          <p:cNvSpPr txBox="1">
            <a:spLocks/>
          </p:cNvSpPr>
          <p:nvPr/>
        </p:nvSpPr>
        <p:spPr>
          <a:xfrm>
            <a:off x="8459788" y="6165850"/>
            <a:ext cx="457200" cy="457200"/>
          </a:xfrm>
          <a:prstGeom prst="ellipse">
            <a:avLst/>
          </a:prstGeom>
          <a:solidFill>
            <a:schemeClr val="accent1"/>
          </a:solidFill>
        </p:spPr>
        <p:txBody>
          <a:bodyPr wrap="none" lIns="0" tIns="0" rIns="0" bIns="0" anchor="ctr" anchorCtr="1">
            <a:noAutofit/>
          </a:bodyPr>
          <a:lstStyle>
            <a:defPPr>
              <a:defRPr lang="de-AT"/>
            </a:defPPr>
            <a:lvl1pPr algn="ctr" rtl="0" eaLnBrk="1" fontAlgn="auto" latinLnBrk="0" hangingPunct="1">
              <a:spcBef>
                <a:spcPts val="0"/>
              </a:spcBef>
              <a:spcAft>
                <a:spcPts val="0"/>
              </a:spcAft>
              <a:defRPr kumimoji="0" sz="1400" kern="1200">
                <a:solidFill>
                  <a:srgbClr val="FFFFFF"/>
                </a:solidFill>
                <a:latin typeface="+mj-lt"/>
                <a:ea typeface="+mj-ea"/>
                <a:cs typeface="+mj-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a:defRPr/>
            </a:pPr>
            <a:fld id="{110F9843-0372-4357-99AD-419BEB3ABF28}" type="slidenum">
              <a:rPr lang="en-US" smtClean="0"/>
              <a:pPr>
                <a:defRPr/>
              </a:pPr>
              <a:t>15</a:t>
            </a:fld>
            <a:endParaRPr lang="en-US"/>
          </a:p>
        </p:txBody>
      </p:sp>
    </p:spTree>
    <p:extLst>
      <p:ext uri="{BB962C8B-B14F-4D97-AF65-F5344CB8AC3E}">
        <p14:creationId xmlns:p14="http://schemas.microsoft.com/office/powerpoint/2010/main" val="3606417408"/>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F273C-9C95-7D18-1D12-C9A0D60D84F9}"/>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073044FD-0C12-A63C-331C-552591BD6EC4}"/>
              </a:ext>
            </a:extLst>
          </p:cNvPr>
          <p:cNvSpPr>
            <a:spLocks noGrp="1" noChangeArrowheads="1"/>
          </p:cNvSpPr>
          <p:nvPr>
            <p:ph type="title"/>
          </p:nvPr>
        </p:nvSpPr>
        <p:spPr>
          <a:xfrm>
            <a:off x="539552" y="221533"/>
            <a:ext cx="5486400" cy="533400"/>
          </a:xfrm>
        </p:spPr>
        <p:txBody>
          <a:bodyPr/>
          <a:lstStyle/>
          <a:p>
            <a:pPr eaLnBrk="1" hangingPunct="1"/>
            <a:r>
              <a:rPr lang="en-US" altLang="en-US" sz="2800" b="1" u="sng" dirty="0">
                <a:solidFill>
                  <a:srgbClr val="D34817"/>
                </a:solidFill>
                <a:latin typeface="Cambria" panose="02040503050406030204" pitchFamily="18" charset="0"/>
                <a:ea typeface="Cambria" panose="02040503050406030204" pitchFamily="18" charset="0"/>
              </a:rPr>
              <a:t>Avoiding Duplicate Outputs</a:t>
            </a:r>
          </a:p>
        </p:txBody>
      </p:sp>
      <p:sp>
        <p:nvSpPr>
          <p:cNvPr id="38915" name="Rectangle 3">
            <a:extLst>
              <a:ext uri="{FF2B5EF4-FFF2-40B4-BE49-F238E27FC236}">
                <a16:creationId xmlns:a16="http://schemas.microsoft.com/office/drawing/2014/main" id="{BD17472B-4EAE-B03A-628E-FBAFADA2D7D6}"/>
              </a:ext>
            </a:extLst>
          </p:cNvPr>
          <p:cNvSpPr>
            <a:spLocks noGrp="1" noChangeArrowheads="1"/>
          </p:cNvSpPr>
          <p:nvPr>
            <p:ph sz="quarter" idx="1"/>
          </p:nvPr>
        </p:nvSpPr>
        <p:spPr>
          <a:xfrm>
            <a:off x="425450" y="741784"/>
            <a:ext cx="8491538" cy="4343400"/>
          </a:xfrm>
        </p:spPr>
        <p:txBody>
          <a:bodyPr/>
          <a:lstStyle/>
          <a:p>
            <a:pPr marL="285750" indent="-285750" algn="just">
              <a:buSzPct val="50000"/>
              <a:buFont typeface="Wingdings" panose="05000000000000000000" pitchFamily="2" charset="2"/>
              <a:buChar char="l"/>
            </a:pPr>
            <a:r>
              <a:rPr lang="en-US" altLang="en-US" sz="2400" dirty="0">
                <a:latin typeface="Cambria" panose="02040503050406030204" pitchFamily="18" charset="0"/>
                <a:ea typeface="Cambria" panose="02040503050406030204" pitchFamily="18" charset="0"/>
                <a:cs typeface="Calibri" panose="020F0502020204030204" pitchFamily="34" charset="0"/>
              </a:rPr>
              <a:t>A subset of columns may include duplicate rows.</a:t>
            </a:r>
          </a:p>
          <a:p>
            <a:pPr marL="285750" indent="-285750" algn="just">
              <a:buSzPct val="50000"/>
              <a:buFont typeface="Wingdings" panose="05000000000000000000" pitchFamily="2" charset="2"/>
              <a:buChar char="l"/>
            </a:pPr>
            <a:r>
              <a:rPr lang="en-US" altLang="en-US" sz="2400" dirty="0">
                <a:latin typeface="Cambria" panose="02040503050406030204" pitchFamily="18" charset="0"/>
                <a:ea typeface="Cambria" panose="02040503050406030204" pitchFamily="18" charset="0"/>
                <a:cs typeface="Calibri" panose="020F0502020204030204" pitchFamily="34" charset="0"/>
              </a:rPr>
              <a:t>SELECT </a:t>
            </a:r>
            <a:r>
              <a:rPr lang="en-US" altLang="en-US" sz="2400" dirty="0">
                <a:solidFill>
                  <a:srgbClr val="0000FF"/>
                </a:solidFill>
                <a:latin typeface="Cambria" panose="02040503050406030204" pitchFamily="18" charset="0"/>
                <a:ea typeface="Cambria" panose="02040503050406030204" pitchFamily="18" charset="0"/>
                <a:cs typeface="Calibri" panose="020F0502020204030204" pitchFamily="34" charset="0"/>
              </a:rPr>
              <a:t>job</a:t>
            </a:r>
            <a:r>
              <a:rPr lang="en-US" altLang="en-US" sz="2400" dirty="0">
                <a:latin typeface="Cambria" panose="02040503050406030204" pitchFamily="18" charset="0"/>
                <a:ea typeface="Cambria" panose="02040503050406030204" pitchFamily="18" charset="0"/>
                <a:cs typeface="Calibri" panose="020F0502020204030204" pitchFamily="34" charset="0"/>
              </a:rPr>
              <a:t> from emp;</a:t>
            </a: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07260" lvl="7" indent="-285750" algn="r">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207260" lvl="7" indent="-285750" algn="r">
              <a:buSzPct val="50000"/>
              <a:buFont typeface="Wingdings" panose="05000000000000000000" pitchFamily="2" charset="2"/>
              <a:buChar char="l"/>
            </a:pPr>
            <a:r>
              <a:rPr lang="en-US" altLang="en-US" sz="2400" dirty="0">
                <a:latin typeface="Cambria" panose="02040503050406030204" pitchFamily="18" charset="0"/>
                <a:ea typeface="Cambria" panose="02040503050406030204" pitchFamily="18" charset="0"/>
                <a:cs typeface="Calibri" panose="020F0502020204030204" pitchFamily="34" charset="0"/>
              </a:rPr>
              <a:t>DISTINCT keyword eliminates duplicates</a:t>
            </a:r>
          </a:p>
          <a:p>
            <a:pPr marL="2207260" lvl="7" indent="-285750" algn="r">
              <a:buSzPct val="50000"/>
              <a:buFont typeface="Wingdings" panose="05000000000000000000" pitchFamily="2" charset="2"/>
              <a:buChar char="l"/>
            </a:pPr>
            <a:r>
              <a:rPr lang="en-US" altLang="en-US" sz="2400" dirty="0">
                <a:latin typeface="Cambria" panose="02040503050406030204" pitchFamily="18" charset="0"/>
                <a:ea typeface="Cambria" panose="02040503050406030204" pitchFamily="18" charset="0"/>
                <a:cs typeface="Calibri" panose="020F0502020204030204" pitchFamily="34" charset="0"/>
              </a:rPr>
              <a:t>SELECT </a:t>
            </a:r>
            <a:r>
              <a:rPr lang="en-US" altLang="en-US" sz="2400" dirty="0">
                <a:solidFill>
                  <a:srgbClr val="0000FF"/>
                </a:solidFill>
                <a:latin typeface="Cambria" panose="02040503050406030204" pitchFamily="18" charset="0"/>
                <a:ea typeface="Cambria" panose="02040503050406030204" pitchFamily="18" charset="0"/>
                <a:cs typeface="Calibri" panose="020F0502020204030204" pitchFamily="34" charset="0"/>
              </a:rPr>
              <a:t>distinct job</a:t>
            </a:r>
            <a:r>
              <a:rPr lang="en-US" altLang="en-US" sz="2400" dirty="0">
                <a:latin typeface="Cambria" panose="02040503050406030204" pitchFamily="18" charset="0"/>
                <a:ea typeface="Cambria" panose="02040503050406030204" pitchFamily="18" charset="0"/>
                <a:cs typeface="Calibri" panose="020F0502020204030204" pitchFamily="34" charset="0"/>
              </a:rPr>
              <a:t> from emp;</a:t>
            </a:r>
          </a:p>
        </p:txBody>
      </p:sp>
      <p:sp>
        <p:nvSpPr>
          <p:cNvPr id="3" name="Footer Placeholder 2">
            <a:extLst>
              <a:ext uri="{FF2B5EF4-FFF2-40B4-BE49-F238E27FC236}">
                <a16:creationId xmlns:a16="http://schemas.microsoft.com/office/drawing/2014/main" id="{175912D4-3058-E4AB-F30E-BFECFC49C739}"/>
              </a:ext>
            </a:extLst>
          </p:cNvPr>
          <p:cNvSpPr>
            <a:spLocks noGrp="1"/>
          </p:cNvSpPr>
          <p:nvPr>
            <p:ph type="ftr" sz="quarter" idx="11"/>
          </p:nvPr>
        </p:nvSpPr>
        <p:spPr>
          <a:xfrm>
            <a:off x="2555776" y="6500192"/>
            <a:ext cx="4876800" cy="457200"/>
          </a:xfrm>
        </p:spPr>
        <p:txBody>
          <a:bodyPr/>
          <a:lstStyle/>
          <a:p>
            <a:pPr>
              <a:defRPr/>
            </a:pPr>
            <a:r>
              <a:rPr lang="en-US" b="1" dirty="0">
                <a:solidFill>
                  <a:srgbClr val="0000FF"/>
                </a:solidFill>
              </a:rPr>
              <a:t>Dr. Asif Sohail,</a:t>
            </a:r>
            <a:r>
              <a:rPr lang="en-US" dirty="0"/>
              <a:t> Department of IT, </a:t>
            </a:r>
            <a:r>
              <a:rPr lang="en-US" dirty="0">
                <a:solidFill>
                  <a:srgbClr val="FF0000"/>
                </a:solidFill>
              </a:rPr>
              <a:t>University of the Punjab, Lahore</a:t>
            </a:r>
          </a:p>
        </p:txBody>
      </p:sp>
      <p:sp>
        <p:nvSpPr>
          <p:cNvPr id="2" name="Slide Number Placeholder 23">
            <a:extLst>
              <a:ext uri="{FF2B5EF4-FFF2-40B4-BE49-F238E27FC236}">
                <a16:creationId xmlns:a16="http://schemas.microsoft.com/office/drawing/2014/main" id="{9D2D215E-FAD9-9BCD-7796-9344CEDD0E14}"/>
              </a:ext>
            </a:extLst>
          </p:cNvPr>
          <p:cNvSpPr>
            <a:spLocks noGrp="1"/>
          </p:cNvSpPr>
          <p:nvPr>
            <p:ph type="sldNum" sz="quarter" idx="12"/>
          </p:nvPr>
        </p:nvSpPr>
        <p:spPr>
          <a:xfrm>
            <a:off x="8459788" y="6165850"/>
            <a:ext cx="457200" cy="457200"/>
          </a:xfrm>
        </p:spPr>
        <p:txBody>
          <a:bodyPr/>
          <a:lstStyle/>
          <a:p>
            <a:pPr>
              <a:defRPr/>
            </a:pPr>
            <a:fld id="{110F9843-0372-4357-99AD-419BEB3ABF28}" type="slidenum">
              <a:rPr lang="en-US" smtClean="0"/>
              <a:pPr>
                <a:defRPr/>
              </a:pPr>
              <a:t>16</a:t>
            </a:fld>
            <a:endParaRPr lang="en-US"/>
          </a:p>
        </p:txBody>
      </p:sp>
      <p:graphicFrame>
        <p:nvGraphicFramePr>
          <p:cNvPr id="5" name="Table 4">
            <a:extLst>
              <a:ext uri="{FF2B5EF4-FFF2-40B4-BE49-F238E27FC236}">
                <a16:creationId xmlns:a16="http://schemas.microsoft.com/office/drawing/2014/main" id="{6CB37255-F4BA-0F9A-7667-733AD8D51A80}"/>
              </a:ext>
            </a:extLst>
          </p:cNvPr>
          <p:cNvGraphicFramePr>
            <a:graphicFrameLocks noGrp="1"/>
          </p:cNvGraphicFramePr>
          <p:nvPr>
            <p:extLst>
              <p:ext uri="{D42A27DB-BD31-4B8C-83A1-F6EECF244321}">
                <p14:modId xmlns:p14="http://schemas.microsoft.com/office/powerpoint/2010/main" val="3271585609"/>
              </p:ext>
            </p:extLst>
          </p:nvPr>
        </p:nvGraphicFramePr>
        <p:xfrm>
          <a:off x="1565605" y="1695280"/>
          <a:ext cx="1421402" cy="4804912"/>
        </p:xfrm>
        <a:graphic>
          <a:graphicData uri="http://schemas.openxmlformats.org/drawingml/2006/table">
            <a:tbl>
              <a:tblPr/>
              <a:tblGrid>
                <a:gridCol w="1421402">
                  <a:extLst>
                    <a:ext uri="{9D8B030D-6E8A-4147-A177-3AD203B41FA5}">
                      <a16:colId xmlns:a16="http://schemas.microsoft.com/office/drawing/2014/main" val="1233772463"/>
                    </a:ext>
                  </a:extLst>
                </a:gridCol>
              </a:tblGrid>
              <a:tr h="345057">
                <a:tc>
                  <a:txBody>
                    <a:bodyPr/>
                    <a:lstStyle/>
                    <a:p>
                      <a:pPr algn="ctr" fontAlgn="b">
                        <a:buNone/>
                      </a:pPr>
                      <a:r>
                        <a:rPr lang="en-US" sz="1800" b="1" dirty="0">
                          <a:solidFill>
                            <a:srgbClr val="FFFFFF"/>
                          </a:solidFill>
                          <a:effectLst/>
                          <a:latin typeface="Cambria" panose="02040503050406030204" pitchFamily="18" charset="0"/>
                          <a:ea typeface="Cambria" panose="02040503050406030204" pitchFamily="18" charset="0"/>
                        </a:rPr>
                        <a:t>JOB</a:t>
                      </a:r>
                    </a:p>
                  </a:txBody>
                  <a:tcPr marL="64698" marR="64698" marT="43132" marB="43132"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extLst>
                  <a:ext uri="{0D108BD9-81ED-4DB2-BD59-A6C34878D82A}">
                    <a16:rowId xmlns:a16="http://schemas.microsoft.com/office/drawing/2014/main" val="2592177035"/>
                  </a:ext>
                </a:extLst>
              </a:tr>
              <a:tr h="301925">
                <a:tc>
                  <a:txBody>
                    <a:bodyPr/>
                    <a:lstStyle/>
                    <a:p>
                      <a:pPr>
                        <a:buNone/>
                      </a:pPr>
                      <a:r>
                        <a:rPr lang="en-US" sz="1800">
                          <a:effectLst/>
                          <a:latin typeface="Cambria" panose="02040503050406030204" pitchFamily="18" charset="0"/>
                          <a:ea typeface="Cambria" panose="02040503050406030204" pitchFamily="18" charset="0"/>
                        </a:rPr>
                        <a:t>ANALYST</a:t>
                      </a:r>
                    </a:p>
                  </a:txBody>
                  <a:tcPr marL="64698" marR="64698" marT="21566" marB="215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93696311"/>
                  </a:ext>
                </a:extLst>
              </a:tr>
              <a:tr h="301925">
                <a:tc>
                  <a:txBody>
                    <a:bodyPr/>
                    <a:lstStyle/>
                    <a:p>
                      <a:pPr>
                        <a:buNone/>
                      </a:pPr>
                      <a:r>
                        <a:rPr lang="en-US" sz="1800" dirty="0">
                          <a:effectLst/>
                          <a:latin typeface="Cambria" panose="02040503050406030204" pitchFamily="18" charset="0"/>
                          <a:ea typeface="Cambria" panose="02040503050406030204" pitchFamily="18" charset="0"/>
                        </a:rPr>
                        <a:t>ANALYST</a:t>
                      </a:r>
                    </a:p>
                  </a:txBody>
                  <a:tcPr marL="64698" marR="64698" marT="21566" marB="215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4102846783"/>
                  </a:ext>
                </a:extLst>
              </a:tr>
              <a:tr h="301925">
                <a:tc>
                  <a:txBody>
                    <a:bodyPr/>
                    <a:lstStyle/>
                    <a:p>
                      <a:pPr>
                        <a:buNone/>
                      </a:pPr>
                      <a:r>
                        <a:rPr lang="en-US" sz="1800">
                          <a:effectLst/>
                          <a:latin typeface="Cambria" panose="02040503050406030204" pitchFamily="18" charset="0"/>
                          <a:ea typeface="Cambria" panose="02040503050406030204" pitchFamily="18" charset="0"/>
                        </a:rPr>
                        <a:t>CLERK</a:t>
                      </a:r>
                    </a:p>
                  </a:txBody>
                  <a:tcPr marL="64698" marR="64698" marT="21566" marB="215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3487461618"/>
                  </a:ext>
                </a:extLst>
              </a:tr>
              <a:tr h="301925">
                <a:tc>
                  <a:txBody>
                    <a:bodyPr/>
                    <a:lstStyle/>
                    <a:p>
                      <a:pPr>
                        <a:buNone/>
                      </a:pPr>
                      <a:r>
                        <a:rPr lang="en-US" sz="1800">
                          <a:effectLst/>
                          <a:latin typeface="Cambria" panose="02040503050406030204" pitchFamily="18" charset="0"/>
                          <a:ea typeface="Cambria" panose="02040503050406030204" pitchFamily="18" charset="0"/>
                        </a:rPr>
                        <a:t>CLERK</a:t>
                      </a:r>
                    </a:p>
                  </a:txBody>
                  <a:tcPr marL="64698" marR="64698" marT="21566" marB="215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356183646"/>
                  </a:ext>
                </a:extLst>
              </a:tr>
              <a:tr h="301925">
                <a:tc>
                  <a:txBody>
                    <a:bodyPr/>
                    <a:lstStyle/>
                    <a:p>
                      <a:pPr>
                        <a:buNone/>
                      </a:pPr>
                      <a:r>
                        <a:rPr lang="en-US" sz="1800">
                          <a:effectLst/>
                          <a:latin typeface="Cambria" panose="02040503050406030204" pitchFamily="18" charset="0"/>
                          <a:ea typeface="Cambria" panose="02040503050406030204" pitchFamily="18" charset="0"/>
                        </a:rPr>
                        <a:t>CLERK</a:t>
                      </a:r>
                    </a:p>
                  </a:txBody>
                  <a:tcPr marL="64698" marR="64698" marT="21566" marB="215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745535936"/>
                  </a:ext>
                </a:extLst>
              </a:tr>
              <a:tr h="301925">
                <a:tc>
                  <a:txBody>
                    <a:bodyPr/>
                    <a:lstStyle/>
                    <a:p>
                      <a:pPr>
                        <a:buNone/>
                      </a:pPr>
                      <a:r>
                        <a:rPr lang="en-US" sz="1800">
                          <a:effectLst/>
                          <a:latin typeface="Cambria" panose="02040503050406030204" pitchFamily="18" charset="0"/>
                          <a:ea typeface="Cambria" panose="02040503050406030204" pitchFamily="18" charset="0"/>
                        </a:rPr>
                        <a:t>CLERK</a:t>
                      </a:r>
                    </a:p>
                  </a:txBody>
                  <a:tcPr marL="64698" marR="64698" marT="21566" marB="215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727823867"/>
                  </a:ext>
                </a:extLst>
              </a:tr>
              <a:tr h="301925">
                <a:tc>
                  <a:txBody>
                    <a:bodyPr/>
                    <a:lstStyle/>
                    <a:p>
                      <a:pPr>
                        <a:buNone/>
                      </a:pPr>
                      <a:r>
                        <a:rPr lang="en-US" sz="1800">
                          <a:effectLst/>
                          <a:latin typeface="Cambria" panose="02040503050406030204" pitchFamily="18" charset="0"/>
                          <a:ea typeface="Cambria" panose="02040503050406030204" pitchFamily="18" charset="0"/>
                        </a:rPr>
                        <a:t>MANAGER</a:t>
                      </a:r>
                    </a:p>
                  </a:txBody>
                  <a:tcPr marL="64698" marR="64698" marT="21566" marB="215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3040322190"/>
                  </a:ext>
                </a:extLst>
              </a:tr>
              <a:tr h="301925">
                <a:tc>
                  <a:txBody>
                    <a:bodyPr/>
                    <a:lstStyle/>
                    <a:p>
                      <a:pPr>
                        <a:buNone/>
                      </a:pPr>
                      <a:r>
                        <a:rPr lang="en-US" sz="1800">
                          <a:effectLst/>
                          <a:latin typeface="Cambria" panose="02040503050406030204" pitchFamily="18" charset="0"/>
                          <a:ea typeface="Cambria" panose="02040503050406030204" pitchFamily="18" charset="0"/>
                        </a:rPr>
                        <a:t>MANAGER</a:t>
                      </a:r>
                    </a:p>
                  </a:txBody>
                  <a:tcPr marL="64698" marR="64698" marT="21566" marB="215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2217124624"/>
                  </a:ext>
                </a:extLst>
              </a:tr>
              <a:tr h="301925">
                <a:tc>
                  <a:txBody>
                    <a:bodyPr/>
                    <a:lstStyle/>
                    <a:p>
                      <a:pPr>
                        <a:buNone/>
                      </a:pPr>
                      <a:r>
                        <a:rPr lang="en-US" sz="1800">
                          <a:effectLst/>
                          <a:latin typeface="Cambria" panose="02040503050406030204" pitchFamily="18" charset="0"/>
                          <a:ea typeface="Cambria" panose="02040503050406030204" pitchFamily="18" charset="0"/>
                        </a:rPr>
                        <a:t>MANAGER</a:t>
                      </a:r>
                    </a:p>
                  </a:txBody>
                  <a:tcPr marL="64698" marR="64698" marT="21566" marB="215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238750947"/>
                  </a:ext>
                </a:extLst>
              </a:tr>
              <a:tr h="301925">
                <a:tc>
                  <a:txBody>
                    <a:bodyPr/>
                    <a:lstStyle/>
                    <a:p>
                      <a:pPr>
                        <a:buNone/>
                      </a:pPr>
                      <a:r>
                        <a:rPr lang="en-US" sz="1800">
                          <a:effectLst/>
                          <a:latin typeface="Cambria" panose="02040503050406030204" pitchFamily="18" charset="0"/>
                          <a:ea typeface="Cambria" panose="02040503050406030204" pitchFamily="18" charset="0"/>
                        </a:rPr>
                        <a:t>PRESIDENT</a:t>
                      </a:r>
                    </a:p>
                  </a:txBody>
                  <a:tcPr marL="64698" marR="64698" marT="21566" marB="215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4278784841"/>
                  </a:ext>
                </a:extLst>
              </a:tr>
              <a:tr h="301925">
                <a:tc>
                  <a:txBody>
                    <a:bodyPr/>
                    <a:lstStyle/>
                    <a:p>
                      <a:pPr>
                        <a:buNone/>
                      </a:pPr>
                      <a:r>
                        <a:rPr lang="en-US" sz="1800">
                          <a:effectLst/>
                          <a:latin typeface="Cambria" panose="02040503050406030204" pitchFamily="18" charset="0"/>
                          <a:ea typeface="Cambria" panose="02040503050406030204" pitchFamily="18" charset="0"/>
                        </a:rPr>
                        <a:t>SALESMAN</a:t>
                      </a:r>
                    </a:p>
                  </a:txBody>
                  <a:tcPr marL="64698" marR="64698" marT="21566" marB="215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222806225"/>
                  </a:ext>
                </a:extLst>
              </a:tr>
              <a:tr h="301925">
                <a:tc>
                  <a:txBody>
                    <a:bodyPr/>
                    <a:lstStyle/>
                    <a:p>
                      <a:pPr>
                        <a:buNone/>
                      </a:pPr>
                      <a:r>
                        <a:rPr lang="en-US" sz="1800">
                          <a:effectLst/>
                          <a:latin typeface="Cambria" panose="02040503050406030204" pitchFamily="18" charset="0"/>
                          <a:ea typeface="Cambria" panose="02040503050406030204" pitchFamily="18" charset="0"/>
                        </a:rPr>
                        <a:t>SALESMAN</a:t>
                      </a:r>
                    </a:p>
                  </a:txBody>
                  <a:tcPr marL="64698" marR="64698" marT="21566" marB="215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2406177284"/>
                  </a:ext>
                </a:extLst>
              </a:tr>
              <a:tr h="301925">
                <a:tc>
                  <a:txBody>
                    <a:bodyPr/>
                    <a:lstStyle/>
                    <a:p>
                      <a:pPr>
                        <a:buNone/>
                      </a:pPr>
                      <a:r>
                        <a:rPr lang="en-US" sz="1800">
                          <a:effectLst/>
                          <a:latin typeface="Cambria" panose="02040503050406030204" pitchFamily="18" charset="0"/>
                          <a:ea typeface="Cambria" panose="02040503050406030204" pitchFamily="18" charset="0"/>
                        </a:rPr>
                        <a:t>SALESMAN</a:t>
                      </a:r>
                    </a:p>
                  </a:txBody>
                  <a:tcPr marL="64698" marR="64698" marT="21566" marB="215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4227268127"/>
                  </a:ext>
                </a:extLst>
              </a:tr>
              <a:tr h="301925">
                <a:tc>
                  <a:txBody>
                    <a:bodyPr/>
                    <a:lstStyle/>
                    <a:p>
                      <a:pPr>
                        <a:buNone/>
                      </a:pPr>
                      <a:r>
                        <a:rPr lang="en-US" sz="1800" dirty="0">
                          <a:effectLst/>
                          <a:latin typeface="Cambria" panose="02040503050406030204" pitchFamily="18" charset="0"/>
                          <a:ea typeface="Cambria" panose="02040503050406030204" pitchFamily="18" charset="0"/>
                        </a:rPr>
                        <a:t>SALESMAN</a:t>
                      </a:r>
                    </a:p>
                  </a:txBody>
                  <a:tcPr marL="64698" marR="64698" marT="21566" marB="21566"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extLst>
                  <a:ext uri="{0D108BD9-81ED-4DB2-BD59-A6C34878D82A}">
                    <a16:rowId xmlns:a16="http://schemas.microsoft.com/office/drawing/2014/main" val="2220514552"/>
                  </a:ext>
                </a:extLst>
              </a:tr>
            </a:tbl>
          </a:graphicData>
        </a:graphic>
      </p:graphicFrame>
      <p:graphicFrame>
        <p:nvGraphicFramePr>
          <p:cNvPr id="6" name="Table 5">
            <a:extLst>
              <a:ext uri="{FF2B5EF4-FFF2-40B4-BE49-F238E27FC236}">
                <a16:creationId xmlns:a16="http://schemas.microsoft.com/office/drawing/2014/main" id="{2992C173-FE68-399E-26EC-97BCDDAC5497}"/>
              </a:ext>
            </a:extLst>
          </p:cNvPr>
          <p:cNvGraphicFramePr>
            <a:graphicFrameLocks noGrp="1"/>
          </p:cNvGraphicFramePr>
          <p:nvPr>
            <p:extLst>
              <p:ext uri="{D42A27DB-BD31-4B8C-83A1-F6EECF244321}">
                <p14:modId xmlns:p14="http://schemas.microsoft.com/office/powerpoint/2010/main" val="3491397547"/>
              </p:ext>
            </p:extLst>
          </p:nvPr>
        </p:nvGraphicFramePr>
        <p:xfrm>
          <a:off x="358985" y="3647324"/>
          <a:ext cx="1190107" cy="640080"/>
        </p:xfrm>
        <a:graphic>
          <a:graphicData uri="http://schemas.openxmlformats.org/drawingml/2006/table">
            <a:tbl>
              <a:tblPr/>
              <a:tblGrid>
                <a:gridCol w="1190107">
                  <a:extLst>
                    <a:ext uri="{9D8B030D-6E8A-4147-A177-3AD203B41FA5}">
                      <a16:colId xmlns:a16="http://schemas.microsoft.com/office/drawing/2014/main" val="1694733540"/>
                    </a:ext>
                  </a:extLst>
                </a:gridCol>
              </a:tblGrid>
              <a:tr h="0">
                <a:tc>
                  <a:txBody>
                    <a:bodyPr/>
                    <a:lstStyle/>
                    <a:p>
                      <a:pPr>
                        <a:buNone/>
                      </a:pPr>
                      <a:r>
                        <a:rPr lang="en-US" b="1" dirty="0">
                          <a:solidFill>
                            <a:srgbClr val="EA0000"/>
                          </a:solidFill>
                          <a:effectLst/>
                          <a:latin typeface="Cambria" panose="02040503050406030204" pitchFamily="18" charset="0"/>
                          <a:ea typeface="Cambria" panose="02040503050406030204" pitchFamily="18" charset="0"/>
                        </a:rPr>
                        <a:t>14 rows returned</a:t>
                      </a:r>
                    </a:p>
                  </a:txBody>
                  <a:tcPr anchor="ctr">
                    <a:lnL>
                      <a:noFill/>
                    </a:lnL>
                    <a:lnR>
                      <a:noFill/>
                    </a:lnR>
                    <a:lnT>
                      <a:noFill/>
                    </a:lnT>
                    <a:lnB>
                      <a:noFill/>
                    </a:lnB>
                    <a:solidFill>
                      <a:srgbClr val="FFFFFF"/>
                    </a:solidFill>
                  </a:tcPr>
                </a:tc>
                <a:extLst>
                  <a:ext uri="{0D108BD9-81ED-4DB2-BD59-A6C34878D82A}">
                    <a16:rowId xmlns:a16="http://schemas.microsoft.com/office/drawing/2014/main" val="2734546059"/>
                  </a:ext>
                </a:extLst>
              </a:tr>
            </a:tbl>
          </a:graphicData>
        </a:graphic>
      </p:graphicFrame>
      <p:graphicFrame>
        <p:nvGraphicFramePr>
          <p:cNvPr id="7" name="Table 6">
            <a:extLst>
              <a:ext uri="{FF2B5EF4-FFF2-40B4-BE49-F238E27FC236}">
                <a16:creationId xmlns:a16="http://schemas.microsoft.com/office/drawing/2014/main" id="{D70C6DD6-22D9-86EE-09AA-ACAD4A3688A3}"/>
              </a:ext>
            </a:extLst>
          </p:cNvPr>
          <p:cNvGraphicFramePr>
            <a:graphicFrameLocks noGrp="1"/>
          </p:cNvGraphicFramePr>
          <p:nvPr>
            <p:extLst>
              <p:ext uri="{D42A27DB-BD31-4B8C-83A1-F6EECF244321}">
                <p14:modId xmlns:p14="http://schemas.microsoft.com/office/powerpoint/2010/main" val="1172427280"/>
              </p:ext>
            </p:extLst>
          </p:nvPr>
        </p:nvGraphicFramePr>
        <p:xfrm>
          <a:off x="6025952" y="3119224"/>
          <a:ext cx="1421402" cy="1965960"/>
        </p:xfrm>
        <a:graphic>
          <a:graphicData uri="http://schemas.openxmlformats.org/drawingml/2006/table">
            <a:tbl>
              <a:tblPr/>
              <a:tblGrid>
                <a:gridCol w="1421402">
                  <a:extLst>
                    <a:ext uri="{9D8B030D-6E8A-4147-A177-3AD203B41FA5}">
                      <a16:colId xmlns:a16="http://schemas.microsoft.com/office/drawing/2014/main" val="3221392089"/>
                    </a:ext>
                  </a:extLst>
                </a:gridCol>
              </a:tblGrid>
              <a:tr h="0">
                <a:tc>
                  <a:txBody>
                    <a:bodyPr/>
                    <a:lstStyle/>
                    <a:p>
                      <a:pPr algn="ctr" fontAlgn="b">
                        <a:buNone/>
                      </a:pPr>
                      <a:r>
                        <a:rPr lang="en-US" b="1" dirty="0">
                          <a:solidFill>
                            <a:srgbClr val="FFFFFF"/>
                          </a:solidFill>
                          <a:effectLst/>
                          <a:latin typeface="Cambria" panose="02040503050406030204" pitchFamily="18" charset="0"/>
                          <a:ea typeface="Cambria" panose="02040503050406030204" pitchFamily="18" charset="0"/>
                        </a:rPr>
                        <a:t>JOB</a:t>
                      </a:r>
                    </a:p>
                  </a:txBody>
                  <a:tcPr marL="68580" marR="68580"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extLst>
                  <a:ext uri="{0D108BD9-81ED-4DB2-BD59-A6C34878D82A}">
                    <a16:rowId xmlns:a16="http://schemas.microsoft.com/office/drawing/2014/main" val="3244518476"/>
                  </a:ext>
                </a:extLst>
              </a:tr>
              <a:tr h="0">
                <a:tc>
                  <a:txBody>
                    <a:bodyPr/>
                    <a:lstStyle/>
                    <a:p>
                      <a:pPr>
                        <a:buNone/>
                      </a:pPr>
                      <a:r>
                        <a:rPr lang="en-US">
                          <a:effectLst/>
                          <a:latin typeface="Cambria" panose="02040503050406030204" pitchFamily="18" charset="0"/>
                          <a:ea typeface="Cambria" panose="02040503050406030204" pitchFamily="18" charset="0"/>
                        </a:rPr>
                        <a:t>ANALYST</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84506542"/>
                  </a:ext>
                </a:extLst>
              </a:tr>
              <a:tr h="0">
                <a:tc>
                  <a:txBody>
                    <a:bodyPr/>
                    <a:lstStyle/>
                    <a:p>
                      <a:pPr>
                        <a:buNone/>
                      </a:pPr>
                      <a:r>
                        <a:rPr lang="en-US">
                          <a:effectLst/>
                          <a:latin typeface="Cambria" panose="02040503050406030204" pitchFamily="18" charset="0"/>
                          <a:ea typeface="Cambria" panose="02040503050406030204" pitchFamily="18" charset="0"/>
                        </a:rPr>
                        <a:t>CLERK</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1092178257"/>
                  </a:ext>
                </a:extLst>
              </a:tr>
              <a:tr h="0">
                <a:tc>
                  <a:txBody>
                    <a:bodyPr/>
                    <a:lstStyle/>
                    <a:p>
                      <a:pPr>
                        <a:buNone/>
                      </a:pPr>
                      <a:r>
                        <a:rPr lang="en-US">
                          <a:effectLst/>
                          <a:latin typeface="Cambria" panose="02040503050406030204" pitchFamily="18" charset="0"/>
                          <a:ea typeface="Cambria" panose="02040503050406030204" pitchFamily="18" charset="0"/>
                        </a:rPr>
                        <a:t>MANAGER</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2810456934"/>
                  </a:ext>
                </a:extLst>
              </a:tr>
              <a:tr h="0">
                <a:tc>
                  <a:txBody>
                    <a:bodyPr/>
                    <a:lstStyle/>
                    <a:p>
                      <a:pPr>
                        <a:buNone/>
                      </a:pPr>
                      <a:r>
                        <a:rPr lang="en-US">
                          <a:effectLst/>
                          <a:latin typeface="Cambria" panose="02040503050406030204" pitchFamily="18" charset="0"/>
                          <a:ea typeface="Cambria" panose="02040503050406030204" pitchFamily="18" charset="0"/>
                        </a:rPr>
                        <a:t>PRESIDENT</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2757504373"/>
                  </a:ext>
                </a:extLst>
              </a:tr>
              <a:tr h="0">
                <a:tc>
                  <a:txBody>
                    <a:bodyPr/>
                    <a:lstStyle/>
                    <a:p>
                      <a:pPr>
                        <a:buNone/>
                      </a:pPr>
                      <a:r>
                        <a:rPr lang="en-US" dirty="0">
                          <a:effectLst/>
                          <a:latin typeface="Cambria" panose="02040503050406030204" pitchFamily="18" charset="0"/>
                          <a:ea typeface="Cambria" panose="02040503050406030204" pitchFamily="18" charset="0"/>
                        </a:rPr>
                        <a:t>SALESMAN</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extLst>
                  <a:ext uri="{0D108BD9-81ED-4DB2-BD59-A6C34878D82A}">
                    <a16:rowId xmlns:a16="http://schemas.microsoft.com/office/drawing/2014/main" val="1411729118"/>
                  </a:ext>
                </a:extLst>
              </a:tr>
            </a:tbl>
          </a:graphicData>
        </a:graphic>
      </p:graphicFrame>
      <p:graphicFrame>
        <p:nvGraphicFramePr>
          <p:cNvPr id="9" name="Table 8">
            <a:extLst>
              <a:ext uri="{FF2B5EF4-FFF2-40B4-BE49-F238E27FC236}">
                <a16:creationId xmlns:a16="http://schemas.microsoft.com/office/drawing/2014/main" id="{B991A1DC-99EE-A2B8-CD47-4085311EAEA7}"/>
              </a:ext>
            </a:extLst>
          </p:cNvPr>
          <p:cNvGraphicFramePr>
            <a:graphicFrameLocks noGrp="1"/>
          </p:cNvGraphicFramePr>
          <p:nvPr>
            <p:extLst>
              <p:ext uri="{D42A27DB-BD31-4B8C-83A1-F6EECF244321}">
                <p14:modId xmlns:p14="http://schemas.microsoft.com/office/powerpoint/2010/main" val="1261804359"/>
              </p:ext>
            </p:extLst>
          </p:nvPr>
        </p:nvGraphicFramePr>
        <p:xfrm>
          <a:off x="5789240" y="5126281"/>
          <a:ext cx="2198219" cy="365760"/>
        </p:xfrm>
        <a:graphic>
          <a:graphicData uri="http://schemas.openxmlformats.org/drawingml/2006/table">
            <a:tbl>
              <a:tblPr/>
              <a:tblGrid>
                <a:gridCol w="2198219">
                  <a:extLst>
                    <a:ext uri="{9D8B030D-6E8A-4147-A177-3AD203B41FA5}">
                      <a16:colId xmlns:a16="http://schemas.microsoft.com/office/drawing/2014/main" val="1694733540"/>
                    </a:ext>
                  </a:extLst>
                </a:gridCol>
              </a:tblGrid>
              <a:tr h="0">
                <a:tc>
                  <a:txBody>
                    <a:bodyPr/>
                    <a:lstStyle/>
                    <a:p>
                      <a:pPr>
                        <a:buNone/>
                      </a:pPr>
                      <a:r>
                        <a:rPr lang="en-US" b="1" dirty="0">
                          <a:solidFill>
                            <a:srgbClr val="EA0000"/>
                          </a:solidFill>
                          <a:effectLst/>
                          <a:latin typeface="Cambria" panose="02040503050406030204" pitchFamily="18" charset="0"/>
                          <a:ea typeface="Cambria" panose="02040503050406030204" pitchFamily="18" charset="0"/>
                        </a:rPr>
                        <a:t>5 rows returned</a:t>
                      </a:r>
                    </a:p>
                  </a:txBody>
                  <a:tcPr anchor="ctr">
                    <a:lnL>
                      <a:noFill/>
                    </a:lnL>
                    <a:lnR>
                      <a:noFill/>
                    </a:lnR>
                    <a:lnT>
                      <a:noFill/>
                    </a:lnT>
                    <a:lnB>
                      <a:noFill/>
                    </a:lnB>
                    <a:solidFill>
                      <a:srgbClr val="FFFFFF"/>
                    </a:solidFill>
                  </a:tcPr>
                </a:tc>
                <a:extLst>
                  <a:ext uri="{0D108BD9-81ED-4DB2-BD59-A6C34878D82A}">
                    <a16:rowId xmlns:a16="http://schemas.microsoft.com/office/drawing/2014/main" val="2734546059"/>
                  </a:ext>
                </a:extLst>
              </a:tr>
            </a:tbl>
          </a:graphicData>
        </a:graphic>
      </p:graphicFrame>
    </p:spTree>
    <p:extLst>
      <p:ext uri="{BB962C8B-B14F-4D97-AF65-F5344CB8AC3E}">
        <p14:creationId xmlns:p14="http://schemas.microsoft.com/office/powerpoint/2010/main" val="3753358976"/>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360B4-90F4-312C-CCB7-299DF1D60B1C}"/>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A185A9F4-C022-0334-8466-A2F79242403B}"/>
              </a:ext>
            </a:extLst>
          </p:cNvPr>
          <p:cNvSpPr>
            <a:spLocks noGrp="1" noChangeArrowheads="1"/>
          </p:cNvSpPr>
          <p:nvPr>
            <p:ph type="title"/>
          </p:nvPr>
        </p:nvSpPr>
        <p:spPr>
          <a:xfrm>
            <a:off x="539552" y="221533"/>
            <a:ext cx="5486400" cy="533400"/>
          </a:xfrm>
        </p:spPr>
        <p:txBody>
          <a:bodyPr/>
          <a:lstStyle/>
          <a:p>
            <a:pPr eaLnBrk="1" hangingPunct="1"/>
            <a:r>
              <a:rPr lang="en-US" altLang="en-US" sz="2800" b="1" u="sng" dirty="0">
                <a:solidFill>
                  <a:srgbClr val="D34817"/>
                </a:solidFill>
                <a:latin typeface="Cambria" panose="02040503050406030204" pitchFamily="18" charset="0"/>
                <a:ea typeface="Cambria" panose="02040503050406030204" pitchFamily="18" charset="0"/>
              </a:rPr>
              <a:t>Concatenation Operator</a:t>
            </a:r>
            <a:endParaRPr lang="en-US" altLang="en-US" sz="2800" b="1" u="sng" dirty="0">
              <a:solidFill>
                <a:srgbClr val="0000FF"/>
              </a:solidFill>
              <a:latin typeface="Cambria" panose="02040503050406030204" pitchFamily="18" charset="0"/>
              <a:ea typeface="Cambria" panose="02040503050406030204" pitchFamily="18" charset="0"/>
            </a:endParaRPr>
          </a:p>
        </p:txBody>
      </p:sp>
      <p:sp>
        <p:nvSpPr>
          <p:cNvPr id="38915" name="Rectangle 3">
            <a:extLst>
              <a:ext uri="{FF2B5EF4-FFF2-40B4-BE49-F238E27FC236}">
                <a16:creationId xmlns:a16="http://schemas.microsoft.com/office/drawing/2014/main" id="{1D33EC16-FCEC-2758-870A-AE4564302967}"/>
              </a:ext>
            </a:extLst>
          </p:cNvPr>
          <p:cNvSpPr>
            <a:spLocks noGrp="1" noChangeArrowheads="1"/>
          </p:cNvSpPr>
          <p:nvPr>
            <p:ph sz="quarter" idx="1"/>
          </p:nvPr>
        </p:nvSpPr>
        <p:spPr>
          <a:xfrm>
            <a:off x="425450" y="741784"/>
            <a:ext cx="8491538" cy="4343400"/>
          </a:xfrm>
        </p:spPr>
        <p:txBody>
          <a:bodyPr/>
          <a:lstStyle/>
          <a:p>
            <a:pPr marL="285750" indent="-285750" algn="just">
              <a:buSzPct val="50000"/>
              <a:buFont typeface="Wingdings" panose="05000000000000000000" pitchFamily="2" charset="2"/>
              <a:buChar char="l"/>
            </a:pPr>
            <a:r>
              <a:rPr lang="en-US" altLang="en-US" sz="2400" dirty="0">
                <a:latin typeface="Cambria" panose="02040503050406030204" pitchFamily="18" charset="0"/>
                <a:ea typeface="Cambria" panose="02040503050406030204" pitchFamily="18" charset="0"/>
                <a:cs typeface="Calibri" panose="020F0502020204030204" pitchFamily="34" charset="0"/>
              </a:rPr>
              <a:t>Concatenates columns or character strings to other columns </a:t>
            </a:r>
          </a:p>
          <a:p>
            <a:pPr marL="285750" indent="-285750" algn="just">
              <a:buSzPct val="50000"/>
              <a:buFont typeface="Wingdings" panose="05000000000000000000" pitchFamily="2" charset="2"/>
              <a:buChar char="l"/>
            </a:pPr>
            <a:r>
              <a:rPr lang="en-US" altLang="en-US" sz="2400" dirty="0">
                <a:latin typeface="Cambria" panose="02040503050406030204" pitchFamily="18" charset="0"/>
                <a:ea typeface="Cambria" panose="02040503050406030204" pitchFamily="18" charset="0"/>
                <a:cs typeface="Calibri" panose="020F0502020204030204" pitchFamily="34" charset="0"/>
              </a:rPr>
              <a:t>It is represented by two vertical bars </a:t>
            </a:r>
            <a:r>
              <a:rPr lang="en-US" altLang="en-US" sz="2400" dirty="0">
                <a:solidFill>
                  <a:srgbClr val="0000FF"/>
                </a:solidFill>
                <a:latin typeface="Cambria" panose="02040503050406030204" pitchFamily="18" charset="0"/>
                <a:ea typeface="Cambria" panose="02040503050406030204" pitchFamily="18" charset="0"/>
                <a:cs typeface="Calibri" panose="020F0502020204030204" pitchFamily="34" charset="0"/>
              </a:rPr>
              <a:t>(||)</a:t>
            </a:r>
          </a:p>
          <a:p>
            <a:pPr marL="285750" indent="-285750" algn="just">
              <a:buSzPct val="50000"/>
              <a:buFont typeface="Wingdings" panose="05000000000000000000" pitchFamily="2" charset="2"/>
              <a:buChar char="l"/>
            </a:pPr>
            <a:r>
              <a:rPr lang="en-US" altLang="en-US" sz="2400" dirty="0">
                <a:latin typeface="Cambria" panose="02040503050406030204" pitchFamily="18" charset="0"/>
                <a:ea typeface="Cambria" panose="02040503050406030204" pitchFamily="18" charset="0"/>
                <a:cs typeface="Calibri" panose="020F0502020204030204" pitchFamily="34" charset="0"/>
              </a:rPr>
              <a:t>Creates a resultant column that is a character expression</a:t>
            </a: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3" name="Footer Placeholder 2">
            <a:extLst>
              <a:ext uri="{FF2B5EF4-FFF2-40B4-BE49-F238E27FC236}">
                <a16:creationId xmlns:a16="http://schemas.microsoft.com/office/drawing/2014/main" id="{0AC0E7F7-8A13-FA98-FD51-CB3706F9009E}"/>
              </a:ext>
            </a:extLst>
          </p:cNvPr>
          <p:cNvSpPr>
            <a:spLocks noGrp="1"/>
          </p:cNvSpPr>
          <p:nvPr>
            <p:ph type="ftr" sz="quarter" idx="11"/>
          </p:nvPr>
        </p:nvSpPr>
        <p:spPr>
          <a:xfrm>
            <a:off x="2555776" y="6500192"/>
            <a:ext cx="4876800" cy="457200"/>
          </a:xfrm>
        </p:spPr>
        <p:txBody>
          <a:bodyPr/>
          <a:lstStyle/>
          <a:p>
            <a:pPr>
              <a:defRPr/>
            </a:pPr>
            <a:r>
              <a:rPr lang="en-US" b="1" dirty="0">
                <a:solidFill>
                  <a:srgbClr val="0000FF"/>
                </a:solidFill>
              </a:rPr>
              <a:t>Dr. Asif Sohail,</a:t>
            </a:r>
            <a:r>
              <a:rPr lang="en-US" dirty="0"/>
              <a:t> Department of IT, </a:t>
            </a:r>
            <a:r>
              <a:rPr lang="en-US" dirty="0">
                <a:solidFill>
                  <a:srgbClr val="FF0000"/>
                </a:solidFill>
              </a:rPr>
              <a:t>University of the Punjab, Lahore</a:t>
            </a:r>
          </a:p>
        </p:txBody>
      </p:sp>
      <p:sp>
        <p:nvSpPr>
          <p:cNvPr id="2" name="Slide Number Placeholder 23">
            <a:extLst>
              <a:ext uri="{FF2B5EF4-FFF2-40B4-BE49-F238E27FC236}">
                <a16:creationId xmlns:a16="http://schemas.microsoft.com/office/drawing/2014/main" id="{F8DDBF9B-C014-DA69-FAB2-63C71E448663}"/>
              </a:ext>
            </a:extLst>
          </p:cNvPr>
          <p:cNvSpPr>
            <a:spLocks noGrp="1"/>
          </p:cNvSpPr>
          <p:nvPr>
            <p:ph type="sldNum" sz="quarter" idx="12"/>
          </p:nvPr>
        </p:nvSpPr>
        <p:spPr>
          <a:xfrm>
            <a:off x="8459788" y="6165850"/>
            <a:ext cx="457200" cy="457200"/>
          </a:xfrm>
        </p:spPr>
        <p:txBody>
          <a:bodyPr/>
          <a:lstStyle/>
          <a:p>
            <a:pPr>
              <a:defRPr/>
            </a:pPr>
            <a:fld id="{110F9843-0372-4357-99AD-419BEB3ABF28}" type="slidenum">
              <a:rPr lang="en-US" smtClean="0"/>
              <a:pPr>
                <a:defRPr/>
              </a:pPr>
              <a:t>17</a:t>
            </a:fld>
            <a:endParaRPr lang="en-US"/>
          </a:p>
        </p:txBody>
      </p:sp>
      <p:sp>
        <p:nvSpPr>
          <p:cNvPr id="4" name="Rectangle 3">
            <a:extLst>
              <a:ext uri="{FF2B5EF4-FFF2-40B4-BE49-F238E27FC236}">
                <a16:creationId xmlns:a16="http://schemas.microsoft.com/office/drawing/2014/main" id="{8E0E55B5-DFA5-A637-C98C-206D36C1A914}"/>
              </a:ext>
            </a:extLst>
          </p:cNvPr>
          <p:cNvSpPr>
            <a:spLocks noChangeArrowheads="1"/>
          </p:cNvSpPr>
          <p:nvPr/>
        </p:nvSpPr>
        <p:spPr bwMode="blackWhite">
          <a:xfrm>
            <a:off x="848939" y="2211462"/>
            <a:ext cx="7319962" cy="434976"/>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 pos="1658938" algn="l"/>
              </a:tabLst>
              <a:defRPr sz="2800">
                <a:solidFill>
                  <a:schemeClr val="tx1"/>
                </a:solidFill>
                <a:latin typeface="Arial" panose="020B0604020202020204" pitchFamily="34" charset="0"/>
              </a:defRPr>
            </a:lvl1pPr>
            <a:lvl2pPr marL="742950" indent="-285750">
              <a:spcBef>
                <a:spcPct val="20000"/>
              </a:spcBef>
              <a:buChar char="–"/>
              <a:tabLst>
                <a:tab pos="1200150" algn="l"/>
                <a:tab pos="1658938" algn="l"/>
              </a:tabLst>
              <a:defRPr sz="2400">
                <a:solidFill>
                  <a:schemeClr val="tx1"/>
                </a:solidFill>
                <a:latin typeface="Arial" panose="020B0604020202020204" pitchFamily="34" charset="0"/>
              </a:defRPr>
            </a:lvl2pPr>
            <a:lvl3pPr marL="1143000" indent="-228600">
              <a:spcBef>
                <a:spcPct val="20000"/>
              </a:spcBef>
              <a:buChar char="•"/>
              <a:tabLst>
                <a:tab pos="1200150" algn="l"/>
                <a:tab pos="1658938" algn="l"/>
              </a:tabLst>
              <a:defRPr sz="2000">
                <a:solidFill>
                  <a:schemeClr val="tx1"/>
                </a:solidFill>
                <a:latin typeface="Arial" panose="020B0604020202020204" pitchFamily="34" charset="0"/>
              </a:defRPr>
            </a:lvl3pPr>
            <a:lvl4pPr marL="1600200" indent="-228600">
              <a:spcBef>
                <a:spcPct val="20000"/>
              </a:spcBef>
              <a:buChar char="–"/>
              <a:tabLst>
                <a:tab pos="1200150" algn="l"/>
                <a:tab pos="1658938" algn="l"/>
              </a:tabLst>
              <a:defRPr sz="2000">
                <a:solidFill>
                  <a:schemeClr val="tx1"/>
                </a:solidFill>
                <a:latin typeface="Arial" panose="020B0604020202020204" pitchFamily="34" charset="0"/>
              </a:defRPr>
            </a:lvl4pPr>
            <a:lvl5pPr marL="2057400" indent="-228600">
              <a:spcBef>
                <a:spcPct val="20000"/>
              </a:spcBef>
              <a:buChar char="»"/>
              <a:tabLst>
                <a:tab pos="1200150" algn="l"/>
                <a:tab pos="165893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165893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165893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165893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1658938"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a:t>
            </a:r>
          </a:p>
        </p:txBody>
      </p:sp>
      <p:sp>
        <p:nvSpPr>
          <p:cNvPr id="5" name="Rectangle 9">
            <a:extLst>
              <a:ext uri="{FF2B5EF4-FFF2-40B4-BE49-F238E27FC236}">
                <a16:creationId xmlns:a16="http://schemas.microsoft.com/office/drawing/2014/main" id="{5C6E844D-C8A2-6945-24A6-06BC0BB0ED1D}"/>
              </a:ext>
            </a:extLst>
          </p:cNvPr>
          <p:cNvSpPr>
            <a:spLocks noChangeArrowheads="1"/>
          </p:cNvSpPr>
          <p:nvPr/>
        </p:nvSpPr>
        <p:spPr bwMode="blackWhite">
          <a:xfrm>
            <a:off x="874339" y="2201936"/>
            <a:ext cx="7278687" cy="393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 pos="1658938" algn="l"/>
              </a:tabLst>
              <a:defRPr sz="2800">
                <a:solidFill>
                  <a:schemeClr val="tx1"/>
                </a:solidFill>
                <a:latin typeface="Arial" panose="020B0604020202020204" pitchFamily="34" charset="0"/>
              </a:defRPr>
            </a:lvl1pPr>
            <a:lvl2pPr marL="742950" indent="-285750">
              <a:spcBef>
                <a:spcPct val="20000"/>
              </a:spcBef>
              <a:buChar char="–"/>
              <a:tabLst>
                <a:tab pos="1200150" algn="l"/>
                <a:tab pos="1658938" algn="l"/>
              </a:tabLst>
              <a:defRPr sz="2400">
                <a:solidFill>
                  <a:schemeClr val="tx1"/>
                </a:solidFill>
                <a:latin typeface="Arial" panose="020B0604020202020204" pitchFamily="34" charset="0"/>
              </a:defRPr>
            </a:lvl2pPr>
            <a:lvl3pPr marL="1143000" indent="-228600">
              <a:spcBef>
                <a:spcPct val="20000"/>
              </a:spcBef>
              <a:buChar char="•"/>
              <a:tabLst>
                <a:tab pos="1200150" algn="l"/>
                <a:tab pos="1658938" algn="l"/>
              </a:tabLst>
              <a:defRPr sz="2000">
                <a:solidFill>
                  <a:schemeClr val="tx1"/>
                </a:solidFill>
                <a:latin typeface="Arial" panose="020B0604020202020204" pitchFamily="34" charset="0"/>
              </a:defRPr>
            </a:lvl3pPr>
            <a:lvl4pPr marL="1600200" indent="-228600">
              <a:spcBef>
                <a:spcPct val="20000"/>
              </a:spcBef>
              <a:buChar char="–"/>
              <a:tabLst>
                <a:tab pos="1200150" algn="l"/>
                <a:tab pos="1658938" algn="l"/>
              </a:tabLst>
              <a:defRPr sz="2000">
                <a:solidFill>
                  <a:schemeClr val="tx1"/>
                </a:solidFill>
                <a:latin typeface="Arial" panose="020B0604020202020204" pitchFamily="34" charset="0"/>
              </a:defRPr>
            </a:lvl4pPr>
            <a:lvl5pPr marL="2057400" indent="-228600">
              <a:spcBef>
                <a:spcPct val="20000"/>
              </a:spcBef>
              <a:buChar char="»"/>
              <a:tabLst>
                <a:tab pos="1200150" algn="l"/>
                <a:tab pos="165893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165893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165893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165893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1658938"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SELECT </a:t>
            </a:r>
            <a:r>
              <a:rPr lang="en-US" altLang="en-US" sz="1800" b="1" dirty="0" err="1">
                <a:solidFill>
                  <a:srgbClr val="0000FF"/>
                </a:solidFill>
                <a:latin typeface="Courier New" panose="02070309020205020404" pitchFamily="49" charset="0"/>
              </a:rPr>
              <a:t>ename,job,ename</a:t>
            </a:r>
            <a:r>
              <a:rPr lang="en-US" altLang="en-US" sz="1800" b="1" dirty="0">
                <a:solidFill>
                  <a:srgbClr val="0000FF"/>
                </a:solidFill>
                <a:latin typeface="Courier New" panose="02070309020205020404" pitchFamily="49" charset="0"/>
              </a:rPr>
              <a:t>||job</a:t>
            </a:r>
            <a:r>
              <a:rPr lang="en-US" altLang="en-US" sz="1800" b="1" dirty="0">
                <a:solidFill>
                  <a:srgbClr val="000000"/>
                </a:solidFill>
                <a:latin typeface="Courier New" panose="02070309020205020404" pitchFamily="49" charset="0"/>
              </a:rPr>
              <a:t> FROM emp;</a:t>
            </a:r>
          </a:p>
        </p:txBody>
      </p:sp>
      <p:sp>
        <p:nvSpPr>
          <p:cNvPr id="6" name="Rectangle 3">
            <a:extLst>
              <a:ext uri="{FF2B5EF4-FFF2-40B4-BE49-F238E27FC236}">
                <a16:creationId xmlns:a16="http://schemas.microsoft.com/office/drawing/2014/main" id="{174C87DE-8389-F4A5-3847-63D917D2F017}"/>
              </a:ext>
            </a:extLst>
          </p:cNvPr>
          <p:cNvSpPr>
            <a:spLocks noChangeArrowheads="1"/>
          </p:cNvSpPr>
          <p:nvPr/>
        </p:nvSpPr>
        <p:spPr bwMode="blackWhite">
          <a:xfrm>
            <a:off x="709704" y="4162365"/>
            <a:ext cx="7610525" cy="434976"/>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 pos="1658938" algn="l"/>
              </a:tabLst>
              <a:defRPr sz="2800">
                <a:solidFill>
                  <a:schemeClr val="tx1"/>
                </a:solidFill>
                <a:latin typeface="Arial" panose="020B0604020202020204" pitchFamily="34" charset="0"/>
              </a:defRPr>
            </a:lvl1pPr>
            <a:lvl2pPr marL="742950" indent="-285750">
              <a:spcBef>
                <a:spcPct val="20000"/>
              </a:spcBef>
              <a:buChar char="–"/>
              <a:tabLst>
                <a:tab pos="1200150" algn="l"/>
                <a:tab pos="1658938" algn="l"/>
              </a:tabLst>
              <a:defRPr sz="2400">
                <a:solidFill>
                  <a:schemeClr val="tx1"/>
                </a:solidFill>
                <a:latin typeface="Arial" panose="020B0604020202020204" pitchFamily="34" charset="0"/>
              </a:defRPr>
            </a:lvl2pPr>
            <a:lvl3pPr marL="1143000" indent="-228600">
              <a:spcBef>
                <a:spcPct val="20000"/>
              </a:spcBef>
              <a:buChar char="•"/>
              <a:tabLst>
                <a:tab pos="1200150" algn="l"/>
                <a:tab pos="1658938" algn="l"/>
              </a:tabLst>
              <a:defRPr sz="2000">
                <a:solidFill>
                  <a:schemeClr val="tx1"/>
                </a:solidFill>
                <a:latin typeface="Arial" panose="020B0604020202020204" pitchFamily="34" charset="0"/>
              </a:defRPr>
            </a:lvl3pPr>
            <a:lvl4pPr marL="1600200" indent="-228600">
              <a:spcBef>
                <a:spcPct val="20000"/>
              </a:spcBef>
              <a:buChar char="–"/>
              <a:tabLst>
                <a:tab pos="1200150" algn="l"/>
                <a:tab pos="1658938" algn="l"/>
              </a:tabLst>
              <a:defRPr sz="2000">
                <a:solidFill>
                  <a:schemeClr val="tx1"/>
                </a:solidFill>
                <a:latin typeface="Arial" panose="020B0604020202020204" pitchFamily="34" charset="0"/>
              </a:defRPr>
            </a:lvl4pPr>
            <a:lvl5pPr marL="2057400" indent="-228600">
              <a:spcBef>
                <a:spcPct val="20000"/>
              </a:spcBef>
              <a:buChar char="»"/>
              <a:tabLst>
                <a:tab pos="1200150" algn="l"/>
                <a:tab pos="165893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165893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165893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165893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1658938"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a:t>
            </a:r>
          </a:p>
        </p:txBody>
      </p:sp>
      <p:sp>
        <p:nvSpPr>
          <p:cNvPr id="7" name="Rectangle 9">
            <a:extLst>
              <a:ext uri="{FF2B5EF4-FFF2-40B4-BE49-F238E27FC236}">
                <a16:creationId xmlns:a16="http://schemas.microsoft.com/office/drawing/2014/main" id="{F5E3E7E0-519C-478B-06F8-A1A39D913F46}"/>
              </a:ext>
            </a:extLst>
          </p:cNvPr>
          <p:cNvSpPr>
            <a:spLocks noChangeArrowheads="1"/>
          </p:cNvSpPr>
          <p:nvPr/>
        </p:nvSpPr>
        <p:spPr bwMode="blackWhite">
          <a:xfrm>
            <a:off x="735105" y="4152839"/>
            <a:ext cx="7567612" cy="393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 pos="1658938" algn="l"/>
              </a:tabLst>
              <a:defRPr sz="2800">
                <a:solidFill>
                  <a:schemeClr val="tx1"/>
                </a:solidFill>
                <a:latin typeface="Arial" panose="020B0604020202020204" pitchFamily="34" charset="0"/>
              </a:defRPr>
            </a:lvl1pPr>
            <a:lvl2pPr marL="742950" indent="-285750">
              <a:spcBef>
                <a:spcPct val="20000"/>
              </a:spcBef>
              <a:buChar char="–"/>
              <a:tabLst>
                <a:tab pos="1200150" algn="l"/>
                <a:tab pos="1658938" algn="l"/>
              </a:tabLst>
              <a:defRPr sz="2400">
                <a:solidFill>
                  <a:schemeClr val="tx1"/>
                </a:solidFill>
                <a:latin typeface="Arial" panose="020B0604020202020204" pitchFamily="34" charset="0"/>
              </a:defRPr>
            </a:lvl2pPr>
            <a:lvl3pPr marL="1143000" indent="-228600">
              <a:spcBef>
                <a:spcPct val="20000"/>
              </a:spcBef>
              <a:buChar char="•"/>
              <a:tabLst>
                <a:tab pos="1200150" algn="l"/>
                <a:tab pos="1658938" algn="l"/>
              </a:tabLst>
              <a:defRPr sz="2000">
                <a:solidFill>
                  <a:schemeClr val="tx1"/>
                </a:solidFill>
                <a:latin typeface="Arial" panose="020B0604020202020204" pitchFamily="34" charset="0"/>
              </a:defRPr>
            </a:lvl3pPr>
            <a:lvl4pPr marL="1600200" indent="-228600">
              <a:spcBef>
                <a:spcPct val="20000"/>
              </a:spcBef>
              <a:buChar char="–"/>
              <a:tabLst>
                <a:tab pos="1200150" algn="l"/>
                <a:tab pos="1658938" algn="l"/>
              </a:tabLst>
              <a:defRPr sz="2000">
                <a:solidFill>
                  <a:schemeClr val="tx1"/>
                </a:solidFill>
                <a:latin typeface="Arial" panose="020B0604020202020204" pitchFamily="34" charset="0"/>
              </a:defRPr>
            </a:lvl4pPr>
            <a:lvl5pPr marL="2057400" indent="-228600">
              <a:spcBef>
                <a:spcPct val="20000"/>
              </a:spcBef>
              <a:buChar char="»"/>
              <a:tabLst>
                <a:tab pos="1200150" algn="l"/>
                <a:tab pos="165893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 pos="165893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 pos="165893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 pos="165893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 pos="1658938"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SELECT </a:t>
            </a:r>
            <a:r>
              <a:rPr lang="en-US" altLang="en-US" sz="1800" b="1" dirty="0" err="1">
                <a:solidFill>
                  <a:srgbClr val="0000FF"/>
                </a:solidFill>
                <a:latin typeface="Courier New" panose="02070309020205020404" pitchFamily="49" charset="0"/>
              </a:rPr>
              <a:t>ename,job,ename</a:t>
            </a:r>
            <a:r>
              <a:rPr lang="en-US" altLang="en-US" sz="1800" b="1" dirty="0">
                <a:solidFill>
                  <a:srgbClr val="0000FF"/>
                </a:solidFill>
                <a:latin typeface="Courier New" panose="02070309020205020404" pitchFamily="49" charset="0"/>
              </a:rPr>
              <a:t>||' is a '||job</a:t>
            </a:r>
            <a:r>
              <a:rPr lang="en-US" altLang="en-US" sz="1800" b="1" dirty="0">
                <a:solidFill>
                  <a:srgbClr val="000000"/>
                </a:solidFill>
                <a:latin typeface="Courier New" panose="02070309020205020404" pitchFamily="49" charset="0"/>
              </a:rPr>
              <a:t> "Desc" FROM emp;</a:t>
            </a:r>
          </a:p>
        </p:txBody>
      </p:sp>
      <p:graphicFrame>
        <p:nvGraphicFramePr>
          <p:cNvPr id="8" name="Table 7">
            <a:extLst>
              <a:ext uri="{FF2B5EF4-FFF2-40B4-BE49-F238E27FC236}">
                <a16:creationId xmlns:a16="http://schemas.microsoft.com/office/drawing/2014/main" id="{2C6D580A-BD74-06D1-3028-17E4436A7014}"/>
              </a:ext>
            </a:extLst>
          </p:cNvPr>
          <p:cNvGraphicFramePr>
            <a:graphicFrameLocks noGrp="1"/>
          </p:cNvGraphicFramePr>
          <p:nvPr>
            <p:extLst>
              <p:ext uri="{D42A27DB-BD31-4B8C-83A1-F6EECF244321}">
                <p14:modId xmlns:p14="http://schemas.microsoft.com/office/powerpoint/2010/main" val="2916588237"/>
              </p:ext>
            </p:extLst>
          </p:nvPr>
        </p:nvGraphicFramePr>
        <p:xfrm>
          <a:off x="785019" y="2847781"/>
          <a:ext cx="7401720" cy="1097280"/>
        </p:xfrm>
        <a:graphic>
          <a:graphicData uri="http://schemas.openxmlformats.org/drawingml/2006/table">
            <a:tbl>
              <a:tblPr/>
              <a:tblGrid>
                <a:gridCol w="2467240">
                  <a:extLst>
                    <a:ext uri="{9D8B030D-6E8A-4147-A177-3AD203B41FA5}">
                      <a16:colId xmlns:a16="http://schemas.microsoft.com/office/drawing/2014/main" val="3732007944"/>
                    </a:ext>
                  </a:extLst>
                </a:gridCol>
                <a:gridCol w="2467240">
                  <a:extLst>
                    <a:ext uri="{9D8B030D-6E8A-4147-A177-3AD203B41FA5}">
                      <a16:colId xmlns:a16="http://schemas.microsoft.com/office/drawing/2014/main" val="1919336719"/>
                    </a:ext>
                  </a:extLst>
                </a:gridCol>
                <a:gridCol w="2467240">
                  <a:extLst>
                    <a:ext uri="{9D8B030D-6E8A-4147-A177-3AD203B41FA5}">
                      <a16:colId xmlns:a16="http://schemas.microsoft.com/office/drawing/2014/main" val="1937505647"/>
                    </a:ext>
                  </a:extLst>
                </a:gridCol>
              </a:tblGrid>
              <a:tr h="0">
                <a:tc>
                  <a:txBody>
                    <a:bodyPr/>
                    <a:lstStyle/>
                    <a:p>
                      <a:pPr algn="ctr" fontAlgn="b">
                        <a:buNone/>
                      </a:pPr>
                      <a:r>
                        <a:rPr lang="en-US" sz="2000" b="1">
                          <a:solidFill>
                            <a:srgbClr val="FFFFFF"/>
                          </a:solidFill>
                          <a:effectLst/>
                        </a:rPr>
                        <a:t>ENAME</a:t>
                      </a:r>
                    </a:p>
                  </a:txBody>
                  <a:tcPr marL="68580" marR="68580"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algn="ctr" fontAlgn="b">
                        <a:buNone/>
                      </a:pPr>
                      <a:r>
                        <a:rPr lang="en-US" sz="2000" b="1">
                          <a:solidFill>
                            <a:srgbClr val="FFFFFF"/>
                          </a:solidFill>
                          <a:effectLst/>
                        </a:rPr>
                        <a:t>JOB</a:t>
                      </a:r>
                    </a:p>
                  </a:txBody>
                  <a:tcPr marL="68580" marR="68580"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algn="ctr" fontAlgn="b">
                        <a:buNone/>
                      </a:pPr>
                      <a:r>
                        <a:rPr lang="en-US" sz="2000" b="1">
                          <a:solidFill>
                            <a:srgbClr val="FFFFFF"/>
                          </a:solidFill>
                          <a:effectLst/>
                        </a:rPr>
                        <a:t>ENAME||JOB</a:t>
                      </a:r>
                    </a:p>
                  </a:txBody>
                  <a:tcPr marL="68580" marR="68580"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extLst>
                  <a:ext uri="{0D108BD9-81ED-4DB2-BD59-A6C34878D82A}">
                    <a16:rowId xmlns:a16="http://schemas.microsoft.com/office/drawing/2014/main" val="3286538923"/>
                  </a:ext>
                </a:extLst>
              </a:tr>
              <a:tr h="0">
                <a:tc>
                  <a:txBody>
                    <a:bodyPr/>
                    <a:lstStyle/>
                    <a:p>
                      <a:pPr algn="ctr">
                        <a:buNone/>
                      </a:pPr>
                      <a:r>
                        <a:rPr lang="en-US" sz="2000">
                          <a:effectLst/>
                        </a:rPr>
                        <a:t>SMITH</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buNone/>
                      </a:pPr>
                      <a:r>
                        <a:rPr lang="en-US" sz="2000">
                          <a:effectLst/>
                        </a:rPr>
                        <a:t>CLERK</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buNone/>
                      </a:pPr>
                      <a:r>
                        <a:rPr lang="en-US" sz="2000">
                          <a:effectLst/>
                        </a:rPr>
                        <a:t>SMITHCLERK</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4242618507"/>
                  </a:ext>
                </a:extLst>
              </a:tr>
              <a:tr h="0">
                <a:tc>
                  <a:txBody>
                    <a:bodyPr/>
                    <a:lstStyle/>
                    <a:p>
                      <a:pPr algn="ctr">
                        <a:buNone/>
                      </a:pPr>
                      <a:r>
                        <a:rPr lang="en-US" sz="2000">
                          <a:effectLst/>
                        </a:rPr>
                        <a:t>ALLEN</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pPr algn="ctr">
                        <a:buNone/>
                      </a:pPr>
                      <a:r>
                        <a:rPr lang="en-US" sz="2000">
                          <a:effectLst/>
                        </a:rPr>
                        <a:t>SALESMAN</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pPr algn="ctr">
                        <a:buNone/>
                      </a:pPr>
                      <a:r>
                        <a:rPr lang="en-US" sz="2000" dirty="0">
                          <a:effectLst/>
                        </a:rPr>
                        <a:t>ALLENSALESMAN</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extLst>
                  <a:ext uri="{0D108BD9-81ED-4DB2-BD59-A6C34878D82A}">
                    <a16:rowId xmlns:a16="http://schemas.microsoft.com/office/drawing/2014/main" val="1832667667"/>
                  </a:ext>
                </a:extLst>
              </a:tr>
            </a:tbl>
          </a:graphicData>
        </a:graphic>
      </p:graphicFrame>
      <p:graphicFrame>
        <p:nvGraphicFramePr>
          <p:cNvPr id="9" name="Table 8">
            <a:extLst>
              <a:ext uri="{FF2B5EF4-FFF2-40B4-BE49-F238E27FC236}">
                <a16:creationId xmlns:a16="http://schemas.microsoft.com/office/drawing/2014/main" id="{AABF6FA1-BF36-01E8-31A4-678CEF4CBE08}"/>
              </a:ext>
            </a:extLst>
          </p:cNvPr>
          <p:cNvGraphicFramePr>
            <a:graphicFrameLocks noGrp="1"/>
          </p:cNvGraphicFramePr>
          <p:nvPr>
            <p:extLst>
              <p:ext uri="{D42A27DB-BD31-4B8C-83A1-F6EECF244321}">
                <p14:modId xmlns:p14="http://schemas.microsoft.com/office/powerpoint/2010/main" val="3962340146"/>
              </p:ext>
            </p:extLst>
          </p:nvPr>
        </p:nvGraphicFramePr>
        <p:xfrm>
          <a:off x="709704" y="4884769"/>
          <a:ext cx="7477035" cy="1097280"/>
        </p:xfrm>
        <a:graphic>
          <a:graphicData uri="http://schemas.openxmlformats.org/drawingml/2006/table">
            <a:tbl>
              <a:tblPr/>
              <a:tblGrid>
                <a:gridCol w="2492345">
                  <a:extLst>
                    <a:ext uri="{9D8B030D-6E8A-4147-A177-3AD203B41FA5}">
                      <a16:colId xmlns:a16="http://schemas.microsoft.com/office/drawing/2014/main" val="2302631418"/>
                    </a:ext>
                  </a:extLst>
                </a:gridCol>
                <a:gridCol w="2492345">
                  <a:extLst>
                    <a:ext uri="{9D8B030D-6E8A-4147-A177-3AD203B41FA5}">
                      <a16:colId xmlns:a16="http://schemas.microsoft.com/office/drawing/2014/main" val="1194904261"/>
                    </a:ext>
                  </a:extLst>
                </a:gridCol>
                <a:gridCol w="2492345">
                  <a:extLst>
                    <a:ext uri="{9D8B030D-6E8A-4147-A177-3AD203B41FA5}">
                      <a16:colId xmlns:a16="http://schemas.microsoft.com/office/drawing/2014/main" val="2443524745"/>
                    </a:ext>
                  </a:extLst>
                </a:gridCol>
              </a:tblGrid>
              <a:tr h="0">
                <a:tc>
                  <a:txBody>
                    <a:bodyPr/>
                    <a:lstStyle/>
                    <a:p>
                      <a:pPr algn="ctr" fontAlgn="b">
                        <a:buNone/>
                      </a:pPr>
                      <a:r>
                        <a:rPr lang="en-US" sz="2000" b="1">
                          <a:solidFill>
                            <a:srgbClr val="FFFFFF"/>
                          </a:solidFill>
                          <a:effectLst/>
                        </a:rPr>
                        <a:t>ENAME</a:t>
                      </a:r>
                    </a:p>
                  </a:txBody>
                  <a:tcPr marL="68580" marR="68580"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algn="ctr" fontAlgn="b">
                        <a:buNone/>
                      </a:pPr>
                      <a:r>
                        <a:rPr lang="en-US" sz="2000" b="1">
                          <a:solidFill>
                            <a:srgbClr val="FFFFFF"/>
                          </a:solidFill>
                          <a:effectLst/>
                        </a:rPr>
                        <a:t>JOB</a:t>
                      </a:r>
                    </a:p>
                  </a:txBody>
                  <a:tcPr marL="68580" marR="68580"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tc>
                  <a:txBody>
                    <a:bodyPr/>
                    <a:lstStyle/>
                    <a:p>
                      <a:pPr algn="ctr" fontAlgn="b">
                        <a:buNone/>
                      </a:pPr>
                      <a:r>
                        <a:rPr lang="en-US" sz="2000" b="1" dirty="0">
                          <a:solidFill>
                            <a:srgbClr val="FFFFFF"/>
                          </a:solidFill>
                          <a:effectLst/>
                        </a:rPr>
                        <a:t>DESC</a:t>
                      </a:r>
                    </a:p>
                  </a:txBody>
                  <a:tcPr marL="68580" marR="68580" anchor="b">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879CBD"/>
                    </a:solidFill>
                  </a:tcPr>
                </a:tc>
                <a:extLst>
                  <a:ext uri="{0D108BD9-81ED-4DB2-BD59-A6C34878D82A}">
                    <a16:rowId xmlns:a16="http://schemas.microsoft.com/office/drawing/2014/main" val="1449328390"/>
                  </a:ext>
                </a:extLst>
              </a:tr>
              <a:tr h="0">
                <a:tc>
                  <a:txBody>
                    <a:bodyPr/>
                    <a:lstStyle/>
                    <a:p>
                      <a:pPr algn="ctr">
                        <a:buNone/>
                      </a:pPr>
                      <a:r>
                        <a:rPr lang="en-US" sz="2000">
                          <a:effectLst/>
                        </a:rPr>
                        <a:t>SMITH</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buNone/>
                      </a:pPr>
                      <a:r>
                        <a:rPr lang="en-US" sz="2000">
                          <a:effectLst/>
                        </a:rPr>
                        <a:t>CLERK</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tc>
                  <a:txBody>
                    <a:bodyPr/>
                    <a:lstStyle/>
                    <a:p>
                      <a:pPr algn="ctr">
                        <a:buNone/>
                      </a:pPr>
                      <a:r>
                        <a:rPr lang="en-US" sz="2000">
                          <a:effectLst/>
                        </a:rPr>
                        <a:t>SMITH is a CLERK</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4F4F4"/>
                    </a:solidFill>
                  </a:tcPr>
                </a:tc>
                <a:extLst>
                  <a:ext uri="{0D108BD9-81ED-4DB2-BD59-A6C34878D82A}">
                    <a16:rowId xmlns:a16="http://schemas.microsoft.com/office/drawing/2014/main" val="3664587126"/>
                  </a:ext>
                </a:extLst>
              </a:tr>
              <a:tr h="0">
                <a:tc>
                  <a:txBody>
                    <a:bodyPr/>
                    <a:lstStyle/>
                    <a:p>
                      <a:pPr algn="ctr">
                        <a:buNone/>
                      </a:pPr>
                      <a:r>
                        <a:rPr lang="en-US" sz="2000" dirty="0">
                          <a:effectLst/>
                        </a:rPr>
                        <a:t>ALLEN</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pPr algn="ctr">
                        <a:buNone/>
                      </a:pPr>
                      <a:r>
                        <a:rPr lang="en-US" sz="2000">
                          <a:effectLst/>
                        </a:rPr>
                        <a:t>SALESMAN</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tc>
                  <a:txBody>
                    <a:bodyPr/>
                    <a:lstStyle/>
                    <a:p>
                      <a:pPr algn="ctr">
                        <a:buNone/>
                      </a:pPr>
                      <a:r>
                        <a:rPr lang="en-US" sz="2000" dirty="0">
                          <a:effectLst/>
                        </a:rPr>
                        <a:t>ALLEN is a SALESMAN</a:t>
                      </a:r>
                    </a:p>
                  </a:txBody>
                  <a:tcPr marL="68580" marR="68580" marT="22860" marB="228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4F4F4"/>
                    </a:solidFill>
                  </a:tcPr>
                </a:tc>
                <a:extLst>
                  <a:ext uri="{0D108BD9-81ED-4DB2-BD59-A6C34878D82A}">
                    <a16:rowId xmlns:a16="http://schemas.microsoft.com/office/drawing/2014/main" val="37570796"/>
                  </a:ext>
                </a:extLst>
              </a:tr>
            </a:tbl>
          </a:graphicData>
        </a:graphic>
      </p:graphicFrame>
    </p:spTree>
    <p:extLst>
      <p:ext uri="{BB962C8B-B14F-4D97-AF65-F5344CB8AC3E}">
        <p14:creationId xmlns:p14="http://schemas.microsoft.com/office/powerpoint/2010/main" val="498813859"/>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177F5-9825-3BD5-67F2-C92A5ED52857}"/>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64DB4A5C-EF38-CAFD-5394-E09FAC28AD8E}"/>
              </a:ext>
            </a:extLst>
          </p:cNvPr>
          <p:cNvSpPr>
            <a:spLocks noGrp="1" noChangeArrowheads="1"/>
          </p:cNvSpPr>
          <p:nvPr>
            <p:ph type="title"/>
          </p:nvPr>
        </p:nvSpPr>
        <p:spPr>
          <a:xfrm>
            <a:off x="539552" y="221533"/>
            <a:ext cx="5486400" cy="533400"/>
          </a:xfrm>
        </p:spPr>
        <p:txBody>
          <a:bodyPr/>
          <a:lstStyle/>
          <a:p>
            <a:pPr eaLnBrk="1" hangingPunct="1"/>
            <a:r>
              <a:rPr lang="en-US" altLang="en-US" sz="2800" b="1" u="sng" dirty="0">
                <a:solidFill>
                  <a:srgbClr val="D34817"/>
                </a:solidFill>
                <a:latin typeface="Cambria" panose="02040503050406030204" pitchFamily="18" charset="0"/>
                <a:ea typeface="Cambria" panose="02040503050406030204" pitchFamily="18" charset="0"/>
              </a:rPr>
              <a:t>ORDER BY Clause</a:t>
            </a:r>
          </a:p>
        </p:txBody>
      </p:sp>
      <p:sp>
        <p:nvSpPr>
          <p:cNvPr id="38915" name="Rectangle 3">
            <a:extLst>
              <a:ext uri="{FF2B5EF4-FFF2-40B4-BE49-F238E27FC236}">
                <a16:creationId xmlns:a16="http://schemas.microsoft.com/office/drawing/2014/main" id="{0EEBCAE0-AB1D-3E2D-750B-FB9AC30DEC13}"/>
              </a:ext>
            </a:extLst>
          </p:cNvPr>
          <p:cNvSpPr>
            <a:spLocks noGrp="1" noChangeArrowheads="1"/>
          </p:cNvSpPr>
          <p:nvPr>
            <p:ph sz="quarter" idx="1"/>
          </p:nvPr>
        </p:nvSpPr>
        <p:spPr>
          <a:xfrm>
            <a:off x="425450" y="741784"/>
            <a:ext cx="8491538" cy="4343400"/>
          </a:xfrm>
        </p:spPr>
        <p:txBody>
          <a:bodyPr/>
          <a:lstStyle/>
          <a:p>
            <a:pPr marL="285750" indent="-285750" algn="just">
              <a:buSzPct val="50000"/>
              <a:buFont typeface="Wingdings" panose="05000000000000000000" pitchFamily="2" charset="2"/>
              <a:buChar char="l"/>
            </a:pPr>
            <a:r>
              <a:rPr lang="en-US" altLang="en-US" sz="2400" dirty="0">
                <a:latin typeface="Cambria" panose="02040503050406030204" pitchFamily="18" charset="0"/>
                <a:ea typeface="Cambria" panose="02040503050406030204" pitchFamily="18" charset="0"/>
                <a:cs typeface="Calibri" panose="020F0502020204030204" pitchFamily="34" charset="0"/>
              </a:rPr>
              <a:t>ORDER BY clause is used to sort the output. </a:t>
            </a:r>
          </a:p>
          <a:p>
            <a:pPr marL="285750" indent="-285750" algn="just">
              <a:buSzPct val="50000"/>
              <a:buFont typeface="Wingdings" panose="05000000000000000000" pitchFamily="2" charset="2"/>
              <a:buChar char="l"/>
            </a:pPr>
            <a:r>
              <a:rPr lang="en-US" altLang="en-US" sz="2400" dirty="0">
                <a:latin typeface="Cambria" panose="02040503050406030204" pitchFamily="18" charset="0"/>
                <a:ea typeface="Cambria" panose="02040503050406030204" pitchFamily="18" charset="0"/>
                <a:cs typeface="Calibri" panose="020F0502020204030204" pitchFamily="34" charset="0"/>
              </a:rPr>
              <a:t>It is the last clause of a SELECT statement.</a:t>
            </a: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r>
              <a:rPr lang="en-US" alt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ASC:</a:t>
            </a:r>
            <a:r>
              <a:rPr lang="en-US" altLang="en-US" sz="2400" dirty="0">
                <a:latin typeface="Cambria" panose="02040503050406030204" pitchFamily="18" charset="0"/>
                <a:ea typeface="Cambria" panose="02040503050406030204" pitchFamily="18" charset="0"/>
                <a:cs typeface="Calibri" panose="020F0502020204030204" pitchFamily="34" charset="0"/>
              </a:rPr>
              <a:t> ascending order, default, </a:t>
            </a:r>
            <a:r>
              <a:rPr lang="en-US" alt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DESC:</a:t>
            </a:r>
            <a:r>
              <a:rPr lang="en-US" altLang="en-US" sz="2400" dirty="0">
                <a:latin typeface="Cambria" panose="02040503050406030204" pitchFamily="18" charset="0"/>
                <a:ea typeface="Cambria" panose="02040503050406030204" pitchFamily="18" charset="0"/>
                <a:cs typeface="Calibri" panose="020F0502020204030204" pitchFamily="34" charset="0"/>
              </a:rPr>
              <a:t> descending order</a:t>
            </a:r>
          </a:p>
        </p:txBody>
      </p:sp>
      <p:sp>
        <p:nvSpPr>
          <p:cNvPr id="3" name="Footer Placeholder 2">
            <a:extLst>
              <a:ext uri="{FF2B5EF4-FFF2-40B4-BE49-F238E27FC236}">
                <a16:creationId xmlns:a16="http://schemas.microsoft.com/office/drawing/2014/main" id="{E1EAA81A-5E25-14C1-F3FF-94CEFF2944B5}"/>
              </a:ext>
            </a:extLst>
          </p:cNvPr>
          <p:cNvSpPr>
            <a:spLocks noGrp="1"/>
          </p:cNvSpPr>
          <p:nvPr>
            <p:ph type="ftr" sz="quarter" idx="11"/>
          </p:nvPr>
        </p:nvSpPr>
        <p:spPr>
          <a:xfrm>
            <a:off x="2555776" y="6500192"/>
            <a:ext cx="4876800" cy="457200"/>
          </a:xfrm>
        </p:spPr>
        <p:txBody>
          <a:bodyPr/>
          <a:lstStyle/>
          <a:p>
            <a:pPr>
              <a:defRPr/>
            </a:pPr>
            <a:r>
              <a:rPr lang="en-US" b="1" dirty="0">
                <a:solidFill>
                  <a:srgbClr val="0000FF"/>
                </a:solidFill>
              </a:rPr>
              <a:t>Dr. Asif Sohail,</a:t>
            </a:r>
            <a:r>
              <a:rPr lang="en-US" dirty="0"/>
              <a:t> Department of IT, </a:t>
            </a:r>
            <a:r>
              <a:rPr lang="en-US" dirty="0">
                <a:solidFill>
                  <a:srgbClr val="FF0000"/>
                </a:solidFill>
              </a:rPr>
              <a:t>University of the Punjab, Lahore</a:t>
            </a:r>
          </a:p>
        </p:txBody>
      </p:sp>
      <p:sp>
        <p:nvSpPr>
          <p:cNvPr id="2" name="Slide Number Placeholder 23">
            <a:extLst>
              <a:ext uri="{FF2B5EF4-FFF2-40B4-BE49-F238E27FC236}">
                <a16:creationId xmlns:a16="http://schemas.microsoft.com/office/drawing/2014/main" id="{159463F2-496F-4383-F7D2-3E53D69028AD}"/>
              </a:ext>
            </a:extLst>
          </p:cNvPr>
          <p:cNvSpPr>
            <a:spLocks noGrp="1"/>
          </p:cNvSpPr>
          <p:nvPr>
            <p:ph type="sldNum" sz="quarter" idx="12"/>
          </p:nvPr>
        </p:nvSpPr>
        <p:spPr>
          <a:xfrm>
            <a:off x="8459788" y="6165850"/>
            <a:ext cx="457200" cy="457200"/>
          </a:xfrm>
        </p:spPr>
        <p:txBody>
          <a:bodyPr/>
          <a:lstStyle/>
          <a:p>
            <a:pPr>
              <a:defRPr/>
            </a:pPr>
            <a:fld id="{110F9843-0372-4357-99AD-419BEB3ABF28}" type="slidenum">
              <a:rPr lang="en-US" smtClean="0"/>
              <a:pPr>
                <a:defRPr/>
              </a:pPr>
              <a:t>18</a:t>
            </a:fld>
            <a:endParaRPr lang="en-US"/>
          </a:p>
        </p:txBody>
      </p:sp>
      <p:sp>
        <p:nvSpPr>
          <p:cNvPr id="4" name="Rectangle 11">
            <a:extLst>
              <a:ext uri="{FF2B5EF4-FFF2-40B4-BE49-F238E27FC236}">
                <a16:creationId xmlns:a16="http://schemas.microsoft.com/office/drawing/2014/main" id="{54918548-09B2-BE39-5A9B-F731DBD3AB9F}"/>
              </a:ext>
            </a:extLst>
          </p:cNvPr>
          <p:cNvSpPr>
            <a:spLocks noChangeArrowheads="1"/>
          </p:cNvSpPr>
          <p:nvPr/>
        </p:nvSpPr>
        <p:spPr bwMode="blackWhite">
          <a:xfrm>
            <a:off x="840284" y="1716733"/>
            <a:ext cx="7197725" cy="119062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5" name="Rectangle 12">
            <a:extLst>
              <a:ext uri="{FF2B5EF4-FFF2-40B4-BE49-F238E27FC236}">
                <a16:creationId xmlns:a16="http://schemas.microsoft.com/office/drawing/2014/main" id="{A3370CF2-3C82-67B7-1319-282944CDC53E}"/>
              </a:ext>
            </a:extLst>
          </p:cNvPr>
          <p:cNvSpPr>
            <a:spLocks noChangeArrowheads="1"/>
          </p:cNvSpPr>
          <p:nvPr/>
        </p:nvSpPr>
        <p:spPr bwMode="ltGray">
          <a:xfrm>
            <a:off x="921246" y="2294583"/>
            <a:ext cx="6540500" cy="584200"/>
          </a:xfrm>
          <a:prstGeom prst="rect">
            <a:avLst/>
          </a:prstGeom>
          <a:solidFill>
            <a:srgbClr val="FF505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6" name="Rectangle 13">
            <a:extLst>
              <a:ext uri="{FF2B5EF4-FFF2-40B4-BE49-F238E27FC236}">
                <a16:creationId xmlns:a16="http://schemas.microsoft.com/office/drawing/2014/main" id="{5BE0F23A-463C-1112-A193-E6ECD80F88E1}"/>
              </a:ext>
            </a:extLst>
          </p:cNvPr>
          <p:cNvSpPr>
            <a:spLocks noChangeArrowheads="1"/>
          </p:cNvSpPr>
          <p:nvPr/>
        </p:nvSpPr>
        <p:spPr bwMode="blackWhite">
          <a:xfrm>
            <a:off x="827584" y="1704033"/>
            <a:ext cx="7223125" cy="121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SELECT		[DISTINCT] {*| </a:t>
            </a:r>
            <a:r>
              <a:rPr lang="en-US" altLang="en-US" sz="1800" b="1" i="1">
                <a:solidFill>
                  <a:srgbClr val="000000"/>
                </a:solidFill>
                <a:latin typeface="Courier New" panose="02070309020205020404" pitchFamily="49" charset="0"/>
              </a:rPr>
              <a:t>column </a:t>
            </a:r>
            <a:r>
              <a:rPr lang="en-US" altLang="en-US" sz="1800" b="1">
                <a:solidFill>
                  <a:srgbClr val="000000"/>
                </a:solidFill>
                <a:latin typeface="Courier New" panose="02070309020205020404" pitchFamily="49" charset="0"/>
              </a:rPr>
              <a:t>[</a:t>
            </a:r>
            <a:r>
              <a:rPr lang="en-US" altLang="en-US" sz="1800" b="1" i="1">
                <a:solidFill>
                  <a:srgbClr val="000000"/>
                </a:solidFill>
                <a:latin typeface="Courier New" panose="02070309020205020404" pitchFamily="49" charset="0"/>
              </a:rPr>
              <a:t>alias</a:t>
            </a:r>
            <a:r>
              <a:rPr lang="en-US" altLang="en-US" sz="1800" b="1">
                <a:solidFill>
                  <a:srgbClr val="000000"/>
                </a:solidFill>
                <a:latin typeface="Courier New" panose="02070309020205020404" pitchFamily="49" charset="0"/>
              </a:rPr>
              <a:t>], ...}</a:t>
            </a:r>
          </a:p>
          <a:p>
            <a:pPr>
              <a:spcBef>
                <a:spcPct val="0"/>
              </a:spcBef>
              <a:buFontTx/>
              <a:buNone/>
            </a:pPr>
            <a:r>
              <a:rPr lang="en-US" altLang="en-US" sz="1800" b="1">
                <a:solidFill>
                  <a:srgbClr val="000000"/>
                </a:solidFill>
                <a:latin typeface="Courier New" panose="02070309020205020404" pitchFamily="49" charset="0"/>
              </a:rPr>
              <a:t>FROM 		</a:t>
            </a:r>
            <a:r>
              <a:rPr lang="en-US" altLang="en-US" sz="1800" b="1" i="1">
                <a:solidFill>
                  <a:srgbClr val="000000"/>
                </a:solidFill>
                <a:latin typeface="Courier New" panose="02070309020205020404" pitchFamily="49" charset="0"/>
              </a:rPr>
              <a:t>table</a:t>
            </a:r>
            <a:endParaRPr lang="en-US" altLang="en-US" sz="1800" b="1">
              <a:solidFill>
                <a:srgbClr val="000000"/>
              </a:solidFill>
              <a:latin typeface="Courier New" panose="02070309020205020404" pitchFamily="49" charset="0"/>
            </a:endParaRPr>
          </a:p>
          <a:p>
            <a:pPr>
              <a:spcBef>
                <a:spcPct val="0"/>
              </a:spcBef>
              <a:buFontTx/>
              <a:buNone/>
            </a:pPr>
            <a:r>
              <a:rPr lang="en-US" altLang="en-US" sz="1800" b="1">
                <a:solidFill>
                  <a:srgbClr val="000000"/>
                </a:solidFill>
                <a:latin typeface="Courier New" panose="02070309020205020404" pitchFamily="49" charset="0"/>
              </a:rPr>
              <a:t>[WHERE		</a:t>
            </a:r>
            <a:r>
              <a:rPr lang="en-US" altLang="en-US" sz="1800" b="1" i="1">
                <a:solidFill>
                  <a:srgbClr val="000000"/>
                </a:solidFill>
                <a:latin typeface="Courier New" panose="02070309020205020404" pitchFamily="49" charset="0"/>
              </a:rPr>
              <a:t>condition(s)</a:t>
            </a:r>
            <a:r>
              <a:rPr lang="en-US" altLang="en-US" sz="1800" b="1">
                <a:solidFill>
                  <a:srgbClr val="000000"/>
                </a:solidFill>
                <a:latin typeface="Courier New" panose="02070309020205020404" pitchFamily="49" charset="0"/>
              </a:rPr>
              <a:t>]</a:t>
            </a:r>
          </a:p>
          <a:p>
            <a:pPr>
              <a:spcBef>
                <a:spcPct val="0"/>
              </a:spcBef>
              <a:buFontTx/>
              <a:buNone/>
            </a:pPr>
            <a:r>
              <a:rPr lang="en-US" altLang="en-US" sz="1800" b="1">
                <a:solidFill>
                  <a:srgbClr val="000000"/>
                </a:solidFill>
                <a:latin typeface="Courier New" panose="02070309020205020404" pitchFamily="49" charset="0"/>
              </a:rPr>
              <a:t>[ORDER BY	{</a:t>
            </a:r>
            <a:r>
              <a:rPr lang="en-US" altLang="en-US" sz="1800" b="1" i="1">
                <a:solidFill>
                  <a:srgbClr val="000000"/>
                </a:solidFill>
                <a:latin typeface="Courier New" panose="02070309020205020404" pitchFamily="49" charset="0"/>
              </a:rPr>
              <a:t>column, expr, alias</a:t>
            </a:r>
            <a:r>
              <a:rPr lang="en-US" altLang="en-US" sz="1800" b="1">
                <a:solidFill>
                  <a:srgbClr val="000000"/>
                </a:solidFill>
                <a:latin typeface="Courier New" panose="02070309020205020404" pitchFamily="49" charset="0"/>
              </a:rPr>
              <a:t>} [ASC|DESC]];</a:t>
            </a:r>
          </a:p>
        </p:txBody>
      </p:sp>
      <p:sp>
        <p:nvSpPr>
          <p:cNvPr id="7" name="Rectangle 8">
            <a:extLst>
              <a:ext uri="{FF2B5EF4-FFF2-40B4-BE49-F238E27FC236}">
                <a16:creationId xmlns:a16="http://schemas.microsoft.com/office/drawing/2014/main" id="{C03ADD38-BE10-A950-B5F1-55550D64B393}"/>
              </a:ext>
            </a:extLst>
          </p:cNvPr>
          <p:cNvSpPr>
            <a:spLocks noChangeArrowheads="1"/>
          </p:cNvSpPr>
          <p:nvPr/>
        </p:nvSpPr>
        <p:spPr bwMode="blackWhite">
          <a:xfrm>
            <a:off x="661837" y="3432722"/>
            <a:ext cx="7617874" cy="606103"/>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8" name="Rectangle 9">
            <a:extLst>
              <a:ext uri="{FF2B5EF4-FFF2-40B4-BE49-F238E27FC236}">
                <a16:creationId xmlns:a16="http://schemas.microsoft.com/office/drawing/2014/main" id="{65B96FEA-F33D-FEAA-E73F-F4711312013D}"/>
              </a:ext>
            </a:extLst>
          </p:cNvPr>
          <p:cNvSpPr>
            <a:spLocks noChangeArrowheads="1"/>
          </p:cNvSpPr>
          <p:nvPr/>
        </p:nvSpPr>
        <p:spPr bwMode="blackWhite">
          <a:xfrm>
            <a:off x="755576" y="3420023"/>
            <a:ext cx="7524135" cy="6188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dirty="0">
              <a:solidFill>
                <a:srgbClr val="000000"/>
              </a:solidFill>
              <a:latin typeface="Courier New" panose="02070309020205020404" pitchFamily="49" charset="0"/>
            </a:endParaRPr>
          </a:p>
          <a:p>
            <a:pPr>
              <a:spcBef>
                <a:spcPct val="0"/>
              </a:spcBef>
              <a:buFontTx/>
              <a:buNone/>
            </a:pPr>
            <a:r>
              <a:rPr lang="en-US" altLang="en-US" sz="1800" b="1" dirty="0">
                <a:solidFill>
                  <a:srgbClr val="000000"/>
                </a:solidFill>
                <a:latin typeface="Courier New" panose="02070309020205020404" pitchFamily="49" charset="0"/>
              </a:rPr>
              <a:t>SELECT  	 </a:t>
            </a:r>
            <a:r>
              <a:rPr lang="en-US" altLang="en-US" sz="1800" b="1" dirty="0" err="1">
                <a:solidFill>
                  <a:srgbClr val="000000"/>
                </a:solidFill>
                <a:latin typeface="Courier New" panose="02070309020205020404" pitchFamily="49" charset="0"/>
              </a:rPr>
              <a:t>ename</a:t>
            </a:r>
            <a:r>
              <a:rPr lang="en-US" altLang="en-US" sz="1800" b="1" dirty="0">
                <a:solidFill>
                  <a:srgbClr val="000000"/>
                </a:solidFill>
                <a:latin typeface="Courier New" panose="02070309020205020404" pitchFamily="49" charset="0"/>
              </a:rPr>
              <a:t>, job, </a:t>
            </a:r>
            <a:r>
              <a:rPr lang="en-US" altLang="en-US" sz="1800" b="1" dirty="0" err="1">
                <a:solidFill>
                  <a:srgbClr val="000000"/>
                </a:solidFill>
                <a:latin typeface="Courier New" panose="02070309020205020404" pitchFamily="49" charset="0"/>
              </a:rPr>
              <a:t>deptno</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hiredate</a:t>
            </a:r>
            <a:r>
              <a:rPr lang="en-US" altLang="en-US" sz="1800" b="1" dirty="0">
                <a:solidFill>
                  <a:srgbClr val="000000"/>
                </a:solidFill>
                <a:latin typeface="Courier New" panose="02070309020205020404" pitchFamily="49" charset="0"/>
              </a:rPr>
              <a:t> FROM emp</a:t>
            </a:r>
          </a:p>
          <a:p>
            <a:pPr>
              <a:spcBef>
                <a:spcPct val="0"/>
              </a:spcBef>
              <a:buFontTx/>
              <a:buNone/>
            </a:pPr>
            <a:r>
              <a:rPr lang="en-US" altLang="en-US" sz="1800" b="1" dirty="0">
                <a:solidFill>
                  <a:srgbClr val="000000"/>
                </a:solidFill>
                <a:latin typeface="Courier New" panose="02070309020205020404" pitchFamily="49" charset="0"/>
              </a:rPr>
              <a:t>ORDER BY </a:t>
            </a:r>
            <a:r>
              <a:rPr lang="en-US" altLang="en-US" sz="1800" b="1" dirty="0" err="1">
                <a:solidFill>
                  <a:srgbClr val="000000"/>
                </a:solidFill>
                <a:latin typeface="Courier New" panose="02070309020205020404" pitchFamily="49" charset="0"/>
              </a:rPr>
              <a:t>hiredate</a:t>
            </a:r>
            <a:r>
              <a:rPr lang="en-US" altLang="en-US" sz="1800" b="1" dirty="0">
                <a:solidFill>
                  <a:srgbClr val="000000"/>
                </a:solidFill>
                <a:latin typeface="Courier New" panose="02070309020205020404" pitchFamily="49" charset="0"/>
              </a:rPr>
              <a:t>;</a:t>
            </a:r>
          </a:p>
          <a:p>
            <a:pPr>
              <a:spcBef>
                <a:spcPct val="0"/>
              </a:spcBef>
              <a:buFontTx/>
              <a:buNone/>
            </a:pPr>
            <a:endParaRPr lang="en-US" altLang="en-US" sz="1800" b="1" dirty="0">
              <a:solidFill>
                <a:srgbClr val="000000"/>
              </a:solidFill>
              <a:latin typeface="Courier New" panose="02070309020205020404" pitchFamily="49" charset="0"/>
            </a:endParaRPr>
          </a:p>
        </p:txBody>
      </p:sp>
      <p:sp>
        <p:nvSpPr>
          <p:cNvPr id="9" name="Rectangle 8">
            <a:extLst>
              <a:ext uri="{FF2B5EF4-FFF2-40B4-BE49-F238E27FC236}">
                <a16:creationId xmlns:a16="http://schemas.microsoft.com/office/drawing/2014/main" id="{5E8C918A-F2A1-9C4D-FDFB-F2B5B437B6FE}"/>
              </a:ext>
            </a:extLst>
          </p:cNvPr>
          <p:cNvSpPr>
            <a:spLocks noChangeArrowheads="1"/>
          </p:cNvSpPr>
          <p:nvPr/>
        </p:nvSpPr>
        <p:spPr bwMode="blackWhite">
          <a:xfrm>
            <a:off x="661837" y="4176030"/>
            <a:ext cx="7617874" cy="606103"/>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10" name="Rectangle 9">
            <a:extLst>
              <a:ext uri="{FF2B5EF4-FFF2-40B4-BE49-F238E27FC236}">
                <a16:creationId xmlns:a16="http://schemas.microsoft.com/office/drawing/2014/main" id="{546F55B0-4DF8-7295-5690-8DF22B71F7AC}"/>
              </a:ext>
            </a:extLst>
          </p:cNvPr>
          <p:cNvSpPr>
            <a:spLocks noChangeArrowheads="1"/>
          </p:cNvSpPr>
          <p:nvPr/>
        </p:nvSpPr>
        <p:spPr bwMode="blackWhite">
          <a:xfrm>
            <a:off x="755576" y="4163331"/>
            <a:ext cx="7524135" cy="6188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dirty="0">
              <a:solidFill>
                <a:srgbClr val="000000"/>
              </a:solidFill>
              <a:latin typeface="Courier New" panose="02070309020205020404" pitchFamily="49" charset="0"/>
            </a:endParaRPr>
          </a:p>
          <a:p>
            <a:pPr>
              <a:spcBef>
                <a:spcPct val="0"/>
              </a:spcBef>
              <a:buFontTx/>
              <a:buNone/>
            </a:pPr>
            <a:r>
              <a:rPr lang="en-US" altLang="en-US" sz="1800" b="1" dirty="0">
                <a:solidFill>
                  <a:srgbClr val="000000"/>
                </a:solidFill>
                <a:latin typeface="Courier New" panose="02070309020205020404" pitchFamily="49" charset="0"/>
              </a:rPr>
              <a:t>SELECT  	 </a:t>
            </a:r>
            <a:r>
              <a:rPr lang="en-US" altLang="en-US" sz="1800" b="1" dirty="0" err="1">
                <a:solidFill>
                  <a:srgbClr val="000000"/>
                </a:solidFill>
                <a:latin typeface="Courier New" panose="02070309020205020404" pitchFamily="49" charset="0"/>
              </a:rPr>
              <a:t>ename</a:t>
            </a:r>
            <a:r>
              <a:rPr lang="en-US" altLang="en-US" sz="1800" b="1" dirty="0">
                <a:solidFill>
                  <a:srgbClr val="000000"/>
                </a:solidFill>
                <a:latin typeface="Courier New" panose="02070309020205020404" pitchFamily="49" charset="0"/>
              </a:rPr>
              <a:t>, job, </a:t>
            </a:r>
            <a:r>
              <a:rPr lang="en-US" altLang="en-US" sz="1800" b="1" dirty="0" err="1">
                <a:solidFill>
                  <a:srgbClr val="000000"/>
                </a:solidFill>
                <a:latin typeface="Courier New" panose="02070309020205020404" pitchFamily="49" charset="0"/>
              </a:rPr>
              <a:t>deptno</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hiredate</a:t>
            </a:r>
            <a:r>
              <a:rPr lang="en-US" altLang="en-US" sz="1800" b="1" dirty="0">
                <a:solidFill>
                  <a:srgbClr val="000000"/>
                </a:solidFill>
                <a:latin typeface="Courier New" panose="02070309020205020404" pitchFamily="49" charset="0"/>
              </a:rPr>
              <a:t> FROM emp</a:t>
            </a:r>
          </a:p>
          <a:p>
            <a:pPr>
              <a:spcBef>
                <a:spcPct val="0"/>
              </a:spcBef>
              <a:buFontTx/>
              <a:buNone/>
            </a:pPr>
            <a:r>
              <a:rPr lang="en-US" altLang="en-US" sz="1800" b="1" dirty="0">
                <a:solidFill>
                  <a:srgbClr val="000000"/>
                </a:solidFill>
                <a:latin typeface="Courier New" panose="02070309020205020404" pitchFamily="49" charset="0"/>
              </a:rPr>
              <a:t>ORDER BY </a:t>
            </a:r>
            <a:r>
              <a:rPr lang="en-US" altLang="en-US" sz="1800" b="1" dirty="0" err="1">
                <a:solidFill>
                  <a:srgbClr val="000000"/>
                </a:solidFill>
                <a:latin typeface="Courier New" panose="02070309020205020404" pitchFamily="49" charset="0"/>
              </a:rPr>
              <a:t>deptno</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hiredate</a:t>
            </a:r>
            <a:r>
              <a:rPr lang="en-US" altLang="en-US" sz="1800" b="1" dirty="0">
                <a:solidFill>
                  <a:srgbClr val="000000"/>
                </a:solidFill>
                <a:latin typeface="Courier New" panose="02070309020205020404" pitchFamily="49" charset="0"/>
              </a:rPr>
              <a:t> </a:t>
            </a:r>
            <a:r>
              <a:rPr lang="en-US" altLang="en-US" sz="1800" b="1" dirty="0">
                <a:solidFill>
                  <a:srgbClr val="FF0000"/>
                </a:solidFill>
                <a:latin typeface="Courier New" panose="02070309020205020404" pitchFamily="49" charset="0"/>
              </a:rPr>
              <a:t>DESC</a:t>
            </a:r>
            <a:r>
              <a:rPr lang="en-US" altLang="en-US" sz="1800" b="1" dirty="0">
                <a:solidFill>
                  <a:srgbClr val="000000"/>
                </a:solidFill>
                <a:latin typeface="Courier New" panose="02070309020205020404" pitchFamily="49" charset="0"/>
              </a:rPr>
              <a:t>;</a:t>
            </a:r>
          </a:p>
          <a:p>
            <a:pPr>
              <a:spcBef>
                <a:spcPct val="0"/>
              </a:spcBef>
              <a:buFontTx/>
              <a:buNone/>
            </a:pPr>
            <a:endParaRPr lang="en-US" altLang="en-US" sz="1800" b="1" dirty="0">
              <a:solidFill>
                <a:srgbClr val="000000"/>
              </a:solidFill>
              <a:latin typeface="Courier New" panose="02070309020205020404" pitchFamily="49" charset="0"/>
            </a:endParaRPr>
          </a:p>
        </p:txBody>
      </p:sp>
      <p:sp>
        <p:nvSpPr>
          <p:cNvPr id="11" name="Rectangle 8">
            <a:extLst>
              <a:ext uri="{FF2B5EF4-FFF2-40B4-BE49-F238E27FC236}">
                <a16:creationId xmlns:a16="http://schemas.microsoft.com/office/drawing/2014/main" id="{19C437B9-4AED-8855-B292-5A03EEAC7C3F}"/>
              </a:ext>
            </a:extLst>
          </p:cNvPr>
          <p:cNvSpPr>
            <a:spLocks noChangeArrowheads="1"/>
          </p:cNvSpPr>
          <p:nvPr/>
        </p:nvSpPr>
        <p:spPr bwMode="blackWhite">
          <a:xfrm>
            <a:off x="661837" y="4912988"/>
            <a:ext cx="7617874" cy="606103"/>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12" name="Rectangle 9">
            <a:extLst>
              <a:ext uri="{FF2B5EF4-FFF2-40B4-BE49-F238E27FC236}">
                <a16:creationId xmlns:a16="http://schemas.microsoft.com/office/drawing/2014/main" id="{24EBEBB3-CC9F-3902-455F-C3C8F3E0A595}"/>
              </a:ext>
            </a:extLst>
          </p:cNvPr>
          <p:cNvSpPr>
            <a:spLocks noChangeArrowheads="1"/>
          </p:cNvSpPr>
          <p:nvPr/>
        </p:nvSpPr>
        <p:spPr bwMode="blackWhite">
          <a:xfrm>
            <a:off x="755576" y="4900289"/>
            <a:ext cx="7524135" cy="6188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dirty="0">
              <a:solidFill>
                <a:srgbClr val="000000"/>
              </a:solidFill>
              <a:latin typeface="Courier New" panose="02070309020205020404" pitchFamily="49" charset="0"/>
            </a:endParaRPr>
          </a:p>
          <a:p>
            <a:pPr>
              <a:spcBef>
                <a:spcPct val="0"/>
              </a:spcBef>
              <a:buFontTx/>
              <a:buNone/>
            </a:pPr>
            <a:r>
              <a:rPr lang="en-US" altLang="en-US" sz="1800" b="1" dirty="0">
                <a:solidFill>
                  <a:srgbClr val="000000"/>
                </a:solidFill>
                <a:latin typeface="Courier New" panose="02070309020205020404" pitchFamily="49" charset="0"/>
              </a:rPr>
              <a:t>SELECT  	 </a:t>
            </a:r>
            <a:r>
              <a:rPr lang="en-US" altLang="en-US" sz="1800" b="1" dirty="0" err="1">
                <a:solidFill>
                  <a:srgbClr val="000000"/>
                </a:solidFill>
                <a:latin typeface="Courier New" panose="02070309020205020404" pitchFamily="49" charset="0"/>
              </a:rPr>
              <a:t>ename</a:t>
            </a:r>
            <a:r>
              <a:rPr lang="en-US" altLang="en-US" sz="1800" b="1" dirty="0">
                <a:solidFill>
                  <a:srgbClr val="000000"/>
                </a:solidFill>
                <a:latin typeface="Courier New" panose="02070309020205020404" pitchFamily="49" charset="0"/>
              </a:rPr>
              <a:t>, job, </a:t>
            </a:r>
            <a:r>
              <a:rPr lang="en-US" altLang="en-US" sz="1800" b="1" dirty="0" err="1">
                <a:solidFill>
                  <a:srgbClr val="000000"/>
                </a:solidFill>
                <a:latin typeface="Courier New" panose="02070309020205020404" pitchFamily="49" charset="0"/>
              </a:rPr>
              <a:t>sal</a:t>
            </a:r>
            <a:r>
              <a:rPr lang="en-US" altLang="en-US" sz="1800" b="1" dirty="0">
                <a:solidFill>
                  <a:srgbClr val="000000"/>
                </a:solidFill>
                <a:latin typeface="Courier New" panose="02070309020205020404" pitchFamily="49" charset="0"/>
              </a:rPr>
              <a:t>*12 </a:t>
            </a:r>
            <a:r>
              <a:rPr lang="en-US" altLang="en-US" sz="1800" b="1" dirty="0" err="1">
                <a:solidFill>
                  <a:srgbClr val="000000"/>
                </a:solidFill>
                <a:latin typeface="Courier New" panose="02070309020205020404" pitchFamily="49" charset="0"/>
              </a:rPr>
              <a:t>annsal</a:t>
            </a:r>
            <a:r>
              <a:rPr lang="en-US" altLang="en-US" sz="1800" b="1" dirty="0">
                <a:solidFill>
                  <a:srgbClr val="000000"/>
                </a:solidFill>
                <a:latin typeface="Courier New" panose="02070309020205020404" pitchFamily="49" charset="0"/>
              </a:rPr>
              <a:t> FROM emp</a:t>
            </a:r>
          </a:p>
          <a:p>
            <a:pPr>
              <a:spcBef>
                <a:spcPct val="0"/>
              </a:spcBef>
              <a:buFontTx/>
              <a:buNone/>
            </a:pPr>
            <a:r>
              <a:rPr lang="en-US" altLang="en-US" sz="1800" b="1" dirty="0">
                <a:solidFill>
                  <a:srgbClr val="000000"/>
                </a:solidFill>
                <a:latin typeface="Courier New" panose="02070309020205020404" pitchFamily="49" charset="0"/>
              </a:rPr>
              <a:t>ORDER BY </a:t>
            </a:r>
            <a:r>
              <a:rPr lang="en-US" altLang="en-US" sz="1800" b="1" dirty="0" err="1">
                <a:solidFill>
                  <a:srgbClr val="000000"/>
                </a:solidFill>
                <a:latin typeface="Courier New" panose="02070309020205020404" pitchFamily="49" charset="0"/>
              </a:rPr>
              <a:t>annsal</a:t>
            </a:r>
            <a:r>
              <a:rPr lang="en-US" altLang="en-US" sz="1800" b="1" dirty="0">
                <a:solidFill>
                  <a:srgbClr val="000000"/>
                </a:solidFill>
                <a:latin typeface="Courier New" panose="02070309020205020404" pitchFamily="49" charset="0"/>
              </a:rPr>
              <a:t>;</a:t>
            </a:r>
          </a:p>
          <a:p>
            <a:pPr>
              <a:spcBef>
                <a:spcPct val="0"/>
              </a:spcBef>
              <a:buFontTx/>
              <a:buNone/>
            </a:pPr>
            <a:endParaRPr lang="en-US" altLang="en-US" sz="1800" b="1" dirty="0">
              <a:solidFill>
                <a:srgbClr val="000000"/>
              </a:solidFill>
              <a:latin typeface="Courier New" panose="02070309020205020404" pitchFamily="49" charset="0"/>
            </a:endParaRPr>
          </a:p>
        </p:txBody>
      </p:sp>
      <p:sp>
        <p:nvSpPr>
          <p:cNvPr id="13" name="Rectangle 8">
            <a:extLst>
              <a:ext uri="{FF2B5EF4-FFF2-40B4-BE49-F238E27FC236}">
                <a16:creationId xmlns:a16="http://schemas.microsoft.com/office/drawing/2014/main" id="{DA5C0E24-C49E-3322-5E46-6B8100DDF4DF}"/>
              </a:ext>
            </a:extLst>
          </p:cNvPr>
          <p:cNvSpPr>
            <a:spLocks noChangeArrowheads="1"/>
          </p:cNvSpPr>
          <p:nvPr/>
        </p:nvSpPr>
        <p:spPr bwMode="blackWhite">
          <a:xfrm>
            <a:off x="661837" y="5678938"/>
            <a:ext cx="7617874" cy="606103"/>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14" name="Rectangle 9">
            <a:extLst>
              <a:ext uri="{FF2B5EF4-FFF2-40B4-BE49-F238E27FC236}">
                <a16:creationId xmlns:a16="http://schemas.microsoft.com/office/drawing/2014/main" id="{A717D7CA-7824-AD9D-7E2A-9E4A62ABE918}"/>
              </a:ext>
            </a:extLst>
          </p:cNvPr>
          <p:cNvSpPr>
            <a:spLocks noChangeArrowheads="1"/>
          </p:cNvSpPr>
          <p:nvPr/>
        </p:nvSpPr>
        <p:spPr bwMode="blackWhite">
          <a:xfrm>
            <a:off x="755576" y="5666239"/>
            <a:ext cx="7524135" cy="6188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dirty="0">
              <a:solidFill>
                <a:srgbClr val="000000"/>
              </a:solidFill>
              <a:latin typeface="Courier New" panose="02070309020205020404" pitchFamily="49" charset="0"/>
            </a:endParaRPr>
          </a:p>
          <a:p>
            <a:pPr>
              <a:spcBef>
                <a:spcPct val="0"/>
              </a:spcBef>
              <a:buFontTx/>
              <a:buNone/>
            </a:pPr>
            <a:r>
              <a:rPr lang="en-US" altLang="en-US" sz="1800" b="1" dirty="0">
                <a:solidFill>
                  <a:srgbClr val="000000"/>
                </a:solidFill>
                <a:latin typeface="Courier New" panose="02070309020205020404" pitchFamily="49" charset="0"/>
              </a:rPr>
              <a:t>SELECT  	 </a:t>
            </a:r>
            <a:r>
              <a:rPr lang="en-US" altLang="en-US" sz="1800" b="1" dirty="0" err="1">
                <a:solidFill>
                  <a:srgbClr val="000000"/>
                </a:solidFill>
                <a:latin typeface="Courier New" panose="02070309020205020404" pitchFamily="49" charset="0"/>
              </a:rPr>
              <a:t>ename</a:t>
            </a:r>
            <a:r>
              <a:rPr lang="en-US" altLang="en-US" sz="1800" b="1" dirty="0">
                <a:solidFill>
                  <a:srgbClr val="000000"/>
                </a:solidFill>
                <a:latin typeface="Courier New" panose="02070309020205020404" pitchFamily="49" charset="0"/>
              </a:rPr>
              <a:t>, job, </a:t>
            </a:r>
            <a:r>
              <a:rPr lang="en-US" altLang="en-US" sz="1800" b="1" dirty="0" err="1">
                <a:solidFill>
                  <a:srgbClr val="000000"/>
                </a:solidFill>
                <a:latin typeface="Courier New" panose="02070309020205020404" pitchFamily="49" charset="0"/>
              </a:rPr>
              <a:t>deptno</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hiredate</a:t>
            </a:r>
            <a:r>
              <a:rPr lang="en-US" altLang="en-US" sz="1800" b="1" dirty="0">
                <a:solidFill>
                  <a:srgbClr val="000000"/>
                </a:solidFill>
                <a:latin typeface="Courier New" panose="02070309020205020404" pitchFamily="49" charset="0"/>
              </a:rPr>
              <a:t> FROM emp</a:t>
            </a:r>
          </a:p>
          <a:p>
            <a:pPr>
              <a:spcBef>
                <a:spcPct val="0"/>
              </a:spcBef>
              <a:buFontTx/>
              <a:buNone/>
            </a:pPr>
            <a:r>
              <a:rPr lang="en-US" altLang="en-US" sz="1800" b="1" dirty="0">
                <a:solidFill>
                  <a:srgbClr val="000000"/>
                </a:solidFill>
                <a:latin typeface="Courier New" panose="02070309020205020404" pitchFamily="49" charset="0"/>
              </a:rPr>
              <a:t>ORDER BY 2;</a:t>
            </a:r>
          </a:p>
          <a:p>
            <a:pPr>
              <a:spcBef>
                <a:spcPct val="0"/>
              </a:spcBef>
              <a:buFontTx/>
              <a:buNone/>
            </a:pPr>
            <a:endParaRPr lang="en-US" altLang="en-US" sz="1800" b="1"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366075954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A635C997-A932-1A4C-6D50-631C0E05B5FA}"/>
              </a:ext>
            </a:extLst>
          </p:cNvPr>
          <p:cNvSpPr>
            <a:spLocks noGrp="1" noChangeArrowheads="1"/>
          </p:cNvSpPr>
          <p:nvPr>
            <p:ph type="title"/>
          </p:nvPr>
        </p:nvSpPr>
        <p:spPr>
          <a:xfrm>
            <a:off x="395288" y="1628775"/>
            <a:ext cx="8277225" cy="1219200"/>
          </a:xfrm>
        </p:spPr>
        <p:txBody>
          <a:bodyPr/>
          <a:lstStyle/>
          <a:p>
            <a:pPr algn="ctr" eaLnBrk="1" hangingPunct="1"/>
            <a:br>
              <a:rPr lang="de-AT" altLang="en-US" sz="3600" dirty="0">
                <a:latin typeface="Georgia" panose="02040502050405020303" pitchFamily="18" charset="0"/>
              </a:rPr>
            </a:br>
            <a:r>
              <a:rPr lang="de-AT" altLang="en-US" sz="3600" dirty="0">
                <a:solidFill>
                  <a:srgbClr val="0000FF"/>
                </a:solidFill>
                <a:latin typeface="Georgia" panose="02040502050405020303" pitchFamily="18" charset="0"/>
              </a:rPr>
              <a:t>Thank you for your attention.</a:t>
            </a:r>
          </a:p>
        </p:txBody>
      </p:sp>
      <p:sp>
        <p:nvSpPr>
          <p:cNvPr id="97283" name="Rectangle 8">
            <a:extLst>
              <a:ext uri="{FF2B5EF4-FFF2-40B4-BE49-F238E27FC236}">
                <a16:creationId xmlns:a16="http://schemas.microsoft.com/office/drawing/2014/main" id="{36ADD70F-700D-D8B8-EE38-6C087BBFD22E}"/>
              </a:ext>
            </a:extLst>
          </p:cNvPr>
          <p:cNvSpPr>
            <a:spLocks noChangeArrowheads="1"/>
          </p:cNvSpPr>
          <p:nvPr/>
        </p:nvSpPr>
        <p:spPr bwMode="auto">
          <a:xfrm>
            <a:off x="2362200" y="3962400"/>
            <a:ext cx="4495800" cy="2130425"/>
          </a:xfrm>
          <a:prstGeom prst="rect">
            <a:avLst/>
          </a:prstGeom>
          <a:solidFill>
            <a:srgbClr val="FF9999"/>
          </a:solidFill>
          <a:ln w="38100">
            <a:solidFill>
              <a:srgbClr val="800000"/>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dirty="0">
              <a:solidFill>
                <a:srgbClr val="000000"/>
              </a:solidFill>
            </a:endParaRPr>
          </a:p>
        </p:txBody>
      </p:sp>
      <p:sp>
        <p:nvSpPr>
          <p:cNvPr id="97284" name="Rectangle 9">
            <a:extLst>
              <a:ext uri="{FF2B5EF4-FFF2-40B4-BE49-F238E27FC236}">
                <a16:creationId xmlns:a16="http://schemas.microsoft.com/office/drawing/2014/main" id="{CDAB403A-5917-530A-A0A7-3C11299ED14E}"/>
              </a:ext>
            </a:extLst>
          </p:cNvPr>
          <p:cNvSpPr>
            <a:spLocks noChangeArrowheads="1"/>
          </p:cNvSpPr>
          <p:nvPr/>
        </p:nvSpPr>
        <p:spPr bwMode="auto">
          <a:xfrm>
            <a:off x="539750" y="2276475"/>
            <a:ext cx="7772400"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en-US" altLang="en-US" sz="2400" dirty="0">
              <a:solidFill>
                <a:srgbClr val="0000FF"/>
              </a:solidFill>
            </a:endParaRPr>
          </a:p>
          <a:p>
            <a:pPr eaLnBrk="1" hangingPunct="1"/>
            <a:endParaRPr lang="en-US" altLang="en-US" sz="2400" dirty="0">
              <a:solidFill>
                <a:srgbClr val="0000FF"/>
              </a:solidFill>
            </a:endParaRPr>
          </a:p>
          <a:p>
            <a:pPr eaLnBrk="1" hangingPunct="1"/>
            <a:endParaRPr lang="en-US" altLang="en-US" sz="2400" dirty="0">
              <a:solidFill>
                <a:srgbClr val="0000FF"/>
              </a:solidFill>
            </a:endParaRPr>
          </a:p>
          <a:p>
            <a:pPr eaLnBrk="1" hangingPunct="1"/>
            <a:endParaRPr lang="en-US" altLang="en-US" sz="2400" dirty="0">
              <a:solidFill>
                <a:srgbClr val="0000FF"/>
              </a:solidFill>
            </a:endParaRPr>
          </a:p>
          <a:p>
            <a:pPr eaLnBrk="1" hangingPunct="1">
              <a:buFontTx/>
              <a:buNone/>
            </a:pPr>
            <a:r>
              <a:rPr lang="de-AT" altLang="en-US" sz="900" b="1" dirty="0">
                <a:solidFill>
                  <a:srgbClr val="0000FF"/>
                </a:solidFill>
              </a:rPr>
              <a:t>			</a:t>
            </a:r>
            <a:r>
              <a:rPr lang="de-AT" altLang="en-US" sz="2400" b="1" dirty="0">
                <a:latin typeface="Georgia" panose="02040502050405020303" pitchFamily="18" charset="0"/>
              </a:rPr>
              <a:t>Dr. Asif Sohail</a:t>
            </a:r>
            <a:endParaRPr lang="de-AT" altLang="en-US" sz="1200" b="1" dirty="0">
              <a:latin typeface="Georgia" panose="02040502050405020303" pitchFamily="18" charset="0"/>
            </a:endParaRPr>
          </a:p>
          <a:p>
            <a:pPr eaLnBrk="1" hangingPunct="1">
              <a:buFontTx/>
              <a:buNone/>
            </a:pPr>
            <a:r>
              <a:rPr lang="de-AT" altLang="en-US" sz="1200" b="1" dirty="0">
                <a:solidFill>
                  <a:srgbClr val="0000FF"/>
                </a:solidFill>
                <a:latin typeface="Georgia" panose="02040502050405020303" pitchFamily="18" charset="0"/>
              </a:rPr>
              <a:t>			</a:t>
            </a:r>
          </a:p>
          <a:p>
            <a:pPr eaLnBrk="1" hangingPunct="1">
              <a:buFontTx/>
              <a:buNone/>
            </a:pPr>
            <a:r>
              <a:rPr lang="de-AT" altLang="en-US" sz="1200" b="1" dirty="0">
                <a:solidFill>
                  <a:srgbClr val="0000FF"/>
                </a:solidFill>
                <a:latin typeface="Georgia" panose="02040502050405020303" pitchFamily="18" charset="0"/>
              </a:rPr>
              <a:t>			Assistant Professor</a:t>
            </a:r>
            <a:endParaRPr lang="de-AT" altLang="en-US" sz="1200" dirty="0">
              <a:solidFill>
                <a:srgbClr val="0000FF"/>
              </a:solidFill>
              <a:latin typeface="Georgia" panose="02040502050405020303" pitchFamily="18" charset="0"/>
            </a:endParaRPr>
          </a:p>
          <a:p>
            <a:pPr eaLnBrk="1" hangingPunct="1">
              <a:buFontTx/>
              <a:buNone/>
            </a:pPr>
            <a:r>
              <a:rPr lang="de-AT" altLang="en-US" sz="1200" b="1" dirty="0">
                <a:latin typeface="Georgia" panose="02040502050405020303" pitchFamily="18" charset="0"/>
              </a:rPr>
              <a:t>			</a:t>
            </a:r>
            <a:r>
              <a:rPr lang="de-AT" altLang="en-US" sz="1200" dirty="0">
                <a:latin typeface="Georgia" panose="02040502050405020303" pitchFamily="18" charset="0"/>
              </a:rPr>
              <a:t>Department of Information Technology,</a:t>
            </a:r>
          </a:p>
          <a:p>
            <a:pPr eaLnBrk="1" hangingPunct="1">
              <a:buFontTx/>
              <a:buNone/>
            </a:pPr>
            <a:r>
              <a:rPr lang="de-AT" altLang="en-US" sz="1200" dirty="0">
                <a:latin typeface="Georgia" panose="02040502050405020303" pitchFamily="18" charset="0"/>
              </a:rPr>
              <a:t>			Faculty of Computing and Information Technology (FCIT)</a:t>
            </a:r>
          </a:p>
          <a:p>
            <a:pPr eaLnBrk="1" hangingPunct="1">
              <a:buFontTx/>
              <a:buNone/>
            </a:pPr>
            <a:r>
              <a:rPr lang="de-AT" altLang="en-US" sz="1200" dirty="0">
                <a:latin typeface="Georgia" panose="02040502050405020303" pitchFamily="18" charset="0"/>
              </a:rPr>
              <a:t>			University of the Punjab, Lahore, Pakistan</a:t>
            </a:r>
          </a:p>
          <a:p>
            <a:pPr eaLnBrk="1" hangingPunct="1">
              <a:buFontTx/>
              <a:buNone/>
            </a:pPr>
            <a:r>
              <a:rPr lang="de-AT" altLang="en-US" sz="1200" b="1" dirty="0">
                <a:latin typeface="Georgia" panose="02040502050405020303" pitchFamily="18" charset="0"/>
              </a:rPr>
              <a:t>	</a:t>
            </a:r>
            <a:r>
              <a:rPr lang="de-AT" altLang="en-US" sz="1200" dirty="0">
                <a:latin typeface="Georgia" panose="02040502050405020303" pitchFamily="18" charset="0"/>
              </a:rPr>
              <a:t>		Tel:         +92-(0)42-111-923-923    Ext. </a:t>
            </a:r>
            <a:r>
              <a:rPr lang="de-AT" altLang="en-US" sz="1200" dirty="0">
                <a:latin typeface="Times New Roman" panose="02020603050405020304" pitchFamily="18" charset="0"/>
              </a:rPr>
              <a:t>538</a:t>
            </a:r>
          </a:p>
          <a:p>
            <a:pPr eaLnBrk="1" hangingPunct="1">
              <a:buFontTx/>
              <a:buNone/>
            </a:pPr>
            <a:r>
              <a:rPr lang="de-AT" altLang="en-US" sz="1200" dirty="0">
                <a:latin typeface="Georgia" panose="02040502050405020303" pitchFamily="18" charset="0"/>
              </a:rPr>
              <a:t>			E-mail: </a:t>
            </a:r>
            <a:r>
              <a:rPr lang="de-AT" altLang="en-US" sz="1200" dirty="0">
                <a:solidFill>
                  <a:srgbClr val="0000FF"/>
                </a:solidFill>
                <a:latin typeface="Georgia" panose="02040502050405020303" pitchFamily="18" charset="0"/>
              </a:rPr>
              <a:t> asif@pucit.edu.pk</a:t>
            </a:r>
          </a:p>
          <a:p>
            <a:pPr eaLnBrk="1" hangingPunct="1"/>
            <a:endParaRPr lang="en-US" altLang="en-US" sz="1200" dirty="0">
              <a:solidFill>
                <a:srgbClr val="0000FF"/>
              </a:solidFill>
              <a:latin typeface="Georgia" panose="02040502050405020303" pitchFamily="18" charset="0"/>
            </a:endParaRPr>
          </a:p>
        </p:txBody>
      </p:sp>
      <p:pic>
        <p:nvPicPr>
          <p:cNvPr id="97285" name="Picture 10">
            <a:extLst>
              <a:ext uri="{FF2B5EF4-FFF2-40B4-BE49-F238E27FC236}">
                <a16:creationId xmlns:a16="http://schemas.microsoft.com/office/drawing/2014/main" id="{D58E024A-97C0-67E8-3324-37DDBDEDD2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917" y="295275"/>
            <a:ext cx="8032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86" name="Picture 12">
            <a:extLst>
              <a:ext uri="{FF2B5EF4-FFF2-40B4-BE49-F238E27FC236}">
                <a16:creationId xmlns:a16="http://schemas.microsoft.com/office/drawing/2014/main" id="{8BC4BB87-D0D0-EDB8-0C50-666D5709BF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576" y="295275"/>
            <a:ext cx="9556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Footer Placeholder 1">
            <a:extLst>
              <a:ext uri="{FF2B5EF4-FFF2-40B4-BE49-F238E27FC236}">
                <a16:creationId xmlns:a16="http://schemas.microsoft.com/office/drawing/2014/main" id="{8A9623E7-9803-6503-4247-1F583B3B89F4}"/>
              </a:ext>
            </a:extLst>
          </p:cNvPr>
          <p:cNvSpPr>
            <a:spLocks noGrp="1"/>
          </p:cNvSpPr>
          <p:nvPr>
            <p:ph type="ftr" sz="quarter" idx="11"/>
          </p:nvPr>
        </p:nvSpPr>
        <p:spPr/>
        <p:txBody>
          <a:bodyPr/>
          <a:lstStyle/>
          <a:p>
            <a:pPr>
              <a:defRPr/>
            </a:pPr>
            <a:r>
              <a:rPr lang="en-US" b="1">
                <a:solidFill>
                  <a:srgbClr val="0000FF"/>
                </a:solidFill>
              </a:rPr>
              <a:t>Dr. Asif Sohail,</a:t>
            </a:r>
            <a:r>
              <a:rPr lang="en-US">
                <a:solidFill>
                  <a:srgbClr val="0000FF"/>
                </a:solidFill>
              </a:rPr>
              <a:t> </a:t>
            </a:r>
            <a:r>
              <a:rPr lang="en-US">
                <a:solidFill>
                  <a:schemeClr val="tx1"/>
                </a:solidFill>
              </a:rPr>
              <a:t>Department of IT,</a:t>
            </a:r>
            <a:r>
              <a:rPr lang="en-US"/>
              <a:t> </a:t>
            </a:r>
            <a:r>
              <a:rPr lang="en-US">
                <a:solidFill>
                  <a:srgbClr val="EA0000"/>
                </a:solidFill>
              </a:rPr>
              <a:t>University of the Punjab, Lahore</a:t>
            </a:r>
            <a:endParaRPr lang="en-US" dirty="0">
              <a:solidFill>
                <a:srgbClr val="EA0000"/>
              </a:solidFill>
            </a:endParaRPr>
          </a:p>
        </p:txBody>
      </p:sp>
      <p:sp>
        <p:nvSpPr>
          <p:cNvPr id="3" name="Slide Number Placeholder 2">
            <a:extLst>
              <a:ext uri="{FF2B5EF4-FFF2-40B4-BE49-F238E27FC236}">
                <a16:creationId xmlns:a16="http://schemas.microsoft.com/office/drawing/2014/main" id="{BE7777FF-85ED-12F8-12C8-1144FD551684}"/>
              </a:ext>
            </a:extLst>
          </p:cNvPr>
          <p:cNvSpPr>
            <a:spLocks noGrp="1"/>
          </p:cNvSpPr>
          <p:nvPr>
            <p:ph type="sldNum" sz="quarter" idx="12"/>
          </p:nvPr>
        </p:nvSpPr>
        <p:spPr>
          <a:xfrm>
            <a:off x="8604448" y="6271592"/>
            <a:ext cx="457200" cy="457200"/>
          </a:xfrm>
        </p:spPr>
        <p:txBody>
          <a:bodyPr/>
          <a:lstStyle/>
          <a:p>
            <a:pPr>
              <a:defRPr/>
            </a:pPr>
            <a:fld id="{83AC8CC2-3150-4BDA-BDF0-6D695CA2D84D}" type="slidenum">
              <a:rPr lang="en-US" smtClean="0"/>
              <a:pPr>
                <a:defRPr/>
              </a:pPr>
              <a:t>19</a:t>
            </a:fld>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themeOverride>
</file>

<file path=docProps/app.xml><?xml version="1.0" encoding="utf-8"?>
<Properties xmlns="http://schemas.openxmlformats.org/officeDocument/2006/extended-properties" xmlns:vt="http://schemas.openxmlformats.org/officeDocument/2006/docPropsVTypes">
  <Template/>
  <TotalTime>48204</TotalTime>
  <Words>1918</Words>
  <Application>Microsoft Office PowerPoint</Application>
  <PresentationFormat>On-screen Show (4:3)</PresentationFormat>
  <Paragraphs>392</Paragraphs>
  <Slides>19</Slides>
  <Notes>6</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19</vt:i4>
      </vt:variant>
    </vt:vector>
  </HeadingPairs>
  <TitlesOfParts>
    <vt:vector size="31" baseType="lpstr">
      <vt:lpstr>Arial</vt:lpstr>
      <vt:lpstr>Arial Black</vt:lpstr>
      <vt:lpstr>Cambria</vt:lpstr>
      <vt:lpstr>Courier New</vt:lpstr>
      <vt:lpstr>Franklin Gothic Book</vt:lpstr>
      <vt:lpstr>Georgia</vt:lpstr>
      <vt:lpstr>Perpetua</vt:lpstr>
      <vt:lpstr>Tahoma</vt:lpstr>
      <vt:lpstr>Times New Roman</vt:lpstr>
      <vt:lpstr>Wingdings</vt:lpstr>
      <vt:lpstr>Wingdings 2</vt:lpstr>
      <vt:lpstr>Equity</vt:lpstr>
      <vt:lpstr>CC-215-L Database Systems Lab</vt:lpstr>
      <vt:lpstr>Introduction</vt:lpstr>
      <vt:lpstr>SQL Statements</vt:lpstr>
      <vt:lpstr>SQL Statements</vt:lpstr>
      <vt:lpstr>Relational Schema</vt:lpstr>
      <vt:lpstr>SELECT Statement</vt:lpstr>
      <vt:lpstr>Communicating with a RDBMS Using SQL</vt:lpstr>
      <vt:lpstr>SQL and SQL Plus Interaction</vt:lpstr>
      <vt:lpstr>Capabilities of SELECT Statement</vt:lpstr>
      <vt:lpstr>Logging into SQL Plus</vt:lpstr>
      <vt:lpstr>SELECT Statement</vt:lpstr>
      <vt:lpstr>Arithmetic Expressions</vt:lpstr>
      <vt:lpstr>Defining a Column Alias</vt:lpstr>
      <vt:lpstr>Null Value</vt:lpstr>
      <vt:lpstr>Null Value</vt:lpstr>
      <vt:lpstr>Avoiding Duplicate Outputs</vt:lpstr>
      <vt:lpstr>Concatenation Operator</vt:lpstr>
      <vt:lpstr>ORDER BY Clause</vt:lpstr>
      <vt:lpstr> Thank you for your attention.</vt:lpstr>
    </vt:vector>
  </TitlesOfParts>
  <Company>TU - Wien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Analytical Model for Performance Measurement of Queueing Systems</dc:title>
  <dc:creator>ssarwar</dc:creator>
  <cp:lastModifiedBy>Dr.Asif Sohail</cp:lastModifiedBy>
  <cp:revision>959</cp:revision>
  <dcterms:created xsi:type="dcterms:W3CDTF">2006-05-17T12:38:56Z</dcterms:created>
  <dcterms:modified xsi:type="dcterms:W3CDTF">2025-09-18T17:05:14Z</dcterms:modified>
</cp:coreProperties>
</file>