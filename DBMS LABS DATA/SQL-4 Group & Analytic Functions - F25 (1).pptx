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Override1.xml" ContentType="application/vnd.openxmlformats-officedocument.themeOverrid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2" r:id="rId1"/>
    <p:sldMasterId id="2147483868" r:id="rId2"/>
  </p:sldMasterIdLst>
  <p:notesMasterIdLst>
    <p:notesMasterId r:id="rId39"/>
  </p:notesMasterIdLst>
  <p:handoutMasterIdLst>
    <p:handoutMasterId r:id="rId40"/>
  </p:handoutMasterIdLst>
  <p:sldIdLst>
    <p:sldId id="491" r:id="rId3"/>
    <p:sldId id="492" r:id="rId4"/>
    <p:sldId id="493" r:id="rId5"/>
    <p:sldId id="502" r:id="rId6"/>
    <p:sldId id="494" r:id="rId7"/>
    <p:sldId id="496" r:id="rId8"/>
    <p:sldId id="497" r:id="rId9"/>
    <p:sldId id="498" r:id="rId10"/>
    <p:sldId id="499" r:id="rId11"/>
    <p:sldId id="500" r:id="rId12"/>
    <p:sldId id="501" r:id="rId13"/>
    <p:sldId id="503" r:id="rId14"/>
    <p:sldId id="504" r:id="rId15"/>
    <p:sldId id="505" r:id="rId16"/>
    <p:sldId id="506" r:id="rId17"/>
    <p:sldId id="507" r:id="rId18"/>
    <p:sldId id="508" r:id="rId19"/>
    <p:sldId id="509" r:id="rId20"/>
    <p:sldId id="510" r:id="rId21"/>
    <p:sldId id="511" r:id="rId22"/>
    <p:sldId id="513" r:id="rId23"/>
    <p:sldId id="514" r:id="rId24"/>
    <p:sldId id="515" r:id="rId25"/>
    <p:sldId id="516" r:id="rId26"/>
    <p:sldId id="517" r:id="rId27"/>
    <p:sldId id="518" r:id="rId28"/>
    <p:sldId id="489" r:id="rId29"/>
    <p:sldId id="519" r:id="rId30"/>
    <p:sldId id="490" r:id="rId31"/>
    <p:sldId id="520" r:id="rId32"/>
    <p:sldId id="472" r:id="rId33"/>
    <p:sldId id="473" r:id="rId34"/>
    <p:sldId id="474" r:id="rId35"/>
    <p:sldId id="521" r:id="rId36"/>
    <p:sldId id="479" r:id="rId37"/>
    <p:sldId id="478" r:id="rId38"/>
  </p:sldIdLst>
  <p:sldSz cx="9144000" cy="6858000" type="screen4x3"/>
  <p:notesSz cx="6858000" cy="9296400"/>
  <p:defaultTextStyle>
    <a:defPPr>
      <a:defRPr lang="de-AT"/>
    </a:defPPr>
    <a:lvl1pPr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5pPr>
    <a:lvl6pPr marL="2286000" algn="l" defTabSz="914400" rtl="0" eaLnBrk="1" latinLnBrk="0" hangingPunct="1">
      <a:defRPr sz="2400" kern="1200">
        <a:solidFill>
          <a:schemeClr val="tx1"/>
        </a:solidFill>
        <a:latin typeface="Arial" panose="020B0604020202020204" pitchFamily="34" charset="0"/>
        <a:ea typeface="+mn-ea"/>
        <a:cs typeface="+mn-cs"/>
      </a:defRPr>
    </a:lvl6pPr>
    <a:lvl7pPr marL="2743200" algn="l" defTabSz="914400" rtl="0" eaLnBrk="1" latinLnBrk="0" hangingPunct="1">
      <a:defRPr sz="2400" kern="1200">
        <a:solidFill>
          <a:schemeClr val="tx1"/>
        </a:solidFill>
        <a:latin typeface="Arial" panose="020B0604020202020204" pitchFamily="34" charset="0"/>
        <a:ea typeface="+mn-ea"/>
        <a:cs typeface="+mn-cs"/>
      </a:defRPr>
    </a:lvl7pPr>
    <a:lvl8pPr marL="3200400" algn="l" defTabSz="914400" rtl="0" eaLnBrk="1" latinLnBrk="0" hangingPunct="1">
      <a:defRPr sz="2400" kern="1200">
        <a:solidFill>
          <a:schemeClr val="tx1"/>
        </a:solidFill>
        <a:latin typeface="Arial" panose="020B0604020202020204" pitchFamily="34" charset="0"/>
        <a:ea typeface="+mn-ea"/>
        <a:cs typeface="+mn-cs"/>
      </a:defRPr>
    </a:lvl8pPr>
    <a:lvl9pPr marL="3657600" algn="l" defTabSz="914400" rtl="0" eaLnBrk="1" latinLnBrk="0" hangingPunct="1">
      <a:defRPr sz="2400"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33CC"/>
    <a:srgbClr val="FFBC79"/>
    <a:srgbClr val="FF9933"/>
    <a:srgbClr val="FFD03B"/>
    <a:srgbClr val="006600"/>
    <a:srgbClr val="FFFF66"/>
    <a:srgbClr val="FF0000"/>
    <a:srgbClr val="00FF00"/>
    <a:srgbClr val="FFFF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1944" autoAdjust="0"/>
    <p:restoredTop sz="85572" autoAdjust="0"/>
  </p:normalViewPr>
  <p:slideViewPr>
    <p:cSldViewPr>
      <p:cViewPr varScale="1">
        <p:scale>
          <a:sx n="83" d="100"/>
          <a:sy n="83" d="100"/>
        </p:scale>
        <p:origin x="1085" y="6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handoutMaster" Target="handoutMasters/handout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9746" name="Rectangle 2">
            <a:extLst>
              <a:ext uri="{FF2B5EF4-FFF2-40B4-BE49-F238E27FC236}">
                <a16:creationId xmlns:a16="http://schemas.microsoft.com/office/drawing/2014/main" id="{9C31A5BC-734F-BC55-EB39-CA884A405C97}"/>
              </a:ext>
            </a:extLst>
          </p:cNvPr>
          <p:cNvSpPr>
            <a:spLocks noGrp="1" noChangeArrowheads="1"/>
          </p:cNvSpPr>
          <p:nvPr>
            <p:ph type="hdr" sz="quarter"/>
          </p:nvPr>
        </p:nvSpPr>
        <p:spPr bwMode="auto">
          <a:xfrm>
            <a:off x="0" y="0"/>
            <a:ext cx="2973388" cy="465138"/>
          </a:xfrm>
          <a:prstGeom prst="rect">
            <a:avLst/>
          </a:prstGeom>
          <a:noFill/>
          <a:ln w="9525">
            <a:noFill/>
            <a:miter lim="800000"/>
            <a:headEnd/>
            <a:tailEnd/>
          </a:ln>
          <a:effectLst/>
        </p:spPr>
        <p:txBody>
          <a:bodyPr vert="horz" wrap="square" lIns="89273" tIns="44636" rIns="89273" bIns="44636" numCol="1" anchor="t" anchorCtr="0" compatLnSpc="1">
            <a:prstTxWarp prst="textNoShape">
              <a:avLst/>
            </a:prstTxWarp>
          </a:bodyPr>
          <a:lstStyle>
            <a:lvl1pPr defTabSz="892175" eaLnBrk="1" hangingPunct="1">
              <a:defRPr sz="1200">
                <a:latin typeface="Arial" charset="0"/>
              </a:defRPr>
            </a:lvl1pPr>
          </a:lstStyle>
          <a:p>
            <a:pPr>
              <a:defRPr/>
            </a:pPr>
            <a:endParaRPr lang="en-GB"/>
          </a:p>
        </p:txBody>
      </p:sp>
      <p:sp>
        <p:nvSpPr>
          <p:cNvPr id="159747" name="Rectangle 3">
            <a:extLst>
              <a:ext uri="{FF2B5EF4-FFF2-40B4-BE49-F238E27FC236}">
                <a16:creationId xmlns:a16="http://schemas.microsoft.com/office/drawing/2014/main" id="{84758658-C09A-CB89-86A9-4464753A0900}"/>
              </a:ext>
            </a:extLst>
          </p:cNvPr>
          <p:cNvSpPr>
            <a:spLocks noGrp="1" noChangeArrowheads="1"/>
          </p:cNvSpPr>
          <p:nvPr>
            <p:ph type="dt" sz="quarter" idx="1"/>
          </p:nvPr>
        </p:nvSpPr>
        <p:spPr bwMode="auto">
          <a:xfrm>
            <a:off x="3884613" y="0"/>
            <a:ext cx="2973387" cy="465138"/>
          </a:xfrm>
          <a:prstGeom prst="rect">
            <a:avLst/>
          </a:prstGeom>
          <a:noFill/>
          <a:ln w="9525">
            <a:noFill/>
            <a:miter lim="800000"/>
            <a:headEnd/>
            <a:tailEnd/>
          </a:ln>
          <a:effectLst/>
        </p:spPr>
        <p:txBody>
          <a:bodyPr vert="horz" wrap="square" lIns="89273" tIns="44636" rIns="89273" bIns="44636" numCol="1" anchor="t" anchorCtr="0" compatLnSpc="1">
            <a:prstTxWarp prst="textNoShape">
              <a:avLst/>
            </a:prstTxWarp>
          </a:bodyPr>
          <a:lstStyle>
            <a:lvl1pPr algn="r" defTabSz="892175" eaLnBrk="1" hangingPunct="1">
              <a:defRPr sz="1200">
                <a:latin typeface="Arial" charset="0"/>
              </a:defRPr>
            </a:lvl1pPr>
          </a:lstStyle>
          <a:p>
            <a:pPr>
              <a:defRPr/>
            </a:pPr>
            <a:endParaRPr lang="en-GB"/>
          </a:p>
        </p:txBody>
      </p:sp>
      <p:sp>
        <p:nvSpPr>
          <p:cNvPr id="159748" name="Rectangle 4">
            <a:extLst>
              <a:ext uri="{FF2B5EF4-FFF2-40B4-BE49-F238E27FC236}">
                <a16:creationId xmlns:a16="http://schemas.microsoft.com/office/drawing/2014/main" id="{5AFB1ECE-4B4F-CF78-21AD-0881C21DEE43}"/>
              </a:ext>
            </a:extLst>
          </p:cNvPr>
          <p:cNvSpPr>
            <a:spLocks noGrp="1" noChangeArrowheads="1"/>
          </p:cNvSpPr>
          <p:nvPr>
            <p:ph type="ftr" sz="quarter" idx="2"/>
          </p:nvPr>
        </p:nvSpPr>
        <p:spPr bwMode="auto">
          <a:xfrm>
            <a:off x="0" y="8831263"/>
            <a:ext cx="2973388" cy="465137"/>
          </a:xfrm>
          <a:prstGeom prst="rect">
            <a:avLst/>
          </a:prstGeom>
          <a:noFill/>
          <a:ln w="9525">
            <a:noFill/>
            <a:miter lim="800000"/>
            <a:headEnd/>
            <a:tailEnd/>
          </a:ln>
          <a:effectLst/>
        </p:spPr>
        <p:txBody>
          <a:bodyPr vert="horz" wrap="square" lIns="89273" tIns="44636" rIns="89273" bIns="44636" numCol="1" anchor="b" anchorCtr="0" compatLnSpc="1">
            <a:prstTxWarp prst="textNoShape">
              <a:avLst/>
            </a:prstTxWarp>
          </a:bodyPr>
          <a:lstStyle>
            <a:lvl1pPr defTabSz="892175" eaLnBrk="1" hangingPunct="1">
              <a:defRPr sz="1200">
                <a:latin typeface="Arial" charset="0"/>
              </a:defRPr>
            </a:lvl1pPr>
          </a:lstStyle>
          <a:p>
            <a:pPr>
              <a:defRPr/>
            </a:pPr>
            <a:endParaRPr lang="en-GB"/>
          </a:p>
        </p:txBody>
      </p:sp>
      <p:sp>
        <p:nvSpPr>
          <p:cNvPr id="159749" name="Rectangle 5">
            <a:extLst>
              <a:ext uri="{FF2B5EF4-FFF2-40B4-BE49-F238E27FC236}">
                <a16:creationId xmlns:a16="http://schemas.microsoft.com/office/drawing/2014/main" id="{EDEB264D-42F2-4F18-4D80-7F31033DD41E}"/>
              </a:ext>
            </a:extLst>
          </p:cNvPr>
          <p:cNvSpPr>
            <a:spLocks noGrp="1" noChangeArrowheads="1"/>
          </p:cNvSpPr>
          <p:nvPr>
            <p:ph type="sldNum" sz="quarter" idx="3"/>
          </p:nvPr>
        </p:nvSpPr>
        <p:spPr bwMode="auto">
          <a:xfrm>
            <a:off x="3884613" y="8831263"/>
            <a:ext cx="2973387" cy="465137"/>
          </a:xfrm>
          <a:prstGeom prst="rect">
            <a:avLst/>
          </a:prstGeom>
          <a:noFill/>
          <a:ln w="9525">
            <a:noFill/>
            <a:miter lim="800000"/>
            <a:headEnd/>
            <a:tailEnd/>
          </a:ln>
          <a:effectLst/>
        </p:spPr>
        <p:txBody>
          <a:bodyPr vert="horz" wrap="square" lIns="89273" tIns="44636" rIns="89273" bIns="44636" numCol="1" anchor="b" anchorCtr="0" compatLnSpc="1">
            <a:prstTxWarp prst="textNoShape">
              <a:avLst/>
            </a:prstTxWarp>
          </a:bodyPr>
          <a:lstStyle>
            <a:lvl1pPr algn="r" defTabSz="892175" eaLnBrk="1" hangingPunct="1">
              <a:defRPr sz="1200"/>
            </a:lvl1pPr>
          </a:lstStyle>
          <a:p>
            <a:pPr>
              <a:defRPr/>
            </a:pPr>
            <a:fld id="{F60A0D97-60B1-42A4-8EE9-B75DCD721F93}" type="slidenum">
              <a:rPr lang="en-GB" altLang="en-US"/>
              <a:pPr>
                <a:defRPr/>
              </a:pPr>
              <a:t>‹#›</a:t>
            </a:fld>
            <a:endParaRPr lang="en-GB"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B7275D25-8F8B-36D6-8430-267CB4566DF7}"/>
              </a:ext>
            </a:extLst>
          </p:cNvPr>
          <p:cNvSpPr>
            <a:spLocks noGrp="1" noChangeArrowheads="1"/>
          </p:cNvSpPr>
          <p:nvPr>
            <p:ph type="hdr" sz="quarter"/>
          </p:nvPr>
        </p:nvSpPr>
        <p:spPr bwMode="auto">
          <a:xfrm>
            <a:off x="0" y="0"/>
            <a:ext cx="2973388" cy="465138"/>
          </a:xfrm>
          <a:prstGeom prst="rect">
            <a:avLst/>
          </a:prstGeom>
          <a:noFill/>
          <a:ln w="9525">
            <a:noFill/>
            <a:miter lim="800000"/>
            <a:headEnd/>
            <a:tailEnd/>
          </a:ln>
          <a:effectLst/>
        </p:spPr>
        <p:txBody>
          <a:bodyPr vert="horz" wrap="square" lIns="89273" tIns="44636" rIns="89273" bIns="44636" numCol="1" anchor="t" anchorCtr="0" compatLnSpc="1">
            <a:prstTxWarp prst="textNoShape">
              <a:avLst/>
            </a:prstTxWarp>
          </a:bodyPr>
          <a:lstStyle>
            <a:lvl1pPr defTabSz="892175" eaLnBrk="1" hangingPunct="1">
              <a:defRPr sz="1200">
                <a:latin typeface="Arial" charset="0"/>
              </a:defRPr>
            </a:lvl1pPr>
          </a:lstStyle>
          <a:p>
            <a:pPr>
              <a:defRPr/>
            </a:pPr>
            <a:endParaRPr lang="de-AT"/>
          </a:p>
        </p:txBody>
      </p:sp>
      <p:sp>
        <p:nvSpPr>
          <p:cNvPr id="6147" name="Rectangle 3">
            <a:extLst>
              <a:ext uri="{FF2B5EF4-FFF2-40B4-BE49-F238E27FC236}">
                <a16:creationId xmlns:a16="http://schemas.microsoft.com/office/drawing/2014/main" id="{F28A8467-0791-ABB2-BE68-7CAB39B6E90C}"/>
              </a:ext>
            </a:extLst>
          </p:cNvPr>
          <p:cNvSpPr>
            <a:spLocks noGrp="1" noChangeArrowheads="1"/>
          </p:cNvSpPr>
          <p:nvPr>
            <p:ph type="dt" idx="1"/>
          </p:nvPr>
        </p:nvSpPr>
        <p:spPr bwMode="auto">
          <a:xfrm>
            <a:off x="3883025" y="0"/>
            <a:ext cx="2973388" cy="465138"/>
          </a:xfrm>
          <a:prstGeom prst="rect">
            <a:avLst/>
          </a:prstGeom>
          <a:noFill/>
          <a:ln w="9525">
            <a:noFill/>
            <a:miter lim="800000"/>
            <a:headEnd/>
            <a:tailEnd/>
          </a:ln>
          <a:effectLst/>
        </p:spPr>
        <p:txBody>
          <a:bodyPr vert="horz" wrap="square" lIns="89273" tIns="44636" rIns="89273" bIns="44636" numCol="1" anchor="t" anchorCtr="0" compatLnSpc="1">
            <a:prstTxWarp prst="textNoShape">
              <a:avLst/>
            </a:prstTxWarp>
          </a:bodyPr>
          <a:lstStyle>
            <a:lvl1pPr algn="r" defTabSz="892175" eaLnBrk="1" hangingPunct="1">
              <a:defRPr sz="1200">
                <a:latin typeface="Arial" charset="0"/>
              </a:defRPr>
            </a:lvl1pPr>
          </a:lstStyle>
          <a:p>
            <a:pPr>
              <a:defRPr/>
            </a:pPr>
            <a:endParaRPr lang="de-AT"/>
          </a:p>
        </p:txBody>
      </p:sp>
      <p:sp>
        <p:nvSpPr>
          <p:cNvPr id="10244" name="Rectangle 4">
            <a:extLst>
              <a:ext uri="{FF2B5EF4-FFF2-40B4-BE49-F238E27FC236}">
                <a16:creationId xmlns:a16="http://schemas.microsoft.com/office/drawing/2014/main" id="{0C80C12F-8FBB-0D0C-E2D3-9E4F1B2E5635}"/>
              </a:ext>
            </a:extLst>
          </p:cNvPr>
          <p:cNvSpPr>
            <a:spLocks noGrp="1" noRot="1" noChangeAspect="1" noChangeArrowheads="1" noTextEdit="1"/>
          </p:cNvSpPr>
          <p:nvPr>
            <p:ph type="sldImg" idx="2"/>
          </p:nvPr>
        </p:nvSpPr>
        <p:spPr bwMode="auto">
          <a:xfrm>
            <a:off x="1104900" y="696913"/>
            <a:ext cx="4648200" cy="34861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9" name="Rectangle 5">
            <a:extLst>
              <a:ext uri="{FF2B5EF4-FFF2-40B4-BE49-F238E27FC236}">
                <a16:creationId xmlns:a16="http://schemas.microsoft.com/office/drawing/2014/main" id="{58EB3393-F0D2-1CF8-89F4-0992DAC5B335}"/>
              </a:ext>
            </a:extLst>
          </p:cNvPr>
          <p:cNvSpPr>
            <a:spLocks noGrp="1" noChangeArrowheads="1"/>
          </p:cNvSpPr>
          <p:nvPr>
            <p:ph type="body" sz="quarter" idx="3"/>
          </p:nvPr>
        </p:nvSpPr>
        <p:spPr bwMode="auto">
          <a:xfrm>
            <a:off x="685800" y="4416425"/>
            <a:ext cx="5486400" cy="4183063"/>
          </a:xfrm>
          <a:prstGeom prst="rect">
            <a:avLst/>
          </a:prstGeom>
          <a:noFill/>
          <a:ln w="9525">
            <a:noFill/>
            <a:miter lim="800000"/>
            <a:headEnd/>
            <a:tailEnd/>
          </a:ln>
          <a:effectLst/>
        </p:spPr>
        <p:txBody>
          <a:bodyPr vert="horz" wrap="square" lIns="89273" tIns="44636" rIns="89273" bIns="44636" numCol="1" anchor="t" anchorCtr="0" compatLnSpc="1">
            <a:prstTxWarp prst="textNoShape">
              <a:avLst/>
            </a:prstTxWarp>
          </a:bodyPr>
          <a:lstStyle/>
          <a:p>
            <a:pPr lvl="0"/>
            <a:r>
              <a:rPr lang="de-AT" noProof="0"/>
              <a:t>Click to edit Master text styles</a:t>
            </a:r>
          </a:p>
          <a:p>
            <a:pPr lvl="1"/>
            <a:r>
              <a:rPr lang="de-AT" noProof="0"/>
              <a:t>Second level</a:t>
            </a:r>
          </a:p>
          <a:p>
            <a:pPr lvl="2"/>
            <a:r>
              <a:rPr lang="de-AT" noProof="0"/>
              <a:t>Third level</a:t>
            </a:r>
          </a:p>
          <a:p>
            <a:pPr lvl="3"/>
            <a:r>
              <a:rPr lang="de-AT" noProof="0"/>
              <a:t>Fourth level</a:t>
            </a:r>
          </a:p>
          <a:p>
            <a:pPr lvl="4"/>
            <a:r>
              <a:rPr lang="de-AT" noProof="0"/>
              <a:t>Fifth level</a:t>
            </a:r>
          </a:p>
        </p:txBody>
      </p:sp>
      <p:sp>
        <p:nvSpPr>
          <p:cNvPr id="6150" name="Rectangle 6">
            <a:extLst>
              <a:ext uri="{FF2B5EF4-FFF2-40B4-BE49-F238E27FC236}">
                <a16:creationId xmlns:a16="http://schemas.microsoft.com/office/drawing/2014/main" id="{1E2EABC5-4BF3-0FF5-115D-AD4B0A53935B}"/>
              </a:ext>
            </a:extLst>
          </p:cNvPr>
          <p:cNvSpPr>
            <a:spLocks noGrp="1" noChangeArrowheads="1"/>
          </p:cNvSpPr>
          <p:nvPr>
            <p:ph type="ftr" sz="quarter" idx="4"/>
          </p:nvPr>
        </p:nvSpPr>
        <p:spPr bwMode="auto">
          <a:xfrm>
            <a:off x="0" y="8829675"/>
            <a:ext cx="2973388" cy="465138"/>
          </a:xfrm>
          <a:prstGeom prst="rect">
            <a:avLst/>
          </a:prstGeom>
          <a:noFill/>
          <a:ln w="9525">
            <a:noFill/>
            <a:miter lim="800000"/>
            <a:headEnd/>
            <a:tailEnd/>
          </a:ln>
          <a:effectLst/>
        </p:spPr>
        <p:txBody>
          <a:bodyPr vert="horz" wrap="square" lIns="89273" tIns="44636" rIns="89273" bIns="44636" numCol="1" anchor="b" anchorCtr="0" compatLnSpc="1">
            <a:prstTxWarp prst="textNoShape">
              <a:avLst/>
            </a:prstTxWarp>
          </a:bodyPr>
          <a:lstStyle>
            <a:lvl1pPr defTabSz="892175" eaLnBrk="1" hangingPunct="1">
              <a:defRPr sz="1200">
                <a:latin typeface="Arial" charset="0"/>
              </a:defRPr>
            </a:lvl1pPr>
          </a:lstStyle>
          <a:p>
            <a:pPr>
              <a:defRPr/>
            </a:pPr>
            <a:endParaRPr lang="de-AT"/>
          </a:p>
        </p:txBody>
      </p:sp>
      <p:sp>
        <p:nvSpPr>
          <p:cNvPr id="6151" name="Rectangle 7">
            <a:extLst>
              <a:ext uri="{FF2B5EF4-FFF2-40B4-BE49-F238E27FC236}">
                <a16:creationId xmlns:a16="http://schemas.microsoft.com/office/drawing/2014/main" id="{DEBCD878-C9EB-D45B-ECB8-95FD277781BF}"/>
              </a:ext>
            </a:extLst>
          </p:cNvPr>
          <p:cNvSpPr>
            <a:spLocks noGrp="1" noChangeArrowheads="1"/>
          </p:cNvSpPr>
          <p:nvPr>
            <p:ph type="sldNum" sz="quarter" idx="5"/>
          </p:nvPr>
        </p:nvSpPr>
        <p:spPr bwMode="auto">
          <a:xfrm>
            <a:off x="3883025" y="8829675"/>
            <a:ext cx="2973388" cy="465138"/>
          </a:xfrm>
          <a:prstGeom prst="rect">
            <a:avLst/>
          </a:prstGeom>
          <a:noFill/>
          <a:ln w="9525">
            <a:noFill/>
            <a:miter lim="800000"/>
            <a:headEnd/>
            <a:tailEnd/>
          </a:ln>
          <a:effectLst/>
        </p:spPr>
        <p:txBody>
          <a:bodyPr vert="horz" wrap="square" lIns="89273" tIns="44636" rIns="89273" bIns="44636" numCol="1" anchor="b" anchorCtr="0" compatLnSpc="1">
            <a:prstTxWarp prst="textNoShape">
              <a:avLst/>
            </a:prstTxWarp>
          </a:bodyPr>
          <a:lstStyle>
            <a:lvl1pPr algn="r" defTabSz="892175" eaLnBrk="1" hangingPunct="1">
              <a:defRPr sz="1200"/>
            </a:lvl1pPr>
          </a:lstStyle>
          <a:p>
            <a:pPr>
              <a:defRPr/>
            </a:pPr>
            <a:fld id="{16045A97-C926-4534-BE56-E915158B7E73}" type="slidenum">
              <a:rPr lang="de-AT" altLang="en-US"/>
              <a:pPr>
                <a:defRPr/>
              </a:pPr>
              <a:t>‹#›</a:t>
            </a:fld>
            <a:endParaRPr lang="de-AT"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671708-D9CD-09C7-2517-2342FF6A08F4}"/>
            </a:ext>
          </a:extLst>
        </p:cNvPr>
        <p:cNvGrpSpPr/>
        <p:nvPr/>
      </p:nvGrpSpPr>
      <p:grpSpPr>
        <a:xfrm>
          <a:off x="0" y="0"/>
          <a:ext cx="0" cy="0"/>
          <a:chOff x="0" y="0"/>
          <a:chExt cx="0" cy="0"/>
        </a:xfrm>
      </p:grpSpPr>
      <p:sp>
        <p:nvSpPr>
          <p:cNvPr id="68610" name="Rectangle 2">
            <a:extLst>
              <a:ext uri="{FF2B5EF4-FFF2-40B4-BE49-F238E27FC236}">
                <a16:creationId xmlns:a16="http://schemas.microsoft.com/office/drawing/2014/main" id="{ECB21080-C646-7AA6-7C35-69E535BBE6F2}"/>
              </a:ext>
            </a:extLst>
          </p:cNvPr>
          <p:cNvSpPr>
            <a:spLocks noChangeArrowheads="1"/>
          </p:cNvSpPr>
          <p:nvPr/>
        </p:nvSpPr>
        <p:spPr bwMode="auto">
          <a:xfrm>
            <a:off x="3883025" y="-1588"/>
            <a:ext cx="2974975" cy="465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
        <p:nvSpPr>
          <p:cNvPr id="68611" name="Rectangle 3">
            <a:extLst>
              <a:ext uri="{FF2B5EF4-FFF2-40B4-BE49-F238E27FC236}">
                <a16:creationId xmlns:a16="http://schemas.microsoft.com/office/drawing/2014/main" id="{A822ECEB-B76D-F68E-10E6-0673F09FB00A}"/>
              </a:ext>
            </a:extLst>
          </p:cNvPr>
          <p:cNvSpPr>
            <a:spLocks noChangeArrowheads="1"/>
          </p:cNvSpPr>
          <p:nvPr/>
        </p:nvSpPr>
        <p:spPr bwMode="auto">
          <a:xfrm>
            <a:off x="-1588" y="-1588"/>
            <a:ext cx="2971801" cy="465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
        <p:nvSpPr>
          <p:cNvPr id="68612" name="Rectangle 4">
            <a:extLst>
              <a:ext uri="{FF2B5EF4-FFF2-40B4-BE49-F238E27FC236}">
                <a16:creationId xmlns:a16="http://schemas.microsoft.com/office/drawing/2014/main" id="{DBB2D98E-3370-25C1-9946-7D8DA6387A51}"/>
              </a:ext>
            </a:extLst>
          </p:cNvPr>
          <p:cNvSpPr>
            <a:spLocks noGrp="1" noChangeArrowheads="1"/>
          </p:cNvSpPr>
          <p:nvPr>
            <p:ph type="body" idx="1"/>
          </p:nvPr>
        </p:nvSpPr>
        <p:spPr>
          <a:xfrm>
            <a:off x="455613" y="4849813"/>
            <a:ext cx="6048375" cy="38655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272" tIns="46636" rIns="93272" bIns="46636"/>
          <a:lstStyle/>
          <a:p>
            <a:pPr defTabSz="468313">
              <a:tabLst>
                <a:tab pos="444500" algn="l"/>
              </a:tabLst>
            </a:pPr>
            <a:r>
              <a:rPr lang="en-US" altLang="en-US">
                <a:latin typeface="Arial" panose="020B0604020202020204" pitchFamily="34" charset="0"/>
              </a:rPr>
              <a:t>Nesting Group Functions</a:t>
            </a:r>
          </a:p>
          <a:p>
            <a:pPr marL="114300" lvl="1" defTabSz="468313">
              <a:tabLst>
                <a:tab pos="444500" algn="l"/>
              </a:tabLst>
            </a:pPr>
            <a:r>
              <a:rPr lang="en-US" altLang="en-US">
                <a:latin typeface="Arial" panose="020B0604020202020204" pitchFamily="34" charset="0"/>
              </a:rPr>
              <a:t>Group functions can be nested to a depth of two. The slide example displays the maximum average salary.</a:t>
            </a:r>
          </a:p>
          <a:p>
            <a:pPr marL="114300" lvl="1" defTabSz="468313">
              <a:tabLst>
                <a:tab pos="444500" algn="l"/>
              </a:tabLst>
            </a:pPr>
            <a:endParaRPr lang="en-US" altLang="en-US">
              <a:latin typeface="Arial" panose="020B0604020202020204" pitchFamily="34" charset="0"/>
            </a:endParaRPr>
          </a:p>
          <a:p>
            <a:pPr defTabSz="468313">
              <a:tabLst>
                <a:tab pos="444500" algn="l"/>
              </a:tabLst>
            </a:pPr>
            <a:endParaRPr lang="en-US" altLang="en-US" b="1">
              <a:latin typeface="Times New Roman" panose="02020603050405020304" pitchFamily="18" charset="0"/>
            </a:endParaRPr>
          </a:p>
        </p:txBody>
      </p:sp>
      <p:sp>
        <p:nvSpPr>
          <p:cNvPr id="68613" name="Rectangle 5">
            <a:extLst>
              <a:ext uri="{FF2B5EF4-FFF2-40B4-BE49-F238E27FC236}">
                <a16:creationId xmlns:a16="http://schemas.microsoft.com/office/drawing/2014/main" id="{968C622D-4F96-58C5-42C7-A678E940A659}"/>
              </a:ext>
            </a:extLst>
          </p:cNvPr>
          <p:cNvSpPr>
            <a:spLocks noGrp="1" noRot="1" noChangeAspect="1" noChangeArrowheads="1" noTextEdit="1"/>
          </p:cNvSpPr>
          <p:nvPr>
            <p:ph type="sldImg"/>
          </p:nvPr>
        </p:nvSpPr>
        <p:spPr>
          <a:xfrm>
            <a:off x="406400" y="173038"/>
            <a:ext cx="6037263" cy="4527550"/>
          </a:xfrm>
          <a:ln w="12700" cap="flat">
            <a:solidFill>
              <a:schemeClr val="tx1"/>
            </a:solidFill>
          </a:ln>
        </p:spPr>
      </p:sp>
    </p:spTree>
    <p:extLst>
      <p:ext uri="{BB962C8B-B14F-4D97-AF65-F5344CB8AC3E}">
        <p14:creationId xmlns:p14="http://schemas.microsoft.com/office/powerpoint/2010/main" val="11615816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F536490-59E0-01A6-EB7E-9EE79C560F50}"/>
              </a:ext>
            </a:extLst>
          </p:cNvPr>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useBgFill="1">
        <p:nvSpPr>
          <p:cNvPr id="3" name="Rounded Rectangle 4">
            <a:extLst>
              <a:ext uri="{FF2B5EF4-FFF2-40B4-BE49-F238E27FC236}">
                <a16:creationId xmlns:a16="http://schemas.microsoft.com/office/drawing/2014/main" id="{4A17FDA0-BC30-DA6D-34FB-97A4F780737B}"/>
              </a:ext>
            </a:extLst>
          </p:cNvPr>
          <p:cNvSpPr/>
          <p:nvPr/>
        </p:nvSpPr>
        <p:spPr>
          <a:xfrm>
            <a:off x="65088" y="69850"/>
            <a:ext cx="9013825" cy="6691313"/>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4" name="Rectangle 3">
            <a:extLst>
              <a:ext uri="{FF2B5EF4-FFF2-40B4-BE49-F238E27FC236}">
                <a16:creationId xmlns:a16="http://schemas.microsoft.com/office/drawing/2014/main" id="{1E8CA8B2-1509-C90A-614A-4FD97110A6A6}"/>
              </a:ext>
            </a:extLst>
          </p:cNvPr>
          <p:cNvSpPr/>
          <p:nvPr/>
        </p:nvSpPr>
        <p:spPr>
          <a:xfrm>
            <a:off x="63500" y="1449388"/>
            <a:ext cx="9020175" cy="1527175"/>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5" name="Rectangle 4">
            <a:extLst>
              <a:ext uri="{FF2B5EF4-FFF2-40B4-BE49-F238E27FC236}">
                <a16:creationId xmlns:a16="http://schemas.microsoft.com/office/drawing/2014/main" id="{BF74447E-A366-2C4F-7AC7-270182CFBE8C}"/>
              </a:ext>
            </a:extLst>
          </p:cNvPr>
          <p:cNvSpPr/>
          <p:nvPr/>
        </p:nvSpPr>
        <p:spPr>
          <a:xfrm>
            <a:off x="63500" y="1397000"/>
            <a:ext cx="9020175" cy="12065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6" name="Rectangle 5">
            <a:extLst>
              <a:ext uri="{FF2B5EF4-FFF2-40B4-BE49-F238E27FC236}">
                <a16:creationId xmlns:a16="http://schemas.microsoft.com/office/drawing/2014/main" id="{5F2DBD8B-35AA-63B8-8EB2-5901A269DEB2}"/>
              </a:ext>
            </a:extLst>
          </p:cNvPr>
          <p:cNvSpPr/>
          <p:nvPr/>
        </p:nvSpPr>
        <p:spPr>
          <a:xfrm>
            <a:off x="63500" y="2976563"/>
            <a:ext cx="9020175" cy="111125"/>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9" name="Subtitle 8"/>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Master subtitle style</a:t>
            </a:r>
          </a:p>
        </p:txBody>
      </p:sp>
      <p:sp>
        <p:nvSpPr>
          <p:cNvPr id="8" name="Title 7"/>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lang="en-US"/>
              <a:t>Click to edit Master title style</a:t>
            </a:r>
          </a:p>
        </p:txBody>
      </p:sp>
      <p:sp>
        <p:nvSpPr>
          <p:cNvPr id="7" name="Date Placeholder 27">
            <a:extLst>
              <a:ext uri="{FF2B5EF4-FFF2-40B4-BE49-F238E27FC236}">
                <a16:creationId xmlns:a16="http://schemas.microsoft.com/office/drawing/2014/main" id="{1AB41D9F-93E4-2B77-5008-97296D6CC6CC}"/>
              </a:ext>
            </a:extLst>
          </p:cNvPr>
          <p:cNvSpPr>
            <a:spLocks noGrp="1"/>
          </p:cNvSpPr>
          <p:nvPr>
            <p:ph type="dt" sz="half" idx="10"/>
          </p:nvPr>
        </p:nvSpPr>
        <p:spPr/>
        <p:txBody>
          <a:bodyPr/>
          <a:lstStyle>
            <a:lvl1pPr>
              <a:defRPr/>
            </a:lvl1pPr>
          </a:lstStyle>
          <a:p>
            <a:pPr>
              <a:defRPr/>
            </a:pPr>
            <a:fld id="{F5E9AE37-E1EE-4430-8457-56BF79A75EA5}" type="datetime1">
              <a:rPr lang="en-US"/>
              <a:pPr>
                <a:defRPr/>
              </a:pPr>
              <a:t>10/2/2025</a:t>
            </a:fld>
            <a:endParaRPr lang="en-US"/>
          </a:p>
        </p:txBody>
      </p:sp>
      <p:sp>
        <p:nvSpPr>
          <p:cNvPr id="10" name="Footer Placeholder 16">
            <a:extLst>
              <a:ext uri="{FF2B5EF4-FFF2-40B4-BE49-F238E27FC236}">
                <a16:creationId xmlns:a16="http://schemas.microsoft.com/office/drawing/2014/main" id="{359616FE-1066-8A1B-DD43-EA6551DB623D}"/>
              </a:ext>
            </a:extLst>
          </p:cNvPr>
          <p:cNvSpPr>
            <a:spLocks noGrp="1"/>
          </p:cNvSpPr>
          <p:nvPr>
            <p:ph type="ftr" sz="quarter" idx="11"/>
          </p:nvPr>
        </p:nvSpPr>
        <p:spPr/>
        <p:txBody>
          <a:bodyPr/>
          <a:lstStyle>
            <a:lvl1pPr>
              <a:defRPr/>
            </a:lvl1pPr>
          </a:lstStyle>
          <a:p>
            <a:pPr>
              <a:defRPr/>
            </a:pPr>
            <a:r>
              <a:rPr lang="en-US"/>
              <a:t>Autonomous Robots -- Dr. Zawar Qayyum, 2010</a:t>
            </a:r>
          </a:p>
        </p:txBody>
      </p:sp>
      <p:sp>
        <p:nvSpPr>
          <p:cNvPr id="11" name="Slide Number Placeholder 28">
            <a:extLst>
              <a:ext uri="{FF2B5EF4-FFF2-40B4-BE49-F238E27FC236}">
                <a16:creationId xmlns:a16="http://schemas.microsoft.com/office/drawing/2014/main" id="{C8AEB184-57D4-55C1-43F8-4D7B69DB53BE}"/>
              </a:ext>
            </a:extLst>
          </p:cNvPr>
          <p:cNvSpPr>
            <a:spLocks noGrp="1"/>
          </p:cNvSpPr>
          <p:nvPr>
            <p:ph type="sldNum" sz="quarter" idx="12"/>
          </p:nvPr>
        </p:nvSpPr>
        <p:spPr/>
        <p:txBody>
          <a:bodyPr/>
          <a:lstStyle>
            <a:lvl1pPr>
              <a:defRPr sz="1400">
                <a:solidFill>
                  <a:srgbClr val="FFFFFF"/>
                </a:solidFill>
              </a:defRPr>
            </a:lvl1pPr>
          </a:lstStyle>
          <a:p>
            <a:pPr>
              <a:defRPr/>
            </a:pPr>
            <a:fld id="{0E627CB9-4C74-4830-9D7F-78368DD6A5E9}" type="slidenum">
              <a:rPr lang="en-US"/>
              <a:pPr>
                <a:defRPr/>
              </a:pPr>
              <a:t>‹#›</a:t>
            </a:fld>
            <a:endParaRPr lang="en-US" dirty="0"/>
          </a:p>
        </p:txBody>
      </p:sp>
    </p:spTree>
    <p:extLst>
      <p:ext uri="{BB962C8B-B14F-4D97-AF65-F5344CB8AC3E}">
        <p14:creationId xmlns:p14="http://schemas.microsoft.com/office/powerpoint/2010/main" val="2594484918"/>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8" name="Content Placeholder 7"/>
          <p:cNvSpPr>
            <a:spLocks noGrp="1"/>
          </p:cNvSpPr>
          <p:nvPr>
            <p:ph sz="quarter" idx="1"/>
          </p:nvPr>
        </p:nvSpPr>
        <p:spPr>
          <a:xfrm>
            <a:off x="914400" y="1447800"/>
            <a:ext cx="777240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13">
            <a:extLst>
              <a:ext uri="{FF2B5EF4-FFF2-40B4-BE49-F238E27FC236}">
                <a16:creationId xmlns:a16="http://schemas.microsoft.com/office/drawing/2014/main" id="{5A02525D-E98A-A5C3-6E3A-C304E5D32588}"/>
              </a:ext>
            </a:extLst>
          </p:cNvPr>
          <p:cNvSpPr>
            <a:spLocks noGrp="1"/>
          </p:cNvSpPr>
          <p:nvPr>
            <p:ph type="dt" sz="half" idx="10"/>
          </p:nvPr>
        </p:nvSpPr>
        <p:spPr/>
        <p:txBody>
          <a:bodyPr/>
          <a:lstStyle>
            <a:lvl1pPr>
              <a:defRPr/>
            </a:lvl1pPr>
          </a:lstStyle>
          <a:p>
            <a:pPr>
              <a:defRPr/>
            </a:pPr>
            <a:fld id="{F4EECB2D-0F00-40EF-A002-3D1DC2B50D53}" type="datetime1">
              <a:rPr lang="en-US"/>
              <a:pPr>
                <a:defRPr/>
              </a:pPr>
              <a:t>10/2/2025</a:t>
            </a:fld>
            <a:endParaRPr lang="en-US" dirty="0"/>
          </a:p>
        </p:txBody>
      </p:sp>
      <p:sp>
        <p:nvSpPr>
          <p:cNvPr id="4" name="Footer Placeholder 2">
            <a:extLst>
              <a:ext uri="{FF2B5EF4-FFF2-40B4-BE49-F238E27FC236}">
                <a16:creationId xmlns:a16="http://schemas.microsoft.com/office/drawing/2014/main" id="{0B96C1A6-4E6A-1C60-F352-FE300A6C2044}"/>
              </a:ext>
            </a:extLst>
          </p:cNvPr>
          <p:cNvSpPr>
            <a:spLocks noGrp="1"/>
          </p:cNvSpPr>
          <p:nvPr>
            <p:ph type="ftr" sz="quarter" idx="11"/>
          </p:nvPr>
        </p:nvSpPr>
        <p:spPr/>
        <p:txBody>
          <a:bodyPr/>
          <a:lstStyle>
            <a:lvl1pPr>
              <a:defRPr/>
            </a:lvl1pPr>
          </a:lstStyle>
          <a:p>
            <a:pPr>
              <a:defRPr/>
            </a:pPr>
            <a:r>
              <a:rPr lang="en-US"/>
              <a:t>Autonomous Robots -- Dr. Zawar Qayyum, 2010</a:t>
            </a:r>
            <a:endParaRPr lang="en-US" dirty="0"/>
          </a:p>
        </p:txBody>
      </p:sp>
      <p:sp>
        <p:nvSpPr>
          <p:cNvPr id="5" name="Slide Number Placeholder 22">
            <a:extLst>
              <a:ext uri="{FF2B5EF4-FFF2-40B4-BE49-F238E27FC236}">
                <a16:creationId xmlns:a16="http://schemas.microsoft.com/office/drawing/2014/main" id="{A04E39D9-78D1-0FC6-2765-2270D23327BB}"/>
              </a:ext>
            </a:extLst>
          </p:cNvPr>
          <p:cNvSpPr>
            <a:spLocks noGrp="1"/>
          </p:cNvSpPr>
          <p:nvPr>
            <p:ph type="sldNum" sz="quarter" idx="12"/>
          </p:nvPr>
        </p:nvSpPr>
        <p:spPr/>
        <p:txBody>
          <a:bodyPr/>
          <a:lstStyle>
            <a:lvl1pPr>
              <a:defRPr/>
            </a:lvl1pPr>
          </a:lstStyle>
          <a:p>
            <a:pPr>
              <a:defRPr/>
            </a:pPr>
            <a:fld id="{FE90994A-F1F9-4ED2-A55F-07481556A1DB}" type="slidenum">
              <a:rPr lang="en-US"/>
              <a:pPr>
                <a:defRPr/>
              </a:pPr>
              <a:t>‹#›</a:t>
            </a:fld>
            <a:endParaRPr lang="en-US" dirty="0"/>
          </a:p>
        </p:txBody>
      </p:sp>
    </p:spTree>
    <p:extLst>
      <p:ext uri="{BB962C8B-B14F-4D97-AF65-F5344CB8AC3E}">
        <p14:creationId xmlns:p14="http://schemas.microsoft.com/office/powerpoint/2010/main" val="766450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1A60D40-AC3A-E6C9-BC67-34224E5F17F9}"/>
              </a:ext>
            </a:extLst>
          </p:cNvPr>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useBgFill="1">
        <p:nvSpPr>
          <p:cNvPr id="5" name="Rounded Rectangle 4">
            <a:extLst>
              <a:ext uri="{FF2B5EF4-FFF2-40B4-BE49-F238E27FC236}">
                <a16:creationId xmlns:a16="http://schemas.microsoft.com/office/drawing/2014/main" id="{65CD74FD-DD52-55DD-D015-3B98CC5C9F6B}"/>
              </a:ext>
            </a:extLst>
          </p:cNvPr>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6" name="Rectangle 5">
            <a:extLst>
              <a:ext uri="{FF2B5EF4-FFF2-40B4-BE49-F238E27FC236}">
                <a16:creationId xmlns:a16="http://schemas.microsoft.com/office/drawing/2014/main" id="{12656D77-7CF6-E05A-6C33-E05B15FC9B30}"/>
              </a:ext>
            </a:extLst>
          </p:cNvPr>
          <p:cNvSpPr/>
          <p:nvPr/>
        </p:nvSpPr>
        <p:spPr>
          <a:xfrm flipV="1">
            <a:off x="69850" y="2376488"/>
            <a:ext cx="9013825" cy="92075"/>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7" name="Rectangle 6">
            <a:extLst>
              <a:ext uri="{FF2B5EF4-FFF2-40B4-BE49-F238E27FC236}">
                <a16:creationId xmlns:a16="http://schemas.microsoft.com/office/drawing/2014/main" id="{FDC32430-E4AD-831D-811C-23EDE2EDE2E4}"/>
              </a:ext>
            </a:extLst>
          </p:cNvPr>
          <p:cNvSpPr/>
          <p:nvPr/>
        </p:nvSpPr>
        <p:spPr>
          <a:xfrm>
            <a:off x="69850" y="2341563"/>
            <a:ext cx="9013825" cy="46037"/>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8" name="Rectangle 7">
            <a:extLst>
              <a:ext uri="{FF2B5EF4-FFF2-40B4-BE49-F238E27FC236}">
                <a16:creationId xmlns:a16="http://schemas.microsoft.com/office/drawing/2014/main" id="{94EE578C-454E-3CE5-814E-5E0909043E5F}"/>
              </a:ext>
            </a:extLst>
          </p:cNvPr>
          <p:cNvSpPr/>
          <p:nvPr/>
        </p:nvSpPr>
        <p:spPr>
          <a:xfrm>
            <a:off x="68263" y="2468563"/>
            <a:ext cx="9015412" cy="4603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 name="Title 1"/>
          <p:cNvSpPr>
            <a:spLocks noGrp="1"/>
          </p:cNvSpPr>
          <p:nvPr>
            <p:ph type="title"/>
          </p:nvPr>
        </p:nvSpPr>
        <p:spPr>
          <a:xfrm>
            <a:off x="722313" y="952500"/>
            <a:ext cx="7772400" cy="1362075"/>
          </a:xfrm>
        </p:spPr>
        <p:txBody>
          <a:bodyPr/>
          <a:lstStyle>
            <a:lvl1pPr algn="l">
              <a:buNone/>
              <a:defRPr sz="4000" b="0" cap="none"/>
            </a:lvl1pPr>
          </a:lstStyle>
          <a:p>
            <a:r>
              <a:rPr lang="en-US"/>
              <a:t>Click to edit Master title style</a:t>
            </a:r>
          </a:p>
        </p:txBody>
      </p:sp>
      <p:sp>
        <p:nvSpPr>
          <p:cNvPr id="3" name="Text Placeholder 2"/>
          <p:cNvSpPr>
            <a:spLocks noGrp="1"/>
          </p:cNvSpPr>
          <p:nvPr>
            <p:ph type="body" idx="1"/>
          </p:nvPr>
        </p:nvSpPr>
        <p:spPr>
          <a:xfrm>
            <a:off x="722313" y="2547938"/>
            <a:ext cx="7772400" cy="1338262"/>
          </a:xfrm>
        </p:spPr>
        <p:txBody>
          <a:bodyPr/>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a:t>Click to edit Master text styles</a:t>
            </a:r>
          </a:p>
        </p:txBody>
      </p:sp>
      <p:sp>
        <p:nvSpPr>
          <p:cNvPr id="9" name="Date Placeholder 3">
            <a:extLst>
              <a:ext uri="{FF2B5EF4-FFF2-40B4-BE49-F238E27FC236}">
                <a16:creationId xmlns:a16="http://schemas.microsoft.com/office/drawing/2014/main" id="{42B02D75-0B44-F3E0-E780-43C6CA1DA2A7}"/>
              </a:ext>
            </a:extLst>
          </p:cNvPr>
          <p:cNvSpPr>
            <a:spLocks noGrp="1"/>
          </p:cNvSpPr>
          <p:nvPr>
            <p:ph type="dt" sz="half" idx="10"/>
          </p:nvPr>
        </p:nvSpPr>
        <p:spPr/>
        <p:txBody>
          <a:bodyPr/>
          <a:lstStyle>
            <a:lvl1pPr>
              <a:defRPr/>
            </a:lvl1pPr>
          </a:lstStyle>
          <a:p>
            <a:pPr>
              <a:defRPr/>
            </a:pPr>
            <a:fld id="{F8EFDE80-76F7-4782-B870-8D07BA02630D}" type="datetime1">
              <a:rPr lang="en-US"/>
              <a:pPr>
                <a:defRPr/>
              </a:pPr>
              <a:t>10/2/2025</a:t>
            </a:fld>
            <a:endParaRPr lang="en-US"/>
          </a:p>
        </p:txBody>
      </p:sp>
      <p:sp>
        <p:nvSpPr>
          <p:cNvPr id="10" name="Footer Placeholder 4">
            <a:extLst>
              <a:ext uri="{FF2B5EF4-FFF2-40B4-BE49-F238E27FC236}">
                <a16:creationId xmlns:a16="http://schemas.microsoft.com/office/drawing/2014/main" id="{FA83550B-C805-7CDE-31EE-F745B42B123A}"/>
              </a:ext>
            </a:extLst>
          </p:cNvPr>
          <p:cNvSpPr>
            <a:spLocks noGrp="1"/>
          </p:cNvSpPr>
          <p:nvPr>
            <p:ph type="ftr" sz="quarter" idx="11"/>
          </p:nvPr>
        </p:nvSpPr>
        <p:spPr>
          <a:xfrm>
            <a:off x="800100" y="6172200"/>
            <a:ext cx="4000500" cy="457200"/>
          </a:xfrm>
        </p:spPr>
        <p:txBody>
          <a:bodyPr/>
          <a:lstStyle>
            <a:lvl1pPr>
              <a:defRPr/>
            </a:lvl1pPr>
          </a:lstStyle>
          <a:p>
            <a:pPr>
              <a:defRPr/>
            </a:pPr>
            <a:r>
              <a:rPr lang="en-US"/>
              <a:t>Autonomous Robots -- Dr. Zawar Qayyum, 2010</a:t>
            </a:r>
          </a:p>
        </p:txBody>
      </p:sp>
      <p:sp>
        <p:nvSpPr>
          <p:cNvPr id="11" name="Slide Number Placeholder 5">
            <a:extLst>
              <a:ext uri="{FF2B5EF4-FFF2-40B4-BE49-F238E27FC236}">
                <a16:creationId xmlns:a16="http://schemas.microsoft.com/office/drawing/2014/main" id="{3EEE4A23-66FD-F2E5-1882-AB2712E406E2}"/>
              </a:ext>
            </a:extLst>
          </p:cNvPr>
          <p:cNvSpPr>
            <a:spLocks noGrp="1"/>
          </p:cNvSpPr>
          <p:nvPr>
            <p:ph type="sldNum" sz="quarter" idx="12"/>
          </p:nvPr>
        </p:nvSpPr>
        <p:spPr>
          <a:xfrm>
            <a:off x="146050" y="6208713"/>
            <a:ext cx="457200" cy="457200"/>
          </a:xfrm>
        </p:spPr>
        <p:txBody>
          <a:bodyPr/>
          <a:lstStyle>
            <a:lvl1pPr>
              <a:defRPr/>
            </a:lvl1pPr>
          </a:lstStyle>
          <a:p>
            <a:pPr>
              <a:defRPr/>
            </a:pPr>
            <a:fld id="{250D63EE-EF76-4969-BE08-B7351F34C6AA}" type="slidenum">
              <a:rPr lang="en-US"/>
              <a:pPr>
                <a:defRPr/>
              </a:pPr>
              <a:t>‹#›</a:t>
            </a:fld>
            <a:endParaRPr lang="en-US" dirty="0"/>
          </a:p>
        </p:txBody>
      </p:sp>
    </p:spTree>
    <p:extLst>
      <p:ext uri="{BB962C8B-B14F-4D97-AF65-F5344CB8AC3E}">
        <p14:creationId xmlns:p14="http://schemas.microsoft.com/office/powerpoint/2010/main" val="2319983089"/>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Content Placeholder 8"/>
          <p:cNvSpPr>
            <a:spLocks noGrp="1"/>
          </p:cNvSpPr>
          <p:nvPr>
            <p:ph sz="quarter" idx="1"/>
          </p:nvPr>
        </p:nvSpPr>
        <p:spPr>
          <a:xfrm>
            <a:off x="914400" y="1447800"/>
            <a:ext cx="374904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10"/>
          <p:cNvSpPr>
            <a:spLocks noGrp="1"/>
          </p:cNvSpPr>
          <p:nvPr>
            <p:ph sz="quarter" idx="2"/>
          </p:nvPr>
        </p:nvSpPr>
        <p:spPr>
          <a:xfrm>
            <a:off x="4933950" y="1447800"/>
            <a:ext cx="374904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13">
            <a:extLst>
              <a:ext uri="{FF2B5EF4-FFF2-40B4-BE49-F238E27FC236}">
                <a16:creationId xmlns:a16="http://schemas.microsoft.com/office/drawing/2014/main" id="{9C45D284-FC17-34D4-1BC9-3E4E6ADE8887}"/>
              </a:ext>
            </a:extLst>
          </p:cNvPr>
          <p:cNvSpPr>
            <a:spLocks noGrp="1"/>
          </p:cNvSpPr>
          <p:nvPr>
            <p:ph type="dt" sz="half" idx="10"/>
          </p:nvPr>
        </p:nvSpPr>
        <p:spPr/>
        <p:txBody>
          <a:bodyPr/>
          <a:lstStyle>
            <a:lvl1pPr>
              <a:defRPr/>
            </a:lvl1pPr>
          </a:lstStyle>
          <a:p>
            <a:pPr>
              <a:defRPr/>
            </a:pPr>
            <a:fld id="{266BDA02-7B73-494E-940C-C85ACD8AE754}" type="datetime1">
              <a:rPr lang="en-US"/>
              <a:pPr>
                <a:defRPr/>
              </a:pPr>
              <a:t>10/2/2025</a:t>
            </a:fld>
            <a:endParaRPr lang="en-US" dirty="0"/>
          </a:p>
        </p:txBody>
      </p:sp>
      <p:sp>
        <p:nvSpPr>
          <p:cNvPr id="4" name="Footer Placeholder 2">
            <a:extLst>
              <a:ext uri="{FF2B5EF4-FFF2-40B4-BE49-F238E27FC236}">
                <a16:creationId xmlns:a16="http://schemas.microsoft.com/office/drawing/2014/main" id="{247B550B-69C2-D5C0-F7B1-833B59AA33F9}"/>
              </a:ext>
            </a:extLst>
          </p:cNvPr>
          <p:cNvSpPr>
            <a:spLocks noGrp="1"/>
          </p:cNvSpPr>
          <p:nvPr>
            <p:ph type="ftr" sz="quarter" idx="11"/>
          </p:nvPr>
        </p:nvSpPr>
        <p:spPr/>
        <p:txBody>
          <a:bodyPr/>
          <a:lstStyle>
            <a:lvl1pPr>
              <a:defRPr/>
            </a:lvl1pPr>
          </a:lstStyle>
          <a:p>
            <a:pPr>
              <a:defRPr/>
            </a:pPr>
            <a:r>
              <a:rPr lang="en-US"/>
              <a:t>Autonomous Robots -- Dr. Zawar Qayyum, 2010</a:t>
            </a:r>
          </a:p>
        </p:txBody>
      </p:sp>
      <p:sp>
        <p:nvSpPr>
          <p:cNvPr id="5" name="Slide Number Placeholder 22">
            <a:extLst>
              <a:ext uri="{FF2B5EF4-FFF2-40B4-BE49-F238E27FC236}">
                <a16:creationId xmlns:a16="http://schemas.microsoft.com/office/drawing/2014/main" id="{243AD3B6-5259-8741-ECA7-F709B934F335}"/>
              </a:ext>
            </a:extLst>
          </p:cNvPr>
          <p:cNvSpPr>
            <a:spLocks noGrp="1"/>
          </p:cNvSpPr>
          <p:nvPr>
            <p:ph type="sldNum" sz="quarter" idx="12"/>
          </p:nvPr>
        </p:nvSpPr>
        <p:spPr/>
        <p:txBody>
          <a:bodyPr/>
          <a:lstStyle>
            <a:lvl1pPr>
              <a:defRPr/>
            </a:lvl1pPr>
          </a:lstStyle>
          <a:p>
            <a:pPr>
              <a:defRPr/>
            </a:pPr>
            <a:fld id="{FB5B1B4A-7D9B-4E09-97E1-74C8F5BEC4AE}" type="slidenum">
              <a:rPr lang="en-US"/>
              <a:pPr>
                <a:defRPr/>
              </a:pPr>
              <a:t>‹#›</a:t>
            </a:fld>
            <a:endParaRPr lang="en-US" dirty="0"/>
          </a:p>
        </p:txBody>
      </p:sp>
    </p:spTree>
    <p:extLst>
      <p:ext uri="{BB962C8B-B14F-4D97-AF65-F5344CB8AC3E}">
        <p14:creationId xmlns:p14="http://schemas.microsoft.com/office/powerpoint/2010/main" val="1653137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4400" y="273050"/>
            <a:ext cx="77724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914400" y="1447800"/>
            <a:ext cx="3733800" cy="762000"/>
          </a:xfrm>
          <a:noFill/>
          <a:ln w="12700" cap="sq" cmpd="sng" algn="ctr">
            <a:noFill/>
            <a:prstDash val="solid"/>
          </a:ln>
        </p:spPr>
        <p:txBody>
          <a:bodyPr anchor="b">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4" name="Text Placeholder 3"/>
          <p:cNvSpPr>
            <a:spLocks noGrp="1"/>
          </p:cNvSpPr>
          <p:nvPr>
            <p:ph type="body" sz="half" idx="3"/>
          </p:nvPr>
        </p:nvSpPr>
        <p:spPr>
          <a:xfrm>
            <a:off x="4953000" y="1447800"/>
            <a:ext cx="3733800" cy="762000"/>
          </a:xfrm>
          <a:noFill/>
          <a:ln w="12700" cap="sq" cmpd="sng" algn="ctr">
            <a:noFill/>
            <a:prstDash val="solid"/>
          </a:ln>
        </p:spPr>
        <p:txBody>
          <a:bodyPr anchor="b">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11" name="Content Placeholder 10"/>
          <p:cNvSpPr>
            <a:spLocks noGrp="1"/>
          </p:cNvSpPr>
          <p:nvPr>
            <p:ph sz="half" idx="2"/>
          </p:nvPr>
        </p:nvSpPr>
        <p:spPr>
          <a:xfrm>
            <a:off x="914400" y="2247900"/>
            <a:ext cx="3733800" cy="388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12"/>
          <p:cNvSpPr>
            <a:spLocks noGrp="1"/>
          </p:cNvSpPr>
          <p:nvPr>
            <p:ph sz="half" idx="4"/>
          </p:nvPr>
        </p:nvSpPr>
        <p:spPr>
          <a:xfrm>
            <a:off x="4953000" y="2247900"/>
            <a:ext cx="3733800" cy="388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13">
            <a:extLst>
              <a:ext uri="{FF2B5EF4-FFF2-40B4-BE49-F238E27FC236}">
                <a16:creationId xmlns:a16="http://schemas.microsoft.com/office/drawing/2014/main" id="{3565A17A-ACF1-131F-5015-D9AAFFE6B531}"/>
              </a:ext>
            </a:extLst>
          </p:cNvPr>
          <p:cNvSpPr>
            <a:spLocks noGrp="1"/>
          </p:cNvSpPr>
          <p:nvPr>
            <p:ph type="dt" sz="half" idx="10"/>
          </p:nvPr>
        </p:nvSpPr>
        <p:spPr/>
        <p:txBody>
          <a:bodyPr/>
          <a:lstStyle>
            <a:lvl1pPr>
              <a:defRPr/>
            </a:lvl1pPr>
          </a:lstStyle>
          <a:p>
            <a:pPr>
              <a:defRPr/>
            </a:pPr>
            <a:fld id="{86428706-A76F-4FDC-9DE9-A431547EE5FC}" type="datetime1">
              <a:rPr lang="en-US"/>
              <a:pPr>
                <a:defRPr/>
              </a:pPr>
              <a:t>10/2/2025</a:t>
            </a:fld>
            <a:endParaRPr lang="en-US" dirty="0"/>
          </a:p>
        </p:txBody>
      </p:sp>
      <p:sp>
        <p:nvSpPr>
          <p:cNvPr id="6" name="Footer Placeholder 2">
            <a:extLst>
              <a:ext uri="{FF2B5EF4-FFF2-40B4-BE49-F238E27FC236}">
                <a16:creationId xmlns:a16="http://schemas.microsoft.com/office/drawing/2014/main" id="{1C4CDD2D-EE5C-A47C-EF2C-83B6B3986D46}"/>
              </a:ext>
            </a:extLst>
          </p:cNvPr>
          <p:cNvSpPr>
            <a:spLocks noGrp="1"/>
          </p:cNvSpPr>
          <p:nvPr>
            <p:ph type="ftr" sz="quarter" idx="11"/>
          </p:nvPr>
        </p:nvSpPr>
        <p:spPr/>
        <p:txBody>
          <a:bodyPr/>
          <a:lstStyle>
            <a:lvl1pPr>
              <a:defRPr/>
            </a:lvl1pPr>
          </a:lstStyle>
          <a:p>
            <a:pPr>
              <a:defRPr/>
            </a:pPr>
            <a:r>
              <a:rPr lang="en-US"/>
              <a:t>Autonomous Robots -- Dr. Zawar Qayyum, 2010</a:t>
            </a:r>
          </a:p>
        </p:txBody>
      </p:sp>
      <p:sp>
        <p:nvSpPr>
          <p:cNvPr id="7" name="Slide Number Placeholder 22">
            <a:extLst>
              <a:ext uri="{FF2B5EF4-FFF2-40B4-BE49-F238E27FC236}">
                <a16:creationId xmlns:a16="http://schemas.microsoft.com/office/drawing/2014/main" id="{404FAAA9-4ADD-05D1-E88D-A397DB560970}"/>
              </a:ext>
            </a:extLst>
          </p:cNvPr>
          <p:cNvSpPr>
            <a:spLocks noGrp="1"/>
          </p:cNvSpPr>
          <p:nvPr>
            <p:ph type="sldNum" sz="quarter" idx="12"/>
          </p:nvPr>
        </p:nvSpPr>
        <p:spPr/>
        <p:txBody>
          <a:bodyPr/>
          <a:lstStyle>
            <a:lvl1pPr>
              <a:defRPr/>
            </a:lvl1pPr>
          </a:lstStyle>
          <a:p>
            <a:pPr>
              <a:defRPr/>
            </a:pPr>
            <a:fld id="{19B99A49-B4FA-4AA2-91A2-43A2A3082625}" type="slidenum">
              <a:rPr lang="en-US"/>
              <a:pPr>
                <a:defRPr/>
              </a:pPr>
              <a:t>‹#›</a:t>
            </a:fld>
            <a:endParaRPr lang="en-US" dirty="0"/>
          </a:p>
        </p:txBody>
      </p:sp>
    </p:spTree>
    <p:extLst>
      <p:ext uri="{BB962C8B-B14F-4D97-AF65-F5344CB8AC3E}">
        <p14:creationId xmlns:p14="http://schemas.microsoft.com/office/powerpoint/2010/main" val="23735795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13">
            <a:extLst>
              <a:ext uri="{FF2B5EF4-FFF2-40B4-BE49-F238E27FC236}">
                <a16:creationId xmlns:a16="http://schemas.microsoft.com/office/drawing/2014/main" id="{98302AE4-DD32-B433-1B50-3BF23CFE1DEA}"/>
              </a:ext>
            </a:extLst>
          </p:cNvPr>
          <p:cNvSpPr>
            <a:spLocks noGrp="1"/>
          </p:cNvSpPr>
          <p:nvPr>
            <p:ph type="dt" sz="half" idx="10"/>
          </p:nvPr>
        </p:nvSpPr>
        <p:spPr/>
        <p:txBody>
          <a:bodyPr/>
          <a:lstStyle>
            <a:lvl1pPr>
              <a:defRPr/>
            </a:lvl1pPr>
          </a:lstStyle>
          <a:p>
            <a:pPr>
              <a:defRPr/>
            </a:pPr>
            <a:fld id="{66520841-F838-45B1-B88A-4508819E4013}" type="datetime1">
              <a:rPr lang="en-US"/>
              <a:pPr>
                <a:defRPr/>
              </a:pPr>
              <a:t>10/2/2025</a:t>
            </a:fld>
            <a:endParaRPr lang="en-US" dirty="0"/>
          </a:p>
        </p:txBody>
      </p:sp>
      <p:sp>
        <p:nvSpPr>
          <p:cNvPr id="4" name="Footer Placeholder 2">
            <a:extLst>
              <a:ext uri="{FF2B5EF4-FFF2-40B4-BE49-F238E27FC236}">
                <a16:creationId xmlns:a16="http://schemas.microsoft.com/office/drawing/2014/main" id="{9F8BA15D-B6C9-B944-8DFE-7C2E5E8B818D}"/>
              </a:ext>
            </a:extLst>
          </p:cNvPr>
          <p:cNvSpPr>
            <a:spLocks noGrp="1"/>
          </p:cNvSpPr>
          <p:nvPr>
            <p:ph type="ftr" sz="quarter" idx="11"/>
          </p:nvPr>
        </p:nvSpPr>
        <p:spPr/>
        <p:txBody>
          <a:bodyPr/>
          <a:lstStyle>
            <a:lvl1pPr>
              <a:defRPr/>
            </a:lvl1pPr>
          </a:lstStyle>
          <a:p>
            <a:pPr>
              <a:defRPr/>
            </a:pPr>
            <a:r>
              <a:rPr lang="en-US"/>
              <a:t>Autonomous Robots -- Dr. Zawar Qayyum, 2010</a:t>
            </a:r>
          </a:p>
        </p:txBody>
      </p:sp>
      <p:sp>
        <p:nvSpPr>
          <p:cNvPr id="5" name="Slide Number Placeholder 22">
            <a:extLst>
              <a:ext uri="{FF2B5EF4-FFF2-40B4-BE49-F238E27FC236}">
                <a16:creationId xmlns:a16="http://schemas.microsoft.com/office/drawing/2014/main" id="{F71E874E-4053-C994-8238-8BCD8E425AB1}"/>
              </a:ext>
            </a:extLst>
          </p:cNvPr>
          <p:cNvSpPr>
            <a:spLocks noGrp="1"/>
          </p:cNvSpPr>
          <p:nvPr>
            <p:ph type="sldNum" sz="quarter" idx="12"/>
          </p:nvPr>
        </p:nvSpPr>
        <p:spPr/>
        <p:txBody>
          <a:bodyPr/>
          <a:lstStyle>
            <a:lvl1pPr>
              <a:defRPr/>
            </a:lvl1pPr>
          </a:lstStyle>
          <a:p>
            <a:pPr>
              <a:defRPr/>
            </a:pPr>
            <a:fld id="{1C8506AD-5E15-436C-B82E-BF0EA83A604A}" type="slidenum">
              <a:rPr lang="en-US"/>
              <a:pPr>
                <a:defRPr/>
              </a:pPr>
              <a:t>‹#›</a:t>
            </a:fld>
            <a:endParaRPr lang="en-US" dirty="0"/>
          </a:p>
        </p:txBody>
      </p:sp>
    </p:spTree>
    <p:extLst>
      <p:ext uri="{BB962C8B-B14F-4D97-AF65-F5344CB8AC3E}">
        <p14:creationId xmlns:p14="http://schemas.microsoft.com/office/powerpoint/2010/main" val="37455420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3">
            <a:extLst>
              <a:ext uri="{FF2B5EF4-FFF2-40B4-BE49-F238E27FC236}">
                <a16:creationId xmlns:a16="http://schemas.microsoft.com/office/drawing/2014/main" id="{8D5728D9-D41C-1255-4318-B5B9CC523ADF}"/>
              </a:ext>
            </a:extLst>
          </p:cNvPr>
          <p:cNvSpPr>
            <a:spLocks noGrp="1"/>
          </p:cNvSpPr>
          <p:nvPr>
            <p:ph type="dt" sz="half" idx="10"/>
          </p:nvPr>
        </p:nvSpPr>
        <p:spPr/>
        <p:txBody>
          <a:bodyPr/>
          <a:lstStyle>
            <a:lvl1pPr>
              <a:defRPr/>
            </a:lvl1pPr>
          </a:lstStyle>
          <a:p>
            <a:pPr>
              <a:defRPr/>
            </a:pPr>
            <a:fld id="{DF172546-7DB6-4C88-8233-B0A702CC4464}" type="datetime1">
              <a:rPr lang="en-US"/>
              <a:pPr>
                <a:defRPr/>
              </a:pPr>
              <a:t>10/2/2025</a:t>
            </a:fld>
            <a:endParaRPr lang="en-US" dirty="0"/>
          </a:p>
        </p:txBody>
      </p:sp>
      <p:sp>
        <p:nvSpPr>
          <p:cNvPr id="3" name="Footer Placeholder 2">
            <a:extLst>
              <a:ext uri="{FF2B5EF4-FFF2-40B4-BE49-F238E27FC236}">
                <a16:creationId xmlns:a16="http://schemas.microsoft.com/office/drawing/2014/main" id="{89B1AE51-C4AD-FA99-3512-4A32523F3F67}"/>
              </a:ext>
            </a:extLst>
          </p:cNvPr>
          <p:cNvSpPr>
            <a:spLocks noGrp="1"/>
          </p:cNvSpPr>
          <p:nvPr>
            <p:ph type="ftr" sz="quarter" idx="11"/>
          </p:nvPr>
        </p:nvSpPr>
        <p:spPr/>
        <p:txBody>
          <a:bodyPr/>
          <a:lstStyle>
            <a:lvl1pPr>
              <a:defRPr/>
            </a:lvl1pPr>
          </a:lstStyle>
          <a:p>
            <a:pPr>
              <a:defRPr/>
            </a:pPr>
            <a:r>
              <a:rPr lang="en-US"/>
              <a:t>Autonomous Robots -- Dr. Zawar Qayyum, 2010</a:t>
            </a:r>
          </a:p>
        </p:txBody>
      </p:sp>
      <p:sp>
        <p:nvSpPr>
          <p:cNvPr id="4" name="Slide Number Placeholder 22">
            <a:extLst>
              <a:ext uri="{FF2B5EF4-FFF2-40B4-BE49-F238E27FC236}">
                <a16:creationId xmlns:a16="http://schemas.microsoft.com/office/drawing/2014/main" id="{D174B4AE-6D77-4420-A137-78CD51695FB6}"/>
              </a:ext>
            </a:extLst>
          </p:cNvPr>
          <p:cNvSpPr>
            <a:spLocks noGrp="1"/>
          </p:cNvSpPr>
          <p:nvPr>
            <p:ph type="sldNum" sz="quarter" idx="12"/>
          </p:nvPr>
        </p:nvSpPr>
        <p:spPr/>
        <p:txBody>
          <a:bodyPr/>
          <a:lstStyle>
            <a:lvl1pPr>
              <a:defRPr/>
            </a:lvl1pPr>
          </a:lstStyle>
          <a:p>
            <a:pPr>
              <a:defRPr/>
            </a:pPr>
            <a:fld id="{CFF6D872-2896-45A3-AF8E-9368C8BBCFBF}" type="slidenum">
              <a:rPr lang="en-US"/>
              <a:pPr>
                <a:defRPr/>
              </a:pPr>
              <a:t>‹#›</a:t>
            </a:fld>
            <a:endParaRPr lang="en-US" dirty="0"/>
          </a:p>
        </p:txBody>
      </p:sp>
    </p:spTree>
    <p:extLst>
      <p:ext uri="{BB962C8B-B14F-4D97-AF65-F5344CB8AC3E}">
        <p14:creationId xmlns:p14="http://schemas.microsoft.com/office/powerpoint/2010/main" val="13336460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7C70BEC-CA3F-2D40-457D-FD763B134493}"/>
              </a:ext>
            </a:extLst>
          </p:cNvPr>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useBgFill="1">
        <p:nvSpPr>
          <p:cNvPr id="5" name="Rounded Rectangle 5">
            <a:extLst>
              <a:ext uri="{FF2B5EF4-FFF2-40B4-BE49-F238E27FC236}">
                <a16:creationId xmlns:a16="http://schemas.microsoft.com/office/drawing/2014/main" id="{1681BA6C-7826-4F56-19F7-67DB8D17DBD2}"/>
              </a:ext>
            </a:extLst>
          </p:cNvPr>
          <p:cNvSpPr/>
          <p:nvPr/>
        </p:nvSpPr>
        <p:spPr>
          <a:xfrm>
            <a:off x="63500" y="69850"/>
            <a:ext cx="9013825" cy="6692900"/>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 name="Title 1"/>
          <p:cNvSpPr>
            <a:spLocks noGrp="1"/>
          </p:cNvSpPr>
          <p:nvPr>
            <p:ph type="title"/>
          </p:nvPr>
        </p:nvSpPr>
        <p:spPr>
          <a:xfrm>
            <a:off x="914400" y="273050"/>
            <a:ext cx="7772400" cy="1143000"/>
          </a:xfrm>
        </p:spPr>
        <p:txBody>
          <a:bodyPr/>
          <a:lstStyle>
            <a:lvl1pPr algn="l">
              <a:buNone/>
              <a:defRPr sz="4000" b="0"/>
            </a:lvl1pPr>
          </a:lstStyle>
          <a:p>
            <a:r>
              <a:rPr lang="en-US"/>
              <a:t>Click to edit Master title style</a:t>
            </a:r>
          </a:p>
        </p:txBody>
      </p:sp>
      <p:sp>
        <p:nvSpPr>
          <p:cNvPr id="3" name="Text Placeholder 2"/>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a:r>
              <a:rPr lang="en-US"/>
              <a:t>Click to edit Master text styles</a:t>
            </a:r>
          </a:p>
        </p:txBody>
      </p:sp>
      <p:sp>
        <p:nvSpPr>
          <p:cNvPr id="11" name="Content Placeholder 10"/>
          <p:cNvSpPr>
            <a:spLocks noGrp="1"/>
          </p:cNvSpPr>
          <p:nvPr>
            <p:ph sz="quarter" idx="1"/>
          </p:nvPr>
        </p:nvSpPr>
        <p:spPr>
          <a:xfrm>
            <a:off x="2971800" y="1600200"/>
            <a:ext cx="5715000" cy="4495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4">
            <a:extLst>
              <a:ext uri="{FF2B5EF4-FFF2-40B4-BE49-F238E27FC236}">
                <a16:creationId xmlns:a16="http://schemas.microsoft.com/office/drawing/2014/main" id="{CF0580E5-A0B2-C61F-5E3E-5A87CAA69132}"/>
              </a:ext>
            </a:extLst>
          </p:cNvPr>
          <p:cNvSpPr>
            <a:spLocks noGrp="1"/>
          </p:cNvSpPr>
          <p:nvPr>
            <p:ph type="dt" sz="half" idx="10"/>
          </p:nvPr>
        </p:nvSpPr>
        <p:spPr/>
        <p:txBody>
          <a:bodyPr/>
          <a:lstStyle>
            <a:lvl1pPr>
              <a:defRPr/>
            </a:lvl1pPr>
          </a:lstStyle>
          <a:p>
            <a:pPr>
              <a:defRPr/>
            </a:pPr>
            <a:fld id="{17EDD0CE-B14E-455B-B2D7-9C6B9E1F61DD}" type="datetime1">
              <a:rPr lang="en-US"/>
              <a:pPr>
                <a:defRPr/>
              </a:pPr>
              <a:t>10/2/2025</a:t>
            </a:fld>
            <a:endParaRPr lang="en-US"/>
          </a:p>
        </p:txBody>
      </p:sp>
      <p:sp>
        <p:nvSpPr>
          <p:cNvPr id="7" name="Footer Placeholder 5">
            <a:extLst>
              <a:ext uri="{FF2B5EF4-FFF2-40B4-BE49-F238E27FC236}">
                <a16:creationId xmlns:a16="http://schemas.microsoft.com/office/drawing/2014/main" id="{55941D1D-B0A0-6FE8-F328-35B16F0D991F}"/>
              </a:ext>
            </a:extLst>
          </p:cNvPr>
          <p:cNvSpPr>
            <a:spLocks noGrp="1"/>
          </p:cNvSpPr>
          <p:nvPr>
            <p:ph type="ftr" sz="quarter" idx="11"/>
          </p:nvPr>
        </p:nvSpPr>
        <p:spPr/>
        <p:txBody>
          <a:bodyPr/>
          <a:lstStyle>
            <a:lvl1pPr>
              <a:defRPr/>
            </a:lvl1pPr>
          </a:lstStyle>
          <a:p>
            <a:pPr>
              <a:defRPr/>
            </a:pPr>
            <a:r>
              <a:rPr lang="en-US"/>
              <a:t>Autonomous Robots -- Dr. Zawar Qayyum, 2010</a:t>
            </a:r>
          </a:p>
        </p:txBody>
      </p:sp>
      <p:sp>
        <p:nvSpPr>
          <p:cNvPr id="8" name="Slide Number Placeholder 6">
            <a:extLst>
              <a:ext uri="{FF2B5EF4-FFF2-40B4-BE49-F238E27FC236}">
                <a16:creationId xmlns:a16="http://schemas.microsoft.com/office/drawing/2014/main" id="{C910BA18-284A-4B61-A989-8A6534ABAC9F}"/>
              </a:ext>
            </a:extLst>
          </p:cNvPr>
          <p:cNvSpPr>
            <a:spLocks noGrp="1"/>
          </p:cNvSpPr>
          <p:nvPr>
            <p:ph type="sldNum" sz="quarter" idx="12"/>
          </p:nvPr>
        </p:nvSpPr>
        <p:spPr/>
        <p:txBody>
          <a:bodyPr/>
          <a:lstStyle>
            <a:lvl1pPr>
              <a:defRPr/>
            </a:lvl1pPr>
          </a:lstStyle>
          <a:p>
            <a:pPr>
              <a:defRPr/>
            </a:pPr>
            <a:fld id="{75A920D8-7458-48C9-AC3A-A8EFA3398423}" type="slidenum">
              <a:rPr lang="en-US"/>
              <a:pPr>
                <a:defRPr/>
              </a:pPr>
              <a:t>‹#›</a:t>
            </a:fld>
            <a:endParaRPr lang="en-US"/>
          </a:p>
        </p:txBody>
      </p:sp>
    </p:spTree>
    <p:extLst>
      <p:ext uri="{BB962C8B-B14F-4D97-AF65-F5344CB8AC3E}">
        <p14:creationId xmlns:p14="http://schemas.microsoft.com/office/powerpoint/2010/main" val="16610178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78B966B-D04C-20A7-CB49-493B6A515269}"/>
              </a:ext>
            </a:extLst>
          </p:cNvPr>
          <p:cNvSpPr/>
          <p:nvPr/>
        </p:nvSpPr>
        <p:spPr>
          <a:xfrm flipV="1">
            <a:off x="68263" y="4683125"/>
            <a:ext cx="9007475" cy="92075"/>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6" name="Rectangle 5">
            <a:extLst>
              <a:ext uri="{FF2B5EF4-FFF2-40B4-BE49-F238E27FC236}">
                <a16:creationId xmlns:a16="http://schemas.microsoft.com/office/drawing/2014/main" id="{3A012958-9E3C-3C24-10B7-35B0466CA760}"/>
              </a:ext>
            </a:extLst>
          </p:cNvPr>
          <p:cNvSpPr/>
          <p:nvPr/>
        </p:nvSpPr>
        <p:spPr>
          <a:xfrm>
            <a:off x="68263" y="4649788"/>
            <a:ext cx="9007475" cy="46037"/>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7" name="Rectangle 6">
            <a:extLst>
              <a:ext uri="{FF2B5EF4-FFF2-40B4-BE49-F238E27FC236}">
                <a16:creationId xmlns:a16="http://schemas.microsoft.com/office/drawing/2014/main" id="{A20759CB-35E0-C245-8ACA-5E778551DF53}"/>
              </a:ext>
            </a:extLst>
          </p:cNvPr>
          <p:cNvSpPr/>
          <p:nvPr/>
        </p:nvSpPr>
        <p:spPr>
          <a:xfrm>
            <a:off x="68263" y="4773613"/>
            <a:ext cx="9007475" cy="47625"/>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 name="Title 1"/>
          <p:cNvSpPr>
            <a:spLocks noGrp="1"/>
          </p:cNvSpPr>
          <p:nvPr>
            <p:ph type="title"/>
          </p:nvPr>
        </p:nvSpPr>
        <p:spPr>
          <a:xfrm>
            <a:off x="914400" y="4900550"/>
            <a:ext cx="7315200" cy="522288"/>
          </a:xfrm>
        </p:spPr>
        <p:txBody>
          <a:bodyPr anchor="ctr">
            <a:noAutofit/>
          </a:bodyPr>
          <a:lstStyle>
            <a:lvl1pPr algn="l">
              <a:buNone/>
              <a:defRPr sz="2800" b="0"/>
            </a:lvl1pPr>
          </a:lstStyle>
          <a:p>
            <a:r>
              <a:rPr lang="en-US"/>
              <a:t>Click to edit Master title style</a:t>
            </a:r>
          </a:p>
        </p:txBody>
      </p:sp>
      <p:sp>
        <p:nvSpPr>
          <p:cNvPr id="4" name="Text Placeholder 3"/>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a:r>
              <a:rPr lang="en-US"/>
              <a:t>Click to edit Master text styles</a:t>
            </a:r>
          </a:p>
        </p:txBody>
      </p:sp>
      <p:sp>
        <p:nvSpPr>
          <p:cNvPr id="3" name="Picture Placeholder 2"/>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normAutofit/>
          </a:bodyPr>
          <a:lstStyle>
            <a:lvl1pPr marL="0" indent="0">
              <a:buNone/>
              <a:defRPr sz="3200"/>
            </a:lvl1pPr>
          </a:lstStyle>
          <a:p>
            <a:pPr lvl="0"/>
            <a:r>
              <a:rPr lang="en-US" noProof="0"/>
              <a:t>Click icon to add picture</a:t>
            </a:r>
            <a:endParaRPr lang="en-US" noProof="0" dirty="0"/>
          </a:p>
        </p:txBody>
      </p:sp>
      <p:sp>
        <p:nvSpPr>
          <p:cNvPr id="8" name="Date Placeholder 4">
            <a:extLst>
              <a:ext uri="{FF2B5EF4-FFF2-40B4-BE49-F238E27FC236}">
                <a16:creationId xmlns:a16="http://schemas.microsoft.com/office/drawing/2014/main" id="{9329AB35-A2B8-B342-368B-C854A7CC00E0}"/>
              </a:ext>
            </a:extLst>
          </p:cNvPr>
          <p:cNvSpPr>
            <a:spLocks noGrp="1"/>
          </p:cNvSpPr>
          <p:nvPr>
            <p:ph type="dt" sz="half" idx="10"/>
          </p:nvPr>
        </p:nvSpPr>
        <p:spPr/>
        <p:txBody>
          <a:bodyPr/>
          <a:lstStyle>
            <a:lvl1pPr>
              <a:defRPr/>
            </a:lvl1pPr>
          </a:lstStyle>
          <a:p>
            <a:pPr>
              <a:defRPr/>
            </a:pPr>
            <a:fld id="{B7BA0429-DB5A-43B6-81E7-A330912B6CCB}" type="datetime1">
              <a:rPr lang="en-US"/>
              <a:pPr>
                <a:defRPr/>
              </a:pPr>
              <a:t>10/2/2025</a:t>
            </a:fld>
            <a:endParaRPr lang="en-US"/>
          </a:p>
        </p:txBody>
      </p:sp>
      <p:sp>
        <p:nvSpPr>
          <p:cNvPr id="9" name="Footer Placeholder 5">
            <a:extLst>
              <a:ext uri="{FF2B5EF4-FFF2-40B4-BE49-F238E27FC236}">
                <a16:creationId xmlns:a16="http://schemas.microsoft.com/office/drawing/2014/main" id="{2CBCB715-4AD0-5290-874F-74E60656D11D}"/>
              </a:ext>
            </a:extLst>
          </p:cNvPr>
          <p:cNvSpPr>
            <a:spLocks noGrp="1"/>
          </p:cNvSpPr>
          <p:nvPr>
            <p:ph type="ftr" sz="quarter" idx="11"/>
          </p:nvPr>
        </p:nvSpPr>
        <p:spPr>
          <a:xfrm>
            <a:off x="914400" y="6172200"/>
            <a:ext cx="3886200" cy="457200"/>
          </a:xfrm>
        </p:spPr>
        <p:txBody>
          <a:bodyPr/>
          <a:lstStyle>
            <a:lvl1pPr>
              <a:defRPr/>
            </a:lvl1pPr>
          </a:lstStyle>
          <a:p>
            <a:pPr>
              <a:defRPr/>
            </a:pPr>
            <a:r>
              <a:rPr lang="en-US"/>
              <a:t>Autonomous Robots -- Dr. Zawar Qayyum, 2010</a:t>
            </a:r>
          </a:p>
        </p:txBody>
      </p:sp>
      <p:sp>
        <p:nvSpPr>
          <p:cNvPr id="10" name="Slide Number Placeholder 6">
            <a:extLst>
              <a:ext uri="{FF2B5EF4-FFF2-40B4-BE49-F238E27FC236}">
                <a16:creationId xmlns:a16="http://schemas.microsoft.com/office/drawing/2014/main" id="{342081D2-3EC6-FD1B-D034-F2EDC8712F0A}"/>
              </a:ext>
            </a:extLst>
          </p:cNvPr>
          <p:cNvSpPr>
            <a:spLocks noGrp="1"/>
          </p:cNvSpPr>
          <p:nvPr>
            <p:ph type="sldNum" sz="quarter" idx="12"/>
          </p:nvPr>
        </p:nvSpPr>
        <p:spPr>
          <a:xfrm>
            <a:off x="146050" y="6208713"/>
            <a:ext cx="457200" cy="457200"/>
          </a:xfrm>
        </p:spPr>
        <p:txBody>
          <a:bodyPr/>
          <a:lstStyle>
            <a:lvl1pPr>
              <a:defRPr/>
            </a:lvl1pPr>
          </a:lstStyle>
          <a:p>
            <a:pPr>
              <a:defRPr/>
            </a:pPr>
            <a:fld id="{5674649C-B110-4F43-8CC9-7169A4E698D5}" type="slidenum">
              <a:rPr lang="en-US"/>
              <a:pPr>
                <a:defRPr/>
              </a:pPr>
              <a:t>‹#›</a:t>
            </a:fld>
            <a:endParaRPr lang="en-US" dirty="0"/>
          </a:p>
        </p:txBody>
      </p:sp>
    </p:spTree>
    <p:extLst>
      <p:ext uri="{BB962C8B-B14F-4D97-AF65-F5344CB8AC3E}">
        <p14:creationId xmlns:p14="http://schemas.microsoft.com/office/powerpoint/2010/main" val="36978839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3">
            <a:extLst>
              <a:ext uri="{FF2B5EF4-FFF2-40B4-BE49-F238E27FC236}">
                <a16:creationId xmlns:a16="http://schemas.microsoft.com/office/drawing/2014/main" id="{9A0FFE27-09D4-E5AB-17B8-AB62217C0DBE}"/>
              </a:ext>
            </a:extLst>
          </p:cNvPr>
          <p:cNvSpPr>
            <a:spLocks noGrp="1"/>
          </p:cNvSpPr>
          <p:nvPr>
            <p:ph type="dt" sz="half" idx="10"/>
          </p:nvPr>
        </p:nvSpPr>
        <p:spPr/>
        <p:txBody>
          <a:bodyPr/>
          <a:lstStyle>
            <a:lvl1pPr>
              <a:defRPr/>
            </a:lvl1pPr>
          </a:lstStyle>
          <a:p>
            <a:pPr>
              <a:defRPr/>
            </a:pPr>
            <a:fld id="{E25C14FC-9305-42B3-84F7-4D247525F916}" type="datetime1">
              <a:rPr lang="en-US"/>
              <a:pPr>
                <a:defRPr/>
              </a:pPr>
              <a:t>10/2/2025</a:t>
            </a:fld>
            <a:endParaRPr lang="en-US" dirty="0"/>
          </a:p>
        </p:txBody>
      </p:sp>
      <p:sp>
        <p:nvSpPr>
          <p:cNvPr id="5" name="Footer Placeholder 2">
            <a:extLst>
              <a:ext uri="{FF2B5EF4-FFF2-40B4-BE49-F238E27FC236}">
                <a16:creationId xmlns:a16="http://schemas.microsoft.com/office/drawing/2014/main" id="{212021A2-B8A9-46E0-7AA8-870199872C84}"/>
              </a:ext>
            </a:extLst>
          </p:cNvPr>
          <p:cNvSpPr>
            <a:spLocks noGrp="1"/>
          </p:cNvSpPr>
          <p:nvPr>
            <p:ph type="ftr" sz="quarter" idx="11"/>
          </p:nvPr>
        </p:nvSpPr>
        <p:spPr/>
        <p:txBody>
          <a:bodyPr/>
          <a:lstStyle>
            <a:lvl1pPr>
              <a:defRPr/>
            </a:lvl1pPr>
          </a:lstStyle>
          <a:p>
            <a:pPr>
              <a:defRPr/>
            </a:pPr>
            <a:r>
              <a:rPr lang="en-US"/>
              <a:t>Autonomous Robots -- Dr. Zawar Qayyum, 2010</a:t>
            </a:r>
          </a:p>
        </p:txBody>
      </p:sp>
      <p:sp>
        <p:nvSpPr>
          <p:cNvPr id="6" name="Slide Number Placeholder 22">
            <a:extLst>
              <a:ext uri="{FF2B5EF4-FFF2-40B4-BE49-F238E27FC236}">
                <a16:creationId xmlns:a16="http://schemas.microsoft.com/office/drawing/2014/main" id="{DD5AC535-D2E0-56CE-3A40-7F33783DAA1C}"/>
              </a:ext>
            </a:extLst>
          </p:cNvPr>
          <p:cNvSpPr>
            <a:spLocks noGrp="1"/>
          </p:cNvSpPr>
          <p:nvPr>
            <p:ph type="sldNum" sz="quarter" idx="12"/>
          </p:nvPr>
        </p:nvSpPr>
        <p:spPr/>
        <p:txBody>
          <a:bodyPr/>
          <a:lstStyle>
            <a:lvl1pPr>
              <a:defRPr/>
            </a:lvl1pPr>
          </a:lstStyle>
          <a:p>
            <a:pPr>
              <a:defRPr/>
            </a:pPr>
            <a:fld id="{31486410-3234-41D1-B93D-1B910E9BD744}" type="slidenum">
              <a:rPr lang="en-US"/>
              <a:pPr>
                <a:defRPr/>
              </a:pPr>
              <a:t>‹#›</a:t>
            </a:fld>
            <a:endParaRPr lang="en-US" dirty="0"/>
          </a:p>
        </p:txBody>
      </p:sp>
    </p:spTree>
    <p:extLst>
      <p:ext uri="{BB962C8B-B14F-4D97-AF65-F5344CB8AC3E}">
        <p14:creationId xmlns:p14="http://schemas.microsoft.com/office/powerpoint/2010/main" val="4772541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1"/>
            <a:ext cx="201168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914400" y="274640"/>
            <a:ext cx="55626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3">
            <a:extLst>
              <a:ext uri="{FF2B5EF4-FFF2-40B4-BE49-F238E27FC236}">
                <a16:creationId xmlns:a16="http://schemas.microsoft.com/office/drawing/2014/main" id="{7830667B-C288-2A07-4CCF-DF24865A19CB}"/>
              </a:ext>
            </a:extLst>
          </p:cNvPr>
          <p:cNvSpPr>
            <a:spLocks noGrp="1"/>
          </p:cNvSpPr>
          <p:nvPr>
            <p:ph type="dt" sz="half" idx="10"/>
          </p:nvPr>
        </p:nvSpPr>
        <p:spPr/>
        <p:txBody>
          <a:bodyPr/>
          <a:lstStyle>
            <a:lvl1pPr>
              <a:defRPr/>
            </a:lvl1pPr>
          </a:lstStyle>
          <a:p>
            <a:pPr>
              <a:defRPr/>
            </a:pPr>
            <a:fld id="{6C768361-F02B-40A4-9F4E-2C4D3834B7E3}" type="datetime1">
              <a:rPr lang="en-US"/>
              <a:pPr>
                <a:defRPr/>
              </a:pPr>
              <a:t>10/2/2025</a:t>
            </a:fld>
            <a:endParaRPr lang="en-US" dirty="0"/>
          </a:p>
        </p:txBody>
      </p:sp>
      <p:sp>
        <p:nvSpPr>
          <p:cNvPr id="5" name="Footer Placeholder 2">
            <a:extLst>
              <a:ext uri="{FF2B5EF4-FFF2-40B4-BE49-F238E27FC236}">
                <a16:creationId xmlns:a16="http://schemas.microsoft.com/office/drawing/2014/main" id="{8DE80181-D9C0-F8F4-0008-07F8338184C3}"/>
              </a:ext>
            </a:extLst>
          </p:cNvPr>
          <p:cNvSpPr>
            <a:spLocks noGrp="1"/>
          </p:cNvSpPr>
          <p:nvPr>
            <p:ph type="ftr" sz="quarter" idx="11"/>
          </p:nvPr>
        </p:nvSpPr>
        <p:spPr/>
        <p:txBody>
          <a:bodyPr/>
          <a:lstStyle>
            <a:lvl1pPr>
              <a:defRPr/>
            </a:lvl1pPr>
          </a:lstStyle>
          <a:p>
            <a:pPr>
              <a:defRPr/>
            </a:pPr>
            <a:r>
              <a:rPr lang="en-US"/>
              <a:t>Autonomous Robots -- Dr. Zawar Qayyum, 2010</a:t>
            </a:r>
          </a:p>
        </p:txBody>
      </p:sp>
      <p:sp>
        <p:nvSpPr>
          <p:cNvPr id="6" name="Slide Number Placeholder 22">
            <a:extLst>
              <a:ext uri="{FF2B5EF4-FFF2-40B4-BE49-F238E27FC236}">
                <a16:creationId xmlns:a16="http://schemas.microsoft.com/office/drawing/2014/main" id="{940157DC-91C8-91BE-EB66-3F0AE7D1AF10}"/>
              </a:ext>
            </a:extLst>
          </p:cNvPr>
          <p:cNvSpPr>
            <a:spLocks noGrp="1"/>
          </p:cNvSpPr>
          <p:nvPr>
            <p:ph type="sldNum" sz="quarter" idx="12"/>
          </p:nvPr>
        </p:nvSpPr>
        <p:spPr/>
        <p:txBody>
          <a:bodyPr/>
          <a:lstStyle>
            <a:lvl1pPr>
              <a:defRPr/>
            </a:lvl1pPr>
          </a:lstStyle>
          <a:p>
            <a:pPr>
              <a:defRPr/>
            </a:pPr>
            <a:fld id="{743A2BED-F0DB-4625-888F-D487B5D07043}" type="slidenum">
              <a:rPr lang="en-US"/>
              <a:pPr>
                <a:defRPr/>
              </a:pPr>
              <a:t>‹#›</a:t>
            </a:fld>
            <a:endParaRPr lang="en-US" dirty="0"/>
          </a:p>
        </p:txBody>
      </p:sp>
    </p:spTree>
    <p:extLst>
      <p:ext uri="{BB962C8B-B14F-4D97-AF65-F5344CB8AC3E}">
        <p14:creationId xmlns:p14="http://schemas.microsoft.com/office/powerpoint/2010/main" val="277357511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33388" y="228600"/>
            <a:ext cx="8277225" cy="1219200"/>
          </a:xfrm>
        </p:spPr>
        <p:txBody>
          <a:bodyPr/>
          <a:lstStyle/>
          <a:p>
            <a:r>
              <a:rPr lang="en-US"/>
              <a:t>Click to edit Master title style</a:t>
            </a:r>
          </a:p>
        </p:txBody>
      </p:sp>
      <p:sp>
        <p:nvSpPr>
          <p:cNvPr id="3" name="Table Placeholder 2"/>
          <p:cNvSpPr>
            <a:spLocks noGrp="1"/>
          </p:cNvSpPr>
          <p:nvPr>
            <p:ph type="tbl" idx="1"/>
          </p:nvPr>
        </p:nvSpPr>
        <p:spPr>
          <a:xfrm>
            <a:off x="433388" y="1524000"/>
            <a:ext cx="8277225" cy="4641850"/>
          </a:xfrm>
        </p:spPr>
        <p:txBody>
          <a:bodyPr/>
          <a:lstStyle/>
          <a:p>
            <a:pPr lvl="0"/>
            <a:endParaRPr lang="en-US" noProof="0"/>
          </a:p>
        </p:txBody>
      </p:sp>
      <p:sp>
        <p:nvSpPr>
          <p:cNvPr id="4" name="Rectangle 4">
            <a:extLst>
              <a:ext uri="{FF2B5EF4-FFF2-40B4-BE49-F238E27FC236}">
                <a16:creationId xmlns:a16="http://schemas.microsoft.com/office/drawing/2014/main" id="{1B7FB2DC-9CBC-4ED4-4005-FA58F9148E94}"/>
              </a:ext>
            </a:extLst>
          </p:cNvPr>
          <p:cNvSpPr>
            <a:spLocks noGrp="1" noChangeArrowheads="1"/>
          </p:cNvSpPr>
          <p:nvPr>
            <p:ph type="dt" sz="half" idx="10"/>
          </p:nvPr>
        </p:nvSpPr>
        <p:spPr/>
        <p:txBody>
          <a:bodyPr/>
          <a:lstStyle>
            <a:lvl1pPr>
              <a:defRPr/>
            </a:lvl1pPr>
          </a:lstStyle>
          <a:p>
            <a:pPr>
              <a:defRPr/>
            </a:pPr>
            <a:endParaRPr lang="de-DE"/>
          </a:p>
        </p:txBody>
      </p:sp>
    </p:spTree>
    <p:extLst>
      <p:ext uri="{BB962C8B-B14F-4D97-AF65-F5344CB8AC3E}">
        <p14:creationId xmlns:p14="http://schemas.microsoft.com/office/powerpoint/2010/main" val="79964772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95853C4-58D4-E12E-F9D3-6DFE43E741A7}"/>
              </a:ext>
            </a:extLst>
          </p:cNvPr>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useBgFill="1">
        <p:nvSpPr>
          <p:cNvPr id="3" name="Rounded Rectangle 4">
            <a:extLst>
              <a:ext uri="{FF2B5EF4-FFF2-40B4-BE49-F238E27FC236}">
                <a16:creationId xmlns:a16="http://schemas.microsoft.com/office/drawing/2014/main" id="{A0D65C4C-8978-E965-904E-825D91967615}"/>
              </a:ext>
            </a:extLst>
          </p:cNvPr>
          <p:cNvSpPr/>
          <p:nvPr/>
        </p:nvSpPr>
        <p:spPr>
          <a:xfrm>
            <a:off x="65088" y="69850"/>
            <a:ext cx="9013825" cy="6691313"/>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4" name="Rectangle 3">
            <a:extLst>
              <a:ext uri="{FF2B5EF4-FFF2-40B4-BE49-F238E27FC236}">
                <a16:creationId xmlns:a16="http://schemas.microsoft.com/office/drawing/2014/main" id="{23136D3B-1E38-B128-44B3-6A013A7071FF}"/>
              </a:ext>
            </a:extLst>
          </p:cNvPr>
          <p:cNvSpPr/>
          <p:nvPr/>
        </p:nvSpPr>
        <p:spPr>
          <a:xfrm>
            <a:off x="63500" y="1449388"/>
            <a:ext cx="9020175" cy="1527175"/>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5" name="Rectangle 4">
            <a:extLst>
              <a:ext uri="{FF2B5EF4-FFF2-40B4-BE49-F238E27FC236}">
                <a16:creationId xmlns:a16="http://schemas.microsoft.com/office/drawing/2014/main" id="{9D193835-2205-D195-3A01-FB691AD2829B}"/>
              </a:ext>
            </a:extLst>
          </p:cNvPr>
          <p:cNvSpPr/>
          <p:nvPr/>
        </p:nvSpPr>
        <p:spPr>
          <a:xfrm>
            <a:off x="63500" y="1397000"/>
            <a:ext cx="9020175" cy="12065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6" name="Rectangle 5">
            <a:extLst>
              <a:ext uri="{FF2B5EF4-FFF2-40B4-BE49-F238E27FC236}">
                <a16:creationId xmlns:a16="http://schemas.microsoft.com/office/drawing/2014/main" id="{E83FC762-605F-3A7B-E754-8B8554C5378A}"/>
              </a:ext>
            </a:extLst>
          </p:cNvPr>
          <p:cNvSpPr/>
          <p:nvPr/>
        </p:nvSpPr>
        <p:spPr>
          <a:xfrm>
            <a:off x="63500" y="2976563"/>
            <a:ext cx="9020175" cy="111125"/>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9" name="Subtitle 8"/>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dirty="0"/>
              <a:t>Click to edit Master subtitle style</a:t>
            </a:r>
          </a:p>
        </p:txBody>
      </p:sp>
      <p:sp>
        <p:nvSpPr>
          <p:cNvPr id="8" name="Title 7"/>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lang="en-US" dirty="0"/>
              <a:t>Click to edit Master title style</a:t>
            </a:r>
          </a:p>
        </p:txBody>
      </p:sp>
      <p:sp>
        <p:nvSpPr>
          <p:cNvPr id="10" name="Footer Placeholder 16">
            <a:extLst>
              <a:ext uri="{FF2B5EF4-FFF2-40B4-BE49-F238E27FC236}">
                <a16:creationId xmlns:a16="http://schemas.microsoft.com/office/drawing/2014/main" id="{5A97B514-3D2A-02CC-4EBE-220DF49B070A}"/>
              </a:ext>
            </a:extLst>
          </p:cNvPr>
          <p:cNvSpPr>
            <a:spLocks noGrp="1"/>
          </p:cNvSpPr>
          <p:nvPr>
            <p:ph type="ftr" sz="quarter" idx="11"/>
          </p:nvPr>
        </p:nvSpPr>
        <p:spPr>
          <a:xfrm>
            <a:off x="2483768" y="6428184"/>
            <a:ext cx="4876800" cy="457200"/>
          </a:xfrm>
        </p:spPr>
        <p:txBody>
          <a:bodyPr/>
          <a:lstStyle>
            <a:lvl1pPr>
              <a:defRPr/>
            </a:lvl1pPr>
          </a:lstStyle>
          <a:p>
            <a:pPr>
              <a:defRPr/>
            </a:pPr>
            <a:r>
              <a:rPr lang="en-US" b="1" dirty="0">
                <a:solidFill>
                  <a:srgbClr val="0000FF"/>
                </a:solidFill>
              </a:rPr>
              <a:t>Dr. Asif Sohail,</a:t>
            </a:r>
            <a:r>
              <a:rPr lang="en-US" dirty="0">
                <a:solidFill>
                  <a:srgbClr val="0000FF"/>
                </a:solidFill>
              </a:rPr>
              <a:t> </a:t>
            </a:r>
            <a:r>
              <a:rPr lang="en-US" dirty="0">
                <a:solidFill>
                  <a:schemeClr val="tx1"/>
                </a:solidFill>
              </a:rPr>
              <a:t>Department of IT,</a:t>
            </a:r>
            <a:r>
              <a:rPr lang="en-US" dirty="0"/>
              <a:t> </a:t>
            </a:r>
            <a:r>
              <a:rPr lang="en-US" dirty="0">
                <a:solidFill>
                  <a:srgbClr val="EA0000"/>
                </a:solidFill>
              </a:rPr>
              <a:t>University of the Punjab, Lahore</a:t>
            </a:r>
          </a:p>
        </p:txBody>
      </p:sp>
      <p:sp>
        <p:nvSpPr>
          <p:cNvPr id="11" name="Slide Number Placeholder 28">
            <a:extLst>
              <a:ext uri="{FF2B5EF4-FFF2-40B4-BE49-F238E27FC236}">
                <a16:creationId xmlns:a16="http://schemas.microsoft.com/office/drawing/2014/main" id="{A7231800-4E93-AC45-26C7-F83BA69F8A74}"/>
              </a:ext>
            </a:extLst>
          </p:cNvPr>
          <p:cNvSpPr>
            <a:spLocks noGrp="1"/>
          </p:cNvSpPr>
          <p:nvPr>
            <p:ph type="sldNum" sz="quarter" idx="12"/>
          </p:nvPr>
        </p:nvSpPr>
        <p:spPr/>
        <p:txBody>
          <a:bodyPr/>
          <a:lstStyle>
            <a:lvl1pPr>
              <a:defRPr sz="1400">
                <a:solidFill>
                  <a:srgbClr val="FFFFFF"/>
                </a:solidFill>
              </a:defRPr>
            </a:lvl1pPr>
          </a:lstStyle>
          <a:p>
            <a:pPr>
              <a:defRPr/>
            </a:pPr>
            <a:fld id="{5E4C22A4-67DC-44A8-A4FC-CE49B2567C98}" type="slidenum">
              <a:rPr lang="en-US"/>
              <a:pPr>
                <a:defRPr/>
              </a:pPr>
              <a:t>‹#›</a:t>
            </a:fld>
            <a:endParaRPr lang="en-US" dirty="0"/>
          </a:p>
        </p:txBody>
      </p:sp>
    </p:spTree>
    <p:extLst>
      <p:ext uri="{BB962C8B-B14F-4D97-AF65-F5344CB8AC3E}">
        <p14:creationId xmlns:p14="http://schemas.microsoft.com/office/powerpoint/2010/main" val="1820438420"/>
      </p:ext>
    </p:extLst>
  </p:cSld>
  <p:clrMapOvr>
    <a:overrideClrMapping bg1="lt1" tx1="dk1" bg2="lt2" tx2="dk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8" name="Content Placeholder 7"/>
          <p:cNvSpPr>
            <a:spLocks noGrp="1"/>
          </p:cNvSpPr>
          <p:nvPr>
            <p:ph sz="quarter" idx="1"/>
          </p:nvPr>
        </p:nvSpPr>
        <p:spPr>
          <a:xfrm>
            <a:off x="914400" y="1447800"/>
            <a:ext cx="7772400" cy="45720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2">
            <a:extLst>
              <a:ext uri="{FF2B5EF4-FFF2-40B4-BE49-F238E27FC236}">
                <a16:creationId xmlns:a16="http://schemas.microsoft.com/office/drawing/2014/main" id="{BD19D621-57AE-DF6C-3CB8-DA450630DD65}"/>
              </a:ext>
            </a:extLst>
          </p:cNvPr>
          <p:cNvSpPr>
            <a:spLocks noGrp="1"/>
          </p:cNvSpPr>
          <p:nvPr>
            <p:ph type="ftr" sz="quarter" idx="11"/>
          </p:nvPr>
        </p:nvSpPr>
        <p:spPr>
          <a:xfrm>
            <a:off x="2555776" y="6500192"/>
            <a:ext cx="4876800" cy="457200"/>
          </a:xfrm>
        </p:spPr>
        <p:txBody>
          <a:bodyPr/>
          <a:lstStyle>
            <a:lvl1pPr>
              <a:defRPr/>
            </a:lvl1pPr>
          </a:lstStyle>
          <a:p>
            <a:pPr>
              <a:defRPr/>
            </a:pPr>
            <a:r>
              <a:rPr lang="en-US" b="1" dirty="0">
                <a:solidFill>
                  <a:srgbClr val="0000FF"/>
                </a:solidFill>
              </a:rPr>
              <a:t>Dr. Asif Sohail,</a:t>
            </a:r>
            <a:r>
              <a:rPr lang="en-US" dirty="0">
                <a:solidFill>
                  <a:srgbClr val="0000FF"/>
                </a:solidFill>
              </a:rPr>
              <a:t> </a:t>
            </a:r>
            <a:r>
              <a:rPr lang="en-US" dirty="0">
                <a:solidFill>
                  <a:schemeClr val="tx1"/>
                </a:solidFill>
              </a:rPr>
              <a:t>Department of IT,</a:t>
            </a:r>
            <a:r>
              <a:rPr lang="en-US" dirty="0"/>
              <a:t> </a:t>
            </a:r>
            <a:r>
              <a:rPr lang="en-US" dirty="0">
                <a:solidFill>
                  <a:srgbClr val="EA0000"/>
                </a:solidFill>
              </a:rPr>
              <a:t>University of the Punjab, Lahore</a:t>
            </a:r>
          </a:p>
        </p:txBody>
      </p:sp>
      <p:sp>
        <p:nvSpPr>
          <p:cNvPr id="5" name="Slide Number Placeholder 22">
            <a:extLst>
              <a:ext uri="{FF2B5EF4-FFF2-40B4-BE49-F238E27FC236}">
                <a16:creationId xmlns:a16="http://schemas.microsoft.com/office/drawing/2014/main" id="{0AA46312-DD6F-C5AE-2F1E-907F31E829E1}"/>
              </a:ext>
            </a:extLst>
          </p:cNvPr>
          <p:cNvSpPr>
            <a:spLocks noGrp="1"/>
          </p:cNvSpPr>
          <p:nvPr>
            <p:ph type="sldNum" sz="quarter" idx="12"/>
          </p:nvPr>
        </p:nvSpPr>
        <p:spPr/>
        <p:txBody>
          <a:bodyPr/>
          <a:lstStyle>
            <a:lvl1pPr>
              <a:defRPr/>
            </a:lvl1pPr>
          </a:lstStyle>
          <a:p>
            <a:pPr>
              <a:defRPr/>
            </a:pPr>
            <a:fld id="{83AC8CC2-3150-4BDA-BDF0-6D695CA2D84D}" type="slidenum">
              <a:rPr lang="en-US"/>
              <a:pPr>
                <a:defRPr/>
              </a:pPr>
              <a:t>‹#›</a:t>
            </a:fld>
            <a:endParaRPr lang="en-US" dirty="0"/>
          </a:p>
        </p:txBody>
      </p:sp>
    </p:spTree>
    <p:extLst>
      <p:ext uri="{BB962C8B-B14F-4D97-AF65-F5344CB8AC3E}">
        <p14:creationId xmlns:p14="http://schemas.microsoft.com/office/powerpoint/2010/main" val="8859509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Content Placeholder 8"/>
          <p:cNvSpPr>
            <a:spLocks noGrp="1"/>
          </p:cNvSpPr>
          <p:nvPr>
            <p:ph sz="quarter" idx="1"/>
          </p:nvPr>
        </p:nvSpPr>
        <p:spPr>
          <a:xfrm>
            <a:off x="914400" y="1447800"/>
            <a:ext cx="374904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10"/>
          <p:cNvSpPr>
            <a:spLocks noGrp="1"/>
          </p:cNvSpPr>
          <p:nvPr>
            <p:ph sz="quarter" idx="2"/>
          </p:nvPr>
        </p:nvSpPr>
        <p:spPr>
          <a:xfrm>
            <a:off x="4933950" y="1447800"/>
            <a:ext cx="374904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2">
            <a:extLst>
              <a:ext uri="{FF2B5EF4-FFF2-40B4-BE49-F238E27FC236}">
                <a16:creationId xmlns:a16="http://schemas.microsoft.com/office/drawing/2014/main" id="{0679A2C8-7DC8-AD37-9652-ABC5705D59FA}"/>
              </a:ext>
            </a:extLst>
          </p:cNvPr>
          <p:cNvSpPr>
            <a:spLocks noGrp="1"/>
          </p:cNvSpPr>
          <p:nvPr>
            <p:ph type="ftr" sz="quarter" idx="11"/>
          </p:nvPr>
        </p:nvSpPr>
        <p:spPr/>
        <p:txBody>
          <a:bodyPr/>
          <a:lstStyle>
            <a:lvl1pPr>
              <a:defRPr/>
            </a:lvl1pPr>
          </a:lstStyle>
          <a:p>
            <a:pPr>
              <a:defRPr/>
            </a:pPr>
            <a:r>
              <a:rPr lang="en-US" b="1" dirty="0">
                <a:solidFill>
                  <a:srgbClr val="0000FF"/>
                </a:solidFill>
              </a:rPr>
              <a:t>Dr. Asif Sohail,</a:t>
            </a:r>
            <a:r>
              <a:rPr lang="en-US" dirty="0">
                <a:solidFill>
                  <a:srgbClr val="0000FF"/>
                </a:solidFill>
              </a:rPr>
              <a:t> </a:t>
            </a:r>
            <a:r>
              <a:rPr lang="en-US" dirty="0">
                <a:solidFill>
                  <a:schemeClr val="tx1"/>
                </a:solidFill>
              </a:rPr>
              <a:t>Department of IT,</a:t>
            </a:r>
            <a:r>
              <a:rPr lang="en-US" dirty="0"/>
              <a:t> </a:t>
            </a:r>
            <a:r>
              <a:rPr lang="en-US" dirty="0">
                <a:solidFill>
                  <a:srgbClr val="EA0000"/>
                </a:solidFill>
              </a:rPr>
              <a:t>University of the Punjab, Lahore</a:t>
            </a:r>
          </a:p>
        </p:txBody>
      </p:sp>
      <p:sp>
        <p:nvSpPr>
          <p:cNvPr id="5" name="Slide Number Placeholder 22">
            <a:extLst>
              <a:ext uri="{FF2B5EF4-FFF2-40B4-BE49-F238E27FC236}">
                <a16:creationId xmlns:a16="http://schemas.microsoft.com/office/drawing/2014/main" id="{8D45CD1B-92F4-C034-40EE-43ED7BDDC965}"/>
              </a:ext>
            </a:extLst>
          </p:cNvPr>
          <p:cNvSpPr>
            <a:spLocks noGrp="1"/>
          </p:cNvSpPr>
          <p:nvPr>
            <p:ph type="sldNum" sz="quarter" idx="12"/>
          </p:nvPr>
        </p:nvSpPr>
        <p:spPr/>
        <p:txBody>
          <a:bodyPr/>
          <a:lstStyle>
            <a:lvl1pPr>
              <a:defRPr/>
            </a:lvl1pPr>
          </a:lstStyle>
          <a:p>
            <a:pPr>
              <a:defRPr/>
            </a:pPr>
            <a:fld id="{A6BCF859-27D9-4B15-909C-5A9275A8D5B1}" type="slidenum">
              <a:rPr lang="en-US"/>
              <a:pPr>
                <a:defRPr/>
              </a:pPr>
              <a:t>‹#›</a:t>
            </a:fld>
            <a:endParaRPr lang="en-US" dirty="0"/>
          </a:p>
        </p:txBody>
      </p:sp>
    </p:spTree>
    <p:extLst>
      <p:ext uri="{BB962C8B-B14F-4D97-AF65-F5344CB8AC3E}">
        <p14:creationId xmlns:p14="http://schemas.microsoft.com/office/powerpoint/2010/main" val="163204718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3">
            <a:extLst>
              <a:ext uri="{FF2B5EF4-FFF2-40B4-BE49-F238E27FC236}">
                <a16:creationId xmlns:a16="http://schemas.microsoft.com/office/drawing/2014/main" id="{B13B5C1E-CA92-F658-DEB4-E6BCB21E8297}"/>
              </a:ext>
            </a:extLst>
          </p:cNvPr>
          <p:cNvSpPr>
            <a:spLocks noGrp="1"/>
          </p:cNvSpPr>
          <p:nvPr>
            <p:ph type="dt" sz="half" idx="10"/>
          </p:nvPr>
        </p:nvSpPr>
        <p:spPr>
          <a:xfrm>
            <a:off x="6172200" y="6191250"/>
            <a:ext cx="2476500" cy="476250"/>
          </a:xfrm>
          <a:prstGeom prst="rect">
            <a:avLst/>
          </a:prstGeom>
        </p:spPr>
        <p:txBody>
          <a:bodyPr/>
          <a:lstStyle>
            <a:lvl1pPr>
              <a:defRPr/>
            </a:lvl1pPr>
          </a:lstStyle>
          <a:p>
            <a:pPr>
              <a:defRPr/>
            </a:pPr>
            <a:endParaRPr lang="en-US" dirty="0"/>
          </a:p>
        </p:txBody>
      </p:sp>
      <p:sp>
        <p:nvSpPr>
          <p:cNvPr id="3" name="Footer Placeholder 2">
            <a:extLst>
              <a:ext uri="{FF2B5EF4-FFF2-40B4-BE49-F238E27FC236}">
                <a16:creationId xmlns:a16="http://schemas.microsoft.com/office/drawing/2014/main" id="{135B8D15-F384-5726-1DB0-82AA26D5A7CE}"/>
              </a:ext>
            </a:extLst>
          </p:cNvPr>
          <p:cNvSpPr>
            <a:spLocks noGrp="1"/>
          </p:cNvSpPr>
          <p:nvPr>
            <p:ph type="ftr" sz="quarter" idx="11"/>
          </p:nvPr>
        </p:nvSpPr>
        <p:spPr/>
        <p:txBody>
          <a:bodyPr/>
          <a:lstStyle>
            <a:lvl1pPr>
              <a:defRPr/>
            </a:lvl1pPr>
          </a:lstStyle>
          <a:p>
            <a:pPr>
              <a:defRPr/>
            </a:pPr>
            <a:r>
              <a:rPr lang="en-US" b="1" dirty="0">
                <a:solidFill>
                  <a:srgbClr val="0000FF"/>
                </a:solidFill>
              </a:rPr>
              <a:t>Dr. Asif Sohail,</a:t>
            </a:r>
            <a:r>
              <a:rPr lang="en-US" dirty="0">
                <a:solidFill>
                  <a:srgbClr val="0000FF"/>
                </a:solidFill>
              </a:rPr>
              <a:t> </a:t>
            </a:r>
            <a:r>
              <a:rPr lang="en-US" dirty="0">
                <a:solidFill>
                  <a:schemeClr val="tx1"/>
                </a:solidFill>
              </a:rPr>
              <a:t>Department of IT,</a:t>
            </a:r>
            <a:r>
              <a:rPr lang="en-US" dirty="0"/>
              <a:t> </a:t>
            </a:r>
            <a:r>
              <a:rPr lang="en-US" dirty="0">
                <a:solidFill>
                  <a:srgbClr val="EA0000"/>
                </a:solidFill>
              </a:rPr>
              <a:t>University of the Punjab, Lahore</a:t>
            </a:r>
          </a:p>
        </p:txBody>
      </p:sp>
      <p:sp>
        <p:nvSpPr>
          <p:cNvPr id="4" name="Slide Number Placeholder 22">
            <a:extLst>
              <a:ext uri="{FF2B5EF4-FFF2-40B4-BE49-F238E27FC236}">
                <a16:creationId xmlns:a16="http://schemas.microsoft.com/office/drawing/2014/main" id="{7465CA12-935B-2EC7-0FD8-A29FFD9FDF20}"/>
              </a:ext>
            </a:extLst>
          </p:cNvPr>
          <p:cNvSpPr>
            <a:spLocks noGrp="1"/>
          </p:cNvSpPr>
          <p:nvPr>
            <p:ph type="sldNum" sz="quarter" idx="12"/>
          </p:nvPr>
        </p:nvSpPr>
        <p:spPr/>
        <p:txBody>
          <a:bodyPr/>
          <a:lstStyle>
            <a:lvl1pPr>
              <a:defRPr/>
            </a:lvl1pPr>
          </a:lstStyle>
          <a:p>
            <a:pPr>
              <a:defRPr/>
            </a:pPr>
            <a:fld id="{B60D0497-D7DF-42C1-83D6-B069BC9C71F9}" type="slidenum">
              <a:rPr lang="en-US"/>
              <a:pPr>
                <a:defRPr/>
              </a:pPr>
              <a:t>‹#›</a:t>
            </a:fld>
            <a:endParaRPr lang="en-US" dirty="0"/>
          </a:p>
        </p:txBody>
      </p:sp>
    </p:spTree>
    <p:extLst>
      <p:ext uri="{BB962C8B-B14F-4D97-AF65-F5344CB8AC3E}">
        <p14:creationId xmlns:p14="http://schemas.microsoft.com/office/powerpoint/2010/main" val="101012428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6C7B262-B703-0618-42D2-9A058F2E459A}"/>
              </a:ext>
            </a:extLst>
          </p:cNvPr>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useBgFill="1">
        <p:nvSpPr>
          <p:cNvPr id="5" name="Rounded Rectangle 5">
            <a:extLst>
              <a:ext uri="{FF2B5EF4-FFF2-40B4-BE49-F238E27FC236}">
                <a16:creationId xmlns:a16="http://schemas.microsoft.com/office/drawing/2014/main" id="{2FF425DD-7DE3-3B8E-5719-78BCA9A8DE51}"/>
              </a:ext>
            </a:extLst>
          </p:cNvPr>
          <p:cNvSpPr/>
          <p:nvPr/>
        </p:nvSpPr>
        <p:spPr>
          <a:xfrm>
            <a:off x="63500" y="69850"/>
            <a:ext cx="9013825" cy="6692900"/>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 name="Title 1"/>
          <p:cNvSpPr>
            <a:spLocks noGrp="1"/>
          </p:cNvSpPr>
          <p:nvPr>
            <p:ph type="title"/>
          </p:nvPr>
        </p:nvSpPr>
        <p:spPr>
          <a:xfrm>
            <a:off x="914400" y="273050"/>
            <a:ext cx="7772400" cy="1143000"/>
          </a:xfrm>
        </p:spPr>
        <p:txBody>
          <a:bodyPr/>
          <a:lstStyle>
            <a:lvl1pPr algn="l">
              <a:buNone/>
              <a:defRPr sz="4000" b="0"/>
            </a:lvl1pPr>
          </a:lstStyle>
          <a:p>
            <a:r>
              <a:rPr lang="en-US"/>
              <a:t>Click to edit Master title style</a:t>
            </a:r>
          </a:p>
        </p:txBody>
      </p:sp>
      <p:sp>
        <p:nvSpPr>
          <p:cNvPr id="3" name="Text Placeholder 2"/>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a:r>
              <a:rPr lang="en-US"/>
              <a:t>Click to edit Master text styles</a:t>
            </a:r>
          </a:p>
        </p:txBody>
      </p:sp>
      <p:sp>
        <p:nvSpPr>
          <p:cNvPr id="11" name="Content Placeholder 10"/>
          <p:cNvSpPr>
            <a:spLocks noGrp="1"/>
          </p:cNvSpPr>
          <p:nvPr>
            <p:ph sz="quarter" idx="1"/>
          </p:nvPr>
        </p:nvSpPr>
        <p:spPr>
          <a:xfrm>
            <a:off x="2971800" y="1600200"/>
            <a:ext cx="5715000" cy="4495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4">
            <a:extLst>
              <a:ext uri="{FF2B5EF4-FFF2-40B4-BE49-F238E27FC236}">
                <a16:creationId xmlns:a16="http://schemas.microsoft.com/office/drawing/2014/main" id="{786D1F94-4295-F397-8F57-1D0E383BD251}"/>
              </a:ext>
            </a:extLst>
          </p:cNvPr>
          <p:cNvSpPr>
            <a:spLocks noGrp="1"/>
          </p:cNvSpPr>
          <p:nvPr>
            <p:ph type="dt" sz="half" idx="10"/>
          </p:nvPr>
        </p:nvSpPr>
        <p:spPr>
          <a:xfrm>
            <a:off x="6172200" y="6191250"/>
            <a:ext cx="2476500" cy="476250"/>
          </a:xfrm>
          <a:prstGeom prst="rect">
            <a:avLst/>
          </a:prstGeom>
        </p:spPr>
        <p:txBody>
          <a:bodyPr/>
          <a:lstStyle>
            <a:lvl1pPr>
              <a:defRPr/>
            </a:lvl1pPr>
          </a:lstStyle>
          <a:p>
            <a:pPr>
              <a:defRPr/>
            </a:pPr>
            <a:endParaRPr lang="en-US"/>
          </a:p>
        </p:txBody>
      </p:sp>
      <p:sp>
        <p:nvSpPr>
          <p:cNvPr id="7" name="Footer Placeholder 5">
            <a:extLst>
              <a:ext uri="{FF2B5EF4-FFF2-40B4-BE49-F238E27FC236}">
                <a16:creationId xmlns:a16="http://schemas.microsoft.com/office/drawing/2014/main" id="{6B009F90-231B-A3B6-5380-34C6E1C7CB21}"/>
              </a:ext>
            </a:extLst>
          </p:cNvPr>
          <p:cNvSpPr>
            <a:spLocks noGrp="1"/>
          </p:cNvSpPr>
          <p:nvPr>
            <p:ph type="ftr" sz="quarter" idx="11"/>
          </p:nvPr>
        </p:nvSpPr>
        <p:spPr/>
        <p:txBody>
          <a:bodyPr/>
          <a:lstStyle>
            <a:lvl1pPr>
              <a:defRPr/>
            </a:lvl1pPr>
          </a:lstStyle>
          <a:p>
            <a:pPr>
              <a:defRPr/>
            </a:pPr>
            <a:r>
              <a:rPr lang="en-US" b="1" dirty="0">
                <a:solidFill>
                  <a:srgbClr val="0000FF"/>
                </a:solidFill>
              </a:rPr>
              <a:t>Dr. Asif Sohail,</a:t>
            </a:r>
            <a:r>
              <a:rPr lang="en-US" dirty="0">
                <a:solidFill>
                  <a:srgbClr val="0000FF"/>
                </a:solidFill>
              </a:rPr>
              <a:t> </a:t>
            </a:r>
            <a:r>
              <a:rPr lang="en-US" dirty="0">
                <a:solidFill>
                  <a:schemeClr val="tx1"/>
                </a:solidFill>
              </a:rPr>
              <a:t>Department of IT,</a:t>
            </a:r>
            <a:r>
              <a:rPr lang="en-US" dirty="0"/>
              <a:t> </a:t>
            </a:r>
            <a:r>
              <a:rPr lang="en-US" dirty="0">
                <a:solidFill>
                  <a:srgbClr val="EA0000"/>
                </a:solidFill>
              </a:rPr>
              <a:t>University of the Punjab, Lahore</a:t>
            </a:r>
          </a:p>
        </p:txBody>
      </p:sp>
      <p:sp>
        <p:nvSpPr>
          <p:cNvPr id="8" name="Slide Number Placeholder 6">
            <a:extLst>
              <a:ext uri="{FF2B5EF4-FFF2-40B4-BE49-F238E27FC236}">
                <a16:creationId xmlns:a16="http://schemas.microsoft.com/office/drawing/2014/main" id="{7CCDB2AA-14FD-D925-D8FA-266FCFE64152}"/>
              </a:ext>
            </a:extLst>
          </p:cNvPr>
          <p:cNvSpPr>
            <a:spLocks noGrp="1"/>
          </p:cNvSpPr>
          <p:nvPr>
            <p:ph type="sldNum" sz="quarter" idx="12"/>
          </p:nvPr>
        </p:nvSpPr>
        <p:spPr/>
        <p:txBody>
          <a:bodyPr/>
          <a:lstStyle>
            <a:lvl1pPr>
              <a:defRPr/>
            </a:lvl1pPr>
          </a:lstStyle>
          <a:p>
            <a:pPr>
              <a:defRPr/>
            </a:pPr>
            <a:fld id="{2C82827D-15A4-4A3F-A005-421DE1CEC59D}" type="slidenum">
              <a:rPr lang="en-US"/>
              <a:pPr>
                <a:defRPr/>
              </a:pPr>
              <a:t>‹#›</a:t>
            </a:fld>
            <a:endParaRPr lang="en-US"/>
          </a:p>
        </p:txBody>
      </p:sp>
    </p:spTree>
    <p:extLst>
      <p:ext uri="{BB962C8B-B14F-4D97-AF65-F5344CB8AC3E}">
        <p14:creationId xmlns:p14="http://schemas.microsoft.com/office/powerpoint/2010/main" val="150016925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C2E54CA-1402-D265-65C1-CAA477A5FCEF}"/>
              </a:ext>
            </a:extLst>
          </p:cNvPr>
          <p:cNvSpPr/>
          <p:nvPr/>
        </p:nvSpPr>
        <p:spPr>
          <a:xfrm flipV="1">
            <a:off x="68263" y="4683125"/>
            <a:ext cx="9007475" cy="92075"/>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6" name="Rectangle 5">
            <a:extLst>
              <a:ext uri="{FF2B5EF4-FFF2-40B4-BE49-F238E27FC236}">
                <a16:creationId xmlns:a16="http://schemas.microsoft.com/office/drawing/2014/main" id="{5937FA26-21AA-4604-50B9-4AF1C1E5953D}"/>
              </a:ext>
            </a:extLst>
          </p:cNvPr>
          <p:cNvSpPr/>
          <p:nvPr/>
        </p:nvSpPr>
        <p:spPr>
          <a:xfrm>
            <a:off x="68263" y="4649788"/>
            <a:ext cx="9007475" cy="46037"/>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7" name="Rectangle 6">
            <a:extLst>
              <a:ext uri="{FF2B5EF4-FFF2-40B4-BE49-F238E27FC236}">
                <a16:creationId xmlns:a16="http://schemas.microsoft.com/office/drawing/2014/main" id="{B548A5EB-ECFF-0D60-907E-B4566654DEA1}"/>
              </a:ext>
            </a:extLst>
          </p:cNvPr>
          <p:cNvSpPr/>
          <p:nvPr/>
        </p:nvSpPr>
        <p:spPr>
          <a:xfrm>
            <a:off x="68263" y="4773613"/>
            <a:ext cx="9007475" cy="47625"/>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 name="Title 1"/>
          <p:cNvSpPr>
            <a:spLocks noGrp="1"/>
          </p:cNvSpPr>
          <p:nvPr>
            <p:ph type="title"/>
          </p:nvPr>
        </p:nvSpPr>
        <p:spPr>
          <a:xfrm>
            <a:off x="914400" y="4900550"/>
            <a:ext cx="7315200" cy="522288"/>
          </a:xfrm>
        </p:spPr>
        <p:txBody>
          <a:bodyPr anchor="ctr">
            <a:noAutofit/>
          </a:bodyPr>
          <a:lstStyle>
            <a:lvl1pPr algn="l">
              <a:buNone/>
              <a:defRPr sz="2800" b="0"/>
            </a:lvl1pPr>
          </a:lstStyle>
          <a:p>
            <a:r>
              <a:rPr lang="en-US" dirty="0"/>
              <a:t>Click to edit Master title style</a:t>
            </a:r>
          </a:p>
        </p:txBody>
      </p:sp>
      <p:sp>
        <p:nvSpPr>
          <p:cNvPr id="4" name="Text Placeholder 3"/>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a:r>
              <a:rPr lang="en-US" dirty="0"/>
              <a:t>Click to edit Master text styles</a:t>
            </a:r>
          </a:p>
        </p:txBody>
      </p:sp>
      <p:sp>
        <p:nvSpPr>
          <p:cNvPr id="3" name="Picture Placeholder 2"/>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normAutofit/>
          </a:bodyPr>
          <a:lstStyle>
            <a:lvl1pPr marL="0" indent="0">
              <a:buNone/>
              <a:defRPr sz="3200"/>
            </a:lvl1pPr>
          </a:lstStyle>
          <a:p>
            <a:pPr lvl="0"/>
            <a:r>
              <a:rPr lang="en-US" noProof="0"/>
              <a:t>Click icon to add picture</a:t>
            </a:r>
            <a:endParaRPr lang="en-US" noProof="0" dirty="0"/>
          </a:p>
        </p:txBody>
      </p:sp>
      <p:sp>
        <p:nvSpPr>
          <p:cNvPr id="8" name="Date Placeholder 4">
            <a:extLst>
              <a:ext uri="{FF2B5EF4-FFF2-40B4-BE49-F238E27FC236}">
                <a16:creationId xmlns:a16="http://schemas.microsoft.com/office/drawing/2014/main" id="{03D557F4-1C10-84D5-70B1-B3F6002D602F}"/>
              </a:ext>
            </a:extLst>
          </p:cNvPr>
          <p:cNvSpPr>
            <a:spLocks noGrp="1"/>
          </p:cNvSpPr>
          <p:nvPr>
            <p:ph type="dt" sz="half" idx="10"/>
          </p:nvPr>
        </p:nvSpPr>
        <p:spPr>
          <a:xfrm>
            <a:off x="6172200" y="6191250"/>
            <a:ext cx="2476500" cy="476250"/>
          </a:xfrm>
          <a:prstGeom prst="rect">
            <a:avLst/>
          </a:prstGeom>
        </p:spPr>
        <p:txBody>
          <a:bodyPr/>
          <a:lstStyle>
            <a:lvl1pPr>
              <a:defRPr/>
            </a:lvl1pPr>
          </a:lstStyle>
          <a:p>
            <a:pPr>
              <a:defRPr/>
            </a:pPr>
            <a:endParaRPr lang="en-US"/>
          </a:p>
        </p:txBody>
      </p:sp>
      <p:sp>
        <p:nvSpPr>
          <p:cNvPr id="9" name="Footer Placeholder 5">
            <a:extLst>
              <a:ext uri="{FF2B5EF4-FFF2-40B4-BE49-F238E27FC236}">
                <a16:creationId xmlns:a16="http://schemas.microsoft.com/office/drawing/2014/main" id="{1D25602D-131F-6FC6-D193-E0E3803E1E51}"/>
              </a:ext>
            </a:extLst>
          </p:cNvPr>
          <p:cNvSpPr>
            <a:spLocks noGrp="1"/>
          </p:cNvSpPr>
          <p:nvPr>
            <p:ph type="ftr" sz="quarter" idx="11"/>
          </p:nvPr>
        </p:nvSpPr>
        <p:spPr>
          <a:xfrm>
            <a:off x="914400" y="6172200"/>
            <a:ext cx="3886200" cy="457200"/>
          </a:xfrm>
        </p:spPr>
        <p:txBody>
          <a:bodyPr/>
          <a:lstStyle>
            <a:lvl1pPr>
              <a:defRPr/>
            </a:lvl1pPr>
          </a:lstStyle>
          <a:p>
            <a:pPr>
              <a:defRPr/>
            </a:pPr>
            <a:r>
              <a:rPr lang="en-US" b="1" dirty="0">
                <a:solidFill>
                  <a:srgbClr val="0000FF"/>
                </a:solidFill>
              </a:rPr>
              <a:t>Dr. Asif Sohail,</a:t>
            </a:r>
            <a:r>
              <a:rPr lang="en-US" dirty="0">
                <a:solidFill>
                  <a:srgbClr val="0000FF"/>
                </a:solidFill>
              </a:rPr>
              <a:t> </a:t>
            </a:r>
            <a:r>
              <a:rPr lang="en-US" dirty="0">
                <a:solidFill>
                  <a:schemeClr val="tx1"/>
                </a:solidFill>
              </a:rPr>
              <a:t>Department of IT,</a:t>
            </a:r>
            <a:r>
              <a:rPr lang="en-US" dirty="0"/>
              <a:t> </a:t>
            </a:r>
            <a:r>
              <a:rPr lang="en-US" dirty="0">
                <a:solidFill>
                  <a:srgbClr val="EA0000"/>
                </a:solidFill>
              </a:rPr>
              <a:t>University of the Punjab, Lahore</a:t>
            </a:r>
          </a:p>
        </p:txBody>
      </p:sp>
      <p:sp>
        <p:nvSpPr>
          <p:cNvPr id="10" name="Slide Number Placeholder 6">
            <a:extLst>
              <a:ext uri="{FF2B5EF4-FFF2-40B4-BE49-F238E27FC236}">
                <a16:creationId xmlns:a16="http://schemas.microsoft.com/office/drawing/2014/main" id="{D0109AE1-27A9-8EB7-803F-D676F48820DA}"/>
              </a:ext>
            </a:extLst>
          </p:cNvPr>
          <p:cNvSpPr>
            <a:spLocks noGrp="1"/>
          </p:cNvSpPr>
          <p:nvPr>
            <p:ph type="sldNum" sz="quarter" idx="12"/>
          </p:nvPr>
        </p:nvSpPr>
        <p:spPr>
          <a:xfrm>
            <a:off x="146050" y="6208713"/>
            <a:ext cx="457200" cy="457200"/>
          </a:xfrm>
        </p:spPr>
        <p:txBody>
          <a:bodyPr/>
          <a:lstStyle>
            <a:lvl1pPr>
              <a:defRPr/>
            </a:lvl1pPr>
          </a:lstStyle>
          <a:p>
            <a:pPr>
              <a:defRPr/>
            </a:pPr>
            <a:fld id="{F7562DC6-6DC9-45E2-AAC4-454004E6E023}" type="slidenum">
              <a:rPr lang="en-US"/>
              <a:pPr>
                <a:defRPr/>
              </a:pPr>
              <a:t>‹#›</a:t>
            </a:fld>
            <a:endParaRPr lang="en-US" dirty="0"/>
          </a:p>
        </p:txBody>
      </p:sp>
    </p:spTree>
    <p:extLst>
      <p:ext uri="{BB962C8B-B14F-4D97-AF65-F5344CB8AC3E}">
        <p14:creationId xmlns:p14="http://schemas.microsoft.com/office/powerpoint/2010/main" val="81355273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3">
            <a:extLst>
              <a:ext uri="{FF2B5EF4-FFF2-40B4-BE49-F238E27FC236}">
                <a16:creationId xmlns:a16="http://schemas.microsoft.com/office/drawing/2014/main" id="{DF2C48B0-ABFE-CE4D-6188-9A9EAD773F61}"/>
              </a:ext>
            </a:extLst>
          </p:cNvPr>
          <p:cNvSpPr>
            <a:spLocks noGrp="1"/>
          </p:cNvSpPr>
          <p:nvPr>
            <p:ph type="dt" sz="half" idx="10"/>
          </p:nvPr>
        </p:nvSpPr>
        <p:spPr>
          <a:xfrm>
            <a:off x="6172200" y="6191250"/>
            <a:ext cx="2476500" cy="476250"/>
          </a:xfrm>
          <a:prstGeom prst="rect">
            <a:avLst/>
          </a:prstGeom>
        </p:spPr>
        <p:txBody>
          <a:bodyPr/>
          <a:lstStyle>
            <a:lvl1pPr>
              <a:defRPr/>
            </a:lvl1pPr>
          </a:lstStyle>
          <a:p>
            <a:pPr>
              <a:defRPr/>
            </a:pPr>
            <a:endParaRPr lang="en-US" dirty="0"/>
          </a:p>
        </p:txBody>
      </p:sp>
      <p:sp>
        <p:nvSpPr>
          <p:cNvPr id="5" name="Footer Placeholder 2">
            <a:extLst>
              <a:ext uri="{FF2B5EF4-FFF2-40B4-BE49-F238E27FC236}">
                <a16:creationId xmlns:a16="http://schemas.microsoft.com/office/drawing/2014/main" id="{2618189D-098F-74CA-DD3F-C7F3B7D6831E}"/>
              </a:ext>
            </a:extLst>
          </p:cNvPr>
          <p:cNvSpPr>
            <a:spLocks noGrp="1"/>
          </p:cNvSpPr>
          <p:nvPr>
            <p:ph type="ftr" sz="quarter" idx="11"/>
          </p:nvPr>
        </p:nvSpPr>
        <p:spPr/>
        <p:txBody>
          <a:bodyPr/>
          <a:lstStyle>
            <a:lvl1pPr>
              <a:defRPr/>
            </a:lvl1pPr>
          </a:lstStyle>
          <a:p>
            <a:pPr>
              <a:defRPr/>
            </a:pPr>
            <a:r>
              <a:rPr lang="en-US" b="1" dirty="0">
                <a:solidFill>
                  <a:srgbClr val="0000FF"/>
                </a:solidFill>
              </a:rPr>
              <a:t>Dr. Asif Sohail,</a:t>
            </a:r>
            <a:r>
              <a:rPr lang="en-US" dirty="0">
                <a:solidFill>
                  <a:srgbClr val="0000FF"/>
                </a:solidFill>
              </a:rPr>
              <a:t> </a:t>
            </a:r>
            <a:r>
              <a:rPr lang="en-US" dirty="0">
                <a:solidFill>
                  <a:schemeClr val="tx1"/>
                </a:solidFill>
              </a:rPr>
              <a:t>Department of IT,</a:t>
            </a:r>
            <a:r>
              <a:rPr lang="en-US" dirty="0"/>
              <a:t> </a:t>
            </a:r>
            <a:r>
              <a:rPr lang="en-US" dirty="0">
                <a:solidFill>
                  <a:srgbClr val="EA0000"/>
                </a:solidFill>
              </a:rPr>
              <a:t>University of the Punjab, Lahore</a:t>
            </a:r>
          </a:p>
        </p:txBody>
      </p:sp>
      <p:sp>
        <p:nvSpPr>
          <p:cNvPr id="6" name="Slide Number Placeholder 22">
            <a:extLst>
              <a:ext uri="{FF2B5EF4-FFF2-40B4-BE49-F238E27FC236}">
                <a16:creationId xmlns:a16="http://schemas.microsoft.com/office/drawing/2014/main" id="{06CD0044-3E35-3EB6-7892-259BA5B8A6D9}"/>
              </a:ext>
            </a:extLst>
          </p:cNvPr>
          <p:cNvSpPr>
            <a:spLocks noGrp="1"/>
          </p:cNvSpPr>
          <p:nvPr>
            <p:ph type="sldNum" sz="quarter" idx="12"/>
          </p:nvPr>
        </p:nvSpPr>
        <p:spPr/>
        <p:txBody>
          <a:bodyPr/>
          <a:lstStyle>
            <a:lvl1pPr>
              <a:defRPr/>
            </a:lvl1pPr>
          </a:lstStyle>
          <a:p>
            <a:pPr>
              <a:defRPr/>
            </a:pPr>
            <a:fld id="{C65D5C55-6BCA-4DBD-BE3B-26D0EAB7959A}" type="slidenum">
              <a:rPr lang="en-US"/>
              <a:pPr>
                <a:defRPr/>
              </a:pPr>
              <a:t>‹#›</a:t>
            </a:fld>
            <a:endParaRPr lang="en-US" dirty="0"/>
          </a:p>
        </p:txBody>
      </p:sp>
    </p:spTree>
    <p:extLst>
      <p:ext uri="{BB962C8B-B14F-4D97-AF65-F5344CB8AC3E}">
        <p14:creationId xmlns:p14="http://schemas.microsoft.com/office/powerpoint/2010/main" val="41998375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5" Type="http://schemas.openxmlformats.org/officeDocument/2006/relationships/slideLayout" Target="../slideLayouts/slideLayout17.xml"/><Relationship Id="rId4" Type="http://schemas.openxmlformats.org/officeDocument/2006/relationships/slideLayout" Target="../slideLayouts/slideLayout1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32FDB8C-1835-FF79-D6BA-179AC9C1D6AB}"/>
              </a:ext>
            </a:extLst>
          </p:cNvPr>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useBgFill="1">
        <p:nvSpPr>
          <p:cNvPr id="8" name="Rounded Rectangle 7">
            <a:extLst>
              <a:ext uri="{FF2B5EF4-FFF2-40B4-BE49-F238E27FC236}">
                <a16:creationId xmlns:a16="http://schemas.microsoft.com/office/drawing/2014/main" id="{552084A5-627E-BBBA-D6F3-1C88EDFE6F53}"/>
              </a:ext>
            </a:extLst>
          </p:cNvPr>
          <p:cNvSpPr/>
          <p:nvPr/>
        </p:nvSpPr>
        <p:spPr>
          <a:xfrm>
            <a:off x="63500" y="69850"/>
            <a:ext cx="9013825" cy="6692900"/>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052" name="Title Placeholder 21">
            <a:extLst>
              <a:ext uri="{FF2B5EF4-FFF2-40B4-BE49-F238E27FC236}">
                <a16:creationId xmlns:a16="http://schemas.microsoft.com/office/drawing/2014/main" id="{D01479D3-3E35-D9FC-DE41-EF1DA8819039}"/>
              </a:ext>
            </a:extLst>
          </p:cNvPr>
          <p:cNvSpPr>
            <a:spLocks noGrp="1" noChangeArrowheads="1"/>
          </p:cNvSpPr>
          <p:nvPr>
            <p:ph type="title"/>
          </p:nvPr>
        </p:nvSpPr>
        <p:spPr bwMode="auto">
          <a:xfrm>
            <a:off x="914400" y="274638"/>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91440" numCol="1" anchor="b" anchorCtr="0" compatLnSpc="1">
            <a:prstTxWarp prst="textNoShape">
              <a:avLst/>
            </a:prstTxWarp>
          </a:bodyPr>
          <a:lstStyle/>
          <a:p>
            <a:pPr lvl="0"/>
            <a:r>
              <a:rPr lang="en-US" altLang="en-US"/>
              <a:t>Click to edit Master title style</a:t>
            </a:r>
          </a:p>
        </p:txBody>
      </p:sp>
      <p:sp>
        <p:nvSpPr>
          <p:cNvPr id="2053" name="Text Placeholder 12">
            <a:extLst>
              <a:ext uri="{FF2B5EF4-FFF2-40B4-BE49-F238E27FC236}">
                <a16:creationId xmlns:a16="http://schemas.microsoft.com/office/drawing/2014/main" id="{F25181D8-ACFB-3733-A55A-F913CF61FDEF}"/>
              </a:ext>
            </a:extLst>
          </p:cNvPr>
          <p:cNvSpPr>
            <a:spLocks noGrp="1" noChangeArrowheads="1"/>
          </p:cNvSpPr>
          <p:nvPr>
            <p:ph type="body" idx="1"/>
          </p:nvPr>
        </p:nvSpPr>
        <p:spPr bwMode="auto">
          <a:xfrm>
            <a:off x="914400" y="1447800"/>
            <a:ext cx="7772400"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4" name="Date Placeholder 13">
            <a:extLst>
              <a:ext uri="{FF2B5EF4-FFF2-40B4-BE49-F238E27FC236}">
                <a16:creationId xmlns:a16="http://schemas.microsoft.com/office/drawing/2014/main" id="{6BDF6659-A391-AFE5-225F-04C9BC879773}"/>
              </a:ext>
            </a:extLst>
          </p:cNvPr>
          <p:cNvSpPr>
            <a:spLocks noGrp="1"/>
          </p:cNvSpPr>
          <p:nvPr>
            <p:ph type="dt" sz="half" idx="2"/>
          </p:nvPr>
        </p:nvSpPr>
        <p:spPr>
          <a:xfrm>
            <a:off x="6172200" y="6191250"/>
            <a:ext cx="2476500" cy="476250"/>
          </a:xfrm>
          <a:prstGeom prst="rect">
            <a:avLst/>
          </a:prstGeom>
        </p:spPr>
        <p:txBody>
          <a:bodyPr anchor="ctr" anchorCtr="0"/>
          <a:lstStyle>
            <a:lvl1pPr algn="r" eaLnBrk="1" fontAlgn="auto" latinLnBrk="0" hangingPunct="1">
              <a:spcBef>
                <a:spcPts val="0"/>
              </a:spcBef>
              <a:spcAft>
                <a:spcPts val="0"/>
              </a:spcAft>
              <a:defRPr kumimoji="0" sz="1400">
                <a:solidFill>
                  <a:schemeClr val="tx2"/>
                </a:solidFill>
                <a:latin typeface="+mn-lt"/>
                <a:cs typeface="+mn-cs"/>
              </a:defRPr>
            </a:lvl1pPr>
          </a:lstStyle>
          <a:p>
            <a:pPr>
              <a:defRPr/>
            </a:pPr>
            <a:fld id="{825A32AC-80CF-4C4C-8B4E-743573ACAAFF}" type="datetime1">
              <a:rPr lang="en-US"/>
              <a:pPr>
                <a:defRPr/>
              </a:pPr>
              <a:t>10/2/2025</a:t>
            </a:fld>
            <a:endParaRPr lang="en-US" dirty="0"/>
          </a:p>
        </p:txBody>
      </p:sp>
      <p:sp>
        <p:nvSpPr>
          <p:cNvPr id="3" name="Footer Placeholder 2">
            <a:extLst>
              <a:ext uri="{FF2B5EF4-FFF2-40B4-BE49-F238E27FC236}">
                <a16:creationId xmlns:a16="http://schemas.microsoft.com/office/drawing/2014/main" id="{B553ECED-9EEC-73E0-75EB-C45F6F7483C4}"/>
              </a:ext>
            </a:extLst>
          </p:cNvPr>
          <p:cNvSpPr>
            <a:spLocks noGrp="1"/>
          </p:cNvSpPr>
          <p:nvPr>
            <p:ph type="ftr" sz="quarter" idx="3"/>
          </p:nvPr>
        </p:nvSpPr>
        <p:spPr>
          <a:xfrm>
            <a:off x="914400" y="6172200"/>
            <a:ext cx="4876800" cy="457200"/>
          </a:xfrm>
          <a:prstGeom prst="rect">
            <a:avLst/>
          </a:prstGeom>
        </p:spPr>
        <p:txBody>
          <a:bodyPr anchor="ctr" anchorCtr="0"/>
          <a:lstStyle>
            <a:lvl1pPr eaLnBrk="1" fontAlgn="auto" latinLnBrk="0" hangingPunct="1">
              <a:spcBef>
                <a:spcPts val="0"/>
              </a:spcBef>
              <a:spcAft>
                <a:spcPts val="0"/>
              </a:spcAft>
              <a:defRPr kumimoji="0" sz="1400">
                <a:solidFill>
                  <a:schemeClr val="tx2"/>
                </a:solidFill>
                <a:latin typeface="+mn-lt"/>
                <a:cs typeface="+mn-cs"/>
              </a:defRPr>
            </a:lvl1pPr>
          </a:lstStyle>
          <a:p>
            <a:pPr>
              <a:defRPr/>
            </a:pPr>
            <a:r>
              <a:rPr lang="en-US"/>
              <a:t>Autonomous Robots -- Dr. Zawar Qayyum, 2010</a:t>
            </a:r>
          </a:p>
        </p:txBody>
      </p:sp>
      <p:sp>
        <p:nvSpPr>
          <p:cNvPr id="23" name="Slide Number Placeholder 22">
            <a:extLst>
              <a:ext uri="{FF2B5EF4-FFF2-40B4-BE49-F238E27FC236}">
                <a16:creationId xmlns:a16="http://schemas.microsoft.com/office/drawing/2014/main" id="{0D7C2723-7FD0-869E-0A56-6D9C72526456}"/>
              </a:ext>
            </a:extLst>
          </p:cNvPr>
          <p:cNvSpPr>
            <a:spLocks noGrp="1"/>
          </p:cNvSpPr>
          <p:nvPr>
            <p:ph type="sldNum" sz="quarter" idx="4"/>
          </p:nvPr>
        </p:nvSpPr>
        <p:spPr>
          <a:xfrm>
            <a:off x="146050" y="6210300"/>
            <a:ext cx="457200" cy="457200"/>
          </a:xfrm>
          <a:prstGeom prst="ellipse">
            <a:avLst/>
          </a:prstGeom>
          <a:solidFill>
            <a:schemeClr val="accent1"/>
          </a:solidFill>
        </p:spPr>
        <p:txBody>
          <a:bodyPr wrap="none" lIns="0" tIns="0" rIns="0" bIns="0" anchor="ctr" anchorCtr="1">
            <a:noAutofit/>
          </a:bodyPr>
          <a:lstStyle>
            <a:lvl1pPr algn="ctr" eaLnBrk="1" fontAlgn="auto" latinLnBrk="0" hangingPunct="1">
              <a:spcBef>
                <a:spcPts val="0"/>
              </a:spcBef>
              <a:spcAft>
                <a:spcPts val="0"/>
              </a:spcAft>
              <a:defRPr kumimoji="0" sz="1400">
                <a:solidFill>
                  <a:srgbClr val="FFFFFF"/>
                </a:solidFill>
                <a:latin typeface="+mj-lt"/>
                <a:ea typeface="+mj-ea"/>
                <a:cs typeface="+mj-cs"/>
              </a:defRPr>
            </a:lvl1pPr>
          </a:lstStyle>
          <a:p>
            <a:pPr>
              <a:defRPr/>
            </a:pPr>
            <a:fld id="{E81534B7-BE59-4B51-B412-EFB7A7578A74}"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3862" r:id="rId1"/>
    <p:sldLayoutId id="2147483863" r:id="rId2"/>
    <p:sldLayoutId id="2147483864" r:id="rId3"/>
    <p:sldLayoutId id="2147483842" r:id="rId4"/>
    <p:sldLayoutId id="2147483843" r:id="rId5"/>
    <p:sldLayoutId id="2147483844" r:id="rId6"/>
    <p:sldLayoutId id="2147483845" r:id="rId7"/>
    <p:sldLayoutId id="2147483865" r:id="rId8"/>
    <p:sldLayoutId id="2147483866" r:id="rId9"/>
    <p:sldLayoutId id="2147483846" r:id="rId10"/>
    <p:sldLayoutId id="2147483847" r:id="rId11"/>
    <p:sldLayoutId id="2147483867" r:id="rId12"/>
  </p:sldLayoutIdLst>
  <p:hf hdr="0" dt="0"/>
  <p:txStyles>
    <p:titleStyle>
      <a:lvl1pPr algn="l" rtl="0" eaLnBrk="0" fontAlgn="base" hangingPunct="0">
        <a:spcBef>
          <a:spcPct val="0"/>
        </a:spcBef>
        <a:spcAft>
          <a:spcPct val="0"/>
        </a:spcAft>
        <a:defRPr sz="4000" kern="1200">
          <a:solidFill>
            <a:schemeClr val="tx2"/>
          </a:solidFill>
          <a:latin typeface="+mj-lt"/>
          <a:ea typeface="+mj-ea"/>
          <a:cs typeface="+mj-cs"/>
        </a:defRPr>
      </a:lvl1pPr>
      <a:lvl2pPr algn="l" rtl="0" eaLnBrk="0" fontAlgn="base" hangingPunct="0">
        <a:spcBef>
          <a:spcPct val="0"/>
        </a:spcBef>
        <a:spcAft>
          <a:spcPct val="0"/>
        </a:spcAft>
        <a:defRPr sz="4000">
          <a:solidFill>
            <a:schemeClr val="tx2"/>
          </a:solidFill>
          <a:latin typeface="Franklin Gothic Book"/>
        </a:defRPr>
      </a:lvl2pPr>
      <a:lvl3pPr algn="l" rtl="0" eaLnBrk="0" fontAlgn="base" hangingPunct="0">
        <a:spcBef>
          <a:spcPct val="0"/>
        </a:spcBef>
        <a:spcAft>
          <a:spcPct val="0"/>
        </a:spcAft>
        <a:defRPr sz="4000">
          <a:solidFill>
            <a:schemeClr val="tx2"/>
          </a:solidFill>
          <a:latin typeface="Franklin Gothic Book"/>
        </a:defRPr>
      </a:lvl3pPr>
      <a:lvl4pPr algn="l" rtl="0" eaLnBrk="0" fontAlgn="base" hangingPunct="0">
        <a:spcBef>
          <a:spcPct val="0"/>
        </a:spcBef>
        <a:spcAft>
          <a:spcPct val="0"/>
        </a:spcAft>
        <a:defRPr sz="4000">
          <a:solidFill>
            <a:schemeClr val="tx2"/>
          </a:solidFill>
          <a:latin typeface="Franklin Gothic Book"/>
        </a:defRPr>
      </a:lvl4pPr>
      <a:lvl5pPr algn="l" rtl="0" eaLnBrk="0" fontAlgn="base" hangingPunct="0">
        <a:spcBef>
          <a:spcPct val="0"/>
        </a:spcBef>
        <a:spcAft>
          <a:spcPct val="0"/>
        </a:spcAft>
        <a:defRPr sz="4000">
          <a:solidFill>
            <a:schemeClr val="tx2"/>
          </a:solidFill>
          <a:latin typeface="Franklin Gothic Book"/>
        </a:defRPr>
      </a:lvl5pPr>
      <a:lvl6pPr marL="457200" algn="l" rtl="0" fontAlgn="base">
        <a:spcBef>
          <a:spcPct val="0"/>
        </a:spcBef>
        <a:spcAft>
          <a:spcPct val="0"/>
        </a:spcAft>
        <a:defRPr sz="4000">
          <a:solidFill>
            <a:schemeClr val="tx2"/>
          </a:solidFill>
          <a:latin typeface="Franklin Gothic Book"/>
        </a:defRPr>
      </a:lvl6pPr>
      <a:lvl7pPr marL="914400" algn="l" rtl="0" fontAlgn="base">
        <a:spcBef>
          <a:spcPct val="0"/>
        </a:spcBef>
        <a:spcAft>
          <a:spcPct val="0"/>
        </a:spcAft>
        <a:defRPr sz="4000">
          <a:solidFill>
            <a:schemeClr val="tx2"/>
          </a:solidFill>
          <a:latin typeface="Franklin Gothic Book"/>
        </a:defRPr>
      </a:lvl7pPr>
      <a:lvl8pPr marL="1371600" algn="l" rtl="0" fontAlgn="base">
        <a:spcBef>
          <a:spcPct val="0"/>
        </a:spcBef>
        <a:spcAft>
          <a:spcPct val="0"/>
        </a:spcAft>
        <a:defRPr sz="4000">
          <a:solidFill>
            <a:schemeClr val="tx2"/>
          </a:solidFill>
          <a:latin typeface="Franklin Gothic Book"/>
        </a:defRPr>
      </a:lvl8pPr>
      <a:lvl9pPr marL="1828800" algn="l" rtl="0" fontAlgn="base">
        <a:spcBef>
          <a:spcPct val="0"/>
        </a:spcBef>
        <a:spcAft>
          <a:spcPct val="0"/>
        </a:spcAft>
        <a:defRPr sz="4000">
          <a:solidFill>
            <a:schemeClr val="tx2"/>
          </a:solidFill>
          <a:latin typeface="Franklin Gothic Book"/>
        </a:defRPr>
      </a:lvl9pPr>
    </p:titleStyle>
    <p:body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7688"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6963"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E7CEB16-177C-11F3-6488-15217609B1F8}"/>
              </a:ext>
            </a:extLst>
          </p:cNvPr>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useBgFill="1">
        <p:nvSpPr>
          <p:cNvPr id="8" name="Rounded Rectangle 7">
            <a:extLst>
              <a:ext uri="{FF2B5EF4-FFF2-40B4-BE49-F238E27FC236}">
                <a16:creationId xmlns:a16="http://schemas.microsoft.com/office/drawing/2014/main" id="{41EAD4DD-9D27-1FFD-AF29-68BC36D3A352}"/>
              </a:ext>
            </a:extLst>
          </p:cNvPr>
          <p:cNvSpPr/>
          <p:nvPr/>
        </p:nvSpPr>
        <p:spPr>
          <a:xfrm>
            <a:off x="112590" y="165100"/>
            <a:ext cx="9013825" cy="6692900"/>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3076" name="Title Placeholder 21">
            <a:extLst>
              <a:ext uri="{FF2B5EF4-FFF2-40B4-BE49-F238E27FC236}">
                <a16:creationId xmlns:a16="http://schemas.microsoft.com/office/drawing/2014/main" id="{2B8B0024-D6D1-A70C-46F3-E369B45B67D1}"/>
              </a:ext>
            </a:extLst>
          </p:cNvPr>
          <p:cNvSpPr>
            <a:spLocks noGrp="1" noChangeArrowheads="1"/>
          </p:cNvSpPr>
          <p:nvPr>
            <p:ph type="title"/>
          </p:nvPr>
        </p:nvSpPr>
        <p:spPr bwMode="auto">
          <a:xfrm>
            <a:off x="914400" y="274638"/>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91440" numCol="1" anchor="b" anchorCtr="0" compatLnSpc="1">
            <a:prstTxWarp prst="textNoShape">
              <a:avLst/>
            </a:prstTxWarp>
          </a:bodyPr>
          <a:lstStyle/>
          <a:p>
            <a:pPr lvl="0"/>
            <a:r>
              <a:rPr lang="en-US" altLang="en-US" dirty="0"/>
              <a:t>Click to edit Master title style</a:t>
            </a:r>
          </a:p>
        </p:txBody>
      </p:sp>
      <p:sp>
        <p:nvSpPr>
          <p:cNvPr id="3077" name="Text Placeholder 12">
            <a:extLst>
              <a:ext uri="{FF2B5EF4-FFF2-40B4-BE49-F238E27FC236}">
                <a16:creationId xmlns:a16="http://schemas.microsoft.com/office/drawing/2014/main" id="{3488A6D1-71AB-0EF0-882A-8AEDA58A8733}"/>
              </a:ext>
            </a:extLst>
          </p:cNvPr>
          <p:cNvSpPr>
            <a:spLocks noGrp="1" noChangeArrowheads="1"/>
          </p:cNvSpPr>
          <p:nvPr>
            <p:ph type="body" idx="1"/>
          </p:nvPr>
        </p:nvSpPr>
        <p:spPr bwMode="auto">
          <a:xfrm>
            <a:off x="914400" y="1447800"/>
            <a:ext cx="7772400"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3" name="Footer Placeholder 2">
            <a:extLst>
              <a:ext uri="{FF2B5EF4-FFF2-40B4-BE49-F238E27FC236}">
                <a16:creationId xmlns:a16="http://schemas.microsoft.com/office/drawing/2014/main" id="{F37FCC0C-B39C-DCE5-066A-B9F6AFE491FC}"/>
              </a:ext>
            </a:extLst>
          </p:cNvPr>
          <p:cNvSpPr>
            <a:spLocks noGrp="1"/>
          </p:cNvSpPr>
          <p:nvPr>
            <p:ph type="ftr" sz="quarter" idx="3"/>
          </p:nvPr>
        </p:nvSpPr>
        <p:spPr>
          <a:xfrm>
            <a:off x="2555776" y="6500192"/>
            <a:ext cx="4876800" cy="457200"/>
          </a:xfrm>
          <a:prstGeom prst="rect">
            <a:avLst/>
          </a:prstGeom>
        </p:spPr>
        <p:txBody>
          <a:bodyPr anchor="ctr" anchorCtr="0"/>
          <a:lstStyle>
            <a:lvl1pPr eaLnBrk="1" fontAlgn="auto" latinLnBrk="0" hangingPunct="1">
              <a:spcBef>
                <a:spcPts val="0"/>
              </a:spcBef>
              <a:spcAft>
                <a:spcPts val="0"/>
              </a:spcAft>
              <a:defRPr kumimoji="0" sz="1400">
                <a:solidFill>
                  <a:schemeClr val="tx2"/>
                </a:solidFill>
                <a:latin typeface="+mn-lt"/>
                <a:cs typeface="+mn-cs"/>
              </a:defRPr>
            </a:lvl1pPr>
          </a:lstStyle>
          <a:p>
            <a:pPr>
              <a:defRPr/>
            </a:pPr>
            <a:r>
              <a:rPr lang="en-US" b="1" dirty="0">
                <a:solidFill>
                  <a:srgbClr val="0000FF"/>
                </a:solidFill>
              </a:rPr>
              <a:t>Dr. Asif Sohail,</a:t>
            </a:r>
            <a:r>
              <a:rPr lang="en-US" dirty="0">
                <a:solidFill>
                  <a:srgbClr val="0000FF"/>
                </a:solidFill>
              </a:rPr>
              <a:t> </a:t>
            </a:r>
            <a:r>
              <a:rPr lang="en-US" dirty="0">
                <a:solidFill>
                  <a:schemeClr val="tx1"/>
                </a:solidFill>
              </a:rPr>
              <a:t>Department of IT,</a:t>
            </a:r>
            <a:r>
              <a:rPr lang="en-US" dirty="0"/>
              <a:t> </a:t>
            </a:r>
            <a:r>
              <a:rPr lang="en-US" dirty="0">
                <a:solidFill>
                  <a:srgbClr val="EA0000"/>
                </a:solidFill>
              </a:rPr>
              <a:t>University of the Punjab, Lahore</a:t>
            </a:r>
          </a:p>
        </p:txBody>
      </p:sp>
      <p:sp>
        <p:nvSpPr>
          <p:cNvPr id="23" name="Slide Number Placeholder 22">
            <a:extLst>
              <a:ext uri="{FF2B5EF4-FFF2-40B4-BE49-F238E27FC236}">
                <a16:creationId xmlns:a16="http://schemas.microsoft.com/office/drawing/2014/main" id="{7CCC2D68-25F4-B5E2-90AE-129685EECD21}"/>
              </a:ext>
            </a:extLst>
          </p:cNvPr>
          <p:cNvSpPr>
            <a:spLocks noGrp="1"/>
          </p:cNvSpPr>
          <p:nvPr>
            <p:ph type="sldNum" sz="quarter" idx="4"/>
          </p:nvPr>
        </p:nvSpPr>
        <p:spPr>
          <a:xfrm>
            <a:off x="146050" y="6210300"/>
            <a:ext cx="457200" cy="457200"/>
          </a:xfrm>
          <a:prstGeom prst="ellipse">
            <a:avLst/>
          </a:prstGeom>
          <a:solidFill>
            <a:schemeClr val="accent1"/>
          </a:solidFill>
        </p:spPr>
        <p:txBody>
          <a:bodyPr wrap="none" lIns="0" tIns="0" rIns="0" bIns="0" anchor="ctr" anchorCtr="1">
            <a:noAutofit/>
          </a:bodyPr>
          <a:lstStyle>
            <a:lvl1pPr algn="ctr" eaLnBrk="1" fontAlgn="auto" latinLnBrk="0" hangingPunct="1">
              <a:spcBef>
                <a:spcPts val="0"/>
              </a:spcBef>
              <a:spcAft>
                <a:spcPts val="0"/>
              </a:spcAft>
              <a:defRPr kumimoji="0" sz="1400">
                <a:solidFill>
                  <a:srgbClr val="FFFFFF"/>
                </a:solidFill>
                <a:latin typeface="+mj-lt"/>
                <a:ea typeface="+mj-ea"/>
                <a:cs typeface="+mj-cs"/>
              </a:defRPr>
            </a:lvl1pPr>
          </a:lstStyle>
          <a:p>
            <a:pPr>
              <a:defRPr/>
            </a:pPr>
            <a:fld id="{688D1139-B686-4DC4-A8B1-655130D02E34}" type="slidenum">
              <a:rPr lang="en-US"/>
              <a:pPr>
                <a:defRPr/>
              </a:pPr>
              <a:t>‹#›</a:t>
            </a:fld>
            <a:endParaRPr lang="en-US" dirty="0"/>
          </a:p>
        </p:txBody>
      </p:sp>
    </p:spTree>
    <p:extLst>
      <p:ext uri="{BB962C8B-B14F-4D97-AF65-F5344CB8AC3E}">
        <p14:creationId xmlns:p14="http://schemas.microsoft.com/office/powerpoint/2010/main" val="292651054"/>
      </p:ext>
    </p:extLst>
  </p:cSld>
  <p:clrMap bg1="lt1" tx1="dk1" bg2="lt2" tx2="dk2" accent1="accent1" accent2="accent2" accent3="accent3" accent4="accent4" accent5="accent5" accent6="accent6" hlink="hlink" folHlink="folHlink"/>
  <p:sldLayoutIdLst>
    <p:sldLayoutId id="2147483869" r:id="rId1"/>
    <p:sldLayoutId id="2147483870" r:id="rId2"/>
    <p:sldLayoutId id="2147483871" r:id="rId3"/>
    <p:sldLayoutId id="2147483872" r:id="rId4"/>
    <p:sldLayoutId id="2147483873" r:id="rId5"/>
    <p:sldLayoutId id="2147483874" r:id="rId6"/>
    <p:sldLayoutId id="2147483875" r:id="rId7"/>
  </p:sldLayoutIdLst>
  <p:hf hdr="0" dt="0"/>
  <p:txStyles>
    <p:titleStyle>
      <a:lvl1pPr algn="l" rtl="0" eaLnBrk="0" fontAlgn="base" hangingPunct="0">
        <a:spcBef>
          <a:spcPct val="0"/>
        </a:spcBef>
        <a:spcAft>
          <a:spcPct val="0"/>
        </a:spcAft>
        <a:defRPr sz="4000" kern="1200">
          <a:solidFill>
            <a:schemeClr val="tx2"/>
          </a:solidFill>
          <a:latin typeface="+mj-lt"/>
          <a:ea typeface="+mj-ea"/>
          <a:cs typeface="+mj-cs"/>
        </a:defRPr>
      </a:lvl1pPr>
      <a:lvl2pPr algn="l" rtl="0" eaLnBrk="0" fontAlgn="base" hangingPunct="0">
        <a:spcBef>
          <a:spcPct val="0"/>
        </a:spcBef>
        <a:spcAft>
          <a:spcPct val="0"/>
        </a:spcAft>
        <a:defRPr sz="4000">
          <a:solidFill>
            <a:schemeClr val="tx2"/>
          </a:solidFill>
          <a:latin typeface="Franklin Gothic Book"/>
        </a:defRPr>
      </a:lvl2pPr>
      <a:lvl3pPr algn="l" rtl="0" eaLnBrk="0" fontAlgn="base" hangingPunct="0">
        <a:spcBef>
          <a:spcPct val="0"/>
        </a:spcBef>
        <a:spcAft>
          <a:spcPct val="0"/>
        </a:spcAft>
        <a:defRPr sz="4000">
          <a:solidFill>
            <a:schemeClr val="tx2"/>
          </a:solidFill>
          <a:latin typeface="Franklin Gothic Book"/>
        </a:defRPr>
      </a:lvl3pPr>
      <a:lvl4pPr algn="l" rtl="0" eaLnBrk="0" fontAlgn="base" hangingPunct="0">
        <a:spcBef>
          <a:spcPct val="0"/>
        </a:spcBef>
        <a:spcAft>
          <a:spcPct val="0"/>
        </a:spcAft>
        <a:defRPr sz="4000">
          <a:solidFill>
            <a:schemeClr val="tx2"/>
          </a:solidFill>
          <a:latin typeface="Franklin Gothic Book"/>
        </a:defRPr>
      </a:lvl4pPr>
      <a:lvl5pPr algn="l" rtl="0" eaLnBrk="0" fontAlgn="base" hangingPunct="0">
        <a:spcBef>
          <a:spcPct val="0"/>
        </a:spcBef>
        <a:spcAft>
          <a:spcPct val="0"/>
        </a:spcAft>
        <a:defRPr sz="4000">
          <a:solidFill>
            <a:schemeClr val="tx2"/>
          </a:solidFill>
          <a:latin typeface="Franklin Gothic Book"/>
        </a:defRPr>
      </a:lvl5pPr>
      <a:lvl6pPr marL="457200" algn="l" rtl="0" fontAlgn="base">
        <a:spcBef>
          <a:spcPct val="0"/>
        </a:spcBef>
        <a:spcAft>
          <a:spcPct val="0"/>
        </a:spcAft>
        <a:defRPr sz="4000">
          <a:solidFill>
            <a:schemeClr val="tx2"/>
          </a:solidFill>
          <a:latin typeface="Franklin Gothic Book"/>
        </a:defRPr>
      </a:lvl6pPr>
      <a:lvl7pPr marL="914400" algn="l" rtl="0" fontAlgn="base">
        <a:spcBef>
          <a:spcPct val="0"/>
        </a:spcBef>
        <a:spcAft>
          <a:spcPct val="0"/>
        </a:spcAft>
        <a:defRPr sz="4000">
          <a:solidFill>
            <a:schemeClr val="tx2"/>
          </a:solidFill>
          <a:latin typeface="Franklin Gothic Book"/>
        </a:defRPr>
      </a:lvl7pPr>
      <a:lvl8pPr marL="1371600" algn="l" rtl="0" fontAlgn="base">
        <a:spcBef>
          <a:spcPct val="0"/>
        </a:spcBef>
        <a:spcAft>
          <a:spcPct val="0"/>
        </a:spcAft>
        <a:defRPr sz="4000">
          <a:solidFill>
            <a:schemeClr val="tx2"/>
          </a:solidFill>
          <a:latin typeface="Franklin Gothic Book"/>
        </a:defRPr>
      </a:lvl8pPr>
      <a:lvl9pPr marL="1828800" algn="l" rtl="0" fontAlgn="base">
        <a:spcBef>
          <a:spcPct val="0"/>
        </a:spcBef>
        <a:spcAft>
          <a:spcPct val="0"/>
        </a:spcAft>
        <a:defRPr sz="4000">
          <a:solidFill>
            <a:schemeClr val="tx2"/>
          </a:solidFill>
          <a:latin typeface="Franklin Gothic Book"/>
        </a:defRPr>
      </a:lvl9pPr>
    </p:titleStyle>
    <p:body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7688"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6963"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wmf"/><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themeOverride" Target="../theme/themeOverr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2">
            <a:extLst>
              <a:ext uri="{FF2B5EF4-FFF2-40B4-BE49-F238E27FC236}">
                <a16:creationId xmlns:a16="http://schemas.microsoft.com/office/drawing/2014/main" id="{6E223CA5-28DF-4EB8-9015-D48A747CA2F9}"/>
              </a:ext>
            </a:extLst>
          </p:cNvPr>
          <p:cNvSpPr>
            <a:spLocks noGrp="1" noChangeArrowheads="1"/>
          </p:cNvSpPr>
          <p:nvPr>
            <p:ph type="ctrTitle"/>
          </p:nvPr>
        </p:nvSpPr>
        <p:spPr>
          <a:xfrm>
            <a:off x="457200" y="1506538"/>
            <a:ext cx="8229600" cy="1470025"/>
          </a:xfrm>
        </p:spPr>
        <p:txBody>
          <a:bodyPr/>
          <a:lstStyle/>
          <a:p>
            <a:pPr eaLnBrk="1" hangingPunct="1"/>
            <a:r>
              <a:rPr altLang="en-US" dirty="0">
                <a:solidFill>
                  <a:srgbClr val="000099"/>
                </a:solidFill>
                <a:latin typeface="Cambria" panose="02040503050406030204" pitchFamily="18" charset="0"/>
                <a:ea typeface="Cambria" panose="02040503050406030204" pitchFamily="18" charset="0"/>
              </a:rPr>
              <a:t>CC-215-L</a:t>
            </a:r>
            <a:br>
              <a:rPr altLang="en-US" dirty="0">
                <a:solidFill>
                  <a:srgbClr val="000099"/>
                </a:solidFill>
                <a:latin typeface="Cambria" panose="02040503050406030204" pitchFamily="18" charset="0"/>
                <a:ea typeface="Cambria" panose="02040503050406030204" pitchFamily="18" charset="0"/>
              </a:rPr>
            </a:br>
            <a:r>
              <a:rPr altLang="en-US" dirty="0">
                <a:solidFill>
                  <a:srgbClr val="FFFF00"/>
                </a:solidFill>
                <a:latin typeface="Cambria" panose="02040503050406030204" pitchFamily="18" charset="0"/>
                <a:ea typeface="Cambria" panose="02040503050406030204" pitchFamily="18" charset="0"/>
              </a:rPr>
              <a:t>Database Systems Lab</a:t>
            </a:r>
          </a:p>
        </p:txBody>
      </p:sp>
      <p:sp>
        <p:nvSpPr>
          <p:cNvPr id="2" name="Rectangle 2">
            <a:extLst>
              <a:ext uri="{FF2B5EF4-FFF2-40B4-BE49-F238E27FC236}">
                <a16:creationId xmlns:a16="http://schemas.microsoft.com/office/drawing/2014/main" id="{BE4B3138-A767-7D60-38B3-56978D7D4200}"/>
              </a:ext>
            </a:extLst>
          </p:cNvPr>
          <p:cNvSpPr txBox="1">
            <a:spLocks noChangeArrowheads="1"/>
          </p:cNvSpPr>
          <p:nvPr/>
        </p:nvSpPr>
        <p:spPr bwMode="auto">
          <a:xfrm>
            <a:off x="1256191" y="3171999"/>
            <a:ext cx="6477000" cy="1279530"/>
          </a:xfrm>
          <a:prstGeom prst="rect">
            <a:avLst/>
          </a:prstGeom>
          <a:noFill/>
          <a:ln w="19050">
            <a:solidFill>
              <a:schemeClr val="tx1"/>
            </a:solidFill>
          </a:ln>
        </p:spPr>
        <p:txBody>
          <a:bodyPr tIns="274320" bIns="182880" anchor="ctr"/>
          <a:lstStyle>
            <a:lvl1pPr algn="ctr" rtl="0" eaLnBrk="0" fontAlgn="base" hangingPunct="0">
              <a:spcBef>
                <a:spcPct val="0"/>
              </a:spcBef>
              <a:spcAft>
                <a:spcPct val="0"/>
              </a:spcAft>
              <a:defRPr sz="3600" b="1">
                <a:solidFill>
                  <a:schemeClr val="tx2"/>
                </a:solidFill>
                <a:latin typeface="+mj-lt"/>
                <a:ea typeface="+mj-ea"/>
                <a:cs typeface="+mj-cs"/>
              </a:defRPr>
            </a:lvl1pPr>
            <a:lvl2pPr algn="ctr" rtl="0" eaLnBrk="0" fontAlgn="base" hangingPunct="0">
              <a:spcBef>
                <a:spcPct val="0"/>
              </a:spcBef>
              <a:spcAft>
                <a:spcPct val="0"/>
              </a:spcAft>
              <a:defRPr sz="3600" b="1">
                <a:solidFill>
                  <a:schemeClr val="tx2"/>
                </a:solidFill>
                <a:latin typeface="Tahoma" pitchFamily="34" charset="0"/>
              </a:defRPr>
            </a:lvl2pPr>
            <a:lvl3pPr algn="ctr" rtl="0" eaLnBrk="0" fontAlgn="base" hangingPunct="0">
              <a:spcBef>
                <a:spcPct val="0"/>
              </a:spcBef>
              <a:spcAft>
                <a:spcPct val="0"/>
              </a:spcAft>
              <a:defRPr sz="3600" b="1">
                <a:solidFill>
                  <a:schemeClr val="tx2"/>
                </a:solidFill>
                <a:latin typeface="Tahoma" pitchFamily="34" charset="0"/>
              </a:defRPr>
            </a:lvl3pPr>
            <a:lvl4pPr algn="ctr" rtl="0" eaLnBrk="0" fontAlgn="base" hangingPunct="0">
              <a:spcBef>
                <a:spcPct val="0"/>
              </a:spcBef>
              <a:spcAft>
                <a:spcPct val="0"/>
              </a:spcAft>
              <a:defRPr sz="3600" b="1">
                <a:solidFill>
                  <a:schemeClr val="tx2"/>
                </a:solidFill>
                <a:latin typeface="Tahoma" pitchFamily="34" charset="0"/>
              </a:defRPr>
            </a:lvl4pPr>
            <a:lvl5pPr algn="ctr" rtl="0" eaLnBrk="0" fontAlgn="base" hangingPunct="0">
              <a:spcBef>
                <a:spcPct val="0"/>
              </a:spcBef>
              <a:spcAft>
                <a:spcPct val="0"/>
              </a:spcAft>
              <a:defRPr sz="3600" b="1">
                <a:solidFill>
                  <a:schemeClr val="tx2"/>
                </a:solidFill>
                <a:latin typeface="Tahoma" pitchFamily="34" charset="0"/>
              </a:defRPr>
            </a:lvl5pPr>
            <a:lvl6pPr marL="457200" algn="ctr" rtl="0" fontAlgn="base">
              <a:spcBef>
                <a:spcPct val="0"/>
              </a:spcBef>
              <a:spcAft>
                <a:spcPct val="0"/>
              </a:spcAft>
              <a:defRPr sz="3600" b="1">
                <a:solidFill>
                  <a:schemeClr val="tx2"/>
                </a:solidFill>
                <a:latin typeface="Tahoma" pitchFamily="34" charset="0"/>
              </a:defRPr>
            </a:lvl6pPr>
            <a:lvl7pPr marL="914400" algn="ctr" rtl="0" fontAlgn="base">
              <a:spcBef>
                <a:spcPct val="0"/>
              </a:spcBef>
              <a:spcAft>
                <a:spcPct val="0"/>
              </a:spcAft>
              <a:defRPr sz="3600" b="1">
                <a:solidFill>
                  <a:schemeClr val="tx2"/>
                </a:solidFill>
                <a:latin typeface="Tahoma" pitchFamily="34" charset="0"/>
              </a:defRPr>
            </a:lvl7pPr>
            <a:lvl8pPr marL="1371600" algn="ctr" rtl="0" fontAlgn="base">
              <a:spcBef>
                <a:spcPct val="0"/>
              </a:spcBef>
              <a:spcAft>
                <a:spcPct val="0"/>
              </a:spcAft>
              <a:defRPr sz="3600" b="1">
                <a:solidFill>
                  <a:schemeClr val="tx2"/>
                </a:solidFill>
                <a:latin typeface="Tahoma" pitchFamily="34" charset="0"/>
              </a:defRPr>
            </a:lvl8pPr>
            <a:lvl9pPr marL="1828800" algn="ctr" rtl="0" fontAlgn="base">
              <a:spcBef>
                <a:spcPct val="0"/>
              </a:spcBef>
              <a:spcAft>
                <a:spcPct val="0"/>
              </a:spcAft>
              <a:defRPr sz="3600" b="1">
                <a:solidFill>
                  <a:schemeClr val="tx2"/>
                </a:solidFill>
                <a:latin typeface="Tahoma" pitchFamily="34" charset="0"/>
              </a:defRPr>
            </a:lvl9pPr>
          </a:lstStyle>
          <a:p>
            <a:pPr marL="0" marR="0" lvl="0" indent="0" algn="ctr" defTabSz="914400" rtl="0" eaLnBrk="1" fontAlgn="base" latinLnBrk="0" hangingPunct="1">
              <a:lnSpc>
                <a:spcPct val="100000"/>
              </a:lnSpc>
              <a:spcBef>
                <a:spcPts val="1200"/>
              </a:spcBef>
              <a:spcAft>
                <a:spcPts val="0"/>
              </a:spcAft>
              <a:buClrTx/>
              <a:buSzTx/>
              <a:buFontTx/>
              <a:buNone/>
              <a:tabLst/>
              <a:defRPr/>
            </a:pPr>
            <a:r>
              <a:rPr kumimoji="0" lang="en-US" sz="3200" b="1" i="0" u="none" strike="noStrike" kern="0" cap="none" spc="0" normalizeH="0" baseline="0" noProof="0" dirty="0">
                <a:ln>
                  <a:noFill/>
                </a:ln>
                <a:solidFill>
                  <a:srgbClr val="0033CC"/>
                </a:solidFill>
                <a:effectLst/>
                <a:uLnTx/>
                <a:uFillTx/>
                <a:latin typeface="Cambria" panose="02040503050406030204" pitchFamily="18" charset="0"/>
                <a:ea typeface="Cambria" panose="02040503050406030204" pitchFamily="18" charset="0"/>
              </a:rPr>
              <a:t>— Unit 4 —</a:t>
            </a:r>
            <a:br>
              <a:rPr kumimoji="0" lang="en-US" sz="3200" b="1" i="0" u="none" strike="noStrike" kern="0" cap="none" spc="0" normalizeH="0" baseline="0" noProof="0" dirty="0">
                <a:ln>
                  <a:noFill/>
                </a:ln>
                <a:solidFill>
                  <a:srgbClr val="333399"/>
                </a:solidFill>
                <a:effectLst/>
                <a:uLnTx/>
                <a:uFillTx/>
                <a:latin typeface="Cambria" panose="02040503050406030204" pitchFamily="18" charset="0"/>
                <a:ea typeface="Cambria" panose="02040503050406030204" pitchFamily="18" charset="0"/>
              </a:rPr>
            </a:br>
            <a:r>
              <a:rPr kumimoji="0" lang="en-US" sz="3200" b="1" i="0" u="none" strike="noStrike" kern="0" cap="none" spc="0" normalizeH="0" baseline="0" noProof="0" dirty="0">
                <a:ln>
                  <a:noFill/>
                </a:ln>
                <a:solidFill>
                  <a:srgbClr val="C00000"/>
                </a:solidFill>
                <a:effectLst/>
                <a:uLnTx/>
                <a:uFillTx/>
                <a:latin typeface="Cambria" panose="02040503050406030204" pitchFamily="18" charset="0"/>
                <a:ea typeface="Cambria" panose="02040503050406030204" pitchFamily="18" charset="0"/>
              </a:rPr>
              <a:t>Group &amp; Analytic Functions </a:t>
            </a:r>
            <a:endParaRPr kumimoji="0" lang="en-US" sz="2400" b="1" i="0" u="none" strike="noStrike" kern="1200" cap="none" spc="0" normalizeH="0" baseline="0" noProof="0" dirty="0">
              <a:ln>
                <a:noFill/>
              </a:ln>
              <a:solidFill>
                <a:srgbClr val="333399"/>
              </a:solidFill>
              <a:effectLst/>
              <a:uLnTx/>
              <a:uFillTx/>
              <a:latin typeface="Cambria" panose="02040503050406030204" pitchFamily="18" charset="0"/>
              <a:ea typeface="Cambria" panose="02040503050406030204" pitchFamily="18" charset="0"/>
            </a:endParaRPr>
          </a:p>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200" b="0" i="0" u="none" strike="noStrike" kern="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endParaRPr>
          </a:p>
        </p:txBody>
      </p:sp>
      <p:sp>
        <p:nvSpPr>
          <p:cNvPr id="7" name="Rectangle 2">
            <a:extLst>
              <a:ext uri="{FF2B5EF4-FFF2-40B4-BE49-F238E27FC236}">
                <a16:creationId xmlns:a16="http://schemas.microsoft.com/office/drawing/2014/main" id="{157297BE-EE28-F676-BE56-7D8A7B565F16}"/>
              </a:ext>
            </a:extLst>
          </p:cNvPr>
          <p:cNvSpPr txBox="1">
            <a:spLocks noChangeArrowheads="1"/>
          </p:cNvSpPr>
          <p:nvPr/>
        </p:nvSpPr>
        <p:spPr bwMode="auto">
          <a:xfrm>
            <a:off x="1256191" y="4610893"/>
            <a:ext cx="6477000" cy="1481137"/>
          </a:xfrm>
          <a:prstGeom prst="rect">
            <a:avLst/>
          </a:prstGeom>
          <a:noFill/>
          <a:ln w="19050">
            <a:solidFill>
              <a:srgbClr val="000000"/>
            </a:solidFill>
            <a:miter lim="800000"/>
            <a:headEnd/>
            <a:tailEnd/>
          </a:ln>
        </p:spPr>
        <p:txBody>
          <a:bodyPr anchor="ctr"/>
          <a:lstStyle>
            <a:lvl1pPr algn="ctr" rtl="0" eaLnBrk="0" fontAlgn="base" hangingPunct="0">
              <a:spcBef>
                <a:spcPct val="0"/>
              </a:spcBef>
              <a:spcAft>
                <a:spcPct val="0"/>
              </a:spcAft>
              <a:defRPr sz="3600" b="1">
                <a:solidFill>
                  <a:schemeClr val="tx2"/>
                </a:solidFill>
                <a:latin typeface="+mj-lt"/>
                <a:ea typeface="+mj-ea"/>
                <a:cs typeface="+mj-cs"/>
              </a:defRPr>
            </a:lvl1pPr>
            <a:lvl2pPr algn="ctr" rtl="0" eaLnBrk="0" fontAlgn="base" hangingPunct="0">
              <a:spcBef>
                <a:spcPct val="0"/>
              </a:spcBef>
              <a:spcAft>
                <a:spcPct val="0"/>
              </a:spcAft>
              <a:defRPr sz="3600" b="1">
                <a:solidFill>
                  <a:schemeClr val="tx2"/>
                </a:solidFill>
                <a:latin typeface="Tahoma" pitchFamily="34" charset="0"/>
              </a:defRPr>
            </a:lvl2pPr>
            <a:lvl3pPr algn="ctr" rtl="0" eaLnBrk="0" fontAlgn="base" hangingPunct="0">
              <a:spcBef>
                <a:spcPct val="0"/>
              </a:spcBef>
              <a:spcAft>
                <a:spcPct val="0"/>
              </a:spcAft>
              <a:defRPr sz="3600" b="1">
                <a:solidFill>
                  <a:schemeClr val="tx2"/>
                </a:solidFill>
                <a:latin typeface="Tahoma" pitchFamily="34" charset="0"/>
              </a:defRPr>
            </a:lvl3pPr>
            <a:lvl4pPr algn="ctr" rtl="0" eaLnBrk="0" fontAlgn="base" hangingPunct="0">
              <a:spcBef>
                <a:spcPct val="0"/>
              </a:spcBef>
              <a:spcAft>
                <a:spcPct val="0"/>
              </a:spcAft>
              <a:defRPr sz="3600" b="1">
                <a:solidFill>
                  <a:schemeClr val="tx2"/>
                </a:solidFill>
                <a:latin typeface="Tahoma" pitchFamily="34" charset="0"/>
              </a:defRPr>
            </a:lvl4pPr>
            <a:lvl5pPr algn="ctr" rtl="0" eaLnBrk="0" fontAlgn="base" hangingPunct="0">
              <a:spcBef>
                <a:spcPct val="0"/>
              </a:spcBef>
              <a:spcAft>
                <a:spcPct val="0"/>
              </a:spcAft>
              <a:defRPr sz="3600" b="1">
                <a:solidFill>
                  <a:schemeClr val="tx2"/>
                </a:solidFill>
                <a:latin typeface="Tahoma" pitchFamily="34" charset="0"/>
              </a:defRPr>
            </a:lvl5pPr>
            <a:lvl6pPr marL="457200" algn="ctr" rtl="0" fontAlgn="base">
              <a:spcBef>
                <a:spcPct val="0"/>
              </a:spcBef>
              <a:spcAft>
                <a:spcPct val="0"/>
              </a:spcAft>
              <a:defRPr sz="3600" b="1">
                <a:solidFill>
                  <a:schemeClr val="tx2"/>
                </a:solidFill>
                <a:latin typeface="Tahoma" pitchFamily="34" charset="0"/>
              </a:defRPr>
            </a:lvl6pPr>
            <a:lvl7pPr marL="914400" algn="ctr" rtl="0" fontAlgn="base">
              <a:spcBef>
                <a:spcPct val="0"/>
              </a:spcBef>
              <a:spcAft>
                <a:spcPct val="0"/>
              </a:spcAft>
              <a:defRPr sz="3600" b="1">
                <a:solidFill>
                  <a:schemeClr val="tx2"/>
                </a:solidFill>
                <a:latin typeface="Tahoma" pitchFamily="34" charset="0"/>
              </a:defRPr>
            </a:lvl7pPr>
            <a:lvl8pPr marL="1371600" algn="ctr" rtl="0" fontAlgn="base">
              <a:spcBef>
                <a:spcPct val="0"/>
              </a:spcBef>
              <a:spcAft>
                <a:spcPct val="0"/>
              </a:spcAft>
              <a:defRPr sz="3600" b="1">
                <a:solidFill>
                  <a:schemeClr val="tx2"/>
                </a:solidFill>
                <a:latin typeface="Tahoma" pitchFamily="34" charset="0"/>
              </a:defRPr>
            </a:lvl8pPr>
            <a:lvl9pPr marL="1828800" algn="ctr" rtl="0" fontAlgn="base">
              <a:spcBef>
                <a:spcPct val="0"/>
              </a:spcBef>
              <a:spcAft>
                <a:spcPct val="0"/>
              </a:spcAft>
              <a:defRPr sz="3600" b="1">
                <a:solidFill>
                  <a:schemeClr val="tx2"/>
                </a:solidFill>
                <a:latin typeface="Tahoma" pitchFamily="34" charset="0"/>
              </a:defRPr>
            </a:lvl9pPr>
          </a:lstStyle>
          <a:p>
            <a:pPr marL="0" marR="0" lvl="0" indent="0" algn="ctr" defTabSz="914400" rtl="0" eaLnBrk="1" fontAlgn="base" latinLnBrk="0" hangingPunct="1">
              <a:lnSpc>
                <a:spcPct val="100000"/>
              </a:lnSpc>
              <a:spcBef>
                <a:spcPts val="1800"/>
              </a:spcBef>
              <a:spcAft>
                <a:spcPts val="600"/>
              </a:spcAft>
              <a:buClrTx/>
              <a:buSzTx/>
              <a:buFontTx/>
              <a:buNone/>
              <a:tabLst/>
              <a:defRPr/>
            </a:pPr>
            <a:br>
              <a:rPr kumimoji="0" lang="en-US" sz="3200" b="1" i="0" u="none" strike="noStrike" kern="0" cap="none" spc="0" normalizeH="0" baseline="0" noProof="0" dirty="0">
                <a:ln>
                  <a:noFill/>
                </a:ln>
                <a:solidFill>
                  <a:srgbClr val="C00000"/>
                </a:solidFill>
                <a:effectLst/>
                <a:uLnTx/>
                <a:uFillTx/>
                <a:latin typeface="Cambria" panose="02040503050406030204" pitchFamily="18" charset="0"/>
                <a:ea typeface="Cambria" panose="02040503050406030204" pitchFamily="18" charset="0"/>
              </a:rPr>
            </a:br>
            <a:r>
              <a:rPr kumimoji="0" lang="en-US" sz="2800" b="1" i="0" u="none" strike="noStrike" kern="0" cap="none" spc="0" normalizeH="0" baseline="0" noProof="0" dirty="0">
                <a:ln>
                  <a:noFill/>
                </a:ln>
                <a:solidFill>
                  <a:srgbClr val="333399"/>
                </a:solidFill>
                <a:effectLst/>
                <a:uLnTx/>
                <a:uFillTx/>
                <a:latin typeface="Cambria" panose="02040503050406030204" pitchFamily="18" charset="0"/>
                <a:ea typeface="Cambria" panose="02040503050406030204" pitchFamily="18" charset="0"/>
              </a:rPr>
              <a:t>Dr. Asif Sohail</a:t>
            </a:r>
            <a:br>
              <a:rPr kumimoji="0" lang="en-US" sz="2800" b="1" i="0" u="none" strike="noStrike" kern="0" cap="none" spc="0" normalizeH="0" baseline="0" noProof="0" dirty="0">
                <a:ln>
                  <a:noFill/>
                </a:ln>
                <a:solidFill>
                  <a:srgbClr val="333399"/>
                </a:solidFill>
                <a:effectLst/>
                <a:uLnTx/>
                <a:uFillTx/>
                <a:latin typeface="Cambria" panose="02040503050406030204" pitchFamily="18" charset="0"/>
                <a:ea typeface="Cambria" panose="02040503050406030204" pitchFamily="18" charset="0"/>
              </a:rPr>
            </a:br>
            <a:br>
              <a:rPr kumimoji="0" lang="en-US" sz="1200" b="1" i="0" u="none" strike="noStrike" kern="0" cap="none" spc="0" normalizeH="0" baseline="0" noProof="0" dirty="0">
                <a:ln>
                  <a:noFill/>
                </a:ln>
                <a:solidFill>
                  <a:srgbClr val="333399"/>
                </a:solidFill>
                <a:effectLst/>
                <a:uLnTx/>
                <a:uFillTx/>
                <a:latin typeface="Cambria" panose="02040503050406030204" pitchFamily="18" charset="0"/>
                <a:ea typeface="Cambria" panose="02040503050406030204" pitchFamily="18" charset="0"/>
              </a:rPr>
            </a:br>
            <a:r>
              <a:rPr kumimoji="0" lang="en-US" altLang="en-US" sz="2000" b="0" i="0" u="none" strike="noStrike" kern="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rPr>
              <a:t>University of the Punjab</a:t>
            </a:r>
            <a:br>
              <a:rPr kumimoji="0" lang="en-US" altLang="en-US" sz="2000" b="0" i="0" u="none" strike="noStrike" kern="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rPr>
            </a:br>
            <a:r>
              <a:rPr kumimoji="0" lang="en-US" altLang="en-US" sz="2000" b="0" i="0" u="none" strike="noStrike" kern="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rPr>
              <a:t>Department of Information Technology, FCIT</a:t>
            </a:r>
            <a:br>
              <a:rPr kumimoji="0" lang="de-AT" altLang="en-US" sz="1800" b="0" i="0" u="none" strike="noStrike" kern="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rPr>
            </a:br>
            <a:endParaRPr kumimoji="0" lang="en-US" sz="3200" b="0" i="0" u="none" strike="noStrike" kern="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endParaRPr>
          </a:p>
        </p:txBody>
      </p:sp>
      <p:sp>
        <p:nvSpPr>
          <p:cNvPr id="3" name="TextBox 2">
            <a:extLst>
              <a:ext uri="{FF2B5EF4-FFF2-40B4-BE49-F238E27FC236}">
                <a16:creationId xmlns:a16="http://schemas.microsoft.com/office/drawing/2014/main" id="{EE45C58E-0F41-E365-5874-2471AB0F60B5}"/>
              </a:ext>
            </a:extLst>
          </p:cNvPr>
          <p:cNvSpPr txBox="1"/>
          <p:nvPr/>
        </p:nvSpPr>
        <p:spPr>
          <a:xfrm>
            <a:off x="438448" y="6309320"/>
            <a:ext cx="7712703" cy="338554"/>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srgbClr val="C00000"/>
                </a:solidFill>
                <a:effectLst/>
                <a:uLnTx/>
                <a:uFillTx/>
                <a:latin typeface="Cambria" panose="02040503050406030204" pitchFamily="18" charset="0"/>
                <a:ea typeface="Cambria" panose="02040503050406030204" pitchFamily="18" charset="0"/>
              </a:rPr>
              <a:t>Some of the slides are adapted from </a:t>
            </a:r>
            <a:r>
              <a:rPr kumimoji="0" lang="en-US" sz="1600" b="1" i="0" u="none" strike="noStrike" kern="1200" cap="none" spc="0" normalizeH="0" baseline="0" noProof="0" dirty="0">
                <a:ln>
                  <a:noFill/>
                </a:ln>
                <a:solidFill>
                  <a:srgbClr val="0000FF"/>
                </a:solidFill>
                <a:effectLst/>
                <a:uLnTx/>
                <a:uFillTx/>
                <a:latin typeface="Cambria" panose="02040503050406030204" pitchFamily="18" charset="0"/>
                <a:ea typeface="Cambria" panose="02040503050406030204" pitchFamily="18" charset="0"/>
              </a:rPr>
              <a:t>Oracle Corporation.</a:t>
            </a:r>
            <a:endParaRPr kumimoji="0" lang="en-US" sz="1600" b="1"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Cambria" panose="02040503050406030204" pitchFamily="18" charset="0"/>
              <a:ea typeface="Cambria" panose="02040503050406030204" pitchFamily="18" charset="0"/>
            </a:endParaRPr>
          </a:p>
        </p:txBody>
      </p:sp>
      <p:pic>
        <p:nvPicPr>
          <p:cNvPr id="4" name="Picture 11">
            <a:extLst>
              <a:ext uri="{FF2B5EF4-FFF2-40B4-BE49-F238E27FC236}">
                <a16:creationId xmlns:a16="http://schemas.microsoft.com/office/drawing/2014/main" id="{52263002-B443-FA9E-DD31-44571C45825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8353" y="191419"/>
            <a:ext cx="955675" cy="1125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9">
            <a:extLst>
              <a:ext uri="{FF2B5EF4-FFF2-40B4-BE49-F238E27FC236}">
                <a16:creationId xmlns:a16="http://schemas.microsoft.com/office/drawing/2014/main" id="{0664FCA6-02D3-5FBE-852B-E0830F9F3F1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67625" y="188640"/>
            <a:ext cx="803275" cy="1125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8914" name="Rectangle 2">
            <a:extLst>
              <a:ext uri="{FF2B5EF4-FFF2-40B4-BE49-F238E27FC236}">
                <a16:creationId xmlns:a16="http://schemas.microsoft.com/office/drawing/2014/main" id="{547AD0BE-3D34-A0CD-B207-54A69D35063F}"/>
              </a:ext>
            </a:extLst>
          </p:cNvPr>
          <p:cNvSpPr>
            <a:spLocks noGrp="1" noChangeArrowheads="1"/>
          </p:cNvSpPr>
          <p:nvPr>
            <p:ph type="title"/>
          </p:nvPr>
        </p:nvSpPr>
        <p:spPr>
          <a:xfrm>
            <a:off x="323850" y="231304"/>
            <a:ext cx="6480398" cy="533400"/>
          </a:xfrm>
        </p:spPr>
        <p:txBody>
          <a:bodyPr/>
          <a:lstStyle/>
          <a:p>
            <a:pPr eaLnBrk="1" hangingPunct="1"/>
            <a:br>
              <a:rPr lang="en-US" altLang="en-US" sz="2800" b="1" u="sng" dirty="0">
                <a:solidFill>
                  <a:srgbClr val="D34817"/>
                </a:solidFill>
                <a:latin typeface="Cambria" panose="02040503050406030204" pitchFamily="18" charset="0"/>
                <a:ea typeface="Cambria" panose="02040503050406030204" pitchFamily="18" charset="0"/>
              </a:rPr>
            </a:br>
            <a:br>
              <a:rPr lang="en-US" altLang="en-US" sz="2800" b="1" u="sng" dirty="0">
                <a:solidFill>
                  <a:srgbClr val="D34817"/>
                </a:solidFill>
                <a:latin typeface="Cambria" panose="02040503050406030204" pitchFamily="18" charset="0"/>
                <a:ea typeface="Cambria" panose="02040503050406030204" pitchFamily="18" charset="0"/>
              </a:rPr>
            </a:br>
            <a:r>
              <a:rPr lang="en-US" altLang="en-US" sz="2800" b="1" u="sng" dirty="0">
                <a:solidFill>
                  <a:srgbClr val="D34817"/>
                </a:solidFill>
                <a:latin typeface="Cambria" panose="02040503050406030204" pitchFamily="18" charset="0"/>
                <a:ea typeface="Cambria" panose="02040503050406030204" pitchFamily="18" charset="0"/>
              </a:rPr>
              <a:t>Introduction</a:t>
            </a:r>
          </a:p>
        </p:txBody>
      </p:sp>
      <p:sp>
        <p:nvSpPr>
          <p:cNvPr id="38915" name="Rectangle 3">
            <a:extLst>
              <a:ext uri="{FF2B5EF4-FFF2-40B4-BE49-F238E27FC236}">
                <a16:creationId xmlns:a16="http://schemas.microsoft.com/office/drawing/2014/main" id="{FB66AF34-8BB8-1133-8B11-0E3531D67976}"/>
              </a:ext>
            </a:extLst>
          </p:cNvPr>
          <p:cNvSpPr>
            <a:spLocks noGrp="1" noChangeArrowheads="1"/>
          </p:cNvSpPr>
          <p:nvPr>
            <p:ph sz="quarter" idx="1"/>
          </p:nvPr>
        </p:nvSpPr>
        <p:spPr>
          <a:xfrm>
            <a:off x="425450" y="741784"/>
            <a:ext cx="8394700" cy="802382"/>
          </a:xfrm>
        </p:spPr>
        <p:txBody>
          <a:bodyPr/>
          <a:lstStyle/>
          <a:p>
            <a:pPr marL="285750" indent="-285750" algn="just">
              <a:buSzPct val="50000"/>
              <a:buFont typeface="Wingdings" panose="05000000000000000000" pitchFamily="2" charset="2"/>
              <a:buChar char="l"/>
            </a:pPr>
            <a:r>
              <a:rPr lang="en-US" altLang="en-US" sz="2400" dirty="0">
                <a:latin typeface="Cambria" panose="02040503050406030204" pitchFamily="18" charset="0"/>
                <a:ea typeface="Cambria" panose="02040503050406030204" pitchFamily="18" charset="0"/>
                <a:cs typeface="Calibri" panose="020F0502020204030204" pitchFamily="34" charset="0"/>
              </a:rPr>
              <a:t>Group functions operate on sets of rows to give one result per group.</a:t>
            </a:r>
            <a:endParaRPr lang="en-US" altLang="en-US" sz="2800" dirty="0"/>
          </a:p>
        </p:txBody>
      </p:sp>
      <p:sp>
        <p:nvSpPr>
          <p:cNvPr id="3" name="Footer Placeholder 2">
            <a:extLst>
              <a:ext uri="{FF2B5EF4-FFF2-40B4-BE49-F238E27FC236}">
                <a16:creationId xmlns:a16="http://schemas.microsoft.com/office/drawing/2014/main" id="{57930DB6-28B3-8B2F-E873-CB67BEEFCB04}"/>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2" name="Slide Number Placeholder 23">
            <a:extLst>
              <a:ext uri="{FF2B5EF4-FFF2-40B4-BE49-F238E27FC236}">
                <a16:creationId xmlns:a16="http://schemas.microsoft.com/office/drawing/2014/main" id="{7DF2036A-035F-B920-4CA7-D6292A5FA8CA}"/>
              </a:ext>
            </a:extLst>
          </p:cNvPr>
          <p:cNvSpPr>
            <a:spLocks noGrp="1"/>
          </p:cNvSpPr>
          <p:nvPr>
            <p:ph type="sldNum" sz="quarter" idx="12"/>
          </p:nvPr>
        </p:nvSpPr>
        <p:spPr>
          <a:xfrm>
            <a:off x="8532440" y="6166335"/>
            <a:ext cx="427833"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2</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4" name="Rectangle 2">
            <a:extLst>
              <a:ext uri="{FF2B5EF4-FFF2-40B4-BE49-F238E27FC236}">
                <a16:creationId xmlns:a16="http://schemas.microsoft.com/office/drawing/2014/main" id="{EBE1CD16-AC58-8740-212A-42C5B12CD1F2}"/>
              </a:ext>
            </a:extLst>
          </p:cNvPr>
          <p:cNvSpPr>
            <a:spLocks noChangeArrowheads="1"/>
          </p:cNvSpPr>
          <p:nvPr/>
        </p:nvSpPr>
        <p:spPr bwMode="blackWhite">
          <a:xfrm>
            <a:off x="6797898" y="3592091"/>
            <a:ext cx="1430338" cy="1162050"/>
          </a:xfrm>
          <a:prstGeom prst="rect">
            <a:avLst/>
          </a:prstGeom>
          <a:solidFill>
            <a:srgbClr val="FFCC99"/>
          </a:solidFill>
          <a:ln w="25400">
            <a:solidFill>
              <a:srgbClr val="000000"/>
            </a:solidFill>
            <a:miter lim="800000"/>
            <a:headEnd/>
            <a:tailEnd/>
          </a:ln>
          <a:effectLst>
            <a:outerShdw dist="107763" dir="2700000" algn="ctr" rotWithShape="0">
              <a:srgbClr val="000000">
                <a:alpha val="50000"/>
              </a:srgbClr>
            </a:outerShdw>
          </a:effectLst>
        </p:spPr>
        <p:txBody>
          <a:bodyPr lIns="92075" tIns="46038" rIns="92075" bIns="46038">
            <a:spAutoFit/>
          </a:bodyPr>
          <a:lstStyle>
            <a:lvl1pPr>
              <a:spcBef>
                <a:spcPct val="20000"/>
              </a:spcBef>
              <a:buChar char="•"/>
              <a:tabLst>
                <a:tab pos="914400" algn="l"/>
                <a:tab pos="1885950" algn="l"/>
                <a:tab pos="2457450" algn="l"/>
              </a:tabLst>
              <a:defRPr sz="2800">
                <a:solidFill>
                  <a:schemeClr val="tx1"/>
                </a:solidFill>
                <a:latin typeface="Arial" panose="020B0604020202020204" pitchFamily="34" charset="0"/>
              </a:defRPr>
            </a:lvl1pPr>
            <a:lvl2pPr marL="742950" indent="-285750">
              <a:spcBef>
                <a:spcPct val="20000"/>
              </a:spcBef>
              <a:buChar char="–"/>
              <a:tabLst>
                <a:tab pos="914400" algn="l"/>
                <a:tab pos="1885950" algn="l"/>
                <a:tab pos="2457450" algn="l"/>
              </a:tabLst>
              <a:defRPr sz="2400">
                <a:solidFill>
                  <a:schemeClr val="tx1"/>
                </a:solidFill>
                <a:latin typeface="Arial" panose="020B0604020202020204" pitchFamily="34" charset="0"/>
              </a:defRPr>
            </a:lvl2pPr>
            <a:lvl3pPr marL="1143000" indent="-228600">
              <a:spcBef>
                <a:spcPct val="20000"/>
              </a:spcBef>
              <a:buChar char="•"/>
              <a:tabLst>
                <a:tab pos="914400" algn="l"/>
                <a:tab pos="1885950" algn="l"/>
                <a:tab pos="2457450" algn="l"/>
              </a:tabLst>
              <a:defRPr sz="2000">
                <a:solidFill>
                  <a:schemeClr val="tx1"/>
                </a:solidFill>
                <a:latin typeface="Arial" panose="020B0604020202020204" pitchFamily="34" charset="0"/>
              </a:defRPr>
            </a:lvl3pPr>
            <a:lvl4pPr marL="1600200" indent="-228600">
              <a:spcBef>
                <a:spcPct val="20000"/>
              </a:spcBef>
              <a:buChar char="–"/>
              <a:tabLst>
                <a:tab pos="914400" algn="l"/>
                <a:tab pos="1885950" algn="l"/>
                <a:tab pos="2457450" algn="l"/>
              </a:tabLst>
              <a:defRPr sz="2000">
                <a:solidFill>
                  <a:schemeClr val="tx1"/>
                </a:solidFill>
                <a:latin typeface="Arial" panose="020B0604020202020204" pitchFamily="34" charset="0"/>
              </a:defRPr>
            </a:lvl4pPr>
            <a:lvl5pPr marL="2057400" indent="-228600">
              <a:spcBef>
                <a:spcPct val="20000"/>
              </a:spcBef>
              <a:buChar char="»"/>
              <a:tabLst>
                <a:tab pos="914400" algn="l"/>
                <a:tab pos="1885950" algn="l"/>
                <a:tab pos="24574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914400" algn="l"/>
                <a:tab pos="1885950" algn="l"/>
                <a:tab pos="24574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914400" algn="l"/>
                <a:tab pos="1885950" algn="l"/>
                <a:tab pos="24574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914400" algn="l"/>
                <a:tab pos="1885950" algn="l"/>
                <a:tab pos="24574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914400" algn="l"/>
                <a:tab pos="1885950" algn="l"/>
                <a:tab pos="2457450" algn="l"/>
              </a:tabLst>
              <a:defRPr sz="2000">
                <a:solidFill>
                  <a:schemeClr val="tx1"/>
                </a:solidFill>
                <a:latin typeface="Arial" panose="020B0604020202020204" pitchFamily="34" charset="0"/>
              </a:defRPr>
            </a:lvl9pPr>
          </a:lstStyle>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a:p>
            <a:pPr>
              <a:lnSpc>
                <a:spcPct val="90000"/>
              </a:lnSpc>
              <a:spcBef>
                <a:spcPct val="0"/>
              </a:spcBef>
              <a:buFontTx/>
              <a:buNone/>
            </a:pPr>
            <a:endParaRPr lang="en-US" altLang="en-US" sz="1800" b="1">
              <a:solidFill>
                <a:srgbClr val="000000"/>
              </a:solidFill>
              <a:latin typeface="Courier New" panose="02070309020205020404" pitchFamily="49" charset="0"/>
            </a:endParaRPr>
          </a:p>
          <a:p>
            <a:pPr>
              <a:lnSpc>
                <a:spcPct val="90000"/>
              </a:lnSpc>
              <a:spcBef>
                <a:spcPct val="0"/>
              </a:spcBef>
              <a:buFontTx/>
              <a:buNone/>
            </a:pPr>
            <a:endParaRPr lang="en-US" altLang="en-US" sz="1800" b="1">
              <a:solidFill>
                <a:srgbClr val="000000"/>
              </a:solidFill>
              <a:latin typeface="Courier New" panose="02070309020205020404" pitchFamily="49" charset="0"/>
            </a:endParaRPr>
          </a:p>
        </p:txBody>
      </p:sp>
      <p:sp>
        <p:nvSpPr>
          <p:cNvPr id="5" name="Rectangle 3">
            <a:extLst>
              <a:ext uri="{FF2B5EF4-FFF2-40B4-BE49-F238E27FC236}">
                <a16:creationId xmlns:a16="http://schemas.microsoft.com/office/drawing/2014/main" id="{4106C40B-032E-B594-6B69-F79EA953204F}"/>
              </a:ext>
            </a:extLst>
          </p:cNvPr>
          <p:cNvSpPr>
            <a:spLocks noChangeArrowheads="1"/>
          </p:cNvSpPr>
          <p:nvPr/>
        </p:nvSpPr>
        <p:spPr bwMode="blackWhite">
          <a:xfrm>
            <a:off x="1292448" y="2028403"/>
            <a:ext cx="2905125" cy="4092575"/>
          </a:xfrm>
          <a:prstGeom prst="rect">
            <a:avLst/>
          </a:prstGeom>
          <a:solidFill>
            <a:srgbClr val="FFCC99"/>
          </a:solidFill>
          <a:ln w="25400">
            <a:solidFill>
              <a:srgbClr val="000000"/>
            </a:solidFill>
            <a:miter lim="800000"/>
            <a:headEnd/>
            <a:tailEnd/>
          </a:ln>
          <a:effectLst>
            <a:outerShdw dist="107763" dir="2700000" algn="ctr" rotWithShape="0">
              <a:srgbClr val="000000">
                <a:alpha val="50000"/>
              </a:srgbClr>
            </a:outerShdw>
          </a:effectLst>
        </p:spPr>
        <p:txBody>
          <a:bodyPr lIns="92075" tIns="46038" rIns="92075" bIns="46038">
            <a:spAutoFit/>
          </a:bodyPr>
          <a:lstStyle>
            <a:lvl1pPr>
              <a:spcBef>
                <a:spcPct val="20000"/>
              </a:spcBef>
              <a:buChar char="•"/>
              <a:tabLst>
                <a:tab pos="914400" algn="l"/>
                <a:tab pos="1885950" algn="l"/>
                <a:tab pos="2457450" algn="l"/>
              </a:tabLst>
              <a:defRPr sz="2800">
                <a:solidFill>
                  <a:schemeClr val="tx1"/>
                </a:solidFill>
                <a:latin typeface="Arial" panose="020B0604020202020204" pitchFamily="34" charset="0"/>
              </a:defRPr>
            </a:lvl1pPr>
            <a:lvl2pPr marL="742950" indent="-285750">
              <a:spcBef>
                <a:spcPct val="20000"/>
              </a:spcBef>
              <a:buChar char="–"/>
              <a:tabLst>
                <a:tab pos="914400" algn="l"/>
                <a:tab pos="1885950" algn="l"/>
                <a:tab pos="2457450" algn="l"/>
              </a:tabLst>
              <a:defRPr sz="2400">
                <a:solidFill>
                  <a:schemeClr val="tx1"/>
                </a:solidFill>
                <a:latin typeface="Arial" panose="020B0604020202020204" pitchFamily="34" charset="0"/>
              </a:defRPr>
            </a:lvl2pPr>
            <a:lvl3pPr marL="1143000" indent="-228600">
              <a:spcBef>
                <a:spcPct val="20000"/>
              </a:spcBef>
              <a:buChar char="•"/>
              <a:tabLst>
                <a:tab pos="914400" algn="l"/>
                <a:tab pos="1885950" algn="l"/>
                <a:tab pos="2457450" algn="l"/>
              </a:tabLst>
              <a:defRPr sz="2000">
                <a:solidFill>
                  <a:schemeClr val="tx1"/>
                </a:solidFill>
                <a:latin typeface="Arial" panose="020B0604020202020204" pitchFamily="34" charset="0"/>
              </a:defRPr>
            </a:lvl3pPr>
            <a:lvl4pPr marL="1600200" indent="-228600">
              <a:spcBef>
                <a:spcPct val="20000"/>
              </a:spcBef>
              <a:buChar char="–"/>
              <a:tabLst>
                <a:tab pos="914400" algn="l"/>
                <a:tab pos="1885950" algn="l"/>
                <a:tab pos="2457450" algn="l"/>
              </a:tabLst>
              <a:defRPr sz="2000">
                <a:solidFill>
                  <a:schemeClr val="tx1"/>
                </a:solidFill>
                <a:latin typeface="Arial" panose="020B0604020202020204" pitchFamily="34" charset="0"/>
              </a:defRPr>
            </a:lvl4pPr>
            <a:lvl5pPr marL="2057400" indent="-228600">
              <a:spcBef>
                <a:spcPct val="20000"/>
              </a:spcBef>
              <a:buChar char="»"/>
              <a:tabLst>
                <a:tab pos="914400" algn="l"/>
                <a:tab pos="1885950" algn="l"/>
                <a:tab pos="24574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914400" algn="l"/>
                <a:tab pos="1885950" algn="l"/>
                <a:tab pos="24574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914400" algn="l"/>
                <a:tab pos="1885950" algn="l"/>
                <a:tab pos="24574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914400" algn="l"/>
                <a:tab pos="1885950" algn="l"/>
                <a:tab pos="24574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914400" algn="l"/>
                <a:tab pos="1885950" algn="l"/>
                <a:tab pos="2457450" algn="l"/>
              </a:tabLst>
              <a:defRPr sz="2000">
                <a:solidFill>
                  <a:schemeClr val="tx1"/>
                </a:solidFill>
                <a:latin typeface="Arial" panose="020B0604020202020204" pitchFamily="34" charset="0"/>
              </a:defRPr>
            </a:lvl9pPr>
          </a:lstStyle>
          <a:p>
            <a:pPr>
              <a:lnSpc>
                <a:spcPct val="90000"/>
              </a:lnSpc>
              <a:spcBef>
                <a:spcPct val="0"/>
              </a:spcBef>
              <a:buFontTx/>
              <a:buNone/>
            </a:pPr>
            <a:endParaRPr lang="en-US" altLang="en-US" sz="1800" b="1">
              <a:solidFill>
                <a:srgbClr val="000000"/>
              </a:solidFill>
              <a:latin typeface="Courier New" panose="02070309020205020404" pitchFamily="49" charset="0"/>
            </a:endParaRPr>
          </a:p>
          <a:p>
            <a:pPr>
              <a:lnSpc>
                <a:spcPct val="90000"/>
              </a:lnSpc>
              <a:spcBef>
                <a:spcPct val="0"/>
              </a:spcBef>
              <a:buFontTx/>
              <a:buNone/>
            </a:pPr>
            <a:endParaRPr lang="en-US" altLang="en-US" sz="1800" b="1">
              <a:solidFill>
                <a:srgbClr val="000000"/>
              </a:solidFill>
              <a:latin typeface="Courier New" panose="02070309020205020404" pitchFamily="49" charset="0"/>
            </a:endParaRPr>
          </a:p>
          <a:p>
            <a:pPr>
              <a:lnSpc>
                <a:spcPct val="90000"/>
              </a:lnSpc>
              <a:spcBef>
                <a:spcPct val="0"/>
              </a:spcBef>
              <a:buFontTx/>
              <a:buNone/>
            </a:pPr>
            <a:endParaRPr lang="en-US" altLang="en-US" sz="1800" b="1">
              <a:solidFill>
                <a:srgbClr val="000000"/>
              </a:solidFill>
              <a:latin typeface="Courier New" panose="02070309020205020404" pitchFamily="49" charset="0"/>
            </a:endParaRPr>
          </a:p>
          <a:p>
            <a:pPr>
              <a:lnSpc>
                <a:spcPct val="90000"/>
              </a:lnSpc>
              <a:spcBef>
                <a:spcPct val="0"/>
              </a:spcBef>
              <a:buFontTx/>
              <a:buNone/>
            </a:pPr>
            <a:endParaRPr lang="en-US" altLang="en-US" sz="1800" b="1">
              <a:solidFill>
                <a:srgbClr val="000000"/>
              </a:solidFill>
              <a:latin typeface="Courier New" panose="02070309020205020404" pitchFamily="49" charset="0"/>
            </a:endParaRPr>
          </a:p>
          <a:p>
            <a:pPr>
              <a:lnSpc>
                <a:spcPct val="90000"/>
              </a:lnSpc>
              <a:spcBef>
                <a:spcPct val="0"/>
              </a:spcBef>
              <a:buFontTx/>
              <a:buNone/>
            </a:pPr>
            <a:endParaRPr lang="en-US" altLang="en-US" sz="1800" b="1">
              <a:solidFill>
                <a:srgbClr val="000000"/>
              </a:solidFill>
              <a:latin typeface="Courier New" panose="02070309020205020404" pitchFamily="49" charset="0"/>
            </a:endParaRPr>
          </a:p>
          <a:p>
            <a:pPr>
              <a:lnSpc>
                <a:spcPct val="90000"/>
              </a:lnSpc>
              <a:spcBef>
                <a:spcPct val="0"/>
              </a:spcBef>
              <a:buFontTx/>
              <a:buNone/>
            </a:pPr>
            <a:endParaRPr lang="en-US" altLang="en-US" sz="1800" b="1">
              <a:solidFill>
                <a:srgbClr val="000000"/>
              </a:solidFill>
              <a:latin typeface="Courier New" panose="02070309020205020404" pitchFamily="49" charset="0"/>
            </a:endParaRPr>
          </a:p>
          <a:p>
            <a:pPr>
              <a:lnSpc>
                <a:spcPct val="90000"/>
              </a:lnSpc>
              <a:spcBef>
                <a:spcPct val="0"/>
              </a:spcBef>
              <a:buFontTx/>
              <a:buNone/>
            </a:pPr>
            <a:endParaRPr lang="en-US" altLang="en-US" sz="1800" b="1">
              <a:solidFill>
                <a:srgbClr val="000000"/>
              </a:solidFill>
              <a:latin typeface="Courier New" panose="02070309020205020404" pitchFamily="49" charset="0"/>
            </a:endParaRPr>
          </a:p>
          <a:p>
            <a:pPr>
              <a:lnSpc>
                <a:spcPct val="90000"/>
              </a:lnSpc>
              <a:spcBef>
                <a:spcPct val="0"/>
              </a:spcBef>
              <a:buFontTx/>
              <a:buNone/>
            </a:pPr>
            <a:endParaRPr lang="en-US" altLang="en-US" sz="1800" b="1">
              <a:solidFill>
                <a:srgbClr val="000000"/>
              </a:solidFill>
              <a:latin typeface="Courier New" panose="02070309020205020404" pitchFamily="49" charset="0"/>
            </a:endParaRPr>
          </a:p>
          <a:p>
            <a:pPr>
              <a:lnSpc>
                <a:spcPct val="90000"/>
              </a:lnSpc>
              <a:spcBef>
                <a:spcPct val="0"/>
              </a:spcBef>
              <a:buFontTx/>
              <a:buNone/>
            </a:pPr>
            <a:endParaRPr lang="en-US" altLang="en-US" sz="1800" b="1">
              <a:solidFill>
                <a:srgbClr val="000000"/>
              </a:solidFill>
              <a:latin typeface="Courier New" panose="02070309020205020404" pitchFamily="49" charset="0"/>
            </a:endParaRPr>
          </a:p>
          <a:p>
            <a:pPr>
              <a:lnSpc>
                <a:spcPct val="90000"/>
              </a:lnSpc>
              <a:spcBef>
                <a:spcPct val="0"/>
              </a:spcBef>
              <a:buFontTx/>
              <a:buNone/>
            </a:pPr>
            <a:endParaRPr lang="en-US" altLang="en-US" sz="1800" b="1">
              <a:solidFill>
                <a:srgbClr val="000000"/>
              </a:solidFill>
              <a:latin typeface="Courier New" panose="02070309020205020404" pitchFamily="49" charset="0"/>
            </a:endParaRPr>
          </a:p>
          <a:p>
            <a:pPr>
              <a:lnSpc>
                <a:spcPct val="90000"/>
              </a:lnSpc>
              <a:spcBef>
                <a:spcPct val="0"/>
              </a:spcBef>
              <a:buFontTx/>
              <a:buNone/>
            </a:pPr>
            <a:endParaRPr lang="en-US" altLang="en-US" sz="1800" b="1">
              <a:solidFill>
                <a:srgbClr val="000000"/>
              </a:solidFill>
              <a:latin typeface="Courier New" panose="02070309020205020404" pitchFamily="49" charset="0"/>
            </a:endParaRPr>
          </a:p>
          <a:p>
            <a:pPr>
              <a:lnSpc>
                <a:spcPct val="90000"/>
              </a:lnSpc>
              <a:spcBef>
                <a:spcPct val="0"/>
              </a:spcBef>
              <a:buFontTx/>
              <a:buNone/>
            </a:pPr>
            <a:endParaRPr lang="en-US" altLang="en-US" sz="1800" b="1">
              <a:solidFill>
                <a:srgbClr val="000000"/>
              </a:solidFill>
              <a:latin typeface="Courier New" panose="02070309020205020404" pitchFamily="49" charset="0"/>
            </a:endParaRPr>
          </a:p>
          <a:p>
            <a:pPr>
              <a:lnSpc>
                <a:spcPct val="90000"/>
              </a:lnSpc>
              <a:spcBef>
                <a:spcPct val="0"/>
              </a:spcBef>
              <a:buFontTx/>
              <a:buNone/>
            </a:pPr>
            <a:endParaRPr lang="en-US" altLang="en-US" sz="1800" b="1">
              <a:solidFill>
                <a:srgbClr val="000000"/>
              </a:solidFill>
              <a:latin typeface="Courier New" panose="02070309020205020404" pitchFamily="49" charset="0"/>
            </a:endParaRPr>
          </a:p>
          <a:p>
            <a:pPr>
              <a:lnSpc>
                <a:spcPct val="90000"/>
              </a:lnSpc>
              <a:spcBef>
                <a:spcPct val="0"/>
              </a:spcBef>
              <a:buFontTx/>
              <a:buNone/>
            </a:pPr>
            <a:endParaRPr lang="en-US" altLang="en-US" sz="1800" b="1">
              <a:solidFill>
                <a:srgbClr val="000000"/>
              </a:solidFill>
              <a:latin typeface="Courier New" panose="02070309020205020404" pitchFamily="49" charset="0"/>
            </a:endParaRPr>
          </a:p>
          <a:p>
            <a:pPr>
              <a:lnSpc>
                <a:spcPct val="90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p:txBody>
      </p:sp>
      <p:sp>
        <p:nvSpPr>
          <p:cNvPr id="6" name="Rectangle 6">
            <a:extLst>
              <a:ext uri="{FF2B5EF4-FFF2-40B4-BE49-F238E27FC236}">
                <a16:creationId xmlns:a16="http://schemas.microsoft.com/office/drawing/2014/main" id="{A97EF9F8-C933-0DDF-9425-9D3418B4E810}"/>
              </a:ext>
            </a:extLst>
          </p:cNvPr>
          <p:cNvSpPr>
            <a:spLocks noChangeArrowheads="1"/>
          </p:cNvSpPr>
          <p:nvPr/>
        </p:nvSpPr>
        <p:spPr bwMode="auto">
          <a:xfrm>
            <a:off x="1192436" y="1672803"/>
            <a:ext cx="742191" cy="400752"/>
          </a:xfrm>
          <a:prstGeom prst="rect">
            <a:avLst/>
          </a:prstGeom>
          <a:noFill/>
          <a:ln w="9525">
            <a:noFill/>
            <a:miter lim="800000"/>
            <a:headEnd/>
            <a:tailEnd/>
          </a:ln>
          <a:effectLst/>
        </p:spPr>
        <p:txBody>
          <a:bodyPr wrap="none" lIns="92075" tIns="46038" rIns="92075" bIns="46038">
            <a:spAutoFit/>
          </a:bodyPr>
          <a:lstStyle/>
          <a:p>
            <a:pPr>
              <a:defRPr/>
            </a:pPr>
            <a:r>
              <a:rPr lang="en-US" sz="2000" b="1" dirty="0">
                <a:solidFill>
                  <a:srgbClr val="0033CC"/>
                </a:solidFill>
                <a:effectLst>
                  <a:outerShdw blurRad="38100" dist="38100" dir="2700000" algn="tl">
                    <a:srgbClr val="FFFFFF"/>
                  </a:outerShdw>
                </a:effectLst>
                <a:latin typeface="Arial" charset="0"/>
              </a:rPr>
              <a:t>EMP</a:t>
            </a:r>
          </a:p>
        </p:txBody>
      </p:sp>
      <p:sp>
        <p:nvSpPr>
          <p:cNvPr id="7" name="Freeform 7">
            <a:extLst>
              <a:ext uri="{FF2B5EF4-FFF2-40B4-BE49-F238E27FC236}">
                <a16:creationId xmlns:a16="http://schemas.microsoft.com/office/drawing/2014/main" id="{D1FB5C32-E463-2E3E-B4F5-90FA35A06524}"/>
              </a:ext>
            </a:extLst>
          </p:cNvPr>
          <p:cNvSpPr>
            <a:spLocks/>
          </p:cNvSpPr>
          <p:nvPr/>
        </p:nvSpPr>
        <p:spPr bwMode="auto">
          <a:xfrm>
            <a:off x="4195986" y="2036341"/>
            <a:ext cx="2608262" cy="4079875"/>
          </a:xfrm>
          <a:custGeom>
            <a:avLst/>
            <a:gdLst>
              <a:gd name="T0" fmla="*/ 0 w 1643"/>
              <a:gd name="T1" fmla="*/ 2147483646 h 2570"/>
              <a:gd name="T2" fmla="*/ 0 w 1643"/>
              <a:gd name="T3" fmla="*/ 0 h 2570"/>
              <a:gd name="T4" fmla="*/ 2147483646 w 1643"/>
              <a:gd name="T5" fmla="*/ 2147483646 h 2570"/>
              <a:gd name="T6" fmla="*/ 2147483646 w 1643"/>
              <a:gd name="T7" fmla="*/ 2147483646 h 2570"/>
              <a:gd name="T8" fmla="*/ 0 w 1643"/>
              <a:gd name="T9" fmla="*/ 2147483646 h 2570"/>
              <a:gd name="T10" fmla="*/ 0 60000 65536"/>
              <a:gd name="T11" fmla="*/ 0 60000 65536"/>
              <a:gd name="T12" fmla="*/ 0 60000 65536"/>
              <a:gd name="T13" fmla="*/ 0 60000 65536"/>
              <a:gd name="T14" fmla="*/ 0 60000 65536"/>
              <a:gd name="T15" fmla="*/ 0 w 1643"/>
              <a:gd name="T16" fmla="*/ 0 h 2570"/>
              <a:gd name="T17" fmla="*/ 1643 w 1643"/>
              <a:gd name="T18" fmla="*/ 2570 h 2570"/>
            </a:gdLst>
            <a:ahLst/>
            <a:cxnLst>
              <a:cxn ang="T10">
                <a:pos x="T0" y="T1"/>
              </a:cxn>
              <a:cxn ang="T11">
                <a:pos x="T2" y="T3"/>
              </a:cxn>
              <a:cxn ang="T12">
                <a:pos x="T4" y="T5"/>
              </a:cxn>
              <a:cxn ang="T13">
                <a:pos x="T6" y="T7"/>
              </a:cxn>
              <a:cxn ang="T14">
                <a:pos x="T8" y="T9"/>
              </a:cxn>
            </a:cxnLst>
            <a:rect l="T15" t="T16" r="T17" b="T18"/>
            <a:pathLst>
              <a:path w="1643" h="2570">
                <a:moveTo>
                  <a:pt x="0" y="2569"/>
                </a:moveTo>
                <a:lnTo>
                  <a:pt x="0" y="0"/>
                </a:lnTo>
                <a:lnTo>
                  <a:pt x="1642" y="973"/>
                </a:lnTo>
                <a:lnTo>
                  <a:pt x="1642" y="1721"/>
                </a:lnTo>
                <a:lnTo>
                  <a:pt x="0" y="2569"/>
                </a:lnTo>
              </a:path>
            </a:pathLst>
          </a:custGeom>
          <a:solidFill>
            <a:srgbClr val="FFCC99">
              <a:alpha val="50195"/>
            </a:srgbClr>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8" name="Rectangle 8">
            <a:extLst>
              <a:ext uri="{FF2B5EF4-FFF2-40B4-BE49-F238E27FC236}">
                <a16:creationId xmlns:a16="http://schemas.microsoft.com/office/drawing/2014/main" id="{DDEA84AF-B8A7-86CE-D250-9E5FE6C41275}"/>
              </a:ext>
            </a:extLst>
          </p:cNvPr>
          <p:cNvSpPr>
            <a:spLocks noChangeArrowheads="1"/>
          </p:cNvSpPr>
          <p:nvPr/>
        </p:nvSpPr>
        <p:spPr bwMode="auto">
          <a:xfrm>
            <a:off x="4519645" y="3638128"/>
            <a:ext cx="1989519" cy="1016305"/>
          </a:xfrm>
          <a:prstGeom prst="rect">
            <a:avLst/>
          </a:prstGeom>
          <a:noFill/>
          <a:ln w="9525">
            <a:noFill/>
            <a:miter lim="800000"/>
            <a:headEnd/>
            <a:tailEnd/>
          </a:ln>
          <a:effectLst/>
        </p:spPr>
        <p:txBody>
          <a:bodyPr wrap="none" lIns="92075" tIns="46038" rIns="92075" bIns="46038">
            <a:spAutoFit/>
          </a:bodyPr>
          <a:lstStyle/>
          <a:p>
            <a:pPr algn="ctr">
              <a:defRPr/>
            </a:pPr>
            <a:r>
              <a:rPr lang="en-US" sz="2000" b="1" dirty="0">
                <a:solidFill>
                  <a:srgbClr val="FF0000"/>
                </a:solidFill>
                <a:latin typeface="Arial" charset="0"/>
              </a:rPr>
              <a:t>“maximum  </a:t>
            </a:r>
          </a:p>
          <a:p>
            <a:pPr algn="ctr">
              <a:defRPr/>
            </a:pPr>
            <a:r>
              <a:rPr lang="en-US" sz="2000" b="1" dirty="0">
                <a:solidFill>
                  <a:srgbClr val="FF0000"/>
                </a:solidFill>
                <a:latin typeface="Arial" charset="0"/>
              </a:rPr>
              <a:t>  salary in </a:t>
            </a:r>
          </a:p>
          <a:p>
            <a:pPr algn="ctr">
              <a:defRPr/>
            </a:pPr>
            <a:r>
              <a:rPr lang="en-US" sz="2000" b="1" dirty="0">
                <a:solidFill>
                  <a:srgbClr val="FF0000"/>
                </a:solidFill>
                <a:latin typeface="Arial" charset="0"/>
              </a:rPr>
              <a:t>the EMP table”</a:t>
            </a:r>
          </a:p>
        </p:txBody>
      </p:sp>
      <p:grpSp>
        <p:nvGrpSpPr>
          <p:cNvPr id="9" name="Group 9">
            <a:extLst>
              <a:ext uri="{FF2B5EF4-FFF2-40B4-BE49-F238E27FC236}">
                <a16:creationId xmlns:a16="http://schemas.microsoft.com/office/drawing/2014/main" id="{61EE5964-178D-3572-B9BF-B0D0032F409D}"/>
              </a:ext>
            </a:extLst>
          </p:cNvPr>
          <p:cNvGrpSpPr>
            <a:grpSpLocks/>
          </p:cNvGrpSpPr>
          <p:nvPr/>
        </p:nvGrpSpPr>
        <p:grpSpPr bwMode="auto">
          <a:xfrm>
            <a:off x="2846611" y="2533228"/>
            <a:ext cx="5297487" cy="3525838"/>
            <a:chOff x="1709" y="1658"/>
            <a:chExt cx="3337" cy="2221"/>
          </a:xfrm>
        </p:grpSpPr>
        <p:sp>
          <p:nvSpPr>
            <p:cNvPr id="10" name="Rectangle 10">
              <a:extLst>
                <a:ext uri="{FF2B5EF4-FFF2-40B4-BE49-F238E27FC236}">
                  <a16:creationId xmlns:a16="http://schemas.microsoft.com/office/drawing/2014/main" id="{73C21AF0-5553-E3B4-9587-FF455A416DF3}"/>
                </a:ext>
              </a:extLst>
            </p:cNvPr>
            <p:cNvSpPr>
              <a:spLocks noChangeArrowheads="1"/>
            </p:cNvSpPr>
            <p:nvPr/>
          </p:nvSpPr>
          <p:spPr bwMode="ltGray">
            <a:xfrm>
              <a:off x="1709" y="1658"/>
              <a:ext cx="786" cy="2221"/>
            </a:xfrm>
            <a:prstGeom prst="rect">
              <a:avLst/>
            </a:prstGeom>
            <a:solidFill>
              <a:srgbClr val="FF5050">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11" name="Rectangle 11">
              <a:extLst>
                <a:ext uri="{FF2B5EF4-FFF2-40B4-BE49-F238E27FC236}">
                  <a16:creationId xmlns:a16="http://schemas.microsoft.com/office/drawing/2014/main" id="{3EE3C725-8D46-797D-73BB-9F87F7DFEBBA}"/>
                </a:ext>
              </a:extLst>
            </p:cNvPr>
            <p:cNvSpPr>
              <a:spLocks noChangeArrowheads="1"/>
            </p:cNvSpPr>
            <p:nvPr/>
          </p:nvSpPr>
          <p:spPr bwMode="ltGray">
            <a:xfrm>
              <a:off x="4258" y="2820"/>
              <a:ext cx="788" cy="200"/>
            </a:xfrm>
            <a:prstGeom prst="rect">
              <a:avLst/>
            </a:prstGeom>
            <a:solidFill>
              <a:srgbClr val="FF5050">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grpSp>
      <p:sp>
        <p:nvSpPr>
          <p:cNvPr id="12" name="Rectangle 12">
            <a:extLst>
              <a:ext uri="{FF2B5EF4-FFF2-40B4-BE49-F238E27FC236}">
                <a16:creationId xmlns:a16="http://schemas.microsoft.com/office/drawing/2014/main" id="{63F5FD36-95B9-3D4E-5CFF-F80EAB37E46A}"/>
              </a:ext>
            </a:extLst>
          </p:cNvPr>
          <p:cNvSpPr>
            <a:spLocks noChangeArrowheads="1"/>
          </p:cNvSpPr>
          <p:nvPr/>
        </p:nvSpPr>
        <p:spPr bwMode="auto">
          <a:xfrm>
            <a:off x="1352773" y="2058566"/>
            <a:ext cx="3192463" cy="405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nSpc>
                <a:spcPct val="90000"/>
              </a:lnSpc>
              <a:spcBef>
                <a:spcPct val="0"/>
              </a:spcBef>
              <a:buFontTx/>
              <a:buNone/>
            </a:pPr>
            <a:r>
              <a:rPr lang="en-US" altLang="en-US" sz="1800" b="1">
                <a:solidFill>
                  <a:srgbClr val="000000"/>
                </a:solidFill>
                <a:latin typeface="Courier New" panose="02070309020205020404" pitchFamily="49" charset="0"/>
              </a:rPr>
              <a:t>   DEPTNO       SAL</a:t>
            </a:r>
          </a:p>
          <a:p>
            <a:pPr>
              <a:lnSpc>
                <a:spcPct val="90000"/>
              </a:lnSpc>
              <a:spcBef>
                <a:spcPct val="0"/>
              </a:spcBef>
              <a:buFontTx/>
              <a:buNone/>
            </a:pPr>
            <a:r>
              <a:rPr lang="en-US" altLang="en-US" sz="1800" b="1">
                <a:solidFill>
                  <a:srgbClr val="000000"/>
                </a:solidFill>
                <a:latin typeface="Courier New" panose="02070309020205020404" pitchFamily="49" charset="0"/>
              </a:rPr>
              <a:t>--------- ---------</a:t>
            </a:r>
          </a:p>
          <a:p>
            <a:pPr>
              <a:lnSpc>
                <a:spcPct val="90000"/>
              </a:lnSpc>
              <a:spcBef>
                <a:spcPct val="0"/>
              </a:spcBef>
              <a:buFontTx/>
              <a:buNone/>
            </a:pPr>
            <a:r>
              <a:rPr lang="en-US" altLang="en-US" sz="1800" b="1">
                <a:solidFill>
                  <a:srgbClr val="000000"/>
                </a:solidFill>
                <a:latin typeface="Courier New" panose="02070309020205020404" pitchFamily="49" charset="0"/>
              </a:rPr>
              <a:t>       10      2450</a:t>
            </a:r>
          </a:p>
          <a:p>
            <a:pPr>
              <a:lnSpc>
                <a:spcPct val="90000"/>
              </a:lnSpc>
              <a:spcBef>
                <a:spcPct val="0"/>
              </a:spcBef>
              <a:buFontTx/>
              <a:buNone/>
            </a:pPr>
            <a:r>
              <a:rPr lang="en-US" altLang="en-US" sz="1800" b="1">
                <a:solidFill>
                  <a:srgbClr val="000000"/>
                </a:solidFill>
                <a:latin typeface="Courier New" panose="02070309020205020404" pitchFamily="49" charset="0"/>
              </a:rPr>
              <a:t>       10      5000</a:t>
            </a:r>
          </a:p>
          <a:p>
            <a:pPr>
              <a:lnSpc>
                <a:spcPct val="90000"/>
              </a:lnSpc>
              <a:spcBef>
                <a:spcPct val="0"/>
              </a:spcBef>
              <a:buFontTx/>
              <a:buNone/>
            </a:pPr>
            <a:r>
              <a:rPr lang="en-US" altLang="en-US" sz="1800" b="1">
                <a:solidFill>
                  <a:srgbClr val="000000"/>
                </a:solidFill>
                <a:latin typeface="Courier New" panose="02070309020205020404" pitchFamily="49" charset="0"/>
              </a:rPr>
              <a:t>       10      1300</a:t>
            </a:r>
          </a:p>
          <a:p>
            <a:pPr>
              <a:lnSpc>
                <a:spcPct val="90000"/>
              </a:lnSpc>
              <a:spcBef>
                <a:spcPct val="0"/>
              </a:spcBef>
              <a:buFontTx/>
              <a:buNone/>
            </a:pPr>
            <a:r>
              <a:rPr lang="en-US" altLang="en-US" sz="1800" b="1">
                <a:solidFill>
                  <a:srgbClr val="000000"/>
                </a:solidFill>
                <a:latin typeface="Courier New" panose="02070309020205020404" pitchFamily="49" charset="0"/>
              </a:rPr>
              <a:t>       20       800</a:t>
            </a:r>
          </a:p>
          <a:p>
            <a:pPr>
              <a:lnSpc>
                <a:spcPct val="90000"/>
              </a:lnSpc>
              <a:spcBef>
                <a:spcPct val="0"/>
              </a:spcBef>
              <a:buFontTx/>
              <a:buNone/>
            </a:pPr>
            <a:r>
              <a:rPr lang="en-US" altLang="en-US" sz="1800" b="1">
                <a:solidFill>
                  <a:srgbClr val="000000"/>
                </a:solidFill>
                <a:latin typeface="Courier New" panose="02070309020205020404" pitchFamily="49" charset="0"/>
              </a:rPr>
              <a:t>       20      1100</a:t>
            </a:r>
          </a:p>
          <a:p>
            <a:pPr>
              <a:lnSpc>
                <a:spcPct val="90000"/>
              </a:lnSpc>
              <a:spcBef>
                <a:spcPct val="0"/>
              </a:spcBef>
              <a:buFontTx/>
              <a:buNone/>
            </a:pPr>
            <a:r>
              <a:rPr lang="en-US" altLang="en-US" sz="1800" b="1">
                <a:solidFill>
                  <a:srgbClr val="000000"/>
                </a:solidFill>
                <a:latin typeface="Courier New" panose="02070309020205020404" pitchFamily="49" charset="0"/>
              </a:rPr>
              <a:t>       20      3000</a:t>
            </a:r>
          </a:p>
          <a:p>
            <a:pPr>
              <a:lnSpc>
                <a:spcPct val="90000"/>
              </a:lnSpc>
              <a:spcBef>
                <a:spcPct val="0"/>
              </a:spcBef>
              <a:buFontTx/>
              <a:buNone/>
            </a:pPr>
            <a:r>
              <a:rPr lang="en-US" altLang="en-US" sz="1800" b="1">
                <a:solidFill>
                  <a:srgbClr val="000000"/>
                </a:solidFill>
                <a:latin typeface="Courier New" panose="02070309020205020404" pitchFamily="49" charset="0"/>
              </a:rPr>
              <a:t>       20      3000</a:t>
            </a:r>
          </a:p>
          <a:p>
            <a:pPr>
              <a:lnSpc>
                <a:spcPct val="90000"/>
              </a:lnSpc>
              <a:spcBef>
                <a:spcPct val="0"/>
              </a:spcBef>
              <a:buFontTx/>
              <a:buNone/>
            </a:pPr>
            <a:r>
              <a:rPr lang="en-US" altLang="en-US" sz="1800" b="1">
                <a:solidFill>
                  <a:srgbClr val="000000"/>
                </a:solidFill>
                <a:latin typeface="Courier New" panose="02070309020205020404" pitchFamily="49" charset="0"/>
              </a:rPr>
              <a:t>       20      2975</a:t>
            </a:r>
          </a:p>
          <a:p>
            <a:pPr>
              <a:lnSpc>
                <a:spcPct val="90000"/>
              </a:lnSpc>
              <a:spcBef>
                <a:spcPct val="0"/>
              </a:spcBef>
              <a:buFontTx/>
              <a:buNone/>
            </a:pPr>
            <a:r>
              <a:rPr lang="en-US" altLang="en-US" sz="1800" b="1">
                <a:solidFill>
                  <a:srgbClr val="000000"/>
                </a:solidFill>
                <a:latin typeface="Courier New" panose="02070309020205020404" pitchFamily="49" charset="0"/>
              </a:rPr>
              <a:t>       30      1600</a:t>
            </a:r>
          </a:p>
          <a:p>
            <a:pPr>
              <a:lnSpc>
                <a:spcPct val="90000"/>
              </a:lnSpc>
              <a:spcBef>
                <a:spcPct val="0"/>
              </a:spcBef>
              <a:buFontTx/>
              <a:buNone/>
            </a:pPr>
            <a:r>
              <a:rPr lang="en-US" altLang="en-US" sz="1800" b="1">
                <a:solidFill>
                  <a:srgbClr val="000000"/>
                </a:solidFill>
                <a:latin typeface="Courier New" panose="02070309020205020404" pitchFamily="49" charset="0"/>
              </a:rPr>
              <a:t>       30      2850</a:t>
            </a:r>
          </a:p>
          <a:p>
            <a:pPr>
              <a:lnSpc>
                <a:spcPct val="90000"/>
              </a:lnSpc>
              <a:spcBef>
                <a:spcPct val="0"/>
              </a:spcBef>
              <a:buFontTx/>
              <a:buNone/>
            </a:pPr>
            <a:r>
              <a:rPr lang="en-US" altLang="en-US" sz="1800" b="1">
                <a:solidFill>
                  <a:srgbClr val="000000"/>
                </a:solidFill>
                <a:latin typeface="Courier New" panose="02070309020205020404" pitchFamily="49" charset="0"/>
              </a:rPr>
              <a:t>       30      1250</a:t>
            </a:r>
          </a:p>
          <a:p>
            <a:pPr>
              <a:lnSpc>
                <a:spcPct val="90000"/>
              </a:lnSpc>
              <a:spcBef>
                <a:spcPct val="0"/>
              </a:spcBef>
              <a:buFontTx/>
              <a:buNone/>
            </a:pPr>
            <a:r>
              <a:rPr lang="en-US" altLang="en-US" sz="1800" b="1">
                <a:solidFill>
                  <a:srgbClr val="000000"/>
                </a:solidFill>
                <a:latin typeface="Courier New" panose="02070309020205020404" pitchFamily="49" charset="0"/>
              </a:rPr>
              <a:t>       30       950</a:t>
            </a:r>
          </a:p>
          <a:p>
            <a:pPr>
              <a:lnSpc>
                <a:spcPct val="90000"/>
              </a:lnSpc>
              <a:spcBef>
                <a:spcPct val="0"/>
              </a:spcBef>
              <a:buFontTx/>
              <a:buNone/>
            </a:pPr>
            <a:r>
              <a:rPr lang="en-US" altLang="en-US" sz="1800" b="1">
                <a:solidFill>
                  <a:srgbClr val="000000"/>
                </a:solidFill>
                <a:latin typeface="Courier New" panose="02070309020205020404" pitchFamily="49" charset="0"/>
              </a:rPr>
              <a:t>       30      1500</a:t>
            </a:r>
          </a:p>
          <a:p>
            <a:pPr>
              <a:lnSpc>
                <a:spcPct val="90000"/>
              </a:lnSpc>
              <a:spcBef>
                <a:spcPct val="0"/>
              </a:spcBef>
              <a:buFontTx/>
              <a:buNone/>
            </a:pPr>
            <a:r>
              <a:rPr lang="en-US" altLang="en-US" sz="1800" b="1">
                <a:solidFill>
                  <a:srgbClr val="000000"/>
                </a:solidFill>
                <a:latin typeface="Courier New" panose="02070309020205020404" pitchFamily="49" charset="0"/>
              </a:rPr>
              <a:t>       30      1250</a:t>
            </a:r>
          </a:p>
        </p:txBody>
      </p:sp>
      <p:sp>
        <p:nvSpPr>
          <p:cNvPr id="13" name="Rectangle 13">
            <a:extLst>
              <a:ext uri="{FF2B5EF4-FFF2-40B4-BE49-F238E27FC236}">
                <a16:creationId xmlns:a16="http://schemas.microsoft.com/office/drawing/2014/main" id="{F8345E79-DADF-0778-F8AC-63C895B9010E}"/>
              </a:ext>
            </a:extLst>
          </p:cNvPr>
          <p:cNvSpPr>
            <a:spLocks noChangeArrowheads="1"/>
          </p:cNvSpPr>
          <p:nvPr/>
        </p:nvSpPr>
        <p:spPr bwMode="auto">
          <a:xfrm>
            <a:off x="6793136" y="3598441"/>
            <a:ext cx="1412875" cy="1120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nSpc>
                <a:spcPct val="125000"/>
              </a:lnSpc>
              <a:spcBef>
                <a:spcPct val="0"/>
              </a:spcBef>
              <a:buFontTx/>
              <a:buNone/>
            </a:pPr>
            <a:r>
              <a:rPr lang="en-US" altLang="en-US" sz="1800" b="1">
                <a:solidFill>
                  <a:srgbClr val="000000"/>
                </a:solidFill>
                <a:latin typeface="Courier New" panose="02070309020205020404" pitchFamily="49" charset="0"/>
              </a:rPr>
              <a:t> MAX(SAL)</a:t>
            </a:r>
          </a:p>
          <a:p>
            <a:pPr>
              <a:lnSpc>
                <a:spcPct val="125000"/>
              </a:lnSpc>
              <a:spcBef>
                <a:spcPct val="0"/>
              </a:spcBef>
              <a:buFontTx/>
              <a:buNone/>
            </a:pPr>
            <a:r>
              <a:rPr lang="en-US" altLang="en-US" sz="1800" b="1">
                <a:solidFill>
                  <a:srgbClr val="000000"/>
                </a:solidFill>
                <a:latin typeface="Courier New" panose="02070309020205020404" pitchFamily="49" charset="0"/>
              </a:rPr>
              <a:t>---------</a:t>
            </a:r>
          </a:p>
          <a:p>
            <a:pPr>
              <a:lnSpc>
                <a:spcPct val="125000"/>
              </a:lnSpc>
              <a:spcBef>
                <a:spcPct val="0"/>
              </a:spcBef>
              <a:buFontTx/>
              <a:buNone/>
            </a:pPr>
            <a:r>
              <a:rPr lang="en-US" altLang="en-US" sz="1800" b="1">
                <a:solidFill>
                  <a:srgbClr val="000000"/>
                </a:solidFill>
                <a:latin typeface="Courier New" panose="02070309020205020404" pitchFamily="49" charset="0"/>
              </a:rPr>
              <a:t>     5000</a:t>
            </a:r>
          </a:p>
        </p:txBody>
      </p:sp>
    </p:spTree>
  </p:cSld>
  <p:clrMapOvr>
    <a:overrideClrMapping bg1="lt1" tx1="dk1" bg2="lt2" tx2="dk2" accent1="accent1" accent2="accent2" accent3="accent3" accent4="accent4" accent5="accent5" accent6="accent6" hlink="hlink" folHlink="folHlink"/>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0EBA36-A47C-F80C-60A7-DC1E2459B433}"/>
            </a:ext>
          </a:extLst>
        </p:cNvPr>
        <p:cNvGrpSpPr/>
        <p:nvPr/>
      </p:nvGrpSpPr>
      <p:grpSpPr>
        <a:xfrm>
          <a:off x="0" y="0"/>
          <a:ext cx="0" cy="0"/>
          <a:chOff x="0" y="0"/>
          <a:chExt cx="0" cy="0"/>
        </a:xfrm>
      </p:grpSpPr>
      <p:sp>
        <p:nvSpPr>
          <p:cNvPr id="38914" name="Rectangle 2">
            <a:extLst>
              <a:ext uri="{FF2B5EF4-FFF2-40B4-BE49-F238E27FC236}">
                <a16:creationId xmlns:a16="http://schemas.microsoft.com/office/drawing/2014/main" id="{920B589C-C5C3-7F12-2663-8E2995061710}"/>
              </a:ext>
            </a:extLst>
          </p:cNvPr>
          <p:cNvSpPr>
            <a:spLocks noGrp="1" noChangeArrowheads="1"/>
          </p:cNvSpPr>
          <p:nvPr>
            <p:ph type="title"/>
          </p:nvPr>
        </p:nvSpPr>
        <p:spPr>
          <a:xfrm>
            <a:off x="323850" y="231304"/>
            <a:ext cx="6480398" cy="533400"/>
          </a:xfrm>
        </p:spPr>
        <p:txBody>
          <a:bodyPr/>
          <a:lstStyle/>
          <a:p>
            <a:pPr eaLnBrk="1" hangingPunct="1"/>
            <a:br>
              <a:rPr lang="en-US" altLang="en-US" sz="2800" b="1" u="sng" dirty="0">
                <a:solidFill>
                  <a:srgbClr val="D34817"/>
                </a:solidFill>
                <a:latin typeface="Cambria" panose="02040503050406030204" pitchFamily="18" charset="0"/>
                <a:ea typeface="Cambria" panose="02040503050406030204" pitchFamily="18" charset="0"/>
              </a:rPr>
            </a:br>
            <a:br>
              <a:rPr lang="en-US" altLang="en-US" sz="2800" b="1" u="sng" dirty="0">
                <a:solidFill>
                  <a:srgbClr val="D34817"/>
                </a:solidFill>
                <a:latin typeface="Cambria" panose="02040503050406030204" pitchFamily="18" charset="0"/>
                <a:ea typeface="Cambria" panose="02040503050406030204" pitchFamily="18" charset="0"/>
              </a:rPr>
            </a:br>
            <a:r>
              <a:rPr lang="en-US" altLang="en-US" sz="2800" b="1" u="sng" dirty="0">
                <a:solidFill>
                  <a:srgbClr val="D34817"/>
                </a:solidFill>
                <a:latin typeface="Cambria" panose="02040503050406030204" pitchFamily="18" charset="0"/>
                <a:ea typeface="Cambria" panose="02040503050406030204" pitchFamily="18" charset="0"/>
              </a:rPr>
              <a:t>Group Functions</a:t>
            </a:r>
          </a:p>
        </p:txBody>
      </p:sp>
      <p:sp>
        <p:nvSpPr>
          <p:cNvPr id="38915" name="Rectangle 3">
            <a:extLst>
              <a:ext uri="{FF2B5EF4-FFF2-40B4-BE49-F238E27FC236}">
                <a16:creationId xmlns:a16="http://schemas.microsoft.com/office/drawing/2014/main" id="{30F3D5D6-EFFC-6865-1261-E9980FA4158F}"/>
              </a:ext>
            </a:extLst>
          </p:cNvPr>
          <p:cNvSpPr>
            <a:spLocks noGrp="1" noChangeArrowheads="1"/>
          </p:cNvSpPr>
          <p:nvPr>
            <p:ph sz="quarter" idx="1"/>
          </p:nvPr>
        </p:nvSpPr>
        <p:spPr>
          <a:xfrm>
            <a:off x="425450" y="741784"/>
            <a:ext cx="8394700" cy="4343400"/>
          </a:xfrm>
        </p:spPr>
        <p:txBody>
          <a:bodyPr/>
          <a:lstStyle/>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28600" indent="-228600" eaLnBrk="1" hangingPunct="1"/>
            <a:endParaRPr lang="en-US" altLang="en-US" sz="2800" dirty="0"/>
          </a:p>
        </p:txBody>
      </p:sp>
      <p:sp>
        <p:nvSpPr>
          <p:cNvPr id="3" name="Footer Placeholder 2">
            <a:extLst>
              <a:ext uri="{FF2B5EF4-FFF2-40B4-BE49-F238E27FC236}">
                <a16:creationId xmlns:a16="http://schemas.microsoft.com/office/drawing/2014/main" id="{52F8BA2E-6128-FDF0-D317-81F1DC04E3CD}"/>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2" name="Slide Number Placeholder 23">
            <a:extLst>
              <a:ext uri="{FF2B5EF4-FFF2-40B4-BE49-F238E27FC236}">
                <a16:creationId xmlns:a16="http://schemas.microsoft.com/office/drawing/2014/main" id="{08C55570-2174-8811-29A8-B0538E28383E}"/>
              </a:ext>
            </a:extLst>
          </p:cNvPr>
          <p:cNvSpPr>
            <a:spLocks noGrp="1"/>
          </p:cNvSpPr>
          <p:nvPr>
            <p:ph type="sldNum" sz="quarter" idx="12"/>
          </p:nvPr>
        </p:nvSpPr>
        <p:spPr>
          <a:xfrm>
            <a:off x="8532440" y="6166335"/>
            <a:ext cx="427833"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3</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graphicFrame>
        <p:nvGraphicFramePr>
          <p:cNvPr id="14" name="Table 2">
            <a:extLst>
              <a:ext uri="{FF2B5EF4-FFF2-40B4-BE49-F238E27FC236}">
                <a16:creationId xmlns:a16="http://schemas.microsoft.com/office/drawing/2014/main" id="{19984C52-15A4-CF7E-9961-5250EC295914}"/>
              </a:ext>
            </a:extLst>
          </p:cNvPr>
          <p:cNvGraphicFramePr>
            <a:graphicFrameLocks noGrp="1"/>
          </p:cNvGraphicFramePr>
          <p:nvPr>
            <p:extLst>
              <p:ext uri="{D42A27DB-BD31-4B8C-83A1-F6EECF244321}">
                <p14:modId xmlns:p14="http://schemas.microsoft.com/office/powerpoint/2010/main" val="3432462922"/>
              </p:ext>
            </p:extLst>
          </p:nvPr>
        </p:nvGraphicFramePr>
        <p:xfrm>
          <a:off x="482600" y="867814"/>
          <a:ext cx="8280400" cy="4114260"/>
        </p:xfrm>
        <a:graphic>
          <a:graphicData uri="http://schemas.openxmlformats.org/drawingml/2006/table">
            <a:tbl>
              <a:tblPr firstRow="1" bandRow="1">
                <a:tableStyleId>{5C22544A-7EE6-4342-B048-85BDC9FD1C3A}</a:tableStyleId>
              </a:tblPr>
              <a:tblGrid>
                <a:gridCol w="1566563">
                  <a:extLst>
                    <a:ext uri="{9D8B030D-6E8A-4147-A177-3AD203B41FA5}">
                      <a16:colId xmlns:a16="http://schemas.microsoft.com/office/drawing/2014/main" val="20000"/>
                    </a:ext>
                  </a:extLst>
                </a:gridCol>
                <a:gridCol w="6713837">
                  <a:extLst>
                    <a:ext uri="{9D8B030D-6E8A-4147-A177-3AD203B41FA5}">
                      <a16:colId xmlns:a16="http://schemas.microsoft.com/office/drawing/2014/main" val="20001"/>
                    </a:ext>
                  </a:extLst>
                </a:gridCol>
              </a:tblGrid>
              <a:tr h="396169">
                <a:tc>
                  <a:txBody>
                    <a:bodyPr/>
                    <a:lstStyle/>
                    <a:p>
                      <a:r>
                        <a:rPr lang="en-US" sz="2400" dirty="0">
                          <a:solidFill>
                            <a:srgbClr val="FFFF00"/>
                          </a:solidFill>
                        </a:rPr>
                        <a:t>Function</a:t>
                      </a:r>
                      <a:endParaRPr lang="en-US" sz="2400" dirty="0">
                        <a:solidFill>
                          <a:srgbClr val="FFFF00"/>
                        </a:solidFill>
                        <a:latin typeface="Cambria" panose="02040503050406030204" pitchFamily="18" charset="0"/>
                        <a:ea typeface="Cambria" panose="02040503050406030204" pitchFamily="18" charset="0"/>
                      </a:endParaRPr>
                    </a:p>
                  </a:txBody>
                  <a:tcPr marL="91434" marR="91434" marT="45690" marB="45690"/>
                </a:tc>
                <a:tc>
                  <a:txBody>
                    <a:bodyPr/>
                    <a:lstStyle/>
                    <a:p>
                      <a:r>
                        <a:rPr lang="en-US" sz="2400" dirty="0">
                          <a:solidFill>
                            <a:srgbClr val="FFFF00"/>
                          </a:solidFill>
                        </a:rPr>
                        <a:t>Description</a:t>
                      </a:r>
                      <a:endParaRPr lang="en-US" sz="2400" dirty="0">
                        <a:solidFill>
                          <a:srgbClr val="FFFF00"/>
                        </a:solidFill>
                        <a:latin typeface="Cambria" panose="02040503050406030204" pitchFamily="18" charset="0"/>
                        <a:ea typeface="Cambria" panose="02040503050406030204" pitchFamily="18" charset="0"/>
                      </a:endParaRPr>
                    </a:p>
                  </a:txBody>
                  <a:tcPr marL="91434" marR="91434" marT="45690" marB="45690"/>
                </a:tc>
                <a:extLst>
                  <a:ext uri="{0D108BD9-81ED-4DB2-BD59-A6C34878D82A}">
                    <a16:rowId xmlns:a16="http://schemas.microsoft.com/office/drawing/2014/main" val="10000"/>
                  </a:ext>
                </a:extLst>
              </a:tr>
              <a:tr h="396169">
                <a:tc>
                  <a:txBody>
                    <a:bodyPr/>
                    <a:lstStyle/>
                    <a:p>
                      <a:r>
                        <a:rPr lang="en-US" sz="2400" dirty="0">
                          <a:solidFill>
                            <a:srgbClr val="0033CC"/>
                          </a:solidFill>
                        </a:rPr>
                        <a:t>MAX</a:t>
                      </a:r>
                      <a:endParaRPr lang="en-US" sz="2400" dirty="0">
                        <a:solidFill>
                          <a:srgbClr val="0033CC"/>
                        </a:solidFill>
                        <a:latin typeface="Cambria" panose="02040503050406030204" pitchFamily="18" charset="0"/>
                        <a:ea typeface="Cambria" panose="02040503050406030204" pitchFamily="18" charset="0"/>
                      </a:endParaRPr>
                    </a:p>
                  </a:txBody>
                  <a:tcPr marL="91434" marR="91434" marT="45690" marB="45690"/>
                </a:tc>
                <a:tc>
                  <a:txBody>
                    <a:bodyPr/>
                    <a:lstStyle/>
                    <a:p>
                      <a:r>
                        <a:rPr lang="en-US" sz="2400" dirty="0">
                          <a:solidFill>
                            <a:schemeClr val="tx1"/>
                          </a:solidFill>
                        </a:rPr>
                        <a:t>Returns the largest value</a:t>
                      </a:r>
                      <a:endParaRPr lang="en-US" sz="2400" dirty="0">
                        <a:solidFill>
                          <a:schemeClr val="tx1"/>
                        </a:solidFill>
                        <a:latin typeface="Cambria" panose="02040503050406030204" pitchFamily="18" charset="0"/>
                        <a:ea typeface="Cambria" panose="02040503050406030204" pitchFamily="18" charset="0"/>
                      </a:endParaRPr>
                    </a:p>
                  </a:txBody>
                  <a:tcPr marL="91434" marR="91434" marT="45690" marB="45690"/>
                </a:tc>
                <a:extLst>
                  <a:ext uri="{0D108BD9-81ED-4DB2-BD59-A6C34878D82A}">
                    <a16:rowId xmlns:a16="http://schemas.microsoft.com/office/drawing/2014/main" val="10001"/>
                  </a:ext>
                </a:extLst>
              </a:tr>
              <a:tr h="396169">
                <a:tc>
                  <a:txBody>
                    <a:bodyPr/>
                    <a:lstStyle/>
                    <a:p>
                      <a:r>
                        <a:rPr lang="en-US" sz="2400" dirty="0">
                          <a:solidFill>
                            <a:srgbClr val="0033CC"/>
                          </a:solidFill>
                        </a:rPr>
                        <a:t>MIN</a:t>
                      </a:r>
                      <a:endParaRPr lang="en-US" sz="2400" dirty="0">
                        <a:solidFill>
                          <a:srgbClr val="0033CC"/>
                        </a:solidFill>
                        <a:latin typeface="Cambria" panose="02040503050406030204" pitchFamily="18" charset="0"/>
                        <a:ea typeface="Cambria" panose="02040503050406030204" pitchFamily="18" charset="0"/>
                      </a:endParaRPr>
                    </a:p>
                  </a:txBody>
                  <a:tcPr marL="91434" marR="91434" marT="45690" marB="45690"/>
                </a:tc>
                <a:tc>
                  <a:txBody>
                    <a:bodyPr/>
                    <a:lstStyle/>
                    <a:p>
                      <a:r>
                        <a:rPr lang="en-US" sz="2400" dirty="0">
                          <a:solidFill>
                            <a:schemeClr val="tx1"/>
                          </a:solidFill>
                        </a:rPr>
                        <a:t>Returns the smallest value</a:t>
                      </a:r>
                      <a:endParaRPr lang="en-US" sz="2400" dirty="0">
                        <a:solidFill>
                          <a:schemeClr val="tx1"/>
                        </a:solidFill>
                        <a:latin typeface="Cambria" panose="02040503050406030204" pitchFamily="18" charset="0"/>
                        <a:ea typeface="Cambria" panose="02040503050406030204" pitchFamily="18" charset="0"/>
                      </a:endParaRPr>
                    </a:p>
                  </a:txBody>
                  <a:tcPr marL="91434" marR="91434" marT="45690" marB="45690"/>
                </a:tc>
                <a:extLst>
                  <a:ext uri="{0D108BD9-81ED-4DB2-BD59-A6C34878D82A}">
                    <a16:rowId xmlns:a16="http://schemas.microsoft.com/office/drawing/2014/main" val="10002"/>
                  </a:ext>
                </a:extLst>
              </a:tr>
              <a:tr h="396169">
                <a:tc>
                  <a:txBody>
                    <a:bodyPr/>
                    <a:lstStyle/>
                    <a:p>
                      <a:r>
                        <a:rPr lang="en-US" sz="2400" dirty="0">
                          <a:solidFill>
                            <a:srgbClr val="0033CC"/>
                          </a:solidFill>
                        </a:rPr>
                        <a:t>SUM</a:t>
                      </a:r>
                      <a:endParaRPr lang="en-US" sz="2400" dirty="0">
                        <a:solidFill>
                          <a:srgbClr val="0033CC"/>
                        </a:solidFill>
                        <a:latin typeface="Cambria" panose="02040503050406030204" pitchFamily="18" charset="0"/>
                        <a:ea typeface="Cambria" panose="02040503050406030204" pitchFamily="18" charset="0"/>
                      </a:endParaRPr>
                    </a:p>
                  </a:txBody>
                  <a:tcPr marL="91434" marR="91434" marT="45690" marB="4569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solidFill>
                            <a:schemeClr val="tx1"/>
                          </a:solidFill>
                        </a:rPr>
                        <a:t>Returns the sum of values</a:t>
                      </a:r>
                      <a:endParaRPr lang="en-US" sz="2400" dirty="0">
                        <a:solidFill>
                          <a:schemeClr val="tx1"/>
                        </a:solidFill>
                        <a:latin typeface="Cambria" panose="02040503050406030204" pitchFamily="18" charset="0"/>
                        <a:ea typeface="Cambria" panose="02040503050406030204" pitchFamily="18" charset="0"/>
                      </a:endParaRPr>
                    </a:p>
                  </a:txBody>
                  <a:tcPr marL="91434" marR="91434" marT="45690" marB="45690"/>
                </a:tc>
                <a:extLst>
                  <a:ext uri="{0D108BD9-81ED-4DB2-BD59-A6C34878D82A}">
                    <a16:rowId xmlns:a16="http://schemas.microsoft.com/office/drawing/2014/main" val="10003"/>
                  </a:ext>
                </a:extLst>
              </a:tr>
              <a:tr h="396169">
                <a:tc>
                  <a:txBody>
                    <a:bodyPr/>
                    <a:lstStyle/>
                    <a:p>
                      <a:r>
                        <a:rPr lang="en-US" sz="2400" dirty="0">
                          <a:solidFill>
                            <a:srgbClr val="0033CC"/>
                          </a:solidFill>
                        </a:rPr>
                        <a:t>AVG</a:t>
                      </a:r>
                      <a:endParaRPr lang="en-US" sz="2400" dirty="0">
                        <a:solidFill>
                          <a:srgbClr val="0033CC"/>
                        </a:solidFill>
                        <a:latin typeface="Cambria" panose="02040503050406030204" pitchFamily="18" charset="0"/>
                        <a:ea typeface="Cambria" panose="02040503050406030204" pitchFamily="18" charset="0"/>
                      </a:endParaRPr>
                    </a:p>
                  </a:txBody>
                  <a:tcPr marL="91434" marR="91434" marT="45690" marB="45690"/>
                </a:tc>
                <a:tc>
                  <a:txBody>
                    <a:bodyPr/>
                    <a:lstStyle/>
                    <a:p>
                      <a:r>
                        <a:rPr lang="en-US" sz="2400" dirty="0">
                          <a:solidFill>
                            <a:schemeClr val="tx1"/>
                          </a:solidFill>
                        </a:rPr>
                        <a:t>Returns the average of values (ignoring NULL values)</a:t>
                      </a:r>
                      <a:endParaRPr lang="en-US" sz="2400" dirty="0">
                        <a:solidFill>
                          <a:schemeClr val="tx1"/>
                        </a:solidFill>
                        <a:latin typeface="Cambria" panose="02040503050406030204" pitchFamily="18" charset="0"/>
                        <a:ea typeface="Cambria" panose="02040503050406030204" pitchFamily="18" charset="0"/>
                      </a:endParaRPr>
                    </a:p>
                  </a:txBody>
                  <a:tcPr marL="91434" marR="91434" marT="45690" marB="45690"/>
                </a:tc>
                <a:extLst>
                  <a:ext uri="{0D108BD9-81ED-4DB2-BD59-A6C34878D82A}">
                    <a16:rowId xmlns:a16="http://schemas.microsoft.com/office/drawing/2014/main" val="10004"/>
                  </a:ext>
                </a:extLst>
              </a:tr>
              <a:tr h="396169">
                <a:tc>
                  <a:txBody>
                    <a:bodyPr/>
                    <a:lstStyle/>
                    <a:p>
                      <a:r>
                        <a:rPr lang="en-US" sz="2400" dirty="0">
                          <a:solidFill>
                            <a:srgbClr val="0033CC"/>
                          </a:solidFill>
                        </a:rPr>
                        <a:t>COUNT</a:t>
                      </a:r>
                      <a:endParaRPr lang="en-US" sz="2400" dirty="0">
                        <a:solidFill>
                          <a:srgbClr val="0033CC"/>
                        </a:solidFill>
                        <a:latin typeface="Cambria" panose="02040503050406030204" pitchFamily="18" charset="0"/>
                        <a:ea typeface="Cambria" panose="02040503050406030204" pitchFamily="18" charset="0"/>
                      </a:endParaRPr>
                    </a:p>
                  </a:txBody>
                  <a:tcPr marL="91434" marR="91434" marT="45690" marB="45690"/>
                </a:tc>
                <a:tc>
                  <a:txBody>
                    <a:bodyPr/>
                    <a:lstStyle/>
                    <a:p>
                      <a:r>
                        <a:rPr lang="en-US" sz="2400" dirty="0">
                          <a:solidFill>
                            <a:schemeClr val="tx1"/>
                          </a:solidFill>
                        </a:rPr>
                        <a:t>Returns the count of NOT NULL values</a:t>
                      </a:r>
                      <a:endParaRPr lang="en-US" sz="2400" dirty="0">
                        <a:solidFill>
                          <a:schemeClr val="tx1"/>
                        </a:solidFill>
                        <a:latin typeface="Cambria" panose="02040503050406030204" pitchFamily="18" charset="0"/>
                        <a:ea typeface="Cambria" panose="02040503050406030204" pitchFamily="18" charset="0"/>
                      </a:endParaRPr>
                    </a:p>
                  </a:txBody>
                  <a:tcPr marL="91434" marR="91434" marT="45690" marB="45690"/>
                </a:tc>
                <a:extLst>
                  <a:ext uri="{0D108BD9-81ED-4DB2-BD59-A6C34878D82A}">
                    <a16:rowId xmlns:a16="http://schemas.microsoft.com/office/drawing/2014/main" val="10005"/>
                  </a:ext>
                </a:extLst>
              </a:tr>
              <a:tr h="396169">
                <a:tc>
                  <a:txBody>
                    <a:bodyPr/>
                    <a:lstStyle/>
                    <a:p>
                      <a:r>
                        <a:rPr lang="en-US" sz="2400" dirty="0">
                          <a:solidFill>
                            <a:srgbClr val="0033CC"/>
                          </a:solidFill>
                        </a:rPr>
                        <a:t>MEDIAN</a:t>
                      </a:r>
                      <a:endParaRPr lang="en-US" sz="2400" dirty="0">
                        <a:solidFill>
                          <a:srgbClr val="0033CC"/>
                        </a:solidFill>
                        <a:latin typeface="Cambria" panose="02040503050406030204" pitchFamily="18" charset="0"/>
                        <a:ea typeface="Cambria" panose="02040503050406030204" pitchFamily="18" charset="0"/>
                      </a:endParaRPr>
                    </a:p>
                  </a:txBody>
                  <a:tcPr marL="91434" marR="91434" marT="45690" marB="45690"/>
                </a:tc>
                <a:tc>
                  <a:txBody>
                    <a:bodyPr/>
                    <a:lstStyle/>
                    <a:p>
                      <a:r>
                        <a:rPr lang="en-US" sz="2400" dirty="0">
                          <a:solidFill>
                            <a:schemeClr val="tx1"/>
                          </a:solidFill>
                        </a:rPr>
                        <a:t>Returns the middle value</a:t>
                      </a:r>
                      <a:endParaRPr lang="en-US" sz="2400" dirty="0">
                        <a:solidFill>
                          <a:schemeClr val="tx1"/>
                        </a:solidFill>
                        <a:latin typeface="Cambria" panose="02040503050406030204" pitchFamily="18" charset="0"/>
                        <a:ea typeface="Cambria" panose="02040503050406030204" pitchFamily="18" charset="0"/>
                      </a:endParaRPr>
                    </a:p>
                  </a:txBody>
                  <a:tcPr marL="91434" marR="91434" marT="45690" marB="45690"/>
                </a:tc>
                <a:extLst>
                  <a:ext uri="{0D108BD9-81ED-4DB2-BD59-A6C34878D82A}">
                    <a16:rowId xmlns:a16="http://schemas.microsoft.com/office/drawing/2014/main" val="10006"/>
                  </a:ext>
                </a:extLst>
              </a:tr>
              <a:tr h="396169">
                <a:tc>
                  <a:txBody>
                    <a:bodyPr/>
                    <a:lstStyle/>
                    <a:p>
                      <a:r>
                        <a:rPr lang="en-US" sz="2400" dirty="0">
                          <a:solidFill>
                            <a:srgbClr val="0033CC"/>
                          </a:solidFill>
                        </a:rPr>
                        <a:t>STDEVE</a:t>
                      </a:r>
                      <a:endParaRPr lang="en-US" sz="2400" dirty="0">
                        <a:solidFill>
                          <a:srgbClr val="0033CC"/>
                        </a:solidFill>
                        <a:latin typeface="Cambria" panose="02040503050406030204" pitchFamily="18" charset="0"/>
                        <a:ea typeface="Cambria" panose="02040503050406030204" pitchFamily="18" charset="0"/>
                      </a:endParaRPr>
                    </a:p>
                  </a:txBody>
                  <a:tcPr marL="91434" marR="91434" marT="45690" marB="4569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solidFill>
                            <a:schemeClr val="tx1"/>
                          </a:solidFill>
                        </a:rPr>
                        <a:t>Returns the standard deviation (ignoring NULL values)</a:t>
                      </a:r>
                      <a:endParaRPr lang="en-US" sz="2400" dirty="0">
                        <a:solidFill>
                          <a:schemeClr val="tx1"/>
                        </a:solidFill>
                        <a:latin typeface="Cambria" panose="02040503050406030204" pitchFamily="18" charset="0"/>
                        <a:ea typeface="Cambria" panose="02040503050406030204" pitchFamily="18" charset="0"/>
                      </a:endParaRPr>
                    </a:p>
                  </a:txBody>
                  <a:tcPr marL="91434" marR="91434" marT="45690" marB="45690"/>
                </a:tc>
                <a:extLst>
                  <a:ext uri="{0D108BD9-81ED-4DB2-BD59-A6C34878D82A}">
                    <a16:rowId xmlns:a16="http://schemas.microsoft.com/office/drawing/2014/main" val="10007"/>
                  </a:ext>
                </a:extLst>
              </a:tr>
              <a:tr h="396169">
                <a:tc>
                  <a:txBody>
                    <a:bodyPr/>
                    <a:lstStyle/>
                    <a:p>
                      <a:r>
                        <a:rPr lang="en-US" sz="2400" dirty="0">
                          <a:solidFill>
                            <a:srgbClr val="0033CC"/>
                          </a:solidFill>
                        </a:rPr>
                        <a:t>VARIANCE</a:t>
                      </a:r>
                      <a:endParaRPr lang="en-US" sz="2400" dirty="0">
                        <a:solidFill>
                          <a:srgbClr val="0033CC"/>
                        </a:solidFill>
                        <a:latin typeface="Cambria" panose="02040503050406030204" pitchFamily="18" charset="0"/>
                        <a:ea typeface="Cambria" panose="02040503050406030204" pitchFamily="18" charset="0"/>
                      </a:endParaRPr>
                    </a:p>
                  </a:txBody>
                  <a:tcPr marL="91434" marR="91434" marT="45690" marB="4569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solidFill>
                            <a:schemeClr val="tx1"/>
                          </a:solidFill>
                        </a:rPr>
                        <a:t>Returns the variation (ignoring NULL values)</a:t>
                      </a:r>
                      <a:endParaRPr lang="en-US" sz="2400" dirty="0">
                        <a:solidFill>
                          <a:schemeClr val="tx1"/>
                        </a:solidFill>
                        <a:latin typeface="Cambria" panose="02040503050406030204" pitchFamily="18" charset="0"/>
                        <a:ea typeface="Cambria" panose="02040503050406030204" pitchFamily="18" charset="0"/>
                      </a:endParaRPr>
                    </a:p>
                  </a:txBody>
                  <a:tcPr marL="91434" marR="91434" marT="45690" marB="45690"/>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2472372682"/>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C31CC1-4C65-3F50-8D25-4B1F0B13B45E}"/>
            </a:ext>
          </a:extLst>
        </p:cNvPr>
        <p:cNvGrpSpPr/>
        <p:nvPr/>
      </p:nvGrpSpPr>
      <p:grpSpPr>
        <a:xfrm>
          <a:off x="0" y="0"/>
          <a:ext cx="0" cy="0"/>
          <a:chOff x="0" y="0"/>
          <a:chExt cx="0" cy="0"/>
        </a:xfrm>
      </p:grpSpPr>
      <p:sp>
        <p:nvSpPr>
          <p:cNvPr id="38914" name="Rectangle 2">
            <a:extLst>
              <a:ext uri="{FF2B5EF4-FFF2-40B4-BE49-F238E27FC236}">
                <a16:creationId xmlns:a16="http://schemas.microsoft.com/office/drawing/2014/main" id="{78E904DD-7053-F249-1582-D671CC8E16A9}"/>
              </a:ext>
            </a:extLst>
          </p:cNvPr>
          <p:cNvSpPr>
            <a:spLocks noGrp="1" noChangeArrowheads="1"/>
          </p:cNvSpPr>
          <p:nvPr>
            <p:ph type="title"/>
          </p:nvPr>
        </p:nvSpPr>
        <p:spPr>
          <a:xfrm>
            <a:off x="323850" y="159296"/>
            <a:ext cx="6480398" cy="533400"/>
          </a:xfrm>
        </p:spPr>
        <p:txBody>
          <a:bodyPr/>
          <a:lstStyle/>
          <a:p>
            <a:pPr eaLnBrk="1" hangingPunct="1"/>
            <a:br>
              <a:rPr lang="en-US" altLang="en-US" sz="2800" b="1" u="sng" dirty="0">
                <a:solidFill>
                  <a:srgbClr val="D34817"/>
                </a:solidFill>
                <a:latin typeface="Cambria" panose="02040503050406030204" pitchFamily="18" charset="0"/>
                <a:ea typeface="Cambria" panose="02040503050406030204" pitchFamily="18" charset="0"/>
              </a:rPr>
            </a:br>
            <a:br>
              <a:rPr lang="en-US" altLang="en-US" sz="2800" b="1" u="sng" dirty="0">
                <a:solidFill>
                  <a:srgbClr val="D34817"/>
                </a:solidFill>
                <a:latin typeface="Cambria" panose="02040503050406030204" pitchFamily="18" charset="0"/>
                <a:ea typeface="Cambria" panose="02040503050406030204" pitchFamily="18" charset="0"/>
              </a:rPr>
            </a:br>
            <a:r>
              <a:rPr lang="en-US" altLang="en-US" sz="2800" b="1" u="sng" dirty="0">
                <a:solidFill>
                  <a:srgbClr val="D34817"/>
                </a:solidFill>
                <a:latin typeface="Cambria" panose="02040503050406030204" pitchFamily="18" charset="0"/>
                <a:ea typeface="Cambria" panose="02040503050406030204" pitchFamily="18" charset="0"/>
              </a:rPr>
              <a:t>Group Functions</a:t>
            </a:r>
          </a:p>
        </p:txBody>
      </p:sp>
      <p:sp>
        <p:nvSpPr>
          <p:cNvPr id="38915" name="Rectangle 3">
            <a:extLst>
              <a:ext uri="{FF2B5EF4-FFF2-40B4-BE49-F238E27FC236}">
                <a16:creationId xmlns:a16="http://schemas.microsoft.com/office/drawing/2014/main" id="{AF98BC82-D042-B993-1DE7-28DC7B5F5E79}"/>
              </a:ext>
            </a:extLst>
          </p:cNvPr>
          <p:cNvSpPr>
            <a:spLocks noGrp="1" noChangeArrowheads="1"/>
          </p:cNvSpPr>
          <p:nvPr>
            <p:ph sz="quarter" idx="1"/>
          </p:nvPr>
        </p:nvSpPr>
        <p:spPr>
          <a:xfrm>
            <a:off x="425450" y="660847"/>
            <a:ext cx="8394700" cy="4343400"/>
          </a:xfrm>
        </p:spPr>
        <p:txBody>
          <a:bodyPr/>
          <a:lstStyle/>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28600" indent="-228600" eaLnBrk="1" hangingPunct="1"/>
            <a:endParaRPr lang="en-US" altLang="en-US" sz="2800" dirty="0"/>
          </a:p>
        </p:txBody>
      </p:sp>
      <p:sp>
        <p:nvSpPr>
          <p:cNvPr id="3" name="Footer Placeholder 2">
            <a:extLst>
              <a:ext uri="{FF2B5EF4-FFF2-40B4-BE49-F238E27FC236}">
                <a16:creationId xmlns:a16="http://schemas.microsoft.com/office/drawing/2014/main" id="{5A0826C3-1287-B5EA-A521-D002EB45DA47}"/>
              </a:ext>
            </a:extLst>
          </p:cNvPr>
          <p:cNvSpPr>
            <a:spLocks noGrp="1"/>
          </p:cNvSpPr>
          <p:nvPr>
            <p:ph type="ftr" sz="quarter" idx="11"/>
          </p:nvPr>
        </p:nvSpPr>
        <p:spPr>
          <a:xfrm>
            <a:off x="2555776" y="6419255"/>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graphicFrame>
        <p:nvGraphicFramePr>
          <p:cNvPr id="14" name="Table 2">
            <a:extLst>
              <a:ext uri="{FF2B5EF4-FFF2-40B4-BE49-F238E27FC236}">
                <a16:creationId xmlns:a16="http://schemas.microsoft.com/office/drawing/2014/main" id="{3ED1595F-0ABA-A92E-5E51-D00AF393212E}"/>
              </a:ext>
            </a:extLst>
          </p:cNvPr>
          <p:cNvGraphicFramePr>
            <a:graphicFrameLocks noGrp="1"/>
          </p:cNvGraphicFramePr>
          <p:nvPr>
            <p:extLst>
              <p:ext uri="{D42A27DB-BD31-4B8C-83A1-F6EECF244321}">
                <p14:modId xmlns:p14="http://schemas.microsoft.com/office/powerpoint/2010/main" val="1958980988"/>
              </p:ext>
            </p:extLst>
          </p:nvPr>
        </p:nvGraphicFramePr>
        <p:xfrm>
          <a:off x="539750" y="2385147"/>
          <a:ext cx="8280400" cy="4419300"/>
        </p:xfrm>
        <a:graphic>
          <a:graphicData uri="http://schemas.openxmlformats.org/drawingml/2006/table">
            <a:tbl>
              <a:tblPr firstRow="1" bandRow="1">
                <a:tableStyleId>{5C22544A-7EE6-4342-B048-85BDC9FD1C3A}</a:tableStyleId>
              </a:tblPr>
              <a:tblGrid>
                <a:gridCol w="4161408">
                  <a:extLst>
                    <a:ext uri="{9D8B030D-6E8A-4147-A177-3AD203B41FA5}">
                      <a16:colId xmlns:a16="http://schemas.microsoft.com/office/drawing/2014/main" val="20000"/>
                    </a:ext>
                  </a:extLst>
                </a:gridCol>
                <a:gridCol w="4118992">
                  <a:extLst>
                    <a:ext uri="{9D8B030D-6E8A-4147-A177-3AD203B41FA5}">
                      <a16:colId xmlns:a16="http://schemas.microsoft.com/office/drawing/2014/main" val="20001"/>
                    </a:ext>
                  </a:extLst>
                </a:gridCol>
              </a:tblGrid>
              <a:tr h="396169">
                <a:tc>
                  <a:txBody>
                    <a:bodyPr/>
                    <a:lstStyle/>
                    <a:p>
                      <a:r>
                        <a:rPr lang="en-US" sz="2000" dirty="0">
                          <a:solidFill>
                            <a:srgbClr val="FFFF00"/>
                          </a:solidFill>
                          <a:latin typeface="Cambria" panose="02040503050406030204" pitchFamily="18" charset="0"/>
                          <a:ea typeface="Cambria" panose="02040503050406030204" pitchFamily="18" charset="0"/>
                        </a:rPr>
                        <a:t>Query</a:t>
                      </a:r>
                    </a:p>
                  </a:txBody>
                  <a:tcPr marL="91434" marR="91434" marT="45690" marB="45690"/>
                </a:tc>
                <a:tc>
                  <a:txBody>
                    <a:bodyPr/>
                    <a:lstStyle/>
                    <a:p>
                      <a:r>
                        <a:rPr lang="en-US" sz="2000" dirty="0">
                          <a:solidFill>
                            <a:srgbClr val="FFFF00"/>
                          </a:solidFill>
                          <a:latin typeface="Cambria" panose="02040503050406030204" pitchFamily="18" charset="0"/>
                          <a:ea typeface="Cambria" panose="02040503050406030204" pitchFamily="18" charset="0"/>
                        </a:rPr>
                        <a:t>Description</a:t>
                      </a:r>
                    </a:p>
                  </a:txBody>
                  <a:tcPr marL="91434" marR="91434" marT="45690" marB="45690"/>
                </a:tc>
                <a:extLst>
                  <a:ext uri="{0D108BD9-81ED-4DB2-BD59-A6C34878D82A}">
                    <a16:rowId xmlns:a16="http://schemas.microsoft.com/office/drawing/2014/main" val="10000"/>
                  </a:ext>
                </a:extLst>
              </a:tr>
              <a:tr h="396169">
                <a:tc>
                  <a:txBody>
                    <a:bodyPr/>
                    <a:lstStyle/>
                    <a:p>
                      <a:r>
                        <a:rPr lang="en-US" sz="2000" dirty="0">
                          <a:solidFill>
                            <a:srgbClr val="0033CC"/>
                          </a:solidFill>
                          <a:latin typeface="Cambria" panose="02040503050406030204" pitchFamily="18" charset="0"/>
                          <a:ea typeface="Cambria" panose="02040503050406030204" pitchFamily="18" charset="0"/>
                        </a:rPr>
                        <a:t>SELECT </a:t>
                      </a:r>
                      <a:r>
                        <a:rPr lang="en-US" sz="2000" dirty="0" err="1">
                          <a:solidFill>
                            <a:srgbClr val="FF0000"/>
                          </a:solidFill>
                          <a:latin typeface="Cambria" panose="02040503050406030204" pitchFamily="18" charset="0"/>
                          <a:ea typeface="Cambria" panose="02040503050406030204" pitchFamily="18" charset="0"/>
                        </a:rPr>
                        <a:t>group_function</a:t>
                      </a:r>
                      <a:r>
                        <a:rPr lang="en-US" sz="2000" dirty="0">
                          <a:solidFill>
                            <a:srgbClr val="FF0000"/>
                          </a:solidFill>
                          <a:latin typeface="Cambria" panose="02040503050406030204" pitchFamily="18" charset="0"/>
                          <a:ea typeface="Cambria" panose="02040503050406030204" pitchFamily="18" charset="0"/>
                        </a:rPr>
                        <a:t>({column|*})</a:t>
                      </a:r>
                    </a:p>
                    <a:p>
                      <a:r>
                        <a:rPr lang="en-US" sz="2000" dirty="0">
                          <a:solidFill>
                            <a:srgbClr val="0033CC"/>
                          </a:solidFill>
                          <a:latin typeface="Cambria" panose="02040503050406030204" pitchFamily="18" charset="0"/>
                          <a:ea typeface="Cambria" panose="02040503050406030204" pitchFamily="18" charset="0"/>
                        </a:rPr>
                        <a:t>FROM	table</a:t>
                      </a:r>
                    </a:p>
                  </a:txBody>
                  <a:tcPr marL="91434" marR="91434" marT="45690" marB="45690"/>
                </a:tc>
                <a:tc>
                  <a:txBody>
                    <a:bodyPr/>
                    <a:lstStyle/>
                    <a:p>
                      <a:r>
                        <a:rPr lang="en-US" sz="2000" dirty="0">
                          <a:solidFill>
                            <a:schemeClr val="tx1"/>
                          </a:solidFill>
                          <a:latin typeface="Cambria" panose="02040503050406030204" pitchFamily="18" charset="0"/>
                          <a:ea typeface="Cambria" panose="02040503050406030204" pitchFamily="18" charset="0"/>
                        </a:rPr>
                        <a:t>Returns a single row or answer</a:t>
                      </a:r>
                    </a:p>
                  </a:txBody>
                  <a:tcPr marL="91434" marR="91434" marT="45690" marB="45690" anchor="ctr"/>
                </a:tc>
                <a:extLst>
                  <a:ext uri="{0D108BD9-81ED-4DB2-BD59-A6C34878D82A}">
                    <a16:rowId xmlns:a16="http://schemas.microsoft.com/office/drawing/2014/main" val="10001"/>
                  </a:ext>
                </a:extLst>
              </a:tr>
              <a:tr h="396169">
                <a:tc>
                  <a:txBody>
                    <a:bodyPr/>
                    <a:lstStyle/>
                    <a:p>
                      <a:r>
                        <a:rPr lang="en-US" sz="2000" dirty="0">
                          <a:solidFill>
                            <a:srgbClr val="0033CC"/>
                          </a:solidFill>
                          <a:latin typeface="Cambria" panose="02040503050406030204" pitchFamily="18" charset="0"/>
                          <a:ea typeface="Cambria" panose="02040503050406030204" pitchFamily="18" charset="0"/>
                        </a:rPr>
                        <a:t>SELECT </a:t>
                      </a:r>
                      <a:r>
                        <a:rPr lang="en-US" sz="2000" dirty="0">
                          <a:solidFill>
                            <a:srgbClr val="FF0000"/>
                          </a:solidFill>
                          <a:latin typeface="Cambria" panose="02040503050406030204" pitchFamily="18" charset="0"/>
                          <a:ea typeface="Cambria" panose="02040503050406030204" pitchFamily="18" charset="0"/>
                        </a:rPr>
                        <a:t>c1, </a:t>
                      </a:r>
                      <a:r>
                        <a:rPr lang="en-US" sz="2000" dirty="0" err="1">
                          <a:solidFill>
                            <a:srgbClr val="FF0000"/>
                          </a:solidFill>
                          <a:latin typeface="Cambria" panose="02040503050406030204" pitchFamily="18" charset="0"/>
                          <a:ea typeface="Cambria" panose="02040503050406030204" pitchFamily="18" charset="0"/>
                        </a:rPr>
                        <a:t>group_function</a:t>
                      </a:r>
                      <a:r>
                        <a:rPr lang="en-US" sz="2000" dirty="0">
                          <a:solidFill>
                            <a:srgbClr val="FF0000"/>
                          </a:solidFill>
                          <a:latin typeface="Cambria" panose="02040503050406030204" pitchFamily="18" charset="0"/>
                          <a:ea typeface="Cambria" panose="02040503050406030204" pitchFamily="18" charset="0"/>
                        </a:rPr>
                        <a:t>({c2|*})</a:t>
                      </a:r>
                    </a:p>
                    <a:p>
                      <a:r>
                        <a:rPr lang="en-US" sz="2000" dirty="0">
                          <a:solidFill>
                            <a:srgbClr val="0033CC"/>
                          </a:solidFill>
                          <a:latin typeface="Cambria" panose="02040503050406030204" pitchFamily="18" charset="0"/>
                          <a:ea typeface="Cambria" panose="02040503050406030204" pitchFamily="18" charset="0"/>
                        </a:rPr>
                        <a:t>FROM	table</a:t>
                      </a:r>
                    </a:p>
                    <a:p>
                      <a:r>
                        <a:rPr lang="en-US" sz="2000" dirty="0">
                          <a:solidFill>
                            <a:srgbClr val="FF0000"/>
                          </a:solidFill>
                          <a:latin typeface="Cambria" panose="02040503050406030204" pitchFamily="18" charset="0"/>
                          <a:ea typeface="Cambria" panose="02040503050406030204" pitchFamily="18" charset="0"/>
                        </a:rPr>
                        <a:t>GROUP BY c1</a:t>
                      </a:r>
                    </a:p>
                  </a:txBody>
                  <a:tcPr marL="91434" marR="91434" marT="45690" marB="4569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Cambria" panose="02040503050406030204" pitchFamily="18" charset="0"/>
                          <a:ea typeface="Cambria" panose="02040503050406030204" pitchFamily="18" charset="0"/>
                        </a:rPr>
                        <a:t>Returns </a:t>
                      </a:r>
                      <a:r>
                        <a:rPr lang="en-US" sz="2000" dirty="0">
                          <a:solidFill>
                            <a:srgbClr val="0033CC"/>
                          </a:solidFill>
                          <a:latin typeface="Cambria" panose="02040503050406030204" pitchFamily="18" charset="0"/>
                          <a:ea typeface="Cambria" panose="02040503050406030204" pitchFamily="18" charset="0"/>
                        </a:rPr>
                        <a:t>m</a:t>
                      </a:r>
                      <a:r>
                        <a:rPr lang="en-US" sz="2000" dirty="0">
                          <a:solidFill>
                            <a:schemeClr val="tx1"/>
                          </a:solidFill>
                          <a:latin typeface="Cambria" panose="02040503050406030204" pitchFamily="18" charset="0"/>
                          <a:ea typeface="Cambria" panose="02040503050406030204" pitchFamily="18" charset="0"/>
                        </a:rPr>
                        <a:t> rows, where m is the number of distinct values of the column c1</a:t>
                      </a:r>
                    </a:p>
                  </a:txBody>
                  <a:tcPr marL="91434" marR="91434" marT="45690" marB="45690" anchor="ctr"/>
                </a:tc>
                <a:extLst>
                  <a:ext uri="{0D108BD9-81ED-4DB2-BD59-A6C34878D82A}">
                    <a16:rowId xmlns:a16="http://schemas.microsoft.com/office/drawing/2014/main" val="10002"/>
                  </a:ext>
                </a:extLst>
              </a:tr>
              <a:tr h="396169">
                <a:tc>
                  <a:txBody>
                    <a:bodyPr/>
                    <a:lstStyle/>
                    <a:p>
                      <a:r>
                        <a:rPr lang="en-US" sz="2000" dirty="0">
                          <a:solidFill>
                            <a:srgbClr val="0033CC"/>
                          </a:solidFill>
                          <a:latin typeface="Cambria" panose="02040503050406030204" pitchFamily="18" charset="0"/>
                          <a:ea typeface="Cambria" panose="02040503050406030204" pitchFamily="18" charset="0"/>
                        </a:rPr>
                        <a:t>SELECT c1, </a:t>
                      </a:r>
                      <a:r>
                        <a:rPr lang="en-US" sz="2000" dirty="0" err="1">
                          <a:solidFill>
                            <a:srgbClr val="0033CC"/>
                          </a:solidFill>
                          <a:latin typeface="Cambria" panose="02040503050406030204" pitchFamily="18" charset="0"/>
                          <a:ea typeface="Cambria" panose="02040503050406030204" pitchFamily="18" charset="0"/>
                        </a:rPr>
                        <a:t>group_function</a:t>
                      </a:r>
                      <a:r>
                        <a:rPr lang="en-US" sz="2000" dirty="0">
                          <a:solidFill>
                            <a:srgbClr val="0033CC"/>
                          </a:solidFill>
                          <a:latin typeface="Cambria" panose="02040503050406030204" pitchFamily="18" charset="0"/>
                          <a:ea typeface="Cambria" panose="02040503050406030204" pitchFamily="18" charset="0"/>
                        </a:rPr>
                        <a:t>({c2|*})</a:t>
                      </a:r>
                    </a:p>
                    <a:p>
                      <a:r>
                        <a:rPr lang="en-US" sz="2000" dirty="0">
                          <a:solidFill>
                            <a:srgbClr val="0033CC"/>
                          </a:solidFill>
                          <a:latin typeface="Cambria" panose="02040503050406030204" pitchFamily="18" charset="0"/>
                          <a:ea typeface="Cambria" panose="02040503050406030204" pitchFamily="18" charset="0"/>
                        </a:rPr>
                        <a:t>FROM	table</a:t>
                      </a:r>
                    </a:p>
                  </a:txBody>
                  <a:tcPr marL="91434" marR="91434" marT="45690" marB="4569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solidFill>
                            <a:srgbClr val="FF0000"/>
                          </a:solidFill>
                          <a:latin typeface="Cambria" panose="02040503050406030204" pitchFamily="18" charset="0"/>
                          <a:ea typeface="Cambria" panose="02040503050406030204" pitchFamily="18" charset="0"/>
                        </a:rPr>
                        <a:t>Error: not a single-group group function</a:t>
                      </a:r>
                    </a:p>
                  </a:txBody>
                  <a:tcPr marL="91434" marR="91434" marT="45690" marB="45690"/>
                </a:tc>
                <a:extLst>
                  <a:ext uri="{0D108BD9-81ED-4DB2-BD59-A6C34878D82A}">
                    <a16:rowId xmlns:a16="http://schemas.microsoft.com/office/drawing/2014/main" val="10003"/>
                  </a:ext>
                </a:extLst>
              </a:tr>
              <a:tr h="396169">
                <a:tc>
                  <a:txBody>
                    <a:bodyPr/>
                    <a:lstStyle/>
                    <a:p>
                      <a:r>
                        <a:rPr lang="en-US" sz="2000" dirty="0">
                          <a:solidFill>
                            <a:srgbClr val="0033CC"/>
                          </a:solidFill>
                          <a:latin typeface="Cambria" panose="02040503050406030204" pitchFamily="18" charset="0"/>
                          <a:ea typeface="Cambria" panose="02040503050406030204" pitchFamily="18" charset="0"/>
                        </a:rPr>
                        <a:t>SELECT c1, c2, </a:t>
                      </a:r>
                      <a:r>
                        <a:rPr lang="en-US" sz="2000" dirty="0" err="1">
                          <a:solidFill>
                            <a:srgbClr val="0033CC"/>
                          </a:solidFill>
                          <a:latin typeface="Cambria" panose="02040503050406030204" pitchFamily="18" charset="0"/>
                          <a:ea typeface="Cambria" panose="02040503050406030204" pitchFamily="18" charset="0"/>
                        </a:rPr>
                        <a:t>group_function</a:t>
                      </a:r>
                      <a:r>
                        <a:rPr lang="en-US" sz="2000" dirty="0">
                          <a:solidFill>
                            <a:srgbClr val="0033CC"/>
                          </a:solidFill>
                          <a:latin typeface="Cambria" panose="02040503050406030204" pitchFamily="18" charset="0"/>
                          <a:ea typeface="Cambria" panose="02040503050406030204" pitchFamily="18" charset="0"/>
                        </a:rPr>
                        <a:t>({c3|*})</a:t>
                      </a:r>
                    </a:p>
                    <a:p>
                      <a:r>
                        <a:rPr lang="en-US" sz="2000" dirty="0">
                          <a:solidFill>
                            <a:srgbClr val="0033CC"/>
                          </a:solidFill>
                          <a:latin typeface="Cambria" panose="02040503050406030204" pitchFamily="18" charset="0"/>
                          <a:ea typeface="Cambria" panose="02040503050406030204" pitchFamily="18" charset="0"/>
                        </a:rPr>
                        <a:t>FROM	table</a:t>
                      </a:r>
                    </a:p>
                    <a:p>
                      <a:r>
                        <a:rPr lang="en-US" sz="2000" dirty="0">
                          <a:solidFill>
                            <a:srgbClr val="FF0000"/>
                          </a:solidFill>
                          <a:latin typeface="Cambria" panose="02040503050406030204" pitchFamily="18" charset="0"/>
                          <a:ea typeface="Cambria" panose="02040503050406030204" pitchFamily="18" charset="0"/>
                        </a:rPr>
                        <a:t>GROUP BY c1, c2</a:t>
                      </a:r>
                    </a:p>
                  </a:txBody>
                  <a:tcPr marL="91434" marR="91434" marT="45690" marB="4569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Cambria" panose="02040503050406030204" pitchFamily="18" charset="0"/>
                          <a:ea typeface="Cambria" panose="02040503050406030204" pitchFamily="18" charset="0"/>
                        </a:rPr>
                        <a:t>Groups data using c1, and then makes subgroups using c2.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Cambria" panose="02040503050406030204" pitchFamily="18" charset="0"/>
                          <a:ea typeface="Cambria" panose="02040503050406030204" pitchFamily="18" charset="0"/>
                        </a:rPr>
                        <a:t>Returns </a:t>
                      </a:r>
                      <a:r>
                        <a:rPr lang="en-US" sz="2000" dirty="0" err="1">
                          <a:solidFill>
                            <a:srgbClr val="0033CC"/>
                          </a:solidFill>
                          <a:latin typeface="Cambria" panose="02040503050406030204" pitchFamily="18" charset="0"/>
                          <a:ea typeface="Cambria" panose="02040503050406030204" pitchFamily="18" charset="0"/>
                        </a:rPr>
                        <a:t>mxn</a:t>
                      </a:r>
                      <a:r>
                        <a:rPr lang="en-US" sz="2000" dirty="0">
                          <a:solidFill>
                            <a:schemeClr val="tx1"/>
                          </a:solidFill>
                          <a:latin typeface="Cambria" panose="02040503050406030204" pitchFamily="18" charset="0"/>
                          <a:ea typeface="Cambria" panose="02040503050406030204" pitchFamily="18" charset="0"/>
                        </a:rPr>
                        <a:t> rows, where m and n is the number of distinct values of the column c1 and c2 respectively.</a:t>
                      </a:r>
                    </a:p>
                  </a:txBody>
                  <a:tcPr marL="91434" marR="91434" marT="45690" marB="45690"/>
                </a:tc>
                <a:extLst>
                  <a:ext uri="{0D108BD9-81ED-4DB2-BD59-A6C34878D82A}">
                    <a16:rowId xmlns:a16="http://schemas.microsoft.com/office/drawing/2014/main" val="10004"/>
                  </a:ext>
                </a:extLst>
              </a:tr>
            </a:tbl>
          </a:graphicData>
        </a:graphic>
      </p:graphicFrame>
      <p:sp>
        <p:nvSpPr>
          <p:cNvPr id="4" name="Rectangle 3">
            <a:extLst>
              <a:ext uri="{FF2B5EF4-FFF2-40B4-BE49-F238E27FC236}">
                <a16:creationId xmlns:a16="http://schemas.microsoft.com/office/drawing/2014/main" id="{86F4ABF8-CF16-D987-1A43-A609C44BE854}"/>
              </a:ext>
            </a:extLst>
          </p:cNvPr>
          <p:cNvSpPr>
            <a:spLocks noChangeArrowheads="1"/>
          </p:cNvSpPr>
          <p:nvPr/>
        </p:nvSpPr>
        <p:spPr bwMode="blackWhite">
          <a:xfrm>
            <a:off x="1115616" y="620688"/>
            <a:ext cx="7169150" cy="1719263"/>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682625" algn="l"/>
                <a:tab pos="1833563" algn="l"/>
              </a:tabLst>
              <a:defRPr sz="2800">
                <a:solidFill>
                  <a:schemeClr val="tx1"/>
                </a:solidFill>
                <a:latin typeface="Arial" panose="020B0604020202020204" pitchFamily="34" charset="0"/>
              </a:defRPr>
            </a:lvl1pPr>
            <a:lvl2pPr marL="742950" indent="-285750">
              <a:spcBef>
                <a:spcPct val="20000"/>
              </a:spcBef>
              <a:buChar char="–"/>
              <a:tabLst>
                <a:tab pos="682625" algn="l"/>
                <a:tab pos="1833563" algn="l"/>
              </a:tabLst>
              <a:defRPr sz="2400">
                <a:solidFill>
                  <a:schemeClr val="tx1"/>
                </a:solidFill>
                <a:latin typeface="Arial" panose="020B0604020202020204" pitchFamily="34" charset="0"/>
              </a:defRPr>
            </a:lvl2pPr>
            <a:lvl3pPr marL="1143000" indent="-228600">
              <a:spcBef>
                <a:spcPct val="20000"/>
              </a:spcBef>
              <a:buChar char="•"/>
              <a:tabLst>
                <a:tab pos="682625" algn="l"/>
                <a:tab pos="1833563" algn="l"/>
              </a:tabLst>
              <a:defRPr sz="2000">
                <a:solidFill>
                  <a:schemeClr val="tx1"/>
                </a:solidFill>
                <a:latin typeface="Arial" panose="020B0604020202020204" pitchFamily="34" charset="0"/>
              </a:defRPr>
            </a:lvl3pPr>
            <a:lvl4pPr marL="1600200" indent="-228600">
              <a:spcBef>
                <a:spcPct val="20000"/>
              </a:spcBef>
              <a:buChar char="–"/>
              <a:tabLst>
                <a:tab pos="682625" algn="l"/>
                <a:tab pos="1833563" algn="l"/>
              </a:tabLst>
              <a:defRPr sz="2000">
                <a:solidFill>
                  <a:schemeClr val="tx1"/>
                </a:solidFill>
                <a:latin typeface="Arial" panose="020B0604020202020204" pitchFamily="34" charset="0"/>
              </a:defRPr>
            </a:lvl4pPr>
            <a:lvl5pPr marL="2057400" indent="-228600">
              <a:spcBef>
                <a:spcPct val="20000"/>
              </a:spcBef>
              <a:buChar char="»"/>
              <a:tabLst>
                <a:tab pos="682625" algn="l"/>
                <a:tab pos="1833563"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9pPr>
          </a:lstStyle>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p:txBody>
      </p:sp>
      <p:sp>
        <p:nvSpPr>
          <p:cNvPr id="5" name="Rectangle 4">
            <a:extLst>
              <a:ext uri="{FF2B5EF4-FFF2-40B4-BE49-F238E27FC236}">
                <a16:creationId xmlns:a16="http://schemas.microsoft.com/office/drawing/2014/main" id="{AB977F05-6FC1-D672-0CDC-168B6030ECEB}"/>
              </a:ext>
            </a:extLst>
          </p:cNvPr>
          <p:cNvSpPr>
            <a:spLocks noChangeArrowheads="1"/>
          </p:cNvSpPr>
          <p:nvPr/>
        </p:nvSpPr>
        <p:spPr bwMode="ltGray">
          <a:xfrm>
            <a:off x="4295378" y="776263"/>
            <a:ext cx="3130550" cy="265113"/>
          </a:xfrm>
          <a:prstGeom prst="rect">
            <a:avLst/>
          </a:prstGeom>
          <a:solidFill>
            <a:srgbClr val="FF5050">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6" name="Rectangle 5">
            <a:extLst>
              <a:ext uri="{FF2B5EF4-FFF2-40B4-BE49-F238E27FC236}">
                <a16:creationId xmlns:a16="http://schemas.microsoft.com/office/drawing/2014/main" id="{645F75A8-9A89-1CD9-F6A8-7B5BA7E72679}"/>
              </a:ext>
            </a:extLst>
          </p:cNvPr>
          <p:cNvSpPr>
            <a:spLocks noChangeArrowheads="1"/>
          </p:cNvSpPr>
          <p:nvPr/>
        </p:nvSpPr>
        <p:spPr bwMode="blackWhite">
          <a:xfrm>
            <a:off x="1090216" y="720701"/>
            <a:ext cx="7194550" cy="1490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tabLst>
                <a:tab pos="682625" algn="l"/>
                <a:tab pos="1833563" algn="l"/>
              </a:tabLst>
              <a:defRPr sz="2800">
                <a:solidFill>
                  <a:schemeClr val="tx1"/>
                </a:solidFill>
                <a:latin typeface="Arial" panose="020B0604020202020204" pitchFamily="34" charset="0"/>
              </a:defRPr>
            </a:lvl1pPr>
            <a:lvl2pPr marL="742950" indent="-285750">
              <a:spcBef>
                <a:spcPct val="20000"/>
              </a:spcBef>
              <a:buChar char="–"/>
              <a:tabLst>
                <a:tab pos="682625" algn="l"/>
                <a:tab pos="1833563" algn="l"/>
              </a:tabLst>
              <a:defRPr sz="2400">
                <a:solidFill>
                  <a:schemeClr val="tx1"/>
                </a:solidFill>
                <a:latin typeface="Arial" panose="020B0604020202020204" pitchFamily="34" charset="0"/>
              </a:defRPr>
            </a:lvl2pPr>
            <a:lvl3pPr marL="1143000" indent="-228600">
              <a:spcBef>
                <a:spcPct val="20000"/>
              </a:spcBef>
              <a:buChar char="•"/>
              <a:tabLst>
                <a:tab pos="682625" algn="l"/>
                <a:tab pos="1833563" algn="l"/>
              </a:tabLst>
              <a:defRPr sz="2000">
                <a:solidFill>
                  <a:schemeClr val="tx1"/>
                </a:solidFill>
                <a:latin typeface="Arial" panose="020B0604020202020204" pitchFamily="34" charset="0"/>
              </a:defRPr>
            </a:lvl3pPr>
            <a:lvl4pPr marL="1600200" indent="-228600">
              <a:spcBef>
                <a:spcPct val="20000"/>
              </a:spcBef>
              <a:buChar char="–"/>
              <a:tabLst>
                <a:tab pos="682625" algn="l"/>
                <a:tab pos="1833563" algn="l"/>
              </a:tabLst>
              <a:defRPr sz="2000">
                <a:solidFill>
                  <a:schemeClr val="tx1"/>
                </a:solidFill>
                <a:latin typeface="Arial" panose="020B0604020202020204" pitchFamily="34" charset="0"/>
              </a:defRPr>
            </a:lvl4pPr>
            <a:lvl5pPr marL="2057400" indent="-228600">
              <a:spcBef>
                <a:spcPct val="20000"/>
              </a:spcBef>
              <a:buChar char="»"/>
              <a:tabLst>
                <a:tab pos="682625" algn="l"/>
                <a:tab pos="1833563"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9pPr>
          </a:lstStyle>
          <a:p>
            <a:pPr>
              <a:spcBef>
                <a:spcPct val="0"/>
              </a:spcBef>
              <a:buFontTx/>
              <a:buNone/>
            </a:pPr>
            <a:r>
              <a:rPr lang="en-US" altLang="en-US" sz="1800" b="1" dirty="0">
                <a:solidFill>
                  <a:srgbClr val="000000"/>
                </a:solidFill>
                <a:latin typeface="Courier New" panose="02070309020205020404" pitchFamily="49" charset="0"/>
              </a:rPr>
              <a:t>SELECT	[</a:t>
            </a:r>
            <a:r>
              <a:rPr lang="en-US" altLang="en-US" sz="1800" b="1" i="1" dirty="0">
                <a:solidFill>
                  <a:srgbClr val="000000"/>
                </a:solidFill>
                <a:latin typeface="Courier New" panose="02070309020205020404" pitchFamily="49" charset="0"/>
              </a:rPr>
              <a:t>column</a:t>
            </a:r>
            <a:r>
              <a:rPr lang="en-US" altLang="en-US" sz="1800" b="1" dirty="0">
                <a:solidFill>
                  <a:srgbClr val="000000"/>
                </a:solidFill>
                <a:latin typeface="Courier New" panose="02070309020205020404" pitchFamily="49" charset="0"/>
              </a:rPr>
              <a:t>,] </a:t>
            </a:r>
            <a:r>
              <a:rPr lang="en-US" altLang="en-US" sz="1800" b="1" i="1" dirty="0" err="1">
                <a:solidFill>
                  <a:srgbClr val="000000"/>
                </a:solidFill>
                <a:latin typeface="Courier New" panose="02070309020205020404" pitchFamily="49" charset="0"/>
              </a:rPr>
              <a:t>group_function</a:t>
            </a:r>
            <a:r>
              <a:rPr lang="en-US" altLang="en-US" sz="1800" b="1" i="1" dirty="0">
                <a:solidFill>
                  <a:srgbClr val="000000"/>
                </a:solidFill>
                <a:latin typeface="Courier New" panose="02070309020205020404" pitchFamily="49" charset="0"/>
              </a:rPr>
              <a:t>(column)</a:t>
            </a:r>
            <a:endParaRPr lang="en-US" altLang="en-US" sz="1800" b="1" dirty="0">
              <a:solidFill>
                <a:srgbClr val="000000"/>
              </a:solidFill>
              <a:latin typeface="Courier New" panose="02070309020205020404" pitchFamily="49" charset="0"/>
            </a:endParaRPr>
          </a:p>
          <a:p>
            <a:pPr>
              <a:spcBef>
                <a:spcPct val="0"/>
              </a:spcBef>
              <a:buFontTx/>
              <a:buNone/>
            </a:pPr>
            <a:r>
              <a:rPr lang="en-US" altLang="en-US" sz="1800" b="1" dirty="0">
                <a:solidFill>
                  <a:srgbClr val="000000"/>
                </a:solidFill>
                <a:latin typeface="Courier New" panose="02070309020205020404" pitchFamily="49" charset="0"/>
              </a:rPr>
              <a:t>FROM		</a:t>
            </a:r>
            <a:r>
              <a:rPr lang="en-US" altLang="en-US" sz="1800" b="1" i="1" dirty="0">
                <a:solidFill>
                  <a:srgbClr val="000000"/>
                </a:solidFill>
                <a:latin typeface="Courier New" panose="02070309020205020404" pitchFamily="49" charset="0"/>
              </a:rPr>
              <a:t>table</a:t>
            </a:r>
            <a:endParaRPr lang="en-US" altLang="en-US" sz="1800" b="1" dirty="0">
              <a:solidFill>
                <a:srgbClr val="000000"/>
              </a:solidFill>
              <a:latin typeface="Courier New" panose="02070309020205020404" pitchFamily="49" charset="0"/>
            </a:endParaRPr>
          </a:p>
          <a:p>
            <a:pPr>
              <a:spcBef>
                <a:spcPct val="0"/>
              </a:spcBef>
              <a:buFontTx/>
              <a:buNone/>
            </a:pPr>
            <a:r>
              <a:rPr lang="en-US" altLang="en-US" sz="1800" b="1" dirty="0">
                <a:solidFill>
                  <a:srgbClr val="000000"/>
                </a:solidFill>
                <a:latin typeface="Courier New" panose="02070309020205020404" pitchFamily="49" charset="0"/>
              </a:rPr>
              <a:t>[WHERE	</a:t>
            </a:r>
            <a:r>
              <a:rPr lang="en-US" altLang="en-US" sz="1800" b="1" i="1" dirty="0">
                <a:solidFill>
                  <a:srgbClr val="000000"/>
                </a:solidFill>
                <a:latin typeface="Courier New" panose="02070309020205020404" pitchFamily="49" charset="0"/>
              </a:rPr>
              <a:t>condition</a:t>
            </a:r>
            <a:r>
              <a:rPr lang="en-US" altLang="en-US" sz="1800" b="1" dirty="0">
                <a:solidFill>
                  <a:srgbClr val="000000"/>
                </a:solidFill>
                <a:latin typeface="Courier New" panose="02070309020205020404" pitchFamily="49" charset="0"/>
              </a:rPr>
              <a:t>]</a:t>
            </a:r>
          </a:p>
          <a:p>
            <a:pPr>
              <a:spcBef>
                <a:spcPct val="0"/>
              </a:spcBef>
              <a:buFontTx/>
              <a:buNone/>
            </a:pPr>
            <a:r>
              <a:rPr lang="en-US" altLang="en-US" sz="1800" b="1" dirty="0">
                <a:solidFill>
                  <a:srgbClr val="000000"/>
                </a:solidFill>
                <a:latin typeface="Courier New" panose="02070309020205020404" pitchFamily="49" charset="0"/>
              </a:rPr>
              <a:t>[GROUP BY	</a:t>
            </a:r>
            <a:r>
              <a:rPr lang="en-US" altLang="en-US" sz="1800" b="1" i="1" dirty="0">
                <a:solidFill>
                  <a:srgbClr val="000000"/>
                </a:solidFill>
                <a:latin typeface="Courier New" panose="02070309020205020404" pitchFamily="49" charset="0"/>
              </a:rPr>
              <a:t>column</a:t>
            </a:r>
            <a:r>
              <a:rPr lang="en-US" altLang="en-US" sz="1800" b="1" dirty="0">
                <a:solidFill>
                  <a:srgbClr val="000000"/>
                </a:solidFill>
                <a:latin typeface="Courier New" panose="02070309020205020404" pitchFamily="49" charset="0"/>
              </a:rPr>
              <a:t>]</a:t>
            </a:r>
          </a:p>
          <a:p>
            <a:pPr>
              <a:spcBef>
                <a:spcPct val="0"/>
              </a:spcBef>
              <a:buFontTx/>
              <a:buNone/>
            </a:pPr>
            <a:r>
              <a:rPr lang="en-US" altLang="en-US" sz="1800" b="1" dirty="0">
                <a:solidFill>
                  <a:srgbClr val="000000"/>
                </a:solidFill>
                <a:latin typeface="Courier New" panose="02070309020205020404" pitchFamily="49" charset="0"/>
              </a:rPr>
              <a:t>[ORDER BY	</a:t>
            </a:r>
            <a:r>
              <a:rPr lang="en-US" altLang="en-US" sz="1800" b="1" i="1" dirty="0">
                <a:solidFill>
                  <a:srgbClr val="000000"/>
                </a:solidFill>
                <a:latin typeface="Courier New" panose="02070309020205020404" pitchFamily="49" charset="0"/>
              </a:rPr>
              <a:t>column</a:t>
            </a:r>
            <a:r>
              <a:rPr lang="en-US" altLang="en-US" sz="1800" b="1" dirty="0">
                <a:solidFill>
                  <a:srgbClr val="000000"/>
                </a:solidFill>
                <a:latin typeface="Courier New" panose="02070309020205020404" pitchFamily="49" charset="0"/>
              </a:rPr>
              <a:t>];</a:t>
            </a:r>
          </a:p>
        </p:txBody>
      </p:sp>
    </p:spTree>
    <p:extLst>
      <p:ext uri="{BB962C8B-B14F-4D97-AF65-F5344CB8AC3E}">
        <p14:creationId xmlns:p14="http://schemas.microsoft.com/office/powerpoint/2010/main" val="307494625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up)">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9A37B6-0815-ABA1-ADE5-354FACB5DB0C}"/>
            </a:ext>
          </a:extLst>
        </p:cNvPr>
        <p:cNvGrpSpPr/>
        <p:nvPr/>
      </p:nvGrpSpPr>
      <p:grpSpPr>
        <a:xfrm>
          <a:off x="0" y="0"/>
          <a:ext cx="0" cy="0"/>
          <a:chOff x="0" y="0"/>
          <a:chExt cx="0" cy="0"/>
        </a:xfrm>
      </p:grpSpPr>
      <p:sp>
        <p:nvSpPr>
          <p:cNvPr id="38914" name="Rectangle 2">
            <a:extLst>
              <a:ext uri="{FF2B5EF4-FFF2-40B4-BE49-F238E27FC236}">
                <a16:creationId xmlns:a16="http://schemas.microsoft.com/office/drawing/2014/main" id="{3C70EBED-5BB0-9A45-0B7B-DC65CDB86CC8}"/>
              </a:ext>
            </a:extLst>
          </p:cNvPr>
          <p:cNvSpPr>
            <a:spLocks noGrp="1" noChangeArrowheads="1"/>
          </p:cNvSpPr>
          <p:nvPr>
            <p:ph type="title"/>
          </p:nvPr>
        </p:nvSpPr>
        <p:spPr>
          <a:xfrm>
            <a:off x="323850" y="231304"/>
            <a:ext cx="6480398" cy="533400"/>
          </a:xfrm>
        </p:spPr>
        <p:txBody>
          <a:bodyPr/>
          <a:lstStyle/>
          <a:p>
            <a:pPr eaLnBrk="1" hangingPunct="1"/>
            <a:br>
              <a:rPr lang="en-US" altLang="en-US" sz="2800" b="1" u="sng" dirty="0">
                <a:solidFill>
                  <a:srgbClr val="D34817"/>
                </a:solidFill>
                <a:latin typeface="Cambria" panose="02040503050406030204" pitchFamily="18" charset="0"/>
                <a:ea typeface="Cambria" panose="02040503050406030204" pitchFamily="18" charset="0"/>
              </a:rPr>
            </a:br>
            <a:br>
              <a:rPr lang="en-US" altLang="en-US" sz="2800" b="1" u="sng" dirty="0">
                <a:solidFill>
                  <a:srgbClr val="D34817"/>
                </a:solidFill>
                <a:latin typeface="Cambria" panose="02040503050406030204" pitchFamily="18" charset="0"/>
                <a:ea typeface="Cambria" panose="02040503050406030204" pitchFamily="18" charset="0"/>
              </a:rPr>
            </a:br>
            <a:r>
              <a:rPr lang="en-US" altLang="en-US" sz="2800" b="1" u="sng" dirty="0">
                <a:solidFill>
                  <a:srgbClr val="D34817"/>
                </a:solidFill>
                <a:latin typeface="Cambria" panose="02040503050406030204" pitchFamily="18" charset="0"/>
                <a:ea typeface="Cambria" panose="02040503050406030204" pitchFamily="18" charset="0"/>
              </a:rPr>
              <a:t>Group Functions</a:t>
            </a:r>
          </a:p>
        </p:txBody>
      </p:sp>
      <p:sp>
        <p:nvSpPr>
          <p:cNvPr id="38915" name="Rectangle 3">
            <a:extLst>
              <a:ext uri="{FF2B5EF4-FFF2-40B4-BE49-F238E27FC236}">
                <a16:creationId xmlns:a16="http://schemas.microsoft.com/office/drawing/2014/main" id="{6C194C88-B475-9272-A1B2-7126E4F976E5}"/>
              </a:ext>
            </a:extLst>
          </p:cNvPr>
          <p:cNvSpPr>
            <a:spLocks noGrp="1" noChangeArrowheads="1"/>
          </p:cNvSpPr>
          <p:nvPr>
            <p:ph sz="quarter" idx="1"/>
          </p:nvPr>
        </p:nvSpPr>
        <p:spPr>
          <a:xfrm>
            <a:off x="425450" y="741784"/>
            <a:ext cx="8394700" cy="4343400"/>
          </a:xfrm>
        </p:spPr>
        <p:txBody>
          <a:bodyPr/>
          <a:lstStyle/>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28600" indent="-228600" eaLnBrk="1" hangingPunct="1"/>
            <a:endParaRPr lang="en-US" altLang="en-US" sz="2800" dirty="0"/>
          </a:p>
        </p:txBody>
      </p:sp>
      <p:sp>
        <p:nvSpPr>
          <p:cNvPr id="3" name="Footer Placeholder 2">
            <a:extLst>
              <a:ext uri="{FF2B5EF4-FFF2-40B4-BE49-F238E27FC236}">
                <a16:creationId xmlns:a16="http://schemas.microsoft.com/office/drawing/2014/main" id="{DC0394C9-52C3-4F50-99FC-330C48148EE4}"/>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2" name="Slide Number Placeholder 23">
            <a:extLst>
              <a:ext uri="{FF2B5EF4-FFF2-40B4-BE49-F238E27FC236}">
                <a16:creationId xmlns:a16="http://schemas.microsoft.com/office/drawing/2014/main" id="{A2E0098E-843F-4720-FC27-E1836168F5E8}"/>
              </a:ext>
            </a:extLst>
          </p:cNvPr>
          <p:cNvSpPr>
            <a:spLocks noGrp="1"/>
          </p:cNvSpPr>
          <p:nvPr>
            <p:ph type="sldNum" sz="quarter" idx="12"/>
          </p:nvPr>
        </p:nvSpPr>
        <p:spPr>
          <a:xfrm>
            <a:off x="8532440" y="6166335"/>
            <a:ext cx="427833"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5</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7" name="Rectangle 3">
            <a:extLst>
              <a:ext uri="{FF2B5EF4-FFF2-40B4-BE49-F238E27FC236}">
                <a16:creationId xmlns:a16="http://schemas.microsoft.com/office/drawing/2014/main" id="{F0CBE294-2BB8-179E-2503-2F588B456E3F}"/>
              </a:ext>
            </a:extLst>
          </p:cNvPr>
          <p:cNvSpPr txBox="1">
            <a:spLocks noChangeArrowheads="1"/>
          </p:cNvSpPr>
          <p:nvPr/>
        </p:nvSpPr>
        <p:spPr bwMode="auto">
          <a:xfrm>
            <a:off x="323850" y="693404"/>
            <a:ext cx="8394700" cy="4668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7688"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6963"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285750" indent="-285750" algn="just">
              <a:buSzPct val="50000"/>
              <a:buFont typeface="Wingdings" panose="05000000000000000000" pitchFamily="2" charset="2"/>
              <a:buChar char="l"/>
            </a:pPr>
            <a:r>
              <a:rPr lang="en-US" altLang="en-US" sz="2400" dirty="0">
                <a:latin typeface="Cambria" panose="02040503050406030204" pitchFamily="18" charset="0"/>
                <a:ea typeface="Cambria" panose="02040503050406030204" pitchFamily="18" charset="0"/>
                <a:cs typeface="Calibri" panose="020F0502020204030204" pitchFamily="34" charset="0"/>
              </a:rPr>
              <a:t>You can use </a:t>
            </a:r>
            <a:r>
              <a:rPr lang="en-US" altLang="en-US" sz="2400" dirty="0">
                <a:solidFill>
                  <a:srgbClr val="0033CC"/>
                </a:solidFill>
                <a:latin typeface="Cambria" panose="02040503050406030204" pitchFamily="18" charset="0"/>
                <a:ea typeface="Cambria" panose="02040503050406030204" pitchFamily="18" charset="0"/>
                <a:cs typeface="Calibri" panose="020F0502020204030204" pitchFamily="34" charset="0"/>
              </a:rPr>
              <a:t>MIN</a:t>
            </a:r>
            <a:r>
              <a:rPr lang="en-US" altLang="en-US" sz="2400" dirty="0">
                <a:latin typeface="Cambria" panose="02040503050406030204" pitchFamily="18" charset="0"/>
                <a:ea typeface="Cambria" panose="02040503050406030204" pitchFamily="18" charset="0"/>
                <a:cs typeface="Calibri" panose="020F0502020204030204" pitchFamily="34" charset="0"/>
              </a:rPr>
              <a:t> and </a:t>
            </a:r>
            <a:r>
              <a:rPr lang="en-US" altLang="en-US" sz="2400" dirty="0">
                <a:solidFill>
                  <a:srgbClr val="0033CC"/>
                </a:solidFill>
                <a:latin typeface="Cambria" panose="02040503050406030204" pitchFamily="18" charset="0"/>
                <a:ea typeface="Cambria" panose="02040503050406030204" pitchFamily="18" charset="0"/>
                <a:cs typeface="Calibri" panose="020F0502020204030204" pitchFamily="34" charset="0"/>
              </a:rPr>
              <a:t>MAX</a:t>
            </a:r>
            <a:r>
              <a:rPr lang="en-US" altLang="en-US" sz="2400" dirty="0">
                <a:latin typeface="Cambria" panose="02040503050406030204" pitchFamily="18" charset="0"/>
                <a:ea typeface="Cambria" panose="02040503050406030204" pitchFamily="18" charset="0"/>
                <a:cs typeface="Calibri" panose="020F0502020204030204" pitchFamily="34" charset="0"/>
              </a:rPr>
              <a:t> for any datatype.</a:t>
            </a:r>
          </a:p>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10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r>
              <a:rPr lang="en-US" altLang="en-US" sz="2400" dirty="0">
                <a:latin typeface="Cambria" panose="02040503050406030204" pitchFamily="18" charset="0"/>
                <a:ea typeface="Cambria" panose="02040503050406030204" pitchFamily="18" charset="0"/>
                <a:cs typeface="Calibri" panose="020F0502020204030204" pitchFamily="34" charset="0"/>
              </a:rPr>
              <a:t>You can use </a:t>
            </a:r>
            <a:r>
              <a:rPr lang="en-US" altLang="en-US" sz="2400" dirty="0">
                <a:solidFill>
                  <a:srgbClr val="FF0000"/>
                </a:solidFill>
                <a:latin typeface="Cambria" panose="02040503050406030204" pitchFamily="18" charset="0"/>
                <a:ea typeface="Cambria" panose="02040503050406030204" pitchFamily="18" charset="0"/>
                <a:cs typeface="Calibri" panose="020F0502020204030204" pitchFamily="34" charset="0"/>
              </a:rPr>
              <a:t>AVG</a:t>
            </a:r>
            <a:r>
              <a:rPr lang="en-US" altLang="en-US" sz="2400" dirty="0">
                <a:latin typeface="Cambria" panose="02040503050406030204" pitchFamily="18" charset="0"/>
                <a:ea typeface="Cambria" panose="02040503050406030204" pitchFamily="18" charset="0"/>
                <a:cs typeface="Calibri" panose="020F0502020204030204" pitchFamily="34" charset="0"/>
              </a:rPr>
              <a:t> and </a:t>
            </a:r>
            <a:r>
              <a:rPr lang="en-US" altLang="en-US" sz="2400" dirty="0">
                <a:solidFill>
                  <a:srgbClr val="FF0000"/>
                </a:solidFill>
                <a:latin typeface="Cambria" panose="02040503050406030204" pitchFamily="18" charset="0"/>
                <a:ea typeface="Cambria" panose="02040503050406030204" pitchFamily="18" charset="0"/>
                <a:cs typeface="Calibri" panose="020F0502020204030204" pitchFamily="34" charset="0"/>
              </a:rPr>
              <a:t>SUM</a:t>
            </a:r>
            <a:r>
              <a:rPr lang="en-US" altLang="en-US" sz="2400" dirty="0">
                <a:latin typeface="Cambria" panose="02040503050406030204" pitchFamily="18" charset="0"/>
                <a:ea typeface="Cambria" panose="02040503050406030204" pitchFamily="18" charset="0"/>
                <a:cs typeface="Calibri" panose="020F0502020204030204" pitchFamily="34" charset="0"/>
              </a:rPr>
              <a:t> for numeric data.</a:t>
            </a:r>
          </a:p>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p:txBody>
      </p:sp>
      <p:sp>
        <p:nvSpPr>
          <p:cNvPr id="19" name="Rectangle 2">
            <a:extLst>
              <a:ext uri="{FF2B5EF4-FFF2-40B4-BE49-F238E27FC236}">
                <a16:creationId xmlns:a16="http://schemas.microsoft.com/office/drawing/2014/main" id="{6BC009FE-D96E-4393-357E-E73A29A33C43}"/>
              </a:ext>
            </a:extLst>
          </p:cNvPr>
          <p:cNvSpPr>
            <a:spLocks noChangeArrowheads="1"/>
          </p:cNvSpPr>
          <p:nvPr/>
        </p:nvSpPr>
        <p:spPr bwMode="blackWhite">
          <a:xfrm>
            <a:off x="1133948" y="1209452"/>
            <a:ext cx="6902450" cy="641350"/>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682625" algn="l"/>
                <a:tab pos="1833563" algn="l"/>
              </a:tabLst>
              <a:defRPr sz="2800">
                <a:solidFill>
                  <a:schemeClr val="tx1"/>
                </a:solidFill>
                <a:latin typeface="Arial" panose="020B0604020202020204" pitchFamily="34" charset="0"/>
              </a:defRPr>
            </a:lvl1pPr>
            <a:lvl2pPr marL="742950" indent="-285750">
              <a:spcBef>
                <a:spcPct val="20000"/>
              </a:spcBef>
              <a:buChar char="–"/>
              <a:tabLst>
                <a:tab pos="682625" algn="l"/>
                <a:tab pos="1833563" algn="l"/>
              </a:tabLst>
              <a:defRPr sz="2400">
                <a:solidFill>
                  <a:schemeClr val="tx1"/>
                </a:solidFill>
                <a:latin typeface="Arial" panose="020B0604020202020204" pitchFamily="34" charset="0"/>
              </a:defRPr>
            </a:lvl2pPr>
            <a:lvl3pPr marL="1143000" indent="-228600">
              <a:spcBef>
                <a:spcPct val="20000"/>
              </a:spcBef>
              <a:buChar char="•"/>
              <a:tabLst>
                <a:tab pos="682625" algn="l"/>
                <a:tab pos="1833563" algn="l"/>
              </a:tabLst>
              <a:defRPr sz="2000">
                <a:solidFill>
                  <a:schemeClr val="tx1"/>
                </a:solidFill>
                <a:latin typeface="Arial" panose="020B0604020202020204" pitchFamily="34" charset="0"/>
              </a:defRPr>
            </a:lvl3pPr>
            <a:lvl4pPr marL="1600200" indent="-228600">
              <a:spcBef>
                <a:spcPct val="20000"/>
              </a:spcBef>
              <a:buChar char="–"/>
              <a:tabLst>
                <a:tab pos="682625" algn="l"/>
                <a:tab pos="1833563" algn="l"/>
              </a:tabLst>
              <a:defRPr sz="2000">
                <a:solidFill>
                  <a:schemeClr val="tx1"/>
                </a:solidFill>
                <a:latin typeface="Arial" panose="020B0604020202020204" pitchFamily="34" charset="0"/>
              </a:defRPr>
            </a:lvl4pPr>
            <a:lvl5pPr marL="2057400" indent="-228600">
              <a:spcBef>
                <a:spcPct val="20000"/>
              </a:spcBef>
              <a:buChar char="»"/>
              <a:tabLst>
                <a:tab pos="682625" algn="l"/>
                <a:tab pos="1833563"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9pPr>
          </a:lstStyle>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p:txBody>
      </p:sp>
      <p:sp>
        <p:nvSpPr>
          <p:cNvPr id="20" name="Rectangle 3">
            <a:extLst>
              <a:ext uri="{FF2B5EF4-FFF2-40B4-BE49-F238E27FC236}">
                <a16:creationId xmlns:a16="http://schemas.microsoft.com/office/drawing/2014/main" id="{E0928204-987E-E189-DFE3-9D17AEDAB5D2}"/>
              </a:ext>
            </a:extLst>
          </p:cNvPr>
          <p:cNvSpPr>
            <a:spLocks noChangeArrowheads="1"/>
          </p:cNvSpPr>
          <p:nvPr/>
        </p:nvSpPr>
        <p:spPr bwMode="blackWhite">
          <a:xfrm>
            <a:off x="1119661" y="2055565"/>
            <a:ext cx="6927850" cy="941387"/>
          </a:xfrm>
          <a:prstGeom prst="rect">
            <a:avLst/>
          </a:prstGeom>
          <a:solidFill>
            <a:srgbClr val="EAEAEA"/>
          </a:solidFill>
          <a:ln w="25400">
            <a:solidFill>
              <a:srgbClr val="000000"/>
            </a:solidFill>
            <a:miter lim="800000"/>
            <a:headEnd/>
            <a:tailEnd/>
          </a:ln>
          <a:effectLst>
            <a:outerShdw dist="89803" dir="2700000" algn="ctr" rotWithShape="0">
              <a:srgbClr val="000000">
                <a:alpha val="50000"/>
              </a:srgbClr>
            </a:outerShdw>
          </a:effectLst>
        </p:spPr>
        <p:txBody>
          <a:bodyPr lIns="92075" tIns="46038" rIns="92075" bIns="46038">
            <a:spAutoFit/>
          </a:bodyPr>
          <a:lstStyle>
            <a:lvl1pPr>
              <a:spcBef>
                <a:spcPct val="20000"/>
              </a:spcBef>
              <a:buChar char="•"/>
              <a:tabLst>
                <a:tab pos="1828800" algn="l"/>
                <a:tab pos="3086100" algn="l"/>
                <a:tab pos="4229100" algn="l"/>
              </a:tabLst>
              <a:defRPr sz="2800">
                <a:solidFill>
                  <a:schemeClr val="tx1"/>
                </a:solidFill>
                <a:latin typeface="Arial" panose="020B0604020202020204" pitchFamily="34" charset="0"/>
              </a:defRPr>
            </a:lvl1pPr>
            <a:lvl2pPr marL="742950" indent="-285750">
              <a:spcBef>
                <a:spcPct val="20000"/>
              </a:spcBef>
              <a:buChar char="–"/>
              <a:tabLst>
                <a:tab pos="1828800" algn="l"/>
                <a:tab pos="3086100" algn="l"/>
                <a:tab pos="4229100" algn="l"/>
              </a:tabLst>
              <a:defRPr sz="2400">
                <a:solidFill>
                  <a:schemeClr val="tx1"/>
                </a:solidFill>
                <a:latin typeface="Arial" panose="020B0604020202020204" pitchFamily="34" charset="0"/>
              </a:defRPr>
            </a:lvl2pPr>
            <a:lvl3pPr marL="1143000" indent="-228600">
              <a:spcBef>
                <a:spcPct val="20000"/>
              </a:spcBef>
              <a:buChar char="•"/>
              <a:tabLst>
                <a:tab pos="1828800" algn="l"/>
                <a:tab pos="3086100" algn="l"/>
                <a:tab pos="4229100" algn="l"/>
              </a:tabLst>
              <a:defRPr sz="2000">
                <a:solidFill>
                  <a:schemeClr val="tx1"/>
                </a:solidFill>
                <a:latin typeface="Arial" panose="020B0604020202020204" pitchFamily="34" charset="0"/>
              </a:defRPr>
            </a:lvl3pPr>
            <a:lvl4pPr marL="1600200" indent="-228600">
              <a:spcBef>
                <a:spcPct val="20000"/>
              </a:spcBef>
              <a:buChar char="–"/>
              <a:tabLst>
                <a:tab pos="1828800" algn="l"/>
                <a:tab pos="3086100" algn="l"/>
                <a:tab pos="4229100" algn="l"/>
              </a:tabLst>
              <a:defRPr sz="2000">
                <a:solidFill>
                  <a:schemeClr val="tx1"/>
                </a:solidFill>
                <a:latin typeface="Arial" panose="020B0604020202020204" pitchFamily="34" charset="0"/>
              </a:defRPr>
            </a:lvl4pPr>
            <a:lvl5pPr marL="2057400" indent="-228600">
              <a:spcBef>
                <a:spcPct val="20000"/>
              </a:spcBef>
              <a:buChar char="»"/>
              <a:tabLst>
                <a:tab pos="1828800" algn="l"/>
                <a:tab pos="3086100" algn="l"/>
                <a:tab pos="42291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828800" algn="l"/>
                <a:tab pos="3086100" algn="l"/>
                <a:tab pos="42291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828800" algn="l"/>
                <a:tab pos="3086100" algn="l"/>
                <a:tab pos="42291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828800" algn="l"/>
                <a:tab pos="3086100" algn="l"/>
                <a:tab pos="42291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828800" algn="l"/>
                <a:tab pos="3086100" algn="l"/>
                <a:tab pos="4229100" algn="l"/>
              </a:tabLst>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latin typeface="Courier New" panose="02070309020205020404" pitchFamily="49" charset="0"/>
              </a:rPr>
              <a:t> </a:t>
            </a:r>
          </a:p>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p:txBody>
      </p:sp>
      <p:grpSp>
        <p:nvGrpSpPr>
          <p:cNvPr id="21" name="Group 4">
            <a:extLst>
              <a:ext uri="{FF2B5EF4-FFF2-40B4-BE49-F238E27FC236}">
                <a16:creationId xmlns:a16="http://schemas.microsoft.com/office/drawing/2014/main" id="{2D8F76C4-BD78-7F2A-8C45-BA7564730EE8}"/>
              </a:ext>
            </a:extLst>
          </p:cNvPr>
          <p:cNvGrpSpPr>
            <a:grpSpLocks/>
          </p:cNvGrpSpPr>
          <p:nvPr/>
        </p:nvGrpSpPr>
        <p:grpSpPr bwMode="auto">
          <a:xfrm>
            <a:off x="1184748" y="1268761"/>
            <a:ext cx="3676650" cy="1655763"/>
            <a:chOff x="756" y="1502"/>
            <a:chExt cx="2316" cy="1043"/>
          </a:xfrm>
        </p:grpSpPr>
        <p:sp>
          <p:nvSpPr>
            <p:cNvPr id="22" name="Rectangle 5">
              <a:extLst>
                <a:ext uri="{FF2B5EF4-FFF2-40B4-BE49-F238E27FC236}">
                  <a16:creationId xmlns:a16="http://schemas.microsoft.com/office/drawing/2014/main" id="{D8922F6A-F5C2-332D-36D9-3CDA779620BE}"/>
                </a:ext>
              </a:extLst>
            </p:cNvPr>
            <p:cNvSpPr>
              <a:spLocks noChangeArrowheads="1"/>
            </p:cNvSpPr>
            <p:nvPr/>
          </p:nvSpPr>
          <p:spPr bwMode="ltGray">
            <a:xfrm>
              <a:off x="1914" y="1502"/>
              <a:ext cx="1158" cy="179"/>
            </a:xfrm>
            <a:prstGeom prst="rect">
              <a:avLst/>
            </a:prstGeom>
            <a:solidFill>
              <a:srgbClr val="FF5050">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23" name="Rectangle 6">
              <a:extLst>
                <a:ext uri="{FF2B5EF4-FFF2-40B4-BE49-F238E27FC236}">
                  <a16:creationId xmlns:a16="http://schemas.microsoft.com/office/drawing/2014/main" id="{596C6155-828B-B7AE-376D-B75C76B48BF5}"/>
                </a:ext>
              </a:extLst>
            </p:cNvPr>
            <p:cNvSpPr>
              <a:spLocks noChangeArrowheads="1"/>
            </p:cNvSpPr>
            <p:nvPr/>
          </p:nvSpPr>
          <p:spPr bwMode="ltGray">
            <a:xfrm>
              <a:off x="756" y="2017"/>
              <a:ext cx="840" cy="528"/>
            </a:xfrm>
            <a:prstGeom prst="rect">
              <a:avLst/>
            </a:prstGeom>
            <a:solidFill>
              <a:srgbClr val="FF5050">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grpSp>
      <p:grpSp>
        <p:nvGrpSpPr>
          <p:cNvPr id="24" name="Group 7">
            <a:extLst>
              <a:ext uri="{FF2B5EF4-FFF2-40B4-BE49-F238E27FC236}">
                <a16:creationId xmlns:a16="http://schemas.microsoft.com/office/drawing/2014/main" id="{90DE1CBB-709D-C32A-5771-1976944BCCBB}"/>
              </a:ext>
            </a:extLst>
          </p:cNvPr>
          <p:cNvGrpSpPr>
            <a:grpSpLocks/>
          </p:cNvGrpSpPr>
          <p:nvPr/>
        </p:nvGrpSpPr>
        <p:grpSpPr bwMode="auto">
          <a:xfrm>
            <a:off x="2565873" y="1258665"/>
            <a:ext cx="4352925" cy="1639888"/>
            <a:chOff x="1626" y="1502"/>
            <a:chExt cx="2742" cy="1033"/>
          </a:xfrm>
        </p:grpSpPr>
        <p:sp>
          <p:nvSpPr>
            <p:cNvPr id="25" name="Rectangle 8">
              <a:extLst>
                <a:ext uri="{FF2B5EF4-FFF2-40B4-BE49-F238E27FC236}">
                  <a16:creationId xmlns:a16="http://schemas.microsoft.com/office/drawing/2014/main" id="{EE448D51-C960-888D-3E3E-FB462EC691E9}"/>
                </a:ext>
              </a:extLst>
            </p:cNvPr>
            <p:cNvSpPr>
              <a:spLocks noChangeArrowheads="1"/>
            </p:cNvSpPr>
            <p:nvPr/>
          </p:nvSpPr>
          <p:spPr bwMode="ltGray">
            <a:xfrm>
              <a:off x="3198" y="1502"/>
              <a:ext cx="1170" cy="179"/>
            </a:xfrm>
            <a:prstGeom prst="rect">
              <a:avLst/>
            </a:prstGeom>
            <a:solidFill>
              <a:srgbClr val="009900">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26" name="Rectangle 9">
              <a:extLst>
                <a:ext uri="{FF2B5EF4-FFF2-40B4-BE49-F238E27FC236}">
                  <a16:creationId xmlns:a16="http://schemas.microsoft.com/office/drawing/2014/main" id="{A469CD3A-AD73-6768-03E7-AFF6DBADFF70}"/>
                </a:ext>
              </a:extLst>
            </p:cNvPr>
            <p:cNvSpPr>
              <a:spLocks noChangeArrowheads="1"/>
            </p:cNvSpPr>
            <p:nvPr/>
          </p:nvSpPr>
          <p:spPr bwMode="ltGray">
            <a:xfrm>
              <a:off x="1626" y="2007"/>
              <a:ext cx="846" cy="528"/>
            </a:xfrm>
            <a:prstGeom prst="rect">
              <a:avLst/>
            </a:prstGeom>
            <a:solidFill>
              <a:srgbClr val="009900">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grpSp>
      <p:sp>
        <p:nvSpPr>
          <p:cNvPr id="27" name="Rectangle 12">
            <a:extLst>
              <a:ext uri="{FF2B5EF4-FFF2-40B4-BE49-F238E27FC236}">
                <a16:creationId xmlns:a16="http://schemas.microsoft.com/office/drawing/2014/main" id="{8FC8EB0D-17A2-F066-94D4-3493705F5AD9}"/>
              </a:ext>
            </a:extLst>
          </p:cNvPr>
          <p:cNvSpPr>
            <a:spLocks noChangeArrowheads="1"/>
          </p:cNvSpPr>
          <p:nvPr/>
        </p:nvSpPr>
        <p:spPr bwMode="blackWhite">
          <a:xfrm>
            <a:off x="1146648" y="1196752"/>
            <a:ext cx="6927850" cy="666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tabLst>
                <a:tab pos="682625" algn="l"/>
                <a:tab pos="1833563" algn="l"/>
              </a:tabLst>
              <a:defRPr sz="2800">
                <a:solidFill>
                  <a:schemeClr val="tx1"/>
                </a:solidFill>
                <a:latin typeface="Arial" panose="020B0604020202020204" pitchFamily="34" charset="0"/>
              </a:defRPr>
            </a:lvl1pPr>
            <a:lvl2pPr marL="742950" indent="-285750">
              <a:spcBef>
                <a:spcPct val="20000"/>
              </a:spcBef>
              <a:buChar char="–"/>
              <a:tabLst>
                <a:tab pos="682625" algn="l"/>
                <a:tab pos="1833563" algn="l"/>
              </a:tabLst>
              <a:defRPr sz="2400">
                <a:solidFill>
                  <a:schemeClr val="tx1"/>
                </a:solidFill>
                <a:latin typeface="Arial" panose="020B0604020202020204" pitchFamily="34" charset="0"/>
              </a:defRPr>
            </a:lvl2pPr>
            <a:lvl3pPr marL="1143000" indent="-228600">
              <a:spcBef>
                <a:spcPct val="20000"/>
              </a:spcBef>
              <a:buChar char="•"/>
              <a:tabLst>
                <a:tab pos="682625" algn="l"/>
                <a:tab pos="1833563" algn="l"/>
              </a:tabLst>
              <a:defRPr sz="2000">
                <a:solidFill>
                  <a:schemeClr val="tx1"/>
                </a:solidFill>
                <a:latin typeface="Arial" panose="020B0604020202020204" pitchFamily="34" charset="0"/>
              </a:defRPr>
            </a:lvl3pPr>
            <a:lvl4pPr marL="1600200" indent="-228600">
              <a:spcBef>
                <a:spcPct val="20000"/>
              </a:spcBef>
              <a:buChar char="–"/>
              <a:tabLst>
                <a:tab pos="682625" algn="l"/>
                <a:tab pos="1833563" algn="l"/>
              </a:tabLst>
              <a:defRPr sz="2000">
                <a:solidFill>
                  <a:schemeClr val="tx1"/>
                </a:solidFill>
                <a:latin typeface="Arial" panose="020B0604020202020204" pitchFamily="34" charset="0"/>
              </a:defRPr>
            </a:lvl4pPr>
            <a:lvl5pPr marL="2057400" indent="-228600">
              <a:spcBef>
                <a:spcPct val="20000"/>
              </a:spcBef>
              <a:buChar char="»"/>
              <a:tabLst>
                <a:tab pos="682625" algn="l"/>
                <a:tab pos="1833563"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latin typeface="Courier New" panose="02070309020205020404" pitchFamily="49" charset="0"/>
              </a:rPr>
              <a:t>SQL&gt; SELECT	MIN(hiredate), MAX(hiredate)</a:t>
            </a:r>
          </a:p>
          <a:p>
            <a:pPr>
              <a:spcBef>
                <a:spcPct val="0"/>
              </a:spcBef>
              <a:buFontTx/>
              <a:buNone/>
            </a:pPr>
            <a:r>
              <a:rPr lang="en-US" altLang="en-US" sz="1800" b="1">
                <a:solidFill>
                  <a:srgbClr val="000000"/>
                </a:solidFill>
                <a:latin typeface="Courier New" panose="02070309020205020404" pitchFamily="49" charset="0"/>
              </a:rPr>
              <a:t>  2  FROM	emp</a:t>
            </a:r>
            <a:r>
              <a:rPr lang="en-US" altLang="en-US" sz="1800" b="1" i="1">
                <a:solidFill>
                  <a:srgbClr val="000000"/>
                </a:solidFill>
                <a:latin typeface="Courier New" panose="02070309020205020404" pitchFamily="49" charset="0"/>
              </a:rPr>
              <a:t>;</a:t>
            </a:r>
          </a:p>
        </p:txBody>
      </p:sp>
      <p:sp>
        <p:nvSpPr>
          <p:cNvPr id="28" name="Rectangle 13">
            <a:extLst>
              <a:ext uri="{FF2B5EF4-FFF2-40B4-BE49-F238E27FC236}">
                <a16:creationId xmlns:a16="http://schemas.microsoft.com/office/drawing/2014/main" id="{43DAD511-B164-A5D6-A313-ABD606BF456E}"/>
              </a:ext>
            </a:extLst>
          </p:cNvPr>
          <p:cNvSpPr>
            <a:spLocks noChangeArrowheads="1"/>
          </p:cNvSpPr>
          <p:nvPr/>
        </p:nvSpPr>
        <p:spPr bwMode="blackWhite">
          <a:xfrm>
            <a:off x="1157761" y="2068265"/>
            <a:ext cx="6902450" cy="915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har char="•"/>
              <a:tabLst>
                <a:tab pos="1828800" algn="l"/>
                <a:tab pos="3086100" algn="l"/>
                <a:tab pos="4229100" algn="l"/>
              </a:tabLst>
              <a:defRPr sz="2800">
                <a:solidFill>
                  <a:schemeClr val="tx1"/>
                </a:solidFill>
                <a:latin typeface="Arial" panose="020B0604020202020204" pitchFamily="34" charset="0"/>
              </a:defRPr>
            </a:lvl1pPr>
            <a:lvl2pPr marL="742950" indent="-285750">
              <a:spcBef>
                <a:spcPct val="20000"/>
              </a:spcBef>
              <a:buChar char="–"/>
              <a:tabLst>
                <a:tab pos="1828800" algn="l"/>
                <a:tab pos="3086100" algn="l"/>
                <a:tab pos="4229100" algn="l"/>
              </a:tabLst>
              <a:defRPr sz="2400">
                <a:solidFill>
                  <a:schemeClr val="tx1"/>
                </a:solidFill>
                <a:latin typeface="Arial" panose="020B0604020202020204" pitchFamily="34" charset="0"/>
              </a:defRPr>
            </a:lvl2pPr>
            <a:lvl3pPr marL="1143000" indent="-228600">
              <a:spcBef>
                <a:spcPct val="20000"/>
              </a:spcBef>
              <a:buChar char="•"/>
              <a:tabLst>
                <a:tab pos="1828800" algn="l"/>
                <a:tab pos="3086100" algn="l"/>
                <a:tab pos="4229100" algn="l"/>
              </a:tabLst>
              <a:defRPr sz="2000">
                <a:solidFill>
                  <a:schemeClr val="tx1"/>
                </a:solidFill>
                <a:latin typeface="Arial" panose="020B0604020202020204" pitchFamily="34" charset="0"/>
              </a:defRPr>
            </a:lvl3pPr>
            <a:lvl4pPr marL="1600200" indent="-228600">
              <a:spcBef>
                <a:spcPct val="20000"/>
              </a:spcBef>
              <a:buChar char="–"/>
              <a:tabLst>
                <a:tab pos="1828800" algn="l"/>
                <a:tab pos="3086100" algn="l"/>
                <a:tab pos="4229100" algn="l"/>
              </a:tabLst>
              <a:defRPr sz="2000">
                <a:solidFill>
                  <a:schemeClr val="tx1"/>
                </a:solidFill>
                <a:latin typeface="Arial" panose="020B0604020202020204" pitchFamily="34" charset="0"/>
              </a:defRPr>
            </a:lvl4pPr>
            <a:lvl5pPr marL="2057400" indent="-228600">
              <a:spcBef>
                <a:spcPct val="20000"/>
              </a:spcBef>
              <a:buChar char="»"/>
              <a:tabLst>
                <a:tab pos="1828800" algn="l"/>
                <a:tab pos="3086100" algn="l"/>
                <a:tab pos="42291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828800" algn="l"/>
                <a:tab pos="3086100" algn="l"/>
                <a:tab pos="42291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828800" algn="l"/>
                <a:tab pos="3086100" algn="l"/>
                <a:tab pos="42291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828800" algn="l"/>
                <a:tab pos="3086100" algn="l"/>
                <a:tab pos="42291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828800" algn="l"/>
                <a:tab pos="3086100" algn="l"/>
                <a:tab pos="4229100" algn="l"/>
              </a:tabLst>
              <a:defRPr sz="2000">
                <a:solidFill>
                  <a:schemeClr val="tx1"/>
                </a:solidFill>
                <a:latin typeface="Arial" panose="020B0604020202020204" pitchFamily="34" charset="0"/>
              </a:defRPr>
            </a:lvl9pPr>
          </a:lstStyle>
          <a:p>
            <a:pPr>
              <a:spcBef>
                <a:spcPct val="0"/>
              </a:spcBef>
              <a:buFontTx/>
              <a:buNone/>
            </a:pPr>
            <a:r>
              <a:rPr lang="en-US" altLang="en-US" sz="1800" b="1" dirty="0">
                <a:solidFill>
                  <a:srgbClr val="000000"/>
                </a:solidFill>
                <a:latin typeface="Courier New" panose="02070309020205020404" pitchFamily="49" charset="0"/>
              </a:rPr>
              <a:t>MIN(HIRED MAX(HIRED</a:t>
            </a:r>
          </a:p>
          <a:p>
            <a:pPr>
              <a:spcBef>
                <a:spcPct val="0"/>
              </a:spcBef>
              <a:buFontTx/>
              <a:buNone/>
            </a:pPr>
            <a:r>
              <a:rPr lang="en-US" altLang="en-US" sz="1800" b="1" dirty="0">
                <a:solidFill>
                  <a:srgbClr val="000000"/>
                </a:solidFill>
                <a:latin typeface="Courier New" panose="02070309020205020404" pitchFamily="49" charset="0"/>
              </a:rPr>
              <a:t>--------- ---------</a:t>
            </a:r>
          </a:p>
          <a:p>
            <a:pPr>
              <a:spcBef>
                <a:spcPct val="0"/>
              </a:spcBef>
              <a:buFontTx/>
              <a:buNone/>
            </a:pPr>
            <a:r>
              <a:rPr lang="en-US" altLang="en-US" sz="1800" b="1" dirty="0">
                <a:solidFill>
                  <a:srgbClr val="000000"/>
                </a:solidFill>
                <a:latin typeface="Courier New" panose="02070309020205020404" pitchFamily="49" charset="0"/>
              </a:rPr>
              <a:t>17-DEC-80 12-JAN-83</a:t>
            </a:r>
          </a:p>
        </p:txBody>
      </p:sp>
      <p:sp>
        <p:nvSpPr>
          <p:cNvPr id="29" name="Rectangle 2">
            <a:extLst>
              <a:ext uri="{FF2B5EF4-FFF2-40B4-BE49-F238E27FC236}">
                <a16:creationId xmlns:a16="http://schemas.microsoft.com/office/drawing/2014/main" id="{547BDEAD-3654-E688-CD1C-0D1EE23DF295}"/>
              </a:ext>
            </a:extLst>
          </p:cNvPr>
          <p:cNvSpPr>
            <a:spLocks noChangeArrowheads="1"/>
          </p:cNvSpPr>
          <p:nvPr/>
        </p:nvSpPr>
        <p:spPr bwMode="blackWhite">
          <a:xfrm>
            <a:off x="1030908" y="5511949"/>
            <a:ext cx="7265988" cy="941387"/>
          </a:xfrm>
          <a:prstGeom prst="rect">
            <a:avLst/>
          </a:prstGeom>
          <a:solidFill>
            <a:srgbClr val="EAEAEA"/>
          </a:solidFill>
          <a:ln w="25400">
            <a:solidFill>
              <a:srgbClr val="000000"/>
            </a:solidFill>
            <a:miter lim="800000"/>
            <a:headEnd/>
            <a:tailEnd/>
          </a:ln>
          <a:effectLst>
            <a:outerShdw dist="89803" dir="2700000" algn="ctr" rotWithShape="0">
              <a:srgbClr val="000000">
                <a:alpha val="50000"/>
              </a:srgbClr>
            </a:outerShdw>
          </a:effectLst>
        </p:spPr>
        <p:txBody>
          <a:bodyPr lIns="92075" tIns="46038" rIns="92075" bIns="46038">
            <a:spAutoFit/>
          </a:bodyPr>
          <a:lstStyle>
            <a:lvl1pPr>
              <a:spcBef>
                <a:spcPct val="20000"/>
              </a:spcBef>
              <a:buChar char="•"/>
              <a:tabLst>
                <a:tab pos="1828800" algn="l"/>
                <a:tab pos="3086100" algn="l"/>
                <a:tab pos="4229100" algn="l"/>
              </a:tabLst>
              <a:defRPr sz="2800">
                <a:solidFill>
                  <a:schemeClr val="tx1"/>
                </a:solidFill>
                <a:latin typeface="Arial" panose="020B0604020202020204" pitchFamily="34" charset="0"/>
              </a:defRPr>
            </a:lvl1pPr>
            <a:lvl2pPr marL="742950" indent="-285750">
              <a:spcBef>
                <a:spcPct val="20000"/>
              </a:spcBef>
              <a:buChar char="–"/>
              <a:tabLst>
                <a:tab pos="1828800" algn="l"/>
                <a:tab pos="3086100" algn="l"/>
                <a:tab pos="4229100" algn="l"/>
              </a:tabLst>
              <a:defRPr sz="2400">
                <a:solidFill>
                  <a:schemeClr val="tx1"/>
                </a:solidFill>
                <a:latin typeface="Arial" panose="020B0604020202020204" pitchFamily="34" charset="0"/>
              </a:defRPr>
            </a:lvl2pPr>
            <a:lvl3pPr marL="1143000" indent="-228600">
              <a:spcBef>
                <a:spcPct val="20000"/>
              </a:spcBef>
              <a:buChar char="•"/>
              <a:tabLst>
                <a:tab pos="1828800" algn="l"/>
                <a:tab pos="3086100" algn="l"/>
                <a:tab pos="4229100" algn="l"/>
              </a:tabLst>
              <a:defRPr sz="2000">
                <a:solidFill>
                  <a:schemeClr val="tx1"/>
                </a:solidFill>
                <a:latin typeface="Arial" panose="020B0604020202020204" pitchFamily="34" charset="0"/>
              </a:defRPr>
            </a:lvl3pPr>
            <a:lvl4pPr marL="1600200" indent="-228600">
              <a:spcBef>
                <a:spcPct val="20000"/>
              </a:spcBef>
              <a:buChar char="–"/>
              <a:tabLst>
                <a:tab pos="1828800" algn="l"/>
                <a:tab pos="3086100" algn="l"/>
                <a:tab pos="4229100" algn="l"/>
              </a:tabLst>
              <a:defRPr sz="2000">
                <a:solidFill>
                  <a:schemeClr val="tx1"/>
                </a:solidFill>
                <a:latin typeface="Arial" panose="020B0604020202020204" pitchFamily="34" charset="0"/>
              </a:defRPr>
            </a:lvl4pPr>
            <a:lvl5pPr marL="2057400" indent="-228600">
              <a:spcBef>
                <a:spcPct val="20000"/>
              </a:spcBef>
              <a:buChar char="»"/>
              <a:tabLst>
                <a:tab pos="1828800" algn="l"/>
                <a:tab pos="3086100" algn="l"/>
                <a:tab pos="42291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828800" algn="l"/>
                <a:tab pos="3086100" algn="l"/>
                <a:tab pos="42291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828800" algn="l"/>
                <a:tab pos="3086100" algn="l"/>
                <a:tab pos="42291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828800" algn="l"/>
                <a:tab pos="3086100" algn="l"/>
                <a:tab pos="42291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828800" algn="l"/>
                <a:tab pos="3086100" algn="l"/>
                <a:tab pos="4229100" algn="l"/>
              </a:tabLst>
              <a:defRPr sz="2000">
                <a:solidFill>
                  <a:schemeClr val="tx1"/>
                </a:solidFill>
                <a:latin typeface="Arial" panose="020B0604020202020204" pitchFamily="34" charset="0"/>
              </a:defRPr>
            </a:lvl9pPr>
          </a:lstStyle>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p:txBody>
      </p:sp>
      <p:sp>
        <p:nvSpPr>
          <p:cNvPr id="30" name="Rectangle 3">
            <a:extLst>
              <a:ext uri="{FF2B5EF4-FFF2-40B4-BE49-F238E27FC236}">
                <a16:creationId xmlns:a16="http://schemas.microsoft.com/office/drawing/2014/main" id="{6D6D0818-F9B1-5E90-A036-9E5E142D1525}"/>
              </a:ext>
            </a:extLst>
          </p:cNvPr>
          <p:cNvSpPr>
            <a:spLocks noChangeArrowheads="1"/>
          </p:cNvSpPr>
          <p:nvPr/>
        </p:nvSpPr>
        <p:spPr bwMode="blackWhite">
          <a:xfrm>
            <a:off x="1043608" y="3703786"/>
            <a:ext cx="7240588" cy="1190625"/>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682625" algn="l"/>
                <a:tab pos="1833563" algn="l"/>
              </a:tabLst>
              <a:defRPr sz="2800">
                <a:solidFill>
                  <a:schemeClr val="tx1"/>
                </a:solidFill>
                <a:latin typeface="Arial" panose="020B0604020202020204" pitchFamily="34" charset="0"/>
              </a:defRPr>
            </a:lvl1pPr>
            <a:lvl2pPr marL="742950" indent="-285750">
              <a:spcBef>
                <a:spcPct val="20000"/>
              </a:spcBef>
              <a:buChar char="–"/>
              <a:tabLst>
                <a:tab pos="682625" algn="l"/>
                <a:tab pos="1833563" algn="l"/>
              </a:tabLst>
              <a:defRPr sz="2400">
                <a:solidFill>
                  <a:schemeClr val="tx1"/>
                </a:solidFill>
                <a:latin typeface="Arial" panose="020B0604020202020204" pitchFamily="34" charset="0"/>
              </a:defRPr>
            </a:lvl2pPr>
            <a:lvl3pPr marL="1143000" indent="-228600">
              <a:spcBef>
                <a:spcPct val="20000"/>
              </a:spcBef>
              <a:buChar char="•"/>
              <a:tabLst>
                <a:tab pos="682625" algn="l"/>
                <a:tab pos="1833563" algn="l"/>
              </a:tabLst>
              <a:defRPr sz="2000">
                <a:solidFill>
                  <a:schemeClr val="tx1"/>
                </a:solidFill>
                <a:latin typeface="Arial" panose="020B0604020202020204" pitchFamily="34" charset="0"/>
              </a:defRPr>
            </a:lvl3pPr>
            <a:lvl4pPr marL="1600200" indent="-228600">
              <a:spcBef>
                <a:spcPct val="20000"/>
              </a:spcBef>
              <a:buChar char="–"/>
              <a:tabLst>
                <a:tab pos="682625" algn="l"/>
                <a:tab pos="1833563" algn="l"/>
              </a:tabLst>
              <a:defRPr sz="2000">
                <a:solidFill>
                  <a:schemeClr val="tx1"/>
                </a:solidFill>
                <a:latin typeface="Arial" panose="020B0604020202020204" pitchFamily="34" charset="0"/>
              </a:defRPr>
            </a:lvl4pPr>
            <a:lvl5pPr marL="2057400" indent="-228600">
              <a:spcBef>
                <a:spcPct val="20000"/>
              </a:spcBef>
              <a:buChar char="»"/>
              <a:tabLst>
                <a:tab pos="682625" algn="l"/>
                <a:tab pos="1833563"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9pPr>
          </a:lstStyle>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p:txBody>
      </p:sp>
      <p:grpSp>
        <p:nvGrpSpPr>
          <p:cNvPr id="31" name="Group 4">
            <a:extLst>
              <a:ext uri="{FF2B5EF4-FFF2-40B4-BE49-F238E27FC236}">
                <a16:creationId xmlns:a16="http://schemas.microsoft.com/office/drawing/2014/main" id="{8792F675-CECF-80E7-1694-F17BEC16AB56}"/>
              </a:ext>
            </a:extLst>
          </p:cNvPr>
          <p:cNvGrpSpPr>
            <a:grpSpLocks/>
          </p:cNvGrpSpPr>
          <p:nvPr/>
        </p:nvGrpSpPr>
        <p:grpSpPr bwMode="auto">
          <a:xfrm>
            <a:off x="1110283" y="3757761"/>
            <a:ext cx="2984500" cy="2644775"/>
            <a:chOff x="660" y="1472"/>
            <a:chExt cx="1880" cy="1666"/>
          </a:xfrm>
        </p:grpSpPr>
        <p:sp>
          <p:nvSpPr>
            <p:cNvPr id="38912" name="Rectangle 5">
              <a:extLst>
                <a:ext uri="{FF2B5EF4-FFF2-40B4-BE49-F238E27FC236}">
                  <a16:creationId xmlns:a16="http://schemas.microsoft.com/office/drawing/2014/main" id="{FDC78641-835D-E6EF-11BF-C3E0E911A07E}"/>
                </a:ext>
              </a:extLst>
            </p:cNvPr>
            <p:cNvSpPr>
              <a:spLocks noChangeArrowheads="1"/>
            </p:cNvSpPr>
            <p:nvPr/>
          </p:nvSpPr>
          <p:spPr bwMode="ltGray">
            <a:xfrm>
              <a:off x="1776" y="1472"/>
              <a:ext cx="764" cy="179"/>
            </a:xfrm>
            <a:prstGeom prst="rect">
              <a:avLst/>
            </a:prstGeom>
            <a:solidFill>
              <a:srgbClr val="FF5050">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38913" name="Rectangle 6">
              <a:extLst>
                <a:ext uri="{FF2B5EF4-FFF2-40B4-BE49-F238E27FC236}">
                  <a16:creationId xmlns:a16="http://schemas.microsoft.com/office/drawing/2014/main" id="{B9929DB8-C3F0-282F-EDE2-5FBD9A840945}"/>
                </a:ext>
              </a:extLst>
            </p:cNvPr>
            <p:cNvSpPr>
              <a:spLocks noChangeArrowheads="1"/>
            </p:cNvSpPr>
            <p:nvPr/>
          </p:nvSpPr>
          <p:spPr bwMode="ltGray">
            <a:xfrm>
              <a:off x="660" y="2610"/>
              <a:ext cx="726" cy="528"/>
            </a:xfrm>
            <a:prstGeom prst="rect">
              <a:avLst/>
            </a:prstGeom>
            <a:solidFill>
              <a:srgbClr val="FF5050">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grpSp>
      <p:grpSp>
        <p:nvGrpSpPr>
          <p:cNvPr id="38916" name="Group 7">
            <a:extLst>
              <a:ext uri="{FF2B5EF4-FFF2-40B4-BE49-F238E27FC236}">
                <a16:creationId xmlns:a16="http://schemas.microsoft.com/office/drawing/2014/main" id="{75980745-A5F1-B9B0-5319-55E725F053DF}"/>
              </a:ext>
            </a:extLst>
          </p:cNvPr>
          <p:cNvGrpSpPr>
            <a:grpSpLocks/>
          </p:cNvGrpSpPr>
          <p:nvPr/>
        </p:nvGrpSpPr>
        <p:grpSpPr bwMode="auto">
          <a:xfrm>
            <a:off x="2377108" y="3757761"/>
            <a:ext cx="3076575" cy="2644775"/>
            <a:chOff x="1458" y="1472"/>
            <a:chExt cx="1938" cy="1666"/>
          </a:xfrm>
        </p:grpSpPr>
        <p:sp>
          <p:nvSpPr>
            <p:cNvPr id="38917" name="Rectangle 8">
              <a:extLst>
                <a:ext uri="{FF2B5EF4-FFF2-40B4-BE49-F238E27FC236}">
                  <a16:creationId xmlns:a16="http://schemas.microsoft.com/office/drawing/2014/main" id="{95376430-C5F0-8AC6-758C-E560812BEDCA}"/>
                </a:ext>
              </a:extLst>
            </p:cNvPr>
            <p:cNvSpPr>
              <a:spLocks noChangeArrowheads="1"/>
            </p:cNvSpPr>
            <p:nvPr/>
          </p:nvSpPr>
          <p:spPr bwMode="ltGray">
            <a:xfrm>
              <a:off x="1458" y="2610"/>
              <a:ext cx="798" cy="528"/>
            </a:xfrm>
            <a:prstGeom prst="rect">
              <a:avLst/>
            </a:prstGeom>
            <a:solidFill>
              <a:srgbClr val="009900">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38918" name="Rectangle 9">
              <a:extLst>
                <a:ext uri="{FF2B5EF4-FFF2-40B4-BE49-F238E27FC236}">
                  <a16:creationId xmlns:a16="http://schemas.microsoft.com/office/drawing/2014/main" id="{A8A9BBF9-54E4-D12D-3EB5-FAB171BCDF2D}"/>
                </a:ext>
              </a:extLst>
            </p:cNvPr>
            <p:cNvSpPr>
              <a:spLocks noChangeArrowheads="1"/>
            </p:cNvSpPr>
            <p:nvPr/>
          </p:nvSpPr>
          <p:spPr bwMode="ltGray">
            <a:xfrm>
              <a:off x="2648" y="1472"/>
              <a:ext cx="748" cy="179"/>
            </a:xfrm>
            <a:prstGeom prst="rect">
              <a:avLst/>
            </a:prstGeom>
            <a:solidFill>
              <a:srgbClr val="009900">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grpSp>
      <p:grpSp>
        <p:nvGrpSpPr>
          <p:cNvPr id="38919" name="Group 10">
            <a:extLst>
              <a:ext uri="{FF2B5EF4-FFF2-40B4-BE49-F238E27FC236}">
                <a16:creationId xmlns:a16="http://schemas.microsoft.com/office/drawing/2014/main" id="{44CFD6C2-EFA0-8DC7-9FD6-9907B1D12A09}"/>
              </a:ext>
            </a:extLst>
          </p:cNvPr>
          <p:cNvGrpSpPr>
            <a:grpSpLocks/>
          </p:cNvGrpSpPr>
          <p:nvPr/>
        </p:nvGrpSpPr>
        <p:grpSpPr bwMode="auto">
          <a:xfrm>
            <a:off x="2881933" y="4049861"/>
            <a:ext cx="2114550" cy="2352675"/>
            <a:chOff x="1776" y="1656"/>
            <a:chExt cx="1332" cy="1482"/>
          </a:xfrm>
        </p:grpSpPr>
        <p:sp>
          <p:nvSpPr>
            <p:cNvPr id="38920" name="Rectangle 11">
              <a:extLst>
                <a:ext uri="{FF2B5EF4-FFF2-40B4-BE49-F238E27FC236}">
                  <a16:creationId xmlns:a16="http://schemas.microsoft.com/office/drawing/2014/main" id="{48D62BEA-DF09-7364-1560-F317E97BA5FD}"/>
                </a:ext>
              </a:extLst>
            </p:cNvPr>
            <p:cNvSpPr>
              <a:spLocks noChangeArrowheads="1"/>
            </p:cNvSpPr>
            <p:nvPr/>
          </p:nvSpPr>
          <p:spPr bwMode="ltGray">
            <a:xfrm>
              <a:off x="1776" y="1656"/>
              <a:ext cx="764" cy="179"/>
            </a:xfrm>
            <a:prstGeom prst="rect">
              <a:avLst/>
            </a:prstGeom>
            <a:solidFill>
              <a:srgbClr val="3399FF">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38921" name="Rectangle 12">
              <a:extLst>
                <a:ext uri="{FF2B5EF4-FFF2-40B4-BE49-F238E27FC236}">
                  <a16:creationId xmlns:a16="http://schemas.microsoft.com/office/drawing/2014/main" id="{A1DB0742-6A22-173C-FDF1-2DE3AD09341C}"/>
                </a:ext>
              </a:extLst>
            </p:cNvPr>
            <p:cNvSpPr>
              <a:spLocks noChangeArrowheads="1"/>
            </p:cNvSpPr>
            <p:nvPr/>
          </p:nvSpPr>
          <p:spPr bwMode="ltGray">
            <a:xfrm>
              <a:off x="2310" y="2610"/>
              <a:ext cx="798" cy="528"/>
            </a:xfrm>
            <a:prstGeom prst="rect">
              <a:avLst/>
            </a:prstGeom>
            <a:solidFill>
              <a:srgbClr val="3399FF">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grpSp>
      <p:grpSp>
        <p:nvGrpSpPr>
          <p:cNvPr id="38922" name="Group 13">
            <a:extLst>
              <a:ext uri="{FF2B5EF4-FFF2-40B4-BE49-F238E27FC236}">
                <a16:creationId xmlns:a16="http://schemas.microsoft.com/office/drawing/2014/main" id="{6738C10C-2198-9FC8-65E5-A8B8D8EF6130}"/>
              </a:ext>
            </a:extLst>
          </p:cNvPr>
          <p:cNvGrpSpPr>
            <a:grpSpLocks/>
          </p:cNvGrpSpPr>
          <p:nvPr/>
        </p:nvGrpSpPr>
        <p:grpSpPr bwMode="auto">
          <a:xfrm>
            <a:off x="4266233" y="4049861"/>
            <a:ext cx="2120900" cy="2352675"/>
            <a:chOff x="2648" y="1656"/>
            <a:chExt cx="1336" cy="1482"/>
          </a:xfrm>
        </p:grpSpPr>
        <p:sp>
          <p:nvSpPr>
            <p:cNvPr id="38923" name="Rectangle 14">
              <a:extLst>
                <a:ext uri="{FF2B5EF4-FFF2-40B4-BE49-F238E27FC236}">
                  <a16:creationId xmlns:a16="http://schemas.microsoft.com/office/drawing/2014/main" id="{7E13807A-BD4A-EB15-BD07-47CF15C455C7}"/>
                </a:ext>
              </a:extLst>
            </p:cNvPr>
            <p:cNvSpPr>
              <a:spLocks noChangeArrowheads="1"/>
            </p:cNvSpPr>
            <p:nvPr/>
          </p:nvSpPr>
          <p:spPr bwMode="ltGray">
            <a:xfrm>
              <a:off x="2648" y="1656"/>
              <a:ext cx="748" cy="179"/>
            </a:xfrm>
            <a:prstGeom prst="rect">
              <a:avLst/>
            </a:prstGeom>
            <a:solidFill>
              <a:srgbClr val="FF9900">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38924" name="Rectangle 15">
              <a:extLst>
                <a:ext uri="{FF2B5EF4-FFF2-40B4-BE49-F238E27FC236}">
                  <a16:creationId xmlns:a16="http://schemas.microsoft.com/office/drawing/2014/main" id="{794EB252-0E85-D20A-091A-458B702C685C}"/>
                </a:ext>
              </a:extLst>
            </p:cNvPr>
            <p:cNvSpPr>
              <a:spLocks noChangeArrowheads="1"/>
            </p:cNvSpPr>
            <p:nvPr/>
          </p:nvSpPr>
          <p:spPr bwMode="ltGray">
            <a:xfrm>
              <a:off x="3186" y="2610"/>
              <a:ext cx="798" cy="528"/>
            </a:xfrm>
            <a:prstGeom prst="rect">
              <a:avLst/>
            </a:prstGeom>
            <a:solidFill>
              <a:srgbClr val="FF9900">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grpSp>
      <p:sp>
        <p:nvSpPr>
          <p:cNvPr id="38925" name="Rectangle 17">
            <a:extLst>
              <a:ext uri="{FF2B5EF4-FFF2-40B4-BE49-F238E27FC236}">
                <a16:creationId xmlns:a16="http://schemas.microsoft.com/office/drawing/2014/main" id="{4B33EC53-9D7C-05C0-596E-C15D3F13E36D}"/>
              </a:ext>
            </a:extLst>
          </p:cNvPr>
          <p:cNvSpPr>
            <a:spLocks noChangeArrowheads="1"/>
          </p:cNvSpPr>
          <p:nvPr/>
        </p:nvSpPr>
        <p:spPr bwMode="blackWhite">
          <a:xfrm>
            <a:off x="1056308" y="5524649"/>
            <a:ext cx="7240588" cy="915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har char="•"/>
              <a:tabLst>
                <a:tab pos="1828800" algn="l"/>
                <a:tab pos="3086100" algn="l"/>
                <a:tab pos="4229100" algn="l"/>
              </a:tabLst>
              <a:defRPr sz="2800">
                <a:solidFill>
                  <a:schemeClr val="tx1"/>
                </a:solidFill>
                <a:latin typeface="Arial" panose="020B0604020202020204" pitchFamily="34" charset="0"/>
              </a:defRPr>
            </a:lvl1pPr>
            <a:lvl2pPr marL="742950" indent="-285750">
              <a:spcBef>
                <a:spcPct val="20000"/>
              </a:spcBef>
              <a:buChar char="–"/>
              <a:tabLst>
                <a:tab pos="1828800" algn="l"/>
                <a:tab pos="3086100" algn="l"/>
                <a:tab pos="4229100" algn="l"/>
              </a:tabLst>
              <a:defRPr sz="2400">
                <a:solidFill>
                  <a:schemeClr val="tx1"/>
                </a:solidFill>
                <a:latin typeface="Arial" panose="020B0604020202020204" pitchFamily="34" charset="0"/>
              </a:defRPr>
            </a:lvl2pPr>
            <a:lvl3pPr marL="1143000" indent="-228600">
              <a:spcBef>
                <a:spcPct val="20000"/>
              </a:spcBef>
              <a:buChar char="•"/>
              <a:tabLst>
                <a:tab pos="1828800" algn="l"/>
                <a:tab pos="3086100" algn="l"/>
                <a:tab pos="4229100" algn="l"/>
              </a:tabLst>
              <a:defRPr sz="2000">
                <a:solidFill>
                  <a:schemeClr val="tx1"/>
                </a:solidFill>
                <a:latin typeface="Arial" panose="020B0604020202020204" pitchFamily="34" charset="0"/>
              </a:defRPr>
            </a:lvl3pPr>
            <a:lvl4pPr marL="1600200" indent="-228600">
              <a:spcBef>
                <a:spcPct val="20000"/>
              </a:spcBef>
              <a:buChar char="–"/>
              <a:tabLst>
                <a:tab pos="1828800" algn="l"/>
                <a:tab pos="3086100" algn="l"/>
                <a:tab pos="4229100" algn="l"/>
              </a:tabLst>
              <a:defRPr sz="2000">
                <a:solidFill>
                  <a:schemeClr val="tx1"/>
                </a:solidFill>
                <a:latin typeface="Arial" panose="020B0604020202020204" pitchFamily="34" charset="0"/>
              </a:defRPr>
            </a:lvl4pPr>
            <a:lvl5pPr marL="2057400" indent="-228600">
              <a:spcBef>
                <a:spcPct val="20000"/>
              </a:spcBef>
              <a:buChar char="»"/>
              <a:tabLst>
                <a:tab pos="1828800" algn="l"/>
                <a:tab pos="3086100" algn="l"/>
                <a:tab pos="42291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828800" algn="l"/>
                <a:tab pos="3086100" algn="l"/>
                <a:tab pos="42291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828800" algn="l"/>
                <a:tab pos="3086100" algn="l"/>
                <a:tab pos="42291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828800" algn="l"/>
                <a:tab pos="3086100" algn="l"/>
                <a:tab pos="42291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828800" algn="l"/>
                <a:tab pos="3086100" algn="l"/>
                <a:tab pos="4229100" algn="l"/>
              </a:tabLst>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latin typeface="Courier New" panose="02070309020205020404" pitchFamily="49" charset="0"/>
              </a:rPr>
              <a:t>AVG(SAL)  MAX(SAL)  MIN(SAL)  SUM(SAL)</a:t>
            </a:r>
          </a:p>
          <a:p>
            <a:pPr>
              <a:spcBef>
                <a:spcPct val="0"/>
              </a:spcBef>
              <a:buFontTx/>
              <a:buNone/>
            </a:pPr>
            <a:r>
              <a:rPr lang="en-US" altLang="en-US" sz="1800" b="1">
                <a:solidFill>
                  <a:srgbClr val="000000"/>
                </a:solidFill>
                <a:latin typeface="Courier New" panose="02070309020205020404" pitchFamily="49" charset="0"/>
              </a:rPr>
              <a:t>-------- --------- --------- ---------</a:t>
            </a:r>
          </a:p>
          <a:p>
            <a:pPr>
              <a:spcBef>
                <a:spcPct val="0"/>
              </a:spcBef>
              <a:buFontTx/>
              <a:buNone/>
            </a:pPr>
            <a:r>
              <a:rPr lang="en-US" altLang="en-US" sz="1800" b="1">
                <a:solidFill>
                  <a:srgbClr val="000000"/>
                </a:solidFill>
                <a:latin typeface="Courier New" panose="02070309020205020404" pitchFamily="49" charset="0"/>
              </a:rPr>
              <a:t>    1400      1600      1250      5600</a:t>
            </a:r>
          </a:p>
        </p:txBody>
      </p:sp>
      <p:sp>
        <p:nvSpPr>
          <p:cNvPr id="38926" name="Rectangle 19">
            <a:extLst>
              <a:ext uri="{FF2B5EF4-FFF2-40B4-BE49-F238E27FC236}">
                <a16:creationId xmlns:a16="http://schemas.microsoft.com/office/drawing/2014/main" id="{76803837-14AD-5525-464D-B3C832C67FA7}"/>
              </a:ext>
            </a:extLst>
          </p:cNvPr>
          <p:cNvSpPr>
            <a:spLocks noChangeArrowheads="1"/>
          </p:cNvSpPr>
          <p:nvPr/>
        </p:nvSpPr>
        <p:spPr bwMode="blackWhite">
          <a:xfrm>
            <a:off x="1043608" y="3691086"/>
            <a:ext cx="7265988" cy="1216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tabLst>
                <a:tab pos="682625" algn="l"/>
                <a:tab pos="1833563" algn="l"/>
              </a:tabLst>
              <a:defRPr sz="2800">
                <a:solidFill>
                  <a:schemeClr val="tx1"/>
                </a:solidFill>
                <a:latin typeface="Arial" panose="020B0604020202020204" pitchFamily="34" charset="0"/>
              </a:defRPr>
            </a:lvl1pPr>
            <a:lvl2pPr marL="742950" indent="-285750">
              <a:spcBef>
                <a:spcPct val="20000"/>
              </a:spcBef>
              <a:buChar char="–"/>
              <a:tabLst>
                <a:tab pos="682625" algn="l"/>
                <a:tab pos="1833563" algn="l"/>
              </a:tabLst>
              <a:defRPr sz="2400">
                <a:solidFill>
                  <a:schemeClr val="tx1"/>
                </a:solidFill>
                <a:latin typeface="Arial" panose="020B0604020202020204" pitchFamily="34" charset="0"/>
              </a:defRPr>
            </a:lvl2pPr>
            <a:lvl3pPr marL="1143000" indent="-228600">
              <a:spcBef>
                <a:spcPct val="20000"/>
              </a:spcBef>
              <a:buChar char="•"/>
              <a:tabLst>
                <a:tab pos="682625" algn="l"/>
                <a:tab pos="1833563" algn="l"/>
              </a:tabLst>
              <a:defRPr sz="2000">
                <a:solidFill>
                  <a:schemeClr val="tx1"/>
                </a:solidFill>
                <a:latin typeface="Arial" panose="020B0604020202020204" pitchFamily="34" charset="0"/>
              </a:defRPr>
            </a:lvl3pPr>
            <a:lvl4pPr marL="1600200" indent="-228600">
              <a:spcBef>
                <a:spcPct val="20000"/>
              </a:spcBef>
              <a:buChar char="–"/>
              <a:tabLst>
                <a:tab pos="682625" algn="l"/>
                <a:tab pos="1833563" algn="l"/>
              </a:tabLst>
              <a:defRPr sz="2000">
                <a:solidFill>
                  <a:schemeClr val="tx1"/>
                </a:solidFill>
                <a:latin typeface="Arial" panose="020B0604020202020204" pitchFamily="34" charset="0"/>
              </a:defRPr>
            </a:lvl4pPr>
            <a:lvl5pPr marL="2057400" indent="-228600">
              <a:spcBef>
                <a:spcPct val="20000"/>
              </a:spcBef>
              <a:buChar char="»"/>
              <a:tabLst>
                <a:tab pos="682625" algn="l"/>
                <a:tab pos="1833563"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latin typeface="Courier New" panose="02070309020205020404" pitchFamily="49" charset="0"/>
              </a:rPr>
              <a:t>SQL&gt; SELECT	AVG(sal), MAX(sal),</a:t>
            </a:r>
          </a:p>
          <a:p>
            <a:pPr>
              <a:spcBef>
                <a:spcPct val="0"/>
              </a:spcBef>
              <a:buFontTx/>
              <a:buNone/>
            </a:pPr>
            <a:r>
              <a:rPr lang="en-US" altLang="en-US" sz="1800" b="1">
                <a:solidFill>
                  <a:srgbClr val="000000"/>
                </a:solidFill>
                <a:latin typeface="Courier New" panose="02070309020205020404" pitchFamily="49" charset="0"/>
              </a:rPr>
              <a:t>  2		MIN(sal), SUM(sal)</a:t>
            </a:r>
          </a:p>
          <a:p>
            <a:pPr>
              <a:spcBef>
                <a:spcPct val="0"/>
              </a:spcBef>
              <a:buFontTx/>
              <a:buNone/>
            </a:pPr>
            <a:r>
              <a:rPr lang="en-US" altLang="en-US" sz="1800" b="1">
                <a:solidFill>
                  <a:srgbClr val="000000"/>
                </a:solidFill>
                <a:latin typeface="Courier New" panose="02070309020205020404" pitchFamily="49" charset="0"/>
              </a:rPr>
              <a:t>  3	FROM	emp</a:t>
            </a:r>
          </a:p>
          <a:p>
            <a:pPr>
              <a:spcBef>
                <a:spcPct val="0"/>
              </a:spcBef>
              <a:buFontTx/>
              <a:buNone/>
            </a:pPr>
            <a:r>
              <a:rPr lang="en-US" altLang="en-US" sz="1800" b="1">
                <a:solidFill>
                  <a:srgbClr val="000000"/>
                </a:solidFill>
                <a:latin typeface="Courier New" panose="02070309020205020404" pitchFamily="49" charset="0"/>
              </a:rPr>
              <a:t>  4	WHERE	job LIKE 'SALES%';</a:t>
            </a:r>
          </a:p>
        </p:txBody>
      </p:sp>
    </p:spTree>
    <p:extLst>
      <p:ext uri="{BB962C8B-B14F-4D97-AF65-F5344CB8AC3E}">
        <p14:creationId xmlns:p14="http://schemas.microsoft.com/office/powerpoint/2010/main" val="113304434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wipe(up)">
                                      <p:cBhvr>
                                        <p:cTn id="7" dur="500"/>
                                        <p:tgtEl>
                                          <p:spTgt spid="21"/>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24"/>
                                        </p:tgtEl>
                                        <p:attrNameLst>
                                          <p:attrName>style.visibility</p:attrName>
                                        </p:attrNameLst>
                                      </p:cBhvr>
                                      <p:to>
                                        <p:strVal val="visible"/>
                                      </p:to>
                                    </p:set>
                                    <p:animEffect transition="in" filter="wipe(up)">
                                      <p:cBhvr>
                                        <p:cTn id="11" dur="500"/>
                                        <p:tgtEl>
                                          <p:spTgt spid="24"/>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1" fill="hold" nodeType="clickEffect">
                                  <p:stCondLst>
                                    <p:cond delay="0"/>
                                  </p:stCondLst>
                                  <p:childTnLst>
                                    <p:set>
                                      <p:cBhvr>
                                        <p:cTn id="15" dur="1" fill="hold">
                                          <p:stCondLst>
                                            <p:cond delay="0"/>
                                          </p:stCondLst>
                                        </p:cTn>
                                        <p:tgtEl>
                                          <p:spTgt spid="31"/>
                                        </p:tgtEl>
                                        <p:attrNameLst>
                                          <p:attrName>style.visibility</p:attrName>
                                        </p:attrNameLst>
                                      </p:cBhvr>
                                      <p:to>
                                        <p:strVal val="visible"/>
                                      </p:to>
                                    </p:set>
                                    <p:animEffect transition="in" filter="wipe(up)">
                                      <p:cBhvr>
                                        <p:cTn id="16" dur="500"/>
                                        <p:tgtEl>
                                          <p:spTgt spid="31"/>
                                        </p:tgtEl>
                                      </p:cBhvr>
                                    </p:animEffect>
                                  </p:childTnLst>
                                </p:cTn>
                              </p:par>
                            </p:childTnLst>
                          </p:cTn>
                        </p:par>
                        <p:par>
                          <p:cTn id="17" fill="hold">
                            <p:stCondLst>
                              <p:cond delay="500"/>
                            </p:stCondLst>
                            <p:childTnLst>
                              <p:par>
                                <p:cTn id="18" presetID="22" presetClass="entr" presetSubtype="1" fill="hold" nodeType="afterEffect">
                                  <p:stCondLst>
                                    <p:cond delay="0"/>
                                  </p:stCondLst>
                                  <p:childTnLst>
                                    <p:set>
                                      <p:cBhvr>
                                        <p:cTn id="19" dur="1" fill="hold">
                                          <p:stCondLst>
                                            <p:cond delay="0"/>
                                          </p:stCondLst>
                                        </p:cTn>
                                        <p:tgtEl>
                                          <p:spTgt spid="38916"/>
                                        </p:tgtEl>
                                        <p:attrNameLst>
                                          <p:attrName>style.visibility</p:attrName>
                                        </p:attrNameLst>
                                      </p:cBhvr>
                                      <p:to>
                                        <p:strVal val="visible"/>
                                      </p:to>
                                    </p:set>
                                    <p:animEffect transition="in" filter="wipe(up)">
                                      <p:cBhvr>
                                        <p:cTn id="20" dur="500"/>
                                        <p:tgtEl>
                                          <p:spTgt spid="38916"/>
                                        </p:tgtEl>
                                      </p:cBhvr>
                                    </p:animEffect>
                                  </p:childTnLst>
                                </p:cTn>
                              </p:par>
                            </p:childTnLst>
                          </p:cTn>
                        </p:par>
                        <p:par>
                          <p:cTn id="21" fill="hold">
                            <p:stCondLst>
                              <p:cond delay="1000"/>
                            </p:stCondLst>
                            <p:childTnLst>
                              <p:par>
                                <p:cTn id="22" presetID="22" presetClass="entr" presetSubtype="1" fill="hold" nodeType="afterEffect">
                                  <p:stCondLst>
                                    <p:cond delay="0"/>
                                  </p:stCondLst>
                                  <p:childTnLst>
                                    <p:set>
                                      <p:cBhvr>
                                        <p:cTn id="23" dur="1" fill="hold">
                                          <p:stCondLst>
                                            <p:cond delay="0"/>
                                          </p:stCondLst>
                                        </p:cTn>
                                        <p:tgtEl>
                                          <p:spTgt spid="38919"/>
                                        </p:tgtEl>
                                        <p:attrNameLst>
                                          <p:attrName>style.visibility</p:attrName>
                                        </p:attrNameLst>
                                      </p:cBhvr>
                                      <p:to>
                                        <p:strVal val="visible"/>
                                      </p:to>
                                    </p:set>
                                    <p:animEffect transition="in" filter="wipe(up)">
                                      <p:cBhvr>
                                        <p:cTn id="24" dur="500"/>
                                        <p:tgtEl>
                                          <p:spTgt spid="38919"/>
                                        </p:tgtEl>
                                      </p:cBhvr>
                                    </p:animEffect>
                                  </p:childTnLst>
                                </p:cTn>
                              </p:par>
                            </p:childTnLst>
                          </p:cTn>
                        </p:par>
                        <p:par>
                          <p:cTn id="25" fill="hold">
                            <p:stCondLst>
                              <p:cond delay="1500"/>
                            </p:stCondLst>
                            <p:childTnLst>
                              <p:par>
                                <p:cTn id="26" presetID="22" presetClass="entr" presetSubtype="1" fill="hold" nodeType="afterEffect">
                                  <p:stCondLst>
                                    <p:cond delay="0"/>
                                  </p:stCondLst>
                                  <p:childTnLst>
                                    <p:set>
                                      <p:cBhvr>
                                        <p:cTn id="27" dur="1" fill="hold">
                                          <p:stCondLst>
                                            <p:cond delay="0"/>
                                          </p:stCondLst>
                                        </p:cTn>
                                        <p:tgtEl>
                                          <p:spTgt spid="38922"/>
                                        </p:tgtEl>
                                        <p:attrNameLst>
                                          <p:attrName>style.visibility</p:attrName>
                                        </p:attrNameLst>
                                      </p:cBhvr>
                                      <p:to>
                                        <p:strVal val="visible"/>
                                      </p:to>
                                    </p:set>
                                    <p:animEffect transition="in" filter="wipe(up)">
                                      <p:cBhvr>
                                        <p:cTn id="28" dur="500"/>
                                        <p:tgtEl>
                                          <p:spTgt spid="389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4384EB-D982-02AD-1DC2-E4C3EAEF1088}"/>
            </a:ext>
          </a:extLst>
        </p:cNvPr>
        <p:cNvGrpSpPr/>
        <p:nvPr/>
      </p:nvGrpSpPr>
      <p:grpSpPr>
        <a:xfrm>
          <a:off x="0" y="0"/>
          <a:ext cx="0" cy="0"/>
          <a:chOff x="0" y="0"/>
          <a:chExt cx="0" cy="0"/>
        </a:xfrm>
      </p:grpSpPr>
      <p:sp>
        <p:nvSpPr>
          <p:cNvPr id="38914" name="Rectangle 2">
            <a:extLst>
              <a:ext uri="{FF2B5EF4-FFF2-40B4-BE49-F238E27FC236}">
                <a16:creationId xmlns:a16="http://schemas.microsoft.com/office/drawing/2014/main" id="{699AF9E4-5D3F-7763-87DE-3534111B38D9}"/>
              </a:ext>
            </a:extLst>
          </p:cNvPr>
          <p:cNvSpPr>
            <a:spLocks noGrp="1" noChangeArrowheads="1"/>
          </p:cNvSpPr>
          <p:nvPr>
            <p:ph type="title"/>
          </p:nvPr>
        </p:nvSpPr>
        <p:spPr>
          <a:xfrm>
            <a:off x="323850" y="116632"/>
            <a:ext cx="6480398" cy="533400"/>
          </a:xfrm>
        </p:spPr>
        <p:txBody>
          <a:bodyPr/>
          <a:lstStyle/>
          <a:p>
            <a:pPr eaLnBrk="1" hangingPunct="1"/>
            <a:br>
              <a:rPr lang="en-US" altLang="en-US" sz="2800" b="1" u="sng" dirty="0">
                <a:solidFill>
                  <a:srgbClr val="D34817"/>
                </a:solidFill>
                <a:latin typeface="Cambria" panose="02040503050406030204" pitchFamily="18" charset="0"/>
                <a:ea typeface="Cambria" panose="02040503050406030204" pitchFamily="18" charset="0"/>
              </a:rPr>
            </a:br>
            <a:br>
              <a:rPr lang="en-US" altLang="en-US" sz="2800" b="1" u="sng" dirty="0">
                <a:solidFill>
                  <a:srgbClr val="D34817"/>
                </a:solidFill>
                <a:latin typeface="Cambria" panose="02040503050406030204" pitchFamily="18" charset="0"/>
                <a:ea typeface="Cambria" panose="02040503050406030204" pitchFamily="18" charset="0"/>
              </a:rPr>
            </a:br>
            <a:r>
              <a:rPr lang="en-US" altLang="en-US" sz="2800" b="1" u="sng" dirty="0">
                <a:solidFill>
                  <a:srgbClr val="0033CC"/>
                </a:solidFill>
                <a:latin typeface="Cambria" panose="02040503050406030204" pitchFamily="18" charset="0"/>
                <a:ea typeface="Cambria" panose="02040503050406030204" pitchFamily="18" charset="0"/>
              </a:rPr>
              <a:t>COUNT</a:t>
            </a:r>
            <a:r>
              <a:rPr lang="en-US" altLang="en-US" sz="2800" b="1" u="sng" dirty="0">
                <a:solidFill>
                  <a:srgbClr val="D34817"/>
                </a:solidFill>
                <a:latin typeface="Cambria" panose="02040503050406030204" pitchFamily="18" charset="0"/>
                <a:ea typeface="Cambria" panose="02040503050406030204" pitchFamily="18" charset="0"/>
              </a:rPr>
              <a:t> Group Function</a:t>
            </a:r>
          </a:p>
        </p:txBody>
      </p:sp>
      <p:sp>
        <p:nvSpPr>
          <p:cNvPr id="38915" name="Rectangle 3">
            <a:extLst>
              <a:ext uri="{FF2B5EF4-FFF2-40B4-BE49-F238E27FC236}">
                <a16:creationId xmlns:a16="http://schemas.microsoft.com/office/drawing/2014/main" id="{1E0518B3-0211-EE16-E368-89F46D7A70A3}"/>
              </a:ext>
            </a:extLst>
          </p:cNvPr>
          <p:cNvSpPr>
            <a:spLocks noGrp="1" noChangeArrowheads="1"/>
          </p:cNvSpPr>
          <p:nvPr>
            <p:ph sz="quarter" idx="1"/>
          </p:nvPr>
        </p:nvSpPr>
        <p:spPr>
          <a:xfrm>
            <a:off x="425450" y="741784"/>
            <a:ext cx="8394700" cy="4343400"/>
          </a:xfrm>
        </p:spPr>
        <p:txBody>
          <a:bodyPr/>
          <a:lstStyle/>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28600" indent="-228600" eaLnBrk="1" hangingPunct="1"/>
            <a:endParaRPr lang="en-US" altLang="en-US" sz="2800" dirty="0"/>
          </a:p>
        </p:txBody>
      </p:sp>
      <p:sp>
        <p:nvSpPr>
          <p:cNvPr id="3" name="Footer Placeholder 2">
            <a:extLst>
              <a:ext uri="{FF2B5EF4-FFF2-40B4-BE49-F238E27FC236}">
                <a16:creationId xmlns:a16="http://schemas.microsoft.com/office/drawing/2014/main" id="{78DB9D58-2BDB-484F-879F-D4696126E438}"/>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2" name="Slide Number Placeholder 23">
            <a:extLst>
              <a:ext uri="{FF2B5EF4-FFF2-40B4-BE49-F238E27FC236}">
                <a16:creationId xmlns:a16="http://schemas.microsoft.com/office/drawing/2014/main" id="{A80485DE-D655-05B0-5ED3-9115B077730A}"/>
              </a:ext>
            </a:extLst>
          </p:cNvPr>
          <p:cNvSpPr>
            <a:spLocks noGrp="1"/>
          </p:cNvSpPr>
          <p:nvPr>
            <p:ph type="sldNum" sz="quarter" idx="12"/>
          </p:nvPr>
        </p:nvSpPr>
        <p:spPr>
          <a:xfrm>
            <a:off x="8532440" y="6166335"/>
            <a:ext cx="427833"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6</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7" name="Rectangle 3">
            <a:extLst>
              <a:ext uri="{FF2B5EF4-FFF2-40B4-BE49-F238E27FC236}">
                <a16:creationId xmlns:a16="http://schemas.microsoft.com/office/drawing/2014/main" id="{908FFA3E-56F3-5B2E-CC65-11F1EACCF584}"/>
              </a:ext>
            </a:extLst>
          </p:cNvPr>
          <p:cNvSpPr txBox="1">
            <a:spLocks noChangeArrowheads="1"/>
          </p:cNvSpPr>
          <p:nvPr/>
        </p:nvSpPr>
        <p:spPr bwMode="auto">
          <a:xfrm>
            <a:off x="251520" y="574443"/>
            <a:ext cx="8394700" cy="56628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7688"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6963"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285750" indent="-285750" algn="just">
              <a:buSzPct val="50000"/>
              <a:buFont typeface="Wingdings" panose="05000000000000000000" pitchFamily="2" charset="2"/>
              <a:buChar char="l"/>
            </a:pPr>
            <a:r>
              <a:rPr lang="en-US" altLang="en-US" sz="2400" dirty="0">
                <a:solidFill>
                  <a:srgbClr val="FF0000"/>
                </a:solidFill>
                <a:latin typeface="Cambria" panose="02040503050406030204" pitchFamily="18" charset="0"/>
                <a:ea typeface="Cambria" panose="02040503050406030204" pitchFamily="18" charset="0"/>
                <a:cs typeface="Calibri" panose="020F0502020204030204" pitchFamily="34" charset="0"/>
              </a:rPr>
              <a:t>COUNT(*)</a:t>
            </a:r>
            <a:r>
              <a:rPr lang="en-US" altLang="en-US" sz="2400" dirty="0">
                <a:latin typeface="Cambria" panose="02040503050406030204" pitchFamily="18" charset="0"/>
                <a:ea typeface="Cambria" panose="02040503050406030204" pitchFamily="18" charset="0"/>
                <a:cs typeface="Calibri" panose="020F0502020204030204" pitchFamily="34" charset="0"/>
              </a:rPr>
              <a:t> returns the number of rows in a table satisfying a given condition (if any).</a:t>
            </a:r>
          </a:p>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000" dirty="0">
              <a:solidFill>
                <a:srgbClr val="0033CC"/>
              </a:solidFill>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r>
              <a:rPr lang="en-US" altLang="en-US" sz="2400" dirty="0">
                <a:solidFill>
                  <a:srgbClr val="0033CC"/>
                </a:solidFill>
                <a:latin typeface="Cambria" panose="02040503050406030204" pitchFamily="18" charset="0"/>
                <a:ea typeface="Cambria" panose="02040503050406030204" pitchFamily="18" charset="0"/>
                <a:cs typeface="Calibri" panose="020F0502020204030204" pitchFamily="34" charset="0"/>
              </a:rPr>
              <a:t>COUNT(expr)</a:t>
            </a:r>
            <a:r>
              <a:rPr lang="en-US" altLang="en-US" sz="2400" dirty="0">
                <a:latin typeface="Cambria" panose="02040503050406030204" pitchFamily="18" charset="0"/>
                <a:ea typeface="Cambria" panose="02040503050406030204" pitchFamily="18" charset="0"/>
                <a:cs typeface="Calibri" panose="020F0502020204030204" pitchFamily="34" charset="0"/>
              </a:rPr>
              <a:t> returns the number of rows with non-null values for the expr.</a:t>
            </a:r>
          </a:p>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12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r>
              <a:rPr lang="en-US" altLang="en-US" sz="2400" dirty="0">
                <a:solidFill>
                  <a:srgbClr val="0033CC"/>
                </a:solidFill>
                <a:latin typeface="Cambria" panose="02040503050406030204" pitchFamily="18" charset="0"/>
                <a:ea typeface="Cambria" panose="02040503050406030204" pitchFamily="18" charset="0"/>
                <a:cs typeface="Calibri" panose="020F0502020204030204" pitchFamily="34" charset="0"/>
              </a:rPr>
              <a:t>COUNT(DISTINCT expr)</a:t>
            </a:r>
            <a:r>
              <a:rPr lang="en-US" altLang="en-US" sz="2400" dirty="0">
                <a:latin typeface="Cambria" panose="02040503050406030204" pitchFamily="18" charset="0"/>
                <a:ea typeface="Cambria" panose="02040503050406030204" pitchFamily="18" charset="0"/>
                <a:cs typeface="Calibri" panose="020F0502020204030204" pitchFamily="34" charset="0"/>
              </a:rPr>
              <a:t> returns the number of distinct non-null values of the expr.</a:t>
            </a:r>
          </a:p>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p:txBody>
      </p:sp>
      <p:sp>
        <p:nvSpPr>
          <p:cNvPr id="4" name="Rectangle 2">
            <a:extLst>
              <a:ext uri="{FF2B5EF4-FFF2-40B4-BE49-F238E27FC236}">
                <a16:creationId xmlns:a16="http://schemas.microsoft.com/office/drawing/2014/main" id="{137205CD-506F-E8F4-1CC5-597896CFE3CF}"/>
              </a:ext>
            </a:extLst>
          </p:cNvPr>
          <p:cNvSpPr>
            <a:spLocks noChangeArrowheads="1"/>
          </p:cNvSpPr>
          <p:nvPr/>
        </p:nvSpPr>
        <p:spPr bwMode="blackWhite">
          <a:xfrm>
            <a:off x="1331640" y="1492201"/>
            <a:ext cx="3755751" cy="915987"/>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682625" algn="l"/>
                <a:tab pos="1833563" algn="l"/>
              </a:tabLst>
              <a:defRPr sz="2800">
                <a:solidFill>
                  <a:schemeClr val="tx1"/>
                </a:solidFill>
                <a:latin typeface="Arial" panose="020B0604020202020204" pitchFamily="34" charset="0"/>
              </a:defRPr>
            </a:lvl1pPr>
            <a:lvl2pPr marL="742950" indent="-285750">
              <a:spcBef>
                <a:spcPct val="20000"/>
              </a:spcBef>
              <a:buChar char="–"/>
              <a:tabLst>
                <a:tab pos="682625" algn="l"/>
                <a:tab pos="1833563" algn="l"/>
              </a:tabLst>
              <a:defRPr sz="2400">
                <a:solidFill>
                  <a:schemeClr val="tx1"/>
                </a:solidFill>
                <a:latin typeface="Arial" panose="020B0604020202020204" pitchFamily="34" charset="0"/>
              </a:defRPr>
            </a:lvl2pPr>
            <a:lvl3pPr marL="1143000" indent="-228600">
              <a:spcBef>
                <a:spcPct val="20000"/>
              </a:spcBef>
              <a:buChar char="•"/>
              <a:tabLst>
                <a:tab pos="682625" algn="l"/>
                <a:tab pos="1833563" algn="l"/>
              </a:tabLst>
              <a:defRPr sz="2000">
                <a:solidFill>
                  <a:schemeClr val="tx1"/>
                </a:solidFill>
                <a:latin typeface="Arial" panose="020B0604020202020204" pitchFamily="34" charset="0"/>
              </a:defRPr>
            </a:lvl3pPr>
            <a:lvl4pPr marL="1600200" indent="-228600">
              <a:spcBef>
                <a:spcPct val="20000"/>
              </a:spcBef>
              <a:buChar char="–"/>
              <a:tabLst>
                <a:tab pos="682625" algn="l"/>
                <a:tab pos="1833563" algn="l"/>
              </a:tabLst>
              <a:defRPr sz="2000">
                <a:solidFill>
                  <a:schemeClr val="tx1"/>
                </a:solidFill>
                <a:latin typeface="Arial" panose="020B0604020202020204" pitchFamily="34" charset="0"/>
              </a:defRPr>
            </a:lvl4pPr>
            <a:lvl5pPr marL="2057400" indent="-228600">
              <a:spcBef>
                <a:spcPct val="20000"/>
              </a:spcBef>
              <a:buChar char="»"/>
              <a:tabLst>
                <a:tab pos="682625" algn="l"/>
                <a:tab pos="1833563"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9pPr>
          </a:lstStyle>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p:txBody>
      </p:sp>
      <p:sp>
        <p:nvSpPr>
          <p:cNvPr id="22" name="Rectangle 9">
            <a:extLst>
              <a:ext uri="{FF2B5EF4-FFF2-40B4-BE49-F238E27FC236}">
                <a16:creationId xmlns:a16="http://schemas.microsoft.com/office/drawing/2014/main" id="{FDB560B7-D315-2A2B-B089-E92B162F2915}"/>
              </a:ext>
            </a:extLst>
          </p:cNvPr>
          <p:cNvSpPr>
            <a:spLocks noChangeArrowheads="1"/>
          </p:cNvSpPr>
          <p:nvPr/>
        </p:nvSpPr>
        <p:spPr bwMode="blackWhite">
          <a:xfrm>
            <a:off x="1331640" y="1479501"/>
            <a:ext cx="3755751" cy="941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tabLst>
                <a:tab pos="682625" algn="l"/>
                <a:tab pos="1833563" algn="l"/>
              </a:tabLst>
              <a:defRPr sz="2800">
                <a:solidFill>
                  <a:schemeClr val="tx1"/>
                </a:solidFill>
                <a:latin typeface="Arial" panose="020B0604020202020204" pitchFamily="34" charset="0"/>
              </a:defRPr>
            </a:lvl1pPr>
            <a:lvl2pPr marL="742950" indent="-285750">
              <a:spcBef>
                <a:spcPct val="20000"/>
              </a:spcBef>
              <a:buChar char="–"/>
              <a:tabLst>
                <a:tab pos="682625" algn="l"/>
                <a:tab pos="1833563" algn="l"/>
              </a:tabLst>
              <a:defRPr sz="2400">
                <a:solidFill>
                  <a:schemeClr val="tx1"/>
                </a:solidFill>
                <a:latin typeface="Arial" panose="020B0604020202020204" pitchFamily="34" charset="0"/>
              </a:defRPr>
            </a:lvl2pPr>
            <a:lvl3pPr marL="1143000" indent="-228600">
              <a:spcBef>
                <a:spcPct val="20000"/>
              </a:spcBef>
              <a:buChar char="•"/>
              <a:tabLst>
                <a:tab pos="682625" algn="l"/>
                <a:tab pos="1833563" algn="l"/>
              </a:tabLst>
              <a:defRPr sz="2000">
                <a:solidFill>
                  <a:schemeClr val="tx1"/>
                </a:solidFill>
                <a:latin typeface="Arial" panose="020B0604020202020204" pitchFamily="34" charset="0"/>
              </a:defRPr>
            </a:lvl3pPr>
            <a:lvl4pPr marL="1600200" indent="-228600">
              <a:spcBef>
                <a:spcPct val="20000"/>
              </a:spcBef>
              <a:buChar char="–"/>
              <a:tabLst>
                <a:tab pos="682625" algn="l"/>
                <a:tab pos="1833563" algn="l"/>
              </a:tabLst>
              <a:defRPr sz="2000">
                <a:solidFill>
                  <a:schemeClr val="tx1"/>
                </a:solidFill>
                <a:latin typeface="Arial" panose="020B0604020202020204" pitchFamily="34" charset="0"/>
              </a:defRPr>
            </a:lvl4pPr>
            <a:lvl5pPr marL="2057400" indent="-228600">
              <a:spcBef>
                <a:spcPct val="20000"/>
              </a:spcBef>
              <a:buChar char="»"/>
              <a:tabLst>
                <a:tab pos="682625" algn="l"/>
                <a:tab pos="1833563"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9pPr>
          </a:lstStyle>
          <a:p>
            <a:pPr>
              <a:spcBef>
                <a:spcPct val="0"/>
              </a:spcBef>
              <a:buFontTx/>
              <a:buNone/>
            </a:pPr>
            <a:r>
              <a:rPr lang="en-US" altLang="en-US" sz="1800" b="1" dirty="0">
                <a:solidFill>
                  <a:srgbClr val="000000"/>
                </a:solidFill>
                <a:latin typeface="Courier New" panose="02070309020205020404" pitchFamily="49" charset="0"/>
              </a:rPr>
              <a:t>SQL&gt; SELECT	</a:t>
            </a:r>
            <a:r>
              <a:rPr lang="en-US" altLang="en-US" sz="1800" b="1" dirty="0">
                <a:solidFill>
                  <a:srgbClr val="0033CC"/>
                </a:solidFill>
                <a:latin typeface="Courier New" panose="02070309020205020404" pitchFamily="49" charset="0"/>
              </a:rPr>
              <a:t>COUNT(*)</a:t>
            </a:r>
          </a:p>
          <a:p>
            <a:pPr>
              <a:spcBef>
                <a:spcPct val="0"/>
              </a:spcBef>
              <a:buFontTx/>
              <a:buNone/>
            </a:pPr>
            <a:r>
              <a:rPr lang="en-US" altLang="en-US" sz="1800" b="1" dirty="0">
                <a:solidFill>
                  <a:srgbClr val="000000"/>
                </a:solidFill>
                <a:latin typeface="Courier New" panose="02070309020205020404" pitchFamily="49" charset="0"/>
              </a:rPr>
              <a:t>  2  FROM	emp;</a:t>
            </a:r>
          </a:p>
        </p:txBody>
      </p:sp>
      <p:sp>
        <p:nvSpPr>
          <p:cNvPr id="23" name="Rectangle 2">
            <a:extLst>
              <a:ext uri="{FF2B5EF4-FFF2-40B4-BE49-F238E27FC236}">
                <a16:creationId xmlns:a16="http://schemas.microsoft.com/office/drawing/2014/main" id="{9CE77444-EC50-0F5D-A186-FF990F1D6B1E}"/>
              </a:ext>
            </a:extLst>
          </p:cNvPr>
          <p:cNvSpPr>
            <a:spLocks noChangeArrowheads="1"/>
          </p:cNvSpPr>
          <p:nvPr/>
        </p:nvSpPr>
        <p:spPr bwMode="blackWhite">
          <a:xfrm>
            <a:off x="1229692" y="3557107"/>
            <a:ext cx="3857699" cy="915987"/>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682625" algn="l"/>
                <a:tab pos="1833563" algn="l"/>
              </a:tabLst>
              <a:defRPr sz="2800">
                <a:solidFill>
                  <a:schemeClr val="tx1"/>
                </a:solidFill>
                <a:latin typeface="Arial" panose="020B0604020202020204" pitchFamily="34" charset="0"/>
              </a:defRPr>
            </a:lvl1pPr>
            <a:lvl2pPr marL="742950" indent="-285750">
              <a:spcBef>
                <a:spcPct val="20000"/>
              </a:spcBef>
              <a:buChar char="–"/>
              <a:tabLst>
                <a:tab pos="682625" algn="l"/>
                <a:tab pos="1833563" algn="l"/>
              </a:tabLst>
              <a:defRPr sz="2400">
                <a:solidFill>
                  <a:schemeClr val="tx1"/>
                </a:solidFill>
                <a:latin typeface="Arial" panose="020B0604020202020204" pitchFamily="34" charset="0"/>
              </a:defRPr>
            </a:lvl2pPr>
            <a:lvl3pPr marL="1143000" indent="-228600">
              <a:spcBef>
                <a:spcPct val="20000"/>
              </a:spcBef>
              <a:buChar char="•"/>
              <a:tabLst>
                <a:tab pos="682625" algn="l"/>
                <a:tab pos="1833563" algn="l"/>
              </a:tabLst>
              <a:defRPr sz="2000">
                <a:solidFill>
                  <a:schemeClr val="tx1"/>
                </a:solidFill>
                <a:latin typeface="Arial" panose="020B0604020202020204" pitchFamily="34" charset="0"/>
              </a:defRPr>
            </a:lvl3pPr>
            <a:lvl4pPr marL="1600200" indent="-228600">
              <a:spcBef>
                <a:spcPct val="20000"/>
              </a:spcBef>
              <a:buChar char="–"/>
              <a:tabLst>
                <a:tab pos="682625" algn="l"/>
                <a:tab pos="1833563" algn="l"/>
              </a:tabLst>
              <a:defRPr sz="2000">
                <a:solidFill>
                  <a:schemeClr val="tx1"/>
                </a:solidFill>
                <a:latin typeface="Arial" panose="020B0604020202020204" pitchFamily="34" charset="0"/>
              </a:defRPr>
            </a:lvl4pPr>
            <a:lvl5pPr marL="2057400" indent="-228600">
              <a:spcBef>
                <a:spcPct val="20000"/>
              </a:spcBef>
              <a:buChar char="»"/>
              <a:tabLst>
                <a:tab pos="682625" algn="l"/>
                <a:tab pos="1833563"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9pPr>
          </a:lstStyle>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p:txBody>
      </p:sp>
      <p:sp>
        <p:nvSpPr>
          <p:cNvPr id="24" name="Rectangle 3">
            <a:extLst>
              <a:ext uri="{FF2B5EF4-FFF2-40B4-BE49-F238E27FC236}">
                <a16:creationId xmlns:a16="http://schemas.microsoft.com/office/drawing/2014/main" id="{2459192D-B914-6B94-747A-E7140B14DE89}"/>
              </a:ext>
            </a:extLst>
          </p:cNvPr>
          <p:cNvSpPr>
            <a:spLocks noChangeArrowheads="1"/>
          </p:cNvSpPr>
          <p:nvPr/>
        </p:nvSpPr>
        <p:spPr bwMode="blackWhite">
          <a:xfrm>
            <a:off x="5821635" y="3567733"/>
            <a:ext cx="2198340" cy="941387"/>
          </a:xfrm>
          <a:prstGeom prst="rect">
            <a:avLst/>
          </a:prstGeom>
          <a:solidFill>
            <a:srgbClr val="EAEAEA"/>
          </a:solidFill>
          <a:ln w="25400">
            <a:solidFill>
              <a:srgbClr val="000000"/>
            </a:solidFill>
            <a:miter lim="800000"/>
            <a:headEnd/>
            <a:tailEnd/>
          </a:ln>
          <a:effectLst>
            <a:outerShdw dist="89803" dir="2700000" algn="ctr" rotWithShape="0">
              <a:srgbClr val="000000">
                <a:alpha val="50000"/>
              </a:srgbClr>
            </a:outerShdw>
          </a:effectLst>
        </p:spPr>
        <p:txBody>
          <a:bodyPr wrap="square" lIns="92075" tIns="46038" rIns="92075" bIns="46038">
            <a:spAutoFit/>
          </a:bodyPr>
          <a:lstStyle>
            <a:lvl1pPr>
              <a:spcBef>
                <a:spcPct val="20000"/>
              </a:spcBef>
              <a:buChar char="•"/>
              <a:tabLst>
                <a:tab pos="1828800" algn="l"/>
                <a:tab pos="3086100" algn="l"/>
                <a:tab pos="4229100" algn="l"/>
              </a:tabLst>
              <a:defRPr sz="2800">
                <a:solidFill>
                  <a:schemeClr val="tx1"/>
                </a:solidFill>
                <a:latin typeface="Arial" panose="020B0604020202020204" pitchFamily="34" charset="0"/>
              </a:defRPr>
            </a:lvl1pPr>
            <a:lvl2pPr marL="742950" indent="-285750">
              <a:spcBef>
                <a:spcPct val="20000"/>
              </a:spcBef>
              <a:buChar char="–"/>
              <a:tabLst>
                <a:tab pos="1828800" algn="l"/>
                <a:tab pos="3086100" algn="l"/>
                <a:tab pos="4229100" algn="l"/>
              </a:tabLst>
              <a:defRPr sz="2400">
                <a:solidFill>
                  <a:schemeClr val="tx1"/>
                </a:solidFill>
                <a:latin typeface="Arial" panose="020B0604020202020204" pitchFamily="34" charset="0"/>
              </a:defRPr>
            </a:lvl2pPr>
            <a:lvl3pPr marL="1143000" indent="-228600">
              <a:spcBef>
                <a:spcPct val="20000"/>
              </a:spcBef>
              <a:buChar char="•"/>
              <a:tabLst>
                <a:tab pos="1828800" algn="l"/>
                <a:tab pos="3086100" algn="l"/>
                <a:tab pos="4229100" algn="l"/>
              </a:tabLst>
              <a:defRPr sz="2000">
                <a:solidFill>
                  <a:schemeClr val="tx1"/>
                </a:solidFill>
                <a:latin typeface="Arial" panose="020B0604020202020204" pitchFamily="34" charset="0"/>
              </a:defRPr>
            </a:lvl3pPr>
            <a:lvl4pPr marL="1600200" indent="-228600">
              <a:spcBef>
                <a:spcPct val="20000"/>
              </a:spcBef>
              <a:buChar char="–"/>
              <a:tabLst>
                <a:tab pos="1828800" algn="l"/>
                <a:tab pos="3086100" algn="l"/>
                <a:tab pos="4229100" algn="l"/>
              </a:tabLst>
              <a:defRPr sz="2000">
                <a:solidFill>
                  <a:schemeClr val="tx1"/>
                </a:solidFill>
                <a:latin typeface="Arial" panose="020B0604020202020204" pitchFamily="34" charset="0"/>
              </a:defRPr>
            </a:lvl4pPr>
            <a:lvl5pPr marL="2057400" indent="-228600">
              <a:spcBef>
                <a:spcPct val="20000"/>
              </a:spcBef>
              <a:buChar char="»"/>
              <a:tabLst>
                <a:tab pos="1828800" algn="l"/>
                <a:tab pos="3086100" algn="l"/>
                <a:tab pos="42291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828800" algn="l"/>
                <a:tab pos="3086100" algn="l"/>
                <a:tab pos="42291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828800" algn="l"/>
                <a:tab pos="3086100" algn="l"/>
                <a:tab pos="42291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828800" algn="l"/>
                <a:tab pos="3086100" algn="l"/>
                <a:tab pos="42291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828800" algn="l"/>
                <a:tab pos="3086100" algn="l"/>
                <a:tab pos="4229100" algn="l"/>
              </a:tabLst>
              <a:defRPr sz="2000">
                <a:solidFill>
                  <a:schemeClr val="tx1"/>
                </a:solidFill>
                <a:latin typeface="Arial" panose="020B0604020202020204" pitchFamily="34" charset="0"/>
              </a:defRPr>
            </a:lvl9pPr>
          </a:lstStyle>
          <a:p>
            <a:pPr algn="ctr">
              <a:spcBef>
                <a:spcPct val="0"/>
              </a:spcBef>
              <a:buFontTx/>
              <a:buNone/>
            </a:pPr>
            <a:endParaRPr lang="en-US" altLang="en-US" sz="1800" b="1">
              <a:solidFill>
                <a:srgbClr val="000000"/>
              </a:solidFill>
              <a:latin typeface="Courier New" panose="02070309020205020404" pitchFamily="49" charset="0"/>
            </a:endParaRPr>
          </a:p>
          <a:p>
            <a:pPr algn="ctr">
              <a:spcBef>
                <a:spcPct val="0"/>
              </a:spcBef>
              <a:buFontTx/>
              <a:buNone/>
            </a:pPr>
            <a:endParaRPr lang="en-US" altLang="en-US" sz="1800" b="1">
              <a:solidFill>
                <a:srgbClr val="000000"/>
              </a:solidFill>
              <a:latin typeface="Courier New" panose="02070309020205020404" pitchFamily="49" charset="0"/>
            </a:endParaRPr>
          </a:p>
          <a:p>
            <a:pPr algn="ctr">
              <a:spcBef>
                <a:spcPct val="0"/>
              </a:spcBef>
              <a:buFontTx/>
              <a:buNone/>
            </a:pPr>
            <a:endParaRPr lang="en-US" altLang="en-US" sz="1800" b="1">
              <a:solidFill>
                <a:srgbClr val="000000"/>
              </a:solidFill>
              <a:latin typeface="Courier New" panose="02070309020205020404" pitchFamily="49" charset="0"/>
            </a:endParaRPr>
          </a:p>
        </p:txBody>
      </p:sp>
      <p:sp>
        <p:nvSpPr>
          <p:cNvPr id="28" name="Rectangle 9">
            <a:extLst>
              <a:ext uri="{FF2B5EF4-FFF2-40B4-BE49-F238E27FC236}">
                <a16:creationId xmlns:a16="http://schemas.microsoft.com/office/drawing/2014/main" id="{B2596C1E-621E-EB2C-2DAA-9D5DFEF67D36}"/>
              </a:ext>
            </a:extLst>
          </p:cNvPr>
          <p:cNvSpPr>
            <a:spLocks noChangeArrowheads="1"/>
          </p:cNvSpPr>
          <p:nvPr/>
        </p:nvSpPr>
        <p:spPr bwMode="blackWhite">
          <a:xfrm>
            <a:off x="1242392" y="3544407"/>
            <a:ext cx="6858000" cy="941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tabLst>
                <a:tab pos="682625" algn="l"/>
                <a:tab pos="1833563" algn="l"/>
              </a:tabLst>
              <a:defRPr sz="2800">
                <a:solidFill>
                  <a:schemeClr val="tx1"/>
                </a:solidFill>
                <a:latin typeface="Arial" panose="020B0604020202020204" pitchFamily="34" charset="0"/>
              </a:defRPr>
            </a:lvl1pPr>
            <a:lvl2pPr marL="742950" indent="-285750">
              <a:spcBef>
                <a:spcPct val="20000"/>
              </a:spcBef>
              <a:buChar char="–"/>
              <a:tabLst>
                <a:tab pos="682625" algn="l"/>
                <a:tab pos="1833563" algn="l"/>
              </a:tabLst>
              <a:defRPr sz="2400">
                <a:solidFill>
                  <a:schemeClr val="tx1"/>
                </a:solidFill>
                <a:latin typeface="Arial" panose="020B0604020202020204" pitchFamily="34" charset="0"/>
              </a:defRPr>
            </a:lvl2pPr>
            <a:lvl3pPr marL="1143000" indent="-228600">
              <a:spcBef>
                <a:spcPct val="20000"/>
              </a:spcBef>
              <a:buChar char="•"/>
              <a:tabLst>
                <a:tab pos="682625" algn="l"/>
                <a:tab pos="1833563" algn="l"/>
              </a:tabLst>
              <a:defRPr sz="2000">
                <a:solidFill>
                  <a:schemeClr val="tx1"/>
                </a:solidFill>
                <a:latin typeface="Arial" panose="020B0604020202020204" pitchFamily="34" charset="0"/>
              </a:defRPr>
            </a:lvl3pPr>
            <a:lvl4pPr marL="1600200" indent="-228600">
              <a:spcBef>
                <a:spcPct val="20000"/>
              </a:spcBef>
              <a:buChar char="–"/>
              <a:tabLst>
                <a:tab pos="682625" algn="l"/>
                <a:tab pos="1833563" algn="l"/>
              </a:tabLst>
              <a:defRPr sz="2000">
                <a:solidFill>
                  <a:schemeClr val="tx1"/>
                </a:solidFill>
                <a:latin typeface="Arial" panose="020B0604020202020204" pitchFamily="34" charset="0"/>
              </a:defRPr>
            </a:lvl4pPr>
            <a:lvl5pPr marL="2057400" indent="-228600">
              <a:spcBef>
                <a:spcPct val="20000"/>
              </a:spcBef>
              <a:buChar char="»"/>
              <a:tabLst>
                <a:tab pos="682625" algn="l"/>
                <a:tab pos="1833563"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9pPr>
          </a:lstStyle>
          <a:p>
            <a:pPr>
              <a:spcBef>
                <a:spcPct val="0"/>
              </a:spcBef>
              <a:buFontTx/>
              <a:buNone/>
            </a:pPr>
            <a:r>
              <a:rPr lang="en-US" altLang="en-US" sz="1800" b="1" dirty="0">
                <a:solidFill>
                  <a:srgbClr val="000000"/>
                </a:solidFill>
                <a:latin typeface="Courier New" panose="02070309020205020404" pitchFamily="49" charset="0"/>
              </a:rPr>
              <a:t>SQL&gt; SELECT	COUNT(comm)</a:t>
            </a:r>
          </a:p>
          <a:p>
            <a:pPr>
              <a:spcBef>
                <a:spcPct val="0"/>
              </a:spcBef>
              <a:buFontTx/>
              <a:buNone/>
            </a:pPr>
            <a:r>
              <a:rPr lang="en-US" altLang="en-US" sz="1800" b="1" dirty="0">
                <a:solidFill>
                  <a:srgbClr val="000000"/>
                </a:solidFill>
                <a:latin typeface="Courier New" panose="02070309020205020404" pitchFamily="49" charset="0"/>
              </a:rPr>
              <a:t>  2  FROM	emp  3</a:t>
            </a:r>
          </a:p>
        </p:txBody>
      </p:sp>
      <p:sp>
        <p:nvSpPr>
          <p:cNvPr id="38916" name="Rectangle 10">
            <a:extLst>
              <a:ext uri="{FF2B5EF4-FFF2-40B4-BE49-F238E27FC236}">
                <a16:creationId xmlns:a16="http://schemas.microsoft.com/office/drawing/2014/main" id="{0D4EE001-D377-CA70-3FD8-2413BE16D572}"/>
              </a:ext>
            </a:extLst>
          </p:cNvPr>
          <p:cNvSpPr>
            <a:spLocks noChangeArrowheads="1"/>
          </p:cNvSpPr>
          <p:nvPr/>
        </p:nvSpPr>
        <p:spPr bwMode="blackWhite">
          <a:xfrm>
            <a:off x="6095503" y="3566486"/>
            <a:ext cx="1872208" cy="915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a:spcBef>
                <a:spcPct val="20000"/>
              </a:spcBef>
              <a:buChar char="•"/>
              <a:tabLst>
                <a:tab pos="1828800" algn="l"/>
                <a:tab pos="3086100" algn="l"/>
                <a:tab pos="4229100" algn="l"/>
              </a:tabLst>
              <a:defRPr sz="2800">
                <a:solidFill>
                  <a:schemeClr val="tx1"/>
                </a:solidFill>
                <a:latin typeface="Arial" panose="020B0604020202020204" pitchFamily="34" charset="0"/>
              </a:defRPr>
            </a:lvl1pPr>
            <a:lvl2pPr marL="742950" indent="-285750">
              <a:spcBef>
                <a:spcPct val="20000"/>
              </a:spcBef>
              <a:buChar char="–"/>
              <a:tabLst>
                <a:tab pos="1828800" algn="l"/>
                <a:tab pos="3086100" algn="l"/>
                <a:tab pos="4229100" algn="l"/>
              </a:tabLst>
              <a:defRPr sz="2400">
                <a:solidFill>
                  <a:schemeClr val="tx1"/>
                </a:solidFill>
                <a:latin typeface="Arial" panose="020B0604020202020204" pitchFamily="34" charset="0"/>
              </a:defRPr>
            </a:lvl2pPr>
            <a:lvl3pPr marL="1143000" indent="-228600">
              <a:spcBef>
                <a:spcPct val="20000"/>
              </a:spcBef>
              <a:buChar char="•"/>
              <a:tabLst>
                <a:tab pos="1828800" algn="l"/>
                <a:tab pos="3086100" algn="l"/>
                <a:tab pos="4229100" algn="l"/>
              </a:tabLst>
              <a:defRPr sz="2000">
                <a:solidFill>
                  <a:schemeClr val="tx1"/>
                </a:solidFill>
                <a:latin typeface="Arial" panose="020B0604020202020204" pitchFamily="34" charset="0"/>
              </a:defRPr>
            </a:lvl3pPr>
            <a:lvl4pPr marL="1600200" indent="-228600">
              <a:spcBef>
                <a:spcPct val="20000"/>
              </a:spcBef>
              <a:buChar char="–"/>
              <a:tabLst>
                <a:tab pos="1828800" algn="l"/>
                <a:tab pos="3086100" algn="l"/>
                <a:tab pos="4229100" algn="l"/>
              </a:tabLst>
              <a:defRPr sz="2000">
                <a:solidFill>
                  <a:schemeClr val="tx1"/>
                </a:solidFill>
                <a:latin typeface="Arial" panose="020B0604020202020204" pitchFamily="34" charset="0"/>
              </a:defRPr>
            </a:lvl4pPr>
            <a:lvl5pPr marL="2057400" indent="-228600">
              <a:spcBef>
                <a:spcPct val="20000"/>
              </a:spcBef>
              <a:buChar char="»"/>
              <a:tabLst>
                <a:tab pos="1828800" algn="l"/>
                <a:tab pos="3086100" algn="l"/>
                <a:tab pos="42291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828800" algn="l"/>
                <a:tab pos="3086100" algn="l"/>
                <a:tab pos="42291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828800" algn="l"/>
                <a:tab pos="3086100" algn="l"/>
                <a:tab pos="42291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828800" algn="l"/>
                <a:tab pos="3086100" algn="l"/>
                <a:tab pos="42291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828800" algn="l"/>
                <a:tab pos="3086100" algn="l"/>
                <a:tab pos="4229100" algn="l"/>
              </a:tabLst>
              <a:defRPr sz="2000">
                <a:solidFill>
                  <a:schemeClr val="tx1"/>
                </a:solidFill>
                <a:latin typeface="Arial" panose="020B0604020202020204" pitchFamily="34" charset="0"/>
              </a:defRPr>
            </a:lvl9pPr>
          </a:lstStyle>
          <a:p>
            <a:pPr algn="ctr">
              <a:spcBef>
                <a:spcPct val="0"/>
              </a:spcBef>
              <a:buFontTx/>
              <a:buNone/>
            </a:pPr>
            <a:r>
              <a:rPr lang="en-US" altLang="en-US" sz="1800" b="1" dirty="0">
                <a:solidFill>
                  <a:srgbClr val="000000"/>
                </a:solidFill>
                <a:latin typeface="Courier New" panose="02070309020205020404" pitchFamily="49" charset="0"/>
              </a:rPr>
              <a:t>COUNT(COMM)</a:t>
            </a:r>
          </a:p>
          <a:p>
            <a:pPr algn="ctr">
              <a:spcBef>
                <a:spcPct val="0"/>
              </a:spcBef>
              <a:buFontTx/>
              <a:buNone/>
            </a:pPr>
            <a:r>
              <a:rPr lang="en-US" altLang="en-US" sz="1800" b="1" dirty="0">
                <a:solidFill>
                  <a:srgbClr val="000000"/>
                </a:solidFill>
                <a:latin typeface="Courier New" panose="02070309020205020404" pitchFamily="49" charset="0"/>
              </a:rPr>
              <a:t>-----------</a:t>
            </a:r>
          </a:p>
          <a:p>
            <a:pPr algn="ctr">
              <a:spcBef>
                <a:spcPct val="0"/>
              </a:spcBef>
              <a:buFontTx/>
              <a:buNone/>
            </a:pPr>
            <a:r>
              <a:rPr lang="en-US" altLang="en-US" sz="1800" b="1" dirty="0">
                <a:solidFill>
                  <a:srgbClr val="000000"/>
                </a:solidFill>
                <a:latin typeface="Courier New" panose="02070309020205020404" pitchFamily="49" charset="0"/>
              </a:rPr>
              <a:t> 4</a:t>
            </a:r>
          </a:p>
        </p:txBody>
      </p:sp>
      <p:sp>
        <p:nvSpPr>
          <p:cNvPr id="38917" name="Rectangle 2">
            <a:extLst>
              <a:ext uri="{FF2B5EF4-FFF2-40B4-BE49-F238E27FC236}">
                <a16:creationId xmlns:a16="http://schemas.microsoft.com/office/drawing/2014/main" id="{C71C9C5F-8273-A778-C45E-483C5D34B3C9}"/>
              </a:ext>
            </a:extLst>
          </p:cNvPr>
          <p:cNvSpPr>
            <a:spLocks noChangeArrowheads="1"/>
          </p:cNvSpPr>
          <p:nvPr/>
        </p:nvSpPr>
        <p:spPr bwMode="blackWhite">
          <a:xfrm>
            <a:off x="611560" y="5472957"/>
            <a:ext cx="5554704" cy="915987"/>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682625" algn="l"/>
                <a:tab pos="1833563" algn="l"/>
              </a:tabLst>
              <a:defRPr sz="2800">
                <a:solidFill>
                  <a:schemeClr val="tx1"/>
                </a:solidFill>
                <a:latin typeface="Arial" panose="020B0604020202020204" pitchFamily="34" charset="0"/>
              </a:defRPr>
            </a:lvl1pPr>
            <a:lvl2pPr marL="742950" indent="-285750">
              <a:spcBef>
                <a:spcPct val="20000"/>
              </a:spcBef>
              <a:buChar char="–"/>
              <a:tabLst>
                <a:tab pos="682625" algn="l"/>
                <a:tab pos="1833563" algn="l"/>
              </a:tabLst>
              <a:defRPr sz="2400">
                <a:solidFill>
                  <a:schemeClr val="tx1"/>
                </a:solidFill>
                <a:latin typeface="Arial" panose="020B0604020202020204" pitchFamily="34" charset="0"/>
              </a:defRPr>
            </a:lvl2pPr>
            <a:lvl3pPr marL="1143000" indent="-228600">
              <a:spcBef>
                <a:spcPct val="20000"/>
              </a:spcBef>
              <a:buChar char="•"/>
              <a:tabLst>
                <a:tab pos="682625" algn="l"/>
                <a:tab pos="1833563" algn="l"/>
              </a:tabLst>
              <a:defRPr sz="2000">
                <a:solidFill>
                  <a:schemeClr val="tx1"/>
                </a:solidFill>
                <a:latin typeface="Arial" panose="020B0604020202020204" pitchFamily="34" charset="0"/>
              </a:defRPr>
            </a:lvl3pPr>
            <a:lvl4pPr marL="1600200" indent="-228600">
              <a:spcBef>
                <a:spcPct val="20000"/>
              </a:spcBef>
              <a:buChar char="–"/>
              <a:tabLst>
                <a:tab pos="682625" algn="l"/>
                <a:tab pos="1833563" algn="l"/>
              </a:tabLst>
              <a:defRPr sz="2000">
                <a:solidFill>
                  <a:schemeClr val="tx1"/>
                </a:solidFill>
                <a:latin typeface="Arial" panose="020B0604020202020204" pitchFamily="34" charset="0"/>
              </a:defRPr>
            </a:lvl4pPr>
            <a:lvl5pPr marL="2057400" indent="-228600">
              <a:spcBef>
                <a:spcPct val="20000"/>
              </a:spcBef>
              <a:buChar char="»"/>
              <a:tabLst>
                <a:tab pos="682625" algn="l"/>
                <a:tab pos="1833563"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9pPr>
          </a:lstStyle>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p:txBody>
      </p:sp>
      <p:sp>
        <p:nvSpPr>
          <p:cNvPr id="38918" name="Rectangle 3">
            <a:extLst>
              <a:ext uri="{FF2B5EF4-FFF2-40B4-BE49-F238E27FC236}">
                <a16:creationId xmlns:a16="http://schemas.microsoft.com/office/drawing/2014/main" id="{A0DA2B30-8B5A-EEAB-632C-1345A68CA658}"/>
              </a:ext>
            </a:extLst>
          </p:cNvPr>
          <p:cNvSpPr>
            <a:spLocks noChangeArrowheads="1"/>
          </p:cNvSpPr>
          <p:nvPr/>
        </p:nvSpPr>
        <p:spPr bwMode="blackWhite">
          <a:xfrm>
            <a:off x="6459437" y="5511949"/>
            <a:ext cx="1699868" cy="941387"/>
          </a:xfrm>
          <a:prstGeom prst="rect">
            <a:avLst/>
          </a:prstGeom>
          <a:solidFill>
            <a:srgbClr val="EAEAEA"/>
          </a:solidFill>
          <a:ln w="25400">
            <a:solidFill>
              <a:srgbClr val="000000"/>
            </a:solidFill>
            <a:miter lim="800000"/>
            <a:headEnd/>
            <a:tailEnd/>
          </a:ln>
          <a:effectLst>
            <a:outerShdw dist="89803" dir="2700000" algn="ctr" rotWithShape="0">
              <a:srgbClr val="000000">
                <a:alpha val="50000"/>
              </a:srgbClr>
            </a:outerShdw>
          </a:effectLst>
        </p:spPr>
        <p:txBody>
          <a:bodyPr wrap="square" lIns="92075" tIns="46038" rIns="92075" bIns="46038">
            <a:spAutoFit/>
          </a:bodyPr>
          <a:lstStyle>
            <a:lvl1pPr>
              <a:spcBef>
                <a:spcPct val="20000"/>
              </a:spcBef>
              <a:buChar char="•"/>
              <a:tabLst>
                <a:tab pos="1828800" algn="l"/>
                <a:tab pos="3086100" algn="l"/>
                <a:tab pos="4229100" algn="l"/>
              </a:tabLst>
              <a:defRPr sz="2800">
                <a:solidFill>
                  <a:schemeClr val="tx1"/>
                </a:solidFill>
                <a:latin typeface="Arial" panose="020B0604020202020204" pitchFamily="34" charset="0"/>
              </a:defRPr>
            </a:lvl1pPr>
            <a:lvl2pPr marL="742950" indent="-285750">
              <a:spcBef>
                <a:spcPct val="20000"/>
              </a:spcBef>
              <a:buChar char="–"/>
              <a:tabLst>
                <a:tab pos="1828800" algn="l"/>
                <a:tab pos="3086100" algn="l"/>
                <a:tab pos="4229100" algn="l"/>
              </a:tabLst>
              <a:defRPr sz="2400">
                <a:solidFill>
                  <a:schemeClr val="tx1"/>
                </a:solidFill>
                <a:latin typeface="Arial" panose="020B0604020202020204" pitchFamily="34" charset="0"/>
              </a:defRPr>
            </a:lvl2pPr>
            <a:lvl3pPr marL="1143000" indent="-228600">
              <a:spcBef>
                <a:spcPct val="20000"/>
              </a:spcBef>
              <a:buChar char="•"/>
              <a:tabLst>
                <a:tab pos="1828800" algn="l"/>
                <a:tab pos="3086100" algn="l"/>
                <a:tab pos="4229100" algn="l"/>
              </a:tabLst>
              <a:defRPr sz="2000">
                <a:solidFill>
                  <a:schemeClr val="tx1"/>
                </a:solidFill>
                <a:latin typeface="Arial" panose="020B0604020202020204" pitchFamily="34" charset="0"/>
              </a:defRPr>
            </a:lvl3pPr>
            <a:lvl4pPr marL="1600200" indent="-228600">
              <a:spcBef>
                <a:spcPct val="20000"/>
              </a:spcBef>
              <a:buChar char="–"/>
              <a:tabLst>
                <a:tab pos="1828800" algn="l"/>
                <a:tab pos="3086100" algn="l"/>
                <a:tab pos="4229100" algn="l"/>
              </a:tabLst>
              <a:defRPr sz="2000">
                <a:solidFill>
                  <a:schemeClr val="tx1"/>
                </a:solidFill>
                <a:latin typeface="Arial" panose="020B0604020202020204" pitchFamily="34" charset="0"/>
              </a:defRPr>
            </a:lvl4pPr>
            <a:lvl5pPr marL="2057400" indent="-228600">
              <a:spcBef>
                <a:spcPct val="20000"/>
              </a:spcBef>
              <a:buChar char="»"/>
              <a:tabLst>
                <a:tab pos="1828800" algn="l"/>
                <a:tab pos="3086100" algn="l"/>
                <a:tab pos="42291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828800" algn="l"/>
                <a:tab pos="3086100" algn="l"/>
                <a:tab pos="42291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828800" algn="l"/>
                <a:tab pos="3086100" algn="l"/>
                <a:tab pos="42291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828800" algn="l"/>
                <a:tab pos="3086100" algn="l"/>
                <a:tab pos="42291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828800" algn="l"/>
                <a:tab pos="3086100" algn="l"/>
                <a:tab pos="4229100" algn="l"/>
              </a:tabLst>
              <a:defRPr sz="2000">
                <a:solidFill>
                  <a:schemeClr val="tx1"/>
                </a:solidFill>
                <a:latin typeface="Arial" panose="020B0604020202020204" pitchFamily="34" charset="0"/>
              </a:defRPr>
            </a:lvl9pPr>
          </a:lstStyle>
          <a:p>
            <a:pPr algn="ctr">
              <a:spcBef>
                <a:spcPct val="0"/>
              </a:spcBef>
              <a:buFontTx/>
              <a:buNone/>
            </a:pPr>
            <a:endParaRPr lang="en-US" altLang="en-US" sz="1800" b="1">
              <a:solidFill>
                <a:srgbClr val="000000"/>
              </a:solidFill>
              <a:latin typeface="Courier New" panose="02070309020205020404" pitchFamily="49" charset="0"/>
            </a:endParaRPr>
          </a:p>
          <a:p>
            <a:pPr algn="ctr">
              <a:spcBef>
                <a:spcPct val="0"/>
              </a:spcBef>
              <a:buFontTx/>
              <a:buNone/>
            </a:pPr>
            <a:endParaRPr lang="en-US" altLang="en-US" sz="1800" b="1">
              <a:solidFill>
                <a:srgbClr val="000000"/>
              </a:solidFill>
              <a:latin typeface="Courier New" panose="02070309020205020404" pitchFamily="49" charset="0"/>
            </a:endParaRPr>
          </a:p>
          <a:p>
            <a:pPr algn="ctr">
              <a:spcBef>
                <a:spcPct val="0"/>
              </a:spcBef>
              <a:buFontTx/>
              <a:buNone/>
            </a:pPr>
            <a:endParaRPr lang="en-US" altLang="en-US" sz="1800" b="1">
              <a:solidFill>
                <a:srgbClr val="000000"/>
              </a:solidFill>
              <a:latin typeface="Courier New" panose="02070309020205020404" pitchFamily="49" charset="0"/>
            </a:endParaRPr>
          </a:p>
        </p:txBody>
      </p:sp>
      <p:sp>
        <p:nvSpPr>
          <p:cNvPr id="38919" name="Rectangle 9">
            <a:extLst>
              <a:ext uri="{FF2B5EF4-FFF2-40B4-BE49-F238E27FC236}">
                <a16:creationId xmlns:a16="http://schemas.microsoft.com/office/drawing/2014/main" id="{7D3EABE6-39AF-9856-1B90-1E0F0EFB33CF}"/>
              </a:ext>
            </a:extLst>
          </p:cNvPr>
          <p:cNvSpPr>
            <a:spLocks noChangeArrowheads="1"/>
          </p:cNvSpPr>
          <p:nvPr/>
        </p:nvSpPr>
        <p:spPr bwMode="blackWhite">
          <a:xfrm>
            <a:off x="742802" y="5400622"/>
            <a:ext cx="5826743" cy="988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tabLst>
                <a:tab pos="682625" algn="l"/>
                <a:tab pos="1833563" algn="l"/>
              </a:tabLst>
              <a:defRPr sz="2800">
                <a:solidFill>
                  <a:schemeClr val="tx1"/>
                </a:solidFill>
                <a:latin typeface="Arial" panose="020B0604020202020204" pitchFamily="34" charset="0"/>
              </a:defRPr>
            </a:lvl1pPr>
            <a:lvl2pPr marL="742950" indent="-285750">
              <a:spcBef>
                <a:spcPct val="20000"/>
              </a:spcBef>
              <a:buChar char="–"/>
              <a:tabLst>
                <a:tab pos="682625" algn="l"/>
                <a:tab pos="1833563" algn="l"/>
              </a:tabLst>
              <a:defRPr sz="2400">
                <a:solidFill>
                  <a:schemeClr val="tx1"/>
                </a:solidFill>
                <a:latin typeface="Arial" panose="020B0604020202020204" pitchFamily="34" charset="0"/>
              </a:defRPr>
            </a:lvl2pPr>
            <a:lvl3pPr marL="1143000" indent="-228600">
              <a:spcBef>
                <a:spcPct val="20000"/>
              </a:spcBef>
              <a:buChar char="•"/>
              <a:tabLst>
                <a:tab pos="682625" algn="l"/>
                <a:tab pos="1833563" algn="l"/>
              </a:tabLst>
              <a:defRPr sz="2000">
                <a:solidFill>
                  <a:schemeClr val="tx1"/>
                </a:solidFill>
                <a:latin typeface="Arial" panose="020B0604020202020204" pitchFamily="34" charset="0"/>
              </a:defRPr>
            </a:lvl3pPr>
            <a:lvl4pPr marL="1600200" indent="-228600">
              <a:spcBef>
                <a:spcPct val="20000"/>
              </a:spcBef>
              <a:buChar char="–"/>
              <a:tabLst>
                <a:tab pos="682625" algn="l"/>
                <a:tab pos="1833563" algn="l"/>
              </a:tabLst>
              <a:defRPr sz="2000">
                <a:solidFill>
                  <a:schemeClr val="tx1"/>
                </a:solidFill>
                <a:latin typeface="Arial" panose="020B0604020202020204" pitchFamily="34" charset="0"/>
              </a:defRPr>
            </a:lvl4pPr>
            <a:lvl5pPr marL="2057400" indent="-228600">
              <a:spcBef>
                <a:spcPct val="20000"/>
              </a:spcBef>
              <a:buChar char="»"/>
              <a:tabLst>
                <a:tab pos="682625" algn="l"/>
                <a:tab pos="1833563"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9pPr>
          </a:lstStyle>
          <a:p>
            <a:pPr>
              <a:spcBef>
                <a:spcPct val="0"/>
              </a:spcBef>
              <a:buFontTx/>
              <a:buNone/>
            </a:pPr>
            <a:r>
              <a:rPr lang="en-US" altLang="en-US" sz="1800" b="1" dirty="0">
                <a:solidFill>
                  <a:srgbClr val="000000"/>
                </a:solidFill>
                <a:latin typeface="Courier New" panose="02070309020205020404" pitchFamily="49" charset="0"/>
              </a:rPr>
              <a:t>SQL&gt; SELECT	COUNT(DISTINCT job)</a:t>
            </a:r>
            <a:r>
              <a:rPr lang="en-US" altLang="en-US" sz="1800" b="1" dirty="0">
                <a:solidFill>
                  <a:srgbClr val="0033CC"/>
                </a:solidFill>
                <a:latin typeface="Courier New" panose="02070309020205020404" pitchFamily="49" charset="0"/>
              </a:rPr>
              <a:t>JOBS</a:t>
            </a:r>
          </a:p>
          <a:p>
            <a:pPr>
              <a:spcBef>
                <a:spcPct val="0"/>
              </a:spcBef>
              <a:buFontTx/>
              <a:buNone/>
            </a:pPr>
            <a:r>
              <a:rPr lang="en-US" altLang="en-US" sz="1800" b="1" dirty="0">
                <a:solidFill>
                  <a:srgbClr val="000000"/>
                </a:solidFill>
                <a:latin typeface="Courier New" panose="02070309020205020404" pitchFamily="49" charset="0"/>
              </a:rPr>
              <a:t>  2  FROM	emp</a:t>
            </a:r>
          </a:p>
        </p:txBody>
      </p:sp>
      <p:sp>
        <p:nvSpPr>
          <p:cNvPr id="38920" name="Rectangle 10">
            <a:extLst>
              <a:ext uri="{FF2B5EF4-FFF2-40B4-BE49-F238E27FC236}">
                <a16:creationId xmlns:a16="http://schemas.microsoft.com/office/drawing/2014/main" id="{AAB28620-248C-B2E0-F079-B4CBDD452D19}"/>
              </a:ext>
            </a:extLst>
          </p:cNvPr>
          <p:cNvSpPr>
            <a:spLocks noChangeArrowheads="1"/>
          </p:cNvSpPr>
          <p:nvPr/>
        </p:nvSpPr>
        <p:spPr bwMode="blackWhite">
          <a:xfrm>
            <a:off x="6330008" y="5520280"/>
            <a:ext cx="1872208" cy="915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a:spcBef>
                <a:spcPct val="20000"/>
              </a:spcBef>
              <a:buChar char="•"/>
              <a:tabLst>
                <a:tab pos="1828800" algn="l"/>
                <a:tab pos="3086100" algn="l"/>
                <a:tab pos="4229100" algn="l"/>
              </a:tabLst>
              <a:defRPr sz="2800">
                <a:solidFill>
                  <a:schemeClr val="tx1"/>
                </a:solidFill>
                <a:latin typeface="Arial" panose="020B0604020202020204" pitchFamily="34" charset="0"/>
              </a:defRPr>
            </a:lvl1pPr>
            <a:lvl2pPr marL="742950" indent="-285750">
              <a:spcBef>
                <a:spcPct val="20000"/>
              </a:spcBef>
              <a:buChar char="–"/>
              <a:tabLst>
                <a:tab pos="1828800" algn="l"/>
                <a:tab pos="3086100" algn="l"/>
                <a:tab pos="4229100" algn="l"/>
              </a:tabLst>
              <a:defRPr sz="2400">
                <a:solidFill>
                  <a:schemeClr val="tx1"/>
                </a:solidFill>
                <a:latin typeface="Arial" panose="020B0604020202020204" pitchFamily="34" charset="0"/>
              </a:defRPr>
            </a:lvl2pPr>
            <a:lvl3pPr marL="1143000" indent="-228600">
              <a:spcBef>
                <a:spcPct val="20000"/>
              </a:spcBef>
              <a:buChar char="•"/>
              <a:tabLst>
                <a:tab pos="1828800" algn="l"/>
                <a:tab pos="3086100" algn="l"/>
                <a:tab pos="4229100" algn="l"/>
              </a:tabLst>
              <a:defRPr sz="2000">
                <a:solidFill>
                  <a:schemeClr val="tx1"/>
                </a:solidFill>
                <a:latin typeface="Arial" panose="020B0604020202020204" pitchFamily="34" charset="0"/>
              </a:defRPr>
            </a:lvl3pPr>
            <a:lvl4pPr marL="1600200" indent="-228600">
              <a:spcBef>
                <a:spcPct val="20000"/>
              </a:spcBef>
              <a:buChar char="–"/>
              <a:tabLst>
                <a:tab pos="1828800" algn="l"/>
                <a:tab pos="3086100" algn="l"/>
                <a:tab pos="4229100" algn="l"/>
              </a:tabLst>
              <a:defRPr sz="2000">
                <a:solidFill>
                  <a:schemeClr val="tx1"/>
                </a:solidFill>
                <a:latin typeface="Arial" panose="020B0604020202020204" pitchFamily="34" charset="0"/>
              </a:defRPr>
            </a:lvl4pPr>
            <a:lvl5pPr marL="2057400" indent="-228600">
              <a:spcBef>
                <a:spcPct val="20000"/>
              </a:spcBef>
              <a:buChar char="»"/>
              <a:tabLst>
                <a:tab pos="1828800" algn="l"/>
                <a:tab pos="3086100" algn="l"/>
                <a:tab pos="42291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828800" algn="l"/>
                <a:tab pos="3086100" algn="l"/>
                <a:tab pos="42291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828800" algn="l"/>
                <a:tab pos="3086100" algn="l"/>
                <a:tab pos="42291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828800" algn="l"/>
                <a:tab pos="3086100" algn="l"/>
                <a:tab pos="42291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828800" algn="l"/>
                <a:tab pos="3086100" algn="l"/>
                <a:tab pos="4229100" algn="l"/>
              </a:tabLst>
              <a:defRPr sz="2000">
                <a:solidFill>
                  <a:schemeClr val="tx1"/>
                </a:solidFill>
                <a:latin typeface="Arial" panose="020B0604020202020204" pitchFamily="34" charset="0"/>
              </a:defRPr>
            </a:lvl9pPr>
          </a:lstStyle>
          <a:p>
            <a:pPr algn="ctr">
              <a:spcBef>
                <a:spcPct val="0"/>
              </a:spcBef>
              <a:buFontTx/>
              <a:buNone/>
            </a:pPr>
            <a:r>
              <a:rPr lang="en-US" altLang="en-US" sz="1800" b="1" dirty="0">
                <a:solidFill>
                  <a:srgbClr val="000000"/>
                </a:solidFill>
                <a:latin typeface="Courier New" panose="02070309020205020404" pitchFamily="49" charset="0"/>
              </a:rPr>
              <a:t>JOBS</a:t>
            </a:r>
          </a:p>
          <a:p>
            <a:pPr algn="ctr">
              <a:spcBef>
                <a:spcPct val="0"/>
              </a:spcBef>
              <a:buFontTx/>
              <a:buNone/>
            </a:pPr>
            <a:r>
              <a:rPr lang="en-US" altLang="en-US" sz="1800" b="1" dirty="0">
                <a:solidFill>
                  <a:srgbClr val="000000"/>
                </a:solidFill>
                <a:latin typeface="Courier New" panose="02070309020205020404" pitchFamily="49" charset="0"/>
              </a:rPr>
              <a:t>--------</a:t>
            </a:r>
          </a:p>
          <a:p>
            <a:pPr algn="ctr">
              <a:spcBef>
                <a:spcPct val="0"/>
              </a:spcBef>
              <a:buFontTx/>
              <a:buNone/>
            </a:pPr>
            <a:r>
              <a:rPr lang="en-US" altLang="en-US" sz="1800" b="1" dirty="0">
                <a:solidFill>
                  <a:srgbClr val="000000"/>
                </a:solidFill>
                <a:latin typeface="Courier New" panose="02070309020205020404" pitchFamily="49" charset="0"/>
              </a:rPr>
              <a:t> 5</a:t>
            </a:r>
          </a:p>
        </p:txBody>
      </p:sp>
      <p:sp>
        <p:nvSpPr>
          <p:cNvPr id="38922" name="Rectangle 3">
            <a:extLst>
              <a:ext uri="{FF2B5EF4-FFF2-40B4-BE49-F238E27FC236}">
                <a16:creationId xmlns:a16="http://schemas.microsoft.com/office/drawing/2014/main" id="{08339DA9-0E65-9B8D-5D0D-16132F8D1653}"/>
              </a:ext>
            </a:extLst>
          </p:cNvPr>
          <p:cNvSpPr>
            <a:spLocks noChangeArrowheads="1"/>
          </p:cNvSpPr>
          <p:nvPr/>
        </p:nvSpPr>
        <p:spPr bwMode="blackWhite">
          <a:xfrm>
            <a:off x="5821635" y="1466289"/>
            <a:ext cx="2198340" cy="941387"/>
          </a:xfrm>
          <a:prstGeom prst="rect">
            <a:avLst/>
          </a:prstGeom>
          <a:solidFill>
            <a:srgbClr val="EAEAEA"/>
          </a:solidFill>
          <a:ln w="25400">
            <a:solidFill>
              <a:srgbClr val="000000"/>
            </a:solidFill>
            <a:miter lim="800000"/>
            <a:headEnd/>
            <a:tailEnd/>
          </a:ln>
          <a:effectLst>
            <a:outerShdw dist="89803" dir="2700000" algn="ctr" rotWithShape="0">
              <a:srgbClr val="000000">
                <a:alpha val="50000"/>
              </a:srgbClr>
            </a:outerShdw>
          </a:effectLst>
        </p:spPr>
        <p:txBody>
          <a:bodyPr wrap="square" lIns="92075" tIns="46038" rIns="92075" bIns="46038">
            <a:spAutoFit/>
          </a:bodyPr>
          <a:lstStyle>
            <a:lvl1pPr>
              <a:spcBef>
                <a:spcPct val="20000"/>
              </a:spcBef>
              <a:buChar char="•"/>
              <a:tabLst>
                <a:tab pos="1828800" algn="l"/>
                <a:tab pos="3086100" algn="l"/>
                <a:tab pos="4229100" algn="l"/>
              </a:tabLst>
              <a:defRPr sz="2800">
                <a:solidFill>
                  <a:schemeClr val="tx1"/>
                </a:solidFill>
                <a:latin typeface="Arial" panose="020B0604020202020204" pitchFamily="34" charset="0"/>
              </a:defRPr>
            </a:lvl1pPr>
            <a:lvl2pPr marL="742950" indent="-285750">
              <a:spcBef>
                <a:spcPct val="20000"/>
              </a:spcBef>
              <a:buChar char="–"/>
              <a:tabLst>
                <a:tab pos="1828800" algn="l"/>
                <a:tab pos="3086100" algn="l"/>
                <a:tab pos="4229100" algn="l"/>
              </a:tabLst>
              <a:defRPr sz="2400">
                <a:solidFill>
                  <a:schemeClr val="tx1"/>
                </a:solidFill>
                <a:latin typeface="Arial" panose="020B0604020202020204" pitchFamily="34" charset="0"/>
              </a:defRPr>
            </a:lvl2pPr>
            <a:lvl3pPr marL="1143000" indent="-228600">
              <a:spcBef>
                <a:spcPct val="20000"/>
              </a:spcBef>
              <a:buChar char="•"/>
              <a:tabLst>
                <a:tab pos="1828800" algn="l"/>
                <a:tab pos="3086100" algn="l"/>
                <a:tab pos="4229100" algn="l"/>
              </a:tabLst>
              <a:defRPr sz="2000">
                <a:solidFill>
                  <a:schemeClr val="tx1"/>
                </a:solidFill>
                <a:latin typeface="Arial" panose="020B0604020202020204" pitchFamily="34" charset="0"/>
              </a:defRPr>
            </a:lvl3pPr>
            <a:lvl4pPr marL="1600200" indent="-228600">
              <a:spcBef>
                <a:spcPct val="20000"/>
              </a:spcBef>
              <a:buChar char="–"/>
              <a:tabLst>
                <a:tab pos="1828800" algn="l"/>
                <a:tab pos="3086100" algn="l"/>
                <a:tab pos="4229100" algn="l"/>
              </a:tabLst>
              <a:defRPr sz="2000">
                <a:solidFill>
                  <a:schemeClr val="tx1"/>
                </a:solidFill>
                <a:latin typeface="Arial" panose="020B0604020202020204" pitchFamily="34" charset="0"/>
              </a:defRPr>
            </a:lvl4pPr>
            <a:lvl5pPr marL="2057400" indent="-228600">
              <a:spcBef>
                <a:spcPct val="20000"/>
              </a:spcBef>
              <a:buChar char="»"/>
              <a:tabLst>
                <a:tab pos="1828800" algn="l"/>
                <a:tab pos="3086100" algn="l"/>
                <a:tab pos="42291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828800" algn="l"/>
                <a:tab pos="3086100" algn="l"/>
                <a:tab pos="42291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828800" algn="l"/>
                <a:tab pos="3086100" algn="l"/>
                <a:tab pos="42291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828800" algn="l"/>
                <a:tab pos="3086100" algn="l"/>
                <a:tab pos="42291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828800" algn="l"/>
                <a:tab pos="3086100" algn="l"/>
                <a:tab pos="4229100" algn="l"/>
              </a:tabLst>
              <a:defRPr sz="2000">
                <a:solidFill>
                  <a:schemeClr val="tx1"/>
                </a:solidFill>
                <a:latin typeface="Arial" panose="020B0604020202020204" pitchFamily="34" charset="0"/>
              </a:defRPr>
            </a:lvl9pPr>
          </a:lstStyle>
          <a:p>
            <a:pPr algn="ctr">
              <a:spcBef>
                <a:spcPct val="0"/>
              </a:spcBef>
              <a:buFontTx/>
              <a:buNone/>
            </a:pPr>
            <a:endParaRPr lang="en-US" altLang="en-US" sz="1800" b="1">
              <a:solidFill>
                <a:srgbClr val="000000"/>
              </a:solidFill>
              <a:latin typeface="Courier New" panose="02070309020205020404" pitchFamily="49" charset="0"/>
            </a:endParaRPr>
          </a:p>
          <a:p>
            <a:pPr algn="ctr">
              <a:spcBef>
                <a:spcPct val="0"/>
              </a:spcBef>
              <a:buFontTx/>
              <a:buNone/>
            </a:pPr>
            <a:endParaRPr lang="en-US" altLang="en-US" sz="1800" b="1">
              <a:solidFill>
                <a:srgbClr val="000000"/>
              </a:solidFill>
              <a:latin typeface="Courier New" panose="02070309020205020404" pitchFamily="49" charset="0"/>
            </a:endParaRPr>
          </a:p>
          <a:p>
            <a:pPr algn="ctr">
              <a:spcBef>
                <a:spcPct val="0"/>
              </a:spcBef>
              <a:buFontTx/>
              <a:buNone/>
            </a:pPr>
            <a:endParaRPr lang="en-US" altLang="en-US" sz="1800" b="1">
              <a:solidFill>
                <a:srgbClr val="000000"/>
              </a:solidFill>
              <a:latin typeface="Courier New" panose="02070309020205020404" pitchFamily="49" charset="0"/>
            </a:endParaRPr>
          </a:p>
        </p:txBody>
      </p:sp>
      <p:sp>
        <p:nvSpPr>
          <p:cNvPr id="38923" name="Rectangle 10">
            <a:extLst>
              <a:ext uri="{FF2B5EF4-FFF2-40B4-BE49-F238E27FC236}">
                <a16:creationId xmlns:a16="http://schemas.microsoft.com/office/drawing/2014/main" id="{3ACD6FB1-37C4-7425-457E-AEE7A6804169}"/>
              </a:ext>
            </a:extLst>
          </p:cNvPr>
          <p:cNvSpPr>
            <a:spLocks noChangeArrowheads="1"/>
          </p:cNvSpPr>
          <p:nvPr/>
        </p:nvSpPr>
        <p:spPr bwMode="blackWhite">
          <a:xfrm>
            <a:off x="6095503" y="1465042"/>
            <a:ext cx="1872208" cy="915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a:spcBef>
                <a:spcPct val="20000"/>
              </a:spcBef>
              <a:buChar char="•"/>
              <a:tabLst>
                <a:tab pos="1828800" algn="l"/>
                <a:tab pos="3086100" algn="l"/>
                <a:tab pos="4229100" algn="l"/>
              </a:tabLst>
              <a:defRPr sz="2800">
                <a:solidFill>
                  <a:schemeClr val="tx1"/>
                </a:solidFill>
                <a:latin typeface="Arial" panose="020B0604020202020204" pitchFamily="34" charset="0"/>
              </a:defRPr>
            </a:lvl1pPr>
            <a:lvl2pPr marL="742950" indent="-285750">
              <a:spcBef>
                <a:spcPct val="20000"/>
              </a:spcBef>
              <a:buChar char="–"/>
              <a:tabLst>
                <a:tab pos="1828800" algn="l"/>
                <a:tab pos="3086100" algn="l"/>
                <a:tab pos="4229100" algn="l"/>
              </a:tabLst>
              <a:defRPr sz="2400">
                <a:solidFill>
                  <a:schemeClr val="tx1"/>
                </a:solidFill>
                <a:latin typeface="Arial" panose="020B0604020202020204" pitchFamily="34" charset="0"/>
              </a:defRPr>
            </a:lvl2pPr>
            <a:lvl3pPr marL="1143000" indent="-228600">
              <a:spcBef>
                <a:spcPct val="20000"/>
              </a:spcBef>
              <a:buChar char="•"/>
              <a:tabLst>
                <a:tab pos="1828800" algn="l"/>
                <a:tab pos="3086100" algn="l"/>
                <a:tab pos="4229100" algn="l"/>
              </a:tabLst>
              <a:defRPr sz="2000">
                <a:solidFill>
                  <a:schemeClr val="tx1"/>
                </a:solidFill>
                <a:latin typeface="Arial" panose="020B0604020202020204" pitchFamily="34" charset="0"/>
              </a:defRPr>
            </a:lvl3pPr>
            <a:lvl4pPr marL="1600200" indent="-228600">
              <a:spcBef>
                <a:spcPct val="20000"/>
              </a:spcBef>
              <a:buChar char="–"/>
              <a:tabLst>
                <a:tab pos="1828800" algn="l"/>
                <a:tab pos="3086100" algn="l"/>
                <a:tab pos="4229100" algn="l"/>
              </a:tabLst>
              <a:defRPr sz="2000">
                <a:solidFill>
                  <a:schemeClr val="tx1"/>
                </a:solidFill>
                <a:latin typeface="Arial" panose="020B0604020202020204" pitchFamily="34" charset="0"/>
              </a:defRPr>
            </a:lvl4pPr>
            <a:lvl5pPr marL="2057400" indent="-228600">
              <a:spcBef>
                <a:spcPct val="20000"/>
              </a:spcBef>
              <a:buChar char="»"/>
              <a:tabLst>
                <a:tab pos="1828800" algn="l"/>
                <a:tab pos="3086100" algn="l"/>
                <a:tab pos="42291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828800" algn="l"/>
                <a:tab pos="3086100" algn="l"/>
                <a:tab pos="42291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828800" algn="l"/>
                <a:tab pos="3086100" algn="l"/>
                <a:tab pos="42291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828800" algn="l"/>
                <a:tab pos="3086100" algn="l"/>
                <a:tab pos="42291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828800" algn="l"/>
                <a:tab pos="3086100" algn="l"/>
                <a:tab pos="4229100" algn="l"/>
              </a:tabLst>
              <a:defRPr sz="2000">
                <a:solidFill>
                  <a:schemeClr val="tx1"/>
                </a:solidFill>
                <a:latin typeface="Arial" panose="020B0604020202020204" pitchFamily="34" charset="0"/>
              </a:defRPr>
            </a:lvl9pPr>
          </a:lstStyle>
          <a:p>
            <a:pPr algn="ctr">
              <a:spcBef>
                <a:spcPct val="0"/>
              </a:spcBef>
              <a:buFontTx/>
              <a:buNone/>
            </a:pPr>
            <a:r>
              <a:rPr lang="en-US" altLang="en-US" sz="1800" b="1" dirty="0">
                <a:solidFill>
                  <a:srgbClr val="000000"/>
                </a:solidFill>
                <a:latin typeface="Courier New" panose="02070309020205020404" pitchFamily="49" charset="0"/>
              </a:rPr>
              <a:t>COUNT(*)</a:t>
            </a:r>
          </a:p>
          <a:p>
            <a:pPr algn="ctr">
              <a:spcBef>
                <a:spcPct val="0"/>
              </a:spcBef>
              <a:buFontTx/>
              <a:buNone/>
            </a:pPr>
            <a:r>
              <a:rPr lang="en-US" altLang="en-US" sz="1800" b="1" dirty="0">
                <a:solidFill>
                  <a:srgbClr val="000000"/>
                </a:solidFill>
                <a:latin typeface="Courier New" panose="02070309020205020404" pitchFamily="49" charset="0"/>
              </a:rPr>
              <a:t>-----------</a:t>
            </a:r>
          </a:p>
          <a:p>
            <a:pPr algn="ctr">
              <a:spcBef>
                <a:spcPct val="0"/>
              </a:spcBef>
              <a:buFontTx/>
              <a:buNone/>
            </a:pPr>
            <a:r>
              <a:rPr lang="en-US" altLang="en-US" sz="1800" b="1" dirty="0">
                <a:solidFill>
                  <a:srgbClr val="000000"/>
                </a:solidFill>
                <a:latin typeface="Courier New" panose="02070309020205020404" pitchFamily="49" charset="0"/>
              </a:rPr>
              <a:t> 14</a:t>
            </a:r>
          </a:p>
        </p:txBody>
      </p:sp>
    </p:spTree>
    <p:extLst>
      <p:ext uri="{BB962C8B-B14F-4D97-AF65-F5344CB8AC3E}">
        <p14:creationId xmlns:p14="http://schemas.microsoft.com/office/powerpoint/2010/main" val="1051428055"/>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4AA72A-387B-158A-4C81-EF6C11AD5A61}"/>
            </a:ext>
          </a:extLst>
        </p:cNvPr>
        <p:cNvGrpSpPr/>
        <p:nvPr/>
      </p:nvGrpSpPr>
      <p:grpSpPr>
        <a:xfrm>
          <a:off x="0" y="0"/>
          <a:ext cx="0" cy="0"/>
          <a:chOff x="0" y="0"/>
          <a:chExt cx="0" cy="0"/>
        </a:xfrm>
      </p:grpSpPr>
      <p:sp>
        <p:nvSpPr>
          <p:cNvPr id="38914" name="Rectangle 2">
            <a:extLst>
              <a:ext uri="{FF2B5EF4-FFF2-40B4-BE49-F238E27FC236}">
                <a16:creationId xmlns:a16="http://schemas.microsoft.com/office/drawing/2014/main" id="{153B1FB2-CE80-3479-0A25-9DDE637F4043}"/>
              </a:ext>
            </a:extLst>
          </p:cNvPr>
          <p:cNvSpPr>
            <a:spLocks noGrp="1" noChangeArrowheads="1"/>
          </p:cNvSpPr>
          <p:nvPr>
            <p:ph type="title"/>
          </p:nvPr>
        </p:nvSpPr>
        <p:spPr>
          <a:xfrm>
            <a:off x="323850" y="208384"/>
            <a:ext cx="6480398" cy="533400"/>
          </a:xfrm>
        </p:spPr>
        <p:txBody>
          <a:bodyPr/>
          <a:lstStyle/>
          <a:p>
            <a:pPr eaLnBrk="1" hangingPunct="1"/>
            <a:br>
              <a:rPr lang="en-US" altLang="en-US" sz="2800" b="1" u="sng" dirty="0">
                <a:solidFill>
                  <a:srgbClr val="D34817"/>
                </a:solidFill>
                <a:latin typeface="Cambria" panose="02040503050406030204" pitchFamily="18" charset="0"/>
                <a:ea typeface="Cambria" panose="02040503050406030204" pitchFamily="18" charset="0"/>
              </a:rPr>
            </a:br>
            <a:br>
              <a:rPr lang="en-US" altLang="en-US" sz="2800" b="1" u="sng" dirty="0">
                <a:solidFill>
                  <a:srgbClr val="D34817"/>
                </a:solidFill>
                <a:latin typeface="Cambria" panose="02040503050406030204" pitchFamily="18" charset="0"/>
                <a:ea typeface="Cambria" panose="02040503050406030204" pitchFamily="18" charset="0"/>
              </a:rPr>
            </a:br>
            <a:r>
              <a:rPr lang="en-US" altLang="en-US" sz="2800" b="1" u="sng" dirty="0">
                <a:solidFill>
                  <a:srgbClr val="D34817"/>
                </a:solidFill>
                <a:latin typeface="Cambria" panose="02040503050406030204" pitchFamily="18" charset="0"/>
                <a:ea typeface="Cambria" panose="02040503050406030204" pitchFamily="18" charset="0"/>
              </a:rPr>
              <a:t>Group Functions and </a:t>
            </a:r>
            <a:r>
              <a:rPr lang="en-US" altLang="en-US" sz="2800" b="1" u="sng" dirty="0">
                <a:solidFill>
                  <a:srgbClr val="0033CC"/>
                </a:solidFill>
                <a:latin typeface="Cambria" panose="02040503050406030204" pitchFamily="18" charset="0"/>
                <a:ea typeface="Cambria" panose="02040503050406030204" pitchFamily="18" charset="0"/>
              </a:rPr>
              <a:t>NULL</a:t>
            </a:r>
            <a:r>
              <a:rPr lang="en-US" altLang="en-US" sz="2800" b="1" u="sng" dirty="0">
                <a:solidFill>
                  <a:srgbClr val="D34817"/>
                </a:solidFill>
                <a:latin typeface="Cambria" panose="02040503050406030204" pitchFamily="18" charset="0"/>
                <a:ea typeface="Cambria" panose="02040503050406030204" pitchFamily="18" charset="0"/>
              </a:rPr>
              <a:t> Values</a:t>
            </a:r>
          </a:p>
        </p:txBody>
      </p:sp>
      <p:sp>
        <p:nvSpPr>
          <p:cNvPr id="38915" name="Rectangle 3">
            <a:extLst>
              <a:ext uri="{FF2B5EF4-FFF2-40B4-BE49-F238E27FC236}">
                <a16:creationId xmlns:a16="http://schemas.microsoft.com/office/drawing/2014/main" id="{3C7DE2EC-857F-8A4E-1980-A3B07FF1E9EC}"/>
              </a:ext>
            </a:extLst>
          </p:cNvPr>
          <p:cNvSpPr>
            <a:spLocks noGrp="1" noChangeArrowheads="1"/>
          </p:cNvSpPr>
          <p:nvPr>
            <p:ph sz="quarter" idx="1"/>
          </p:nvPr>
        </p:nvSpPr>
        <p:spPr>
          <a:xfrm>
            <a:off x="425450" y="741784"/>
            <a:ext cx="8394700" cy="4343400"/>
          </a:xfrm>
        </p:spPr>
        <p:txBody>
          <a:bodyPr/>
          <a:lstStyle/>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28600" indent="-228600" eaLnBrk="1" hangingPunct="1"/>
            <a:endParaRPr lang="en-US" altLang="en-US" sz="2800" dirty="0"/>
          </a:p>
        </p:txBody>
      </p:sp>
      <p:sp>
        <p:nvSpPr>
          <p:cNvPr id="3" name="Footer Placeholder 2">
            <a:extLst>
              <a:ext uri="{FF2B5EF4-FFF2-40B4-BE49-F238E27FC236}">
                <a16:creationId xmlns:a16="http://schemas.microsoft.com/office/drawing/2014/main" id="{0148C0B9-F3F6-6FA0-7BBF-AEDAF102339E}"/>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2" name="Slide Number Placeholder 23">
            <a:extLst>
              <a:ext uri="{FF2B5EF4-FFF2-40B4-BE49-F238E27FC236}">
                <a16:creationId xmlns:a16="http://schemas.microsoft.com/office/drawing/2014/main" id="{C7CC96BF-87D4-C6E0-5DD3-38CCE7928A98}"/>
              </a:ext>
            </a:extLst>
          </p:cNvPr>
          <p:cNvSpPr>
            <a:spLocks noGrp="1"/>
          </p:cNvSpPr>
          <p:nvPr>
            <p:ph type="sldNum" sz="quarter" idx="12"/>
          </p:nvPr>
        </p:nvSpPr>
        <p:spPr>
          <a:xfrm>
            <a:off x="8532440" y="6166335"/>
            <a:ext cx="427833"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7</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7" name="Rectangle 3">
            <a:extLst>
              <a:ext uri="{FF2B5EF4-FFF2-40B4-BE49-F238E27FC236}">
                <a16:creationId xmlns:a16="http://schemas.microsoft.com/office/drawing/2014/main" id="{FF3DE81D-CF6D-1BC4-0DEB-A3834EC3FB53}"/>
              </a:ext>
            </a:extLst>
          </p:cNvPr>
          <p:cNvSpPr txBox="1">
            <a:spLocks noChangeArrowheads="1"/>
          </p:cNvSpPr>
          <p:nvPr/>
        </p:nvSpPr>
        <p:spPr bwMode="auto">
          <a:xfrm>
            <a:off x="137740" y="741784"/>
            <a:ext cx="8394700" cy="35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7688"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6963"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285750" indent="-285750" algn="just">
              <a:buSzPct val="50000"/>
              <a:buFont typeface="Wingdings" panose="05000000000000000000" pitchFamily="2" charset="2"/>
              <a:buChar char="l"/>
            </a:pPr>
            <a:r>
              <a:rPr lang="en-US" altLang="en-US" sz="2400" dirty="0">
                <a:latin typeface="Cambria" panose="02040503050406030204" pitchFamily="18" charset="0"/>
                <a:ea typeface="Cambria" panose="02040503050406030204" pitchFamily="18" charset="0"/>
                <a:cs typeface="Calibri" panose="020F0502020204030204" pitchFamily="34" charset="0"/>
              </a:rPr>
              <a:t>Group functions ignore null values in the column.</a:t>
            </a:r>
          </a:p>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000" dirty="0">
              <a:solidFill>
                <a:srgbClr val="0033CC"/>
              </a:solidFill>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400" dirty="0">
              <a:solidFill>
                <a:srgbClr val="0033CC"/>
              </a:solidFill>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400" dirty="0">
              <a:solidFill>
                <a:srgbClr val="0033CC"/>
              </a:solidFill>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r>
              <a:rPr lang="en-US" altLang="en-US" sz="2400" dirty="0">
                <a:latin typeface="Cambria" panose="02040503050406030204" pitchFamily="18" charset="0"/>
                <a:ea typeface="Cambria" panose="02040503050406030204" pitchFamily="18" charset="0"/>
                <a:cs typeface="Calibri" panose="020F0502020204030204" pitchFamily="34" charset="0"/>
              </a:rPr>
              <a:t>The </a:t>
            </a:r>
            <a:r>
              <a:rPr lang="en-US" altLang="en-US" sz="2400" dirty="0">
                <a:solidFill>
                  <a:srgbClr val="0033CC"/>
                </a:solidFill>
                <a:latin typeface="Cambria" panose="02040503050406030204" pitchFamily="18" charset="0"/>
                <a:ea typeface="Cambria" panose="02040503050406030204" pitchFamily="18" charset="0"/>
                <a:cs typeface="Calibri" panose="020F0502020204030204" pitchFamily="34" charset="0"/>
              </a:rPr>
              <a:t>NVL function</a:t>
            </a:r>
            <a:r>
              <a:rPr lang="en-US" altLang="en-US" sz="2400" dirty="0">
                <a:latin typeface="Cambria" panose="02040503050406030204" pitchFamily="18" charset="0"/>
                <a:ea typeface="Cambria" panose="02040503050406030204" pitchFamily="18" charset="0"/>
                <a:cs typeface="Calibri" panose="020F0502020204030204" pitchFamily="34" charset="0"/>
              </a:rPr>
              <a:t> forces group functions to include null values.</a:t>
            </a:r>
          </a:p>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12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p:txBody>
      </p:sp>
      <p:sp>
        <p:nvSpPr>
          <p:cNvPr id="5" name="Rectangle 2">
            <a:extLst>
              <a:ext uri="{FF2B5EF4-FFF2-40B4-BE49-F238E27FC236}">
                <a16:creationId xmlns:a16="http://schemas.microsoft.com/office/drawing/2014/main" id="{52942FF3-D002-56CE-C1FA-F09786E85F30}"/>
              </a:ext>
            </a:extLst>
          </p:cNvPr>
          <p:cNvSpPr>
            <a:spLocks noChangeArrowheads="1"/>
          </p:cNvSpPr>
          <p:nvPr/>
        </p:nvSpPr>
        <p:spPr bwMode="blackWhite">
          <a:xfrm>
            <a:off x="852984" y="1272246"/>
            <a:ext cx="7289800" cy="641350"/>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682625" algn="l"/>
                <a:tab pos="1833563" algn="l"/>
              </a:tabLst>
              <a:defRPr sz="2800">
                <a:solidFill>
                  <a:schemeClr val="tx1"/>
                </a:solidFill>
                <a:latin typeface="Arial" panose="020B0604020202020204" pitchFamily="34" charset="0"/>
              </a:defRPr>
            </a:lvl1pPr>
            <a:lvl2pPr marL="742950" indent="-285750">
              <a:spcBef>
                <a:spcPct val="20000"/>
              </a:spcBef>
              <a:buChar char="–"/>
              <a:tabLst>
                <a:tab pos="682625" algn="l"/>
                <a:tab pos="1833563" algn="l"/>
              </a:tabLst>
              <a:defRPr sz="2400">
                <a:solidFill>
                  <a:schemeClr val="tx1"/>
                </a:solidFill>
                <a:latin typeface="Arial" panose="020B0604020202020204" pitchFamily="34" charset="0"/>
              </a:defRPr>
            </a:lvl2pPr>
            <a:lvl3pPr marL="1143000" indent="-228600">
              <a:spcBef>
                <a:spcPct val="20000"/>
              </a:spcBef>
              <a:buChar char="•"/>
              <a:tabLst>
                <a:tab pos="682625" algn="l"/>
                <a:tab pos="1833563" algn="l"/>
              </a:tabLst>
              <a:defRPr sz="2000">
                <a:solidFill>
                  <a:schemeClr val="tx1"/>
                </a:solidFill>
                <a:latin typeface="Arial" panose="020B0604020202020204" pitchFamily="34" charset="0"/>
              </a:defRPr>
            </a:lvl3pPr>
            <a:lvl4pPr marL="1600200" indent="-228600">
              <a:spcBef>
                <a:spcPct val="20000"/>
              </a:spcBef>
              <a:buChar char="–"/>
              <a:tabLst>
                <a:tab pos="682625" algn="l"/>
                <a:tab pos="1833563" algn="l"/>
              </a:tabLst>
              <a:defRPr sz="2000">
                <a:solidFill>
                  <a:schemeClr val="tx1"/>
                </a:solidFill>
                <a:latin typeface="Arial" panose="020B0604020202020204" pitchFamily="34" charset="0"/>
              </a:defRPr>
            </a:lvl4pPr>
            <a:lvl5pPr marL="2057400" indent="-228600">
              <a:spcBef>
                <a:spcPct val="20000"/>
              </a:spcBef>
              <a:buChar char="»"/>
              <a:tabLst>
                <a:tab pos="682625" algn="l"/>
                <a:tab pos="1833563"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9pPr>
          </a:lstStyle>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p:txBody>
      </p:sp>
      <p:sp>
        <p:nvSpPr>
          <p:cNvPr id="6" name="Rectangle 3">
            <a:extLst>
              <a:ext uri="{FF2B5EF4-FFF2-40B4-BE49-F238E27FC236}">
                <a16:creationId xmlns:a16="http://schemas.microsoft.com/office/drawing/2014/main" id="{E0E4B9A0-6BCF-8113-847B-EC74ED04C571}"/>
              </a:ext>
            </a:extLst>
          </p:cNvPr>
          <p:cNvSpPr>
            <a:spLocks noChangeArrowheads="1"/>
          </p:cNvSpPr>
          <p:nvPr/>
        </p:nvSpPr>
        <p:spPr bwMode="blackWhite">
          <a:xfrm>
            <a:off x="848221" y="2127572"/>
            <a:ext cx="7289800" cy="941388"/>
          </a:xfrm>
          <a:prstGeom prst="rect">
            <a:avLst/>
          </a:prstGeom>
          <a:solidFill>
            <a:srgbClr val="EAEAEA"/>
          </a:solidFill>
          <a:ln w="25400">
            <a:solidFill>
              <a:srgbClr val="000000"/>
            </a:solidFill>
            <a:miter lim="800000"/>
            <a:headEnd/>
            <a:tailEnd/>
          </a:ln>
          <a:effectLst>
            <a:outerShdw dist="89803" dir="2700000" algn="ctr" rotWithShape="0">
              <a:srgbClr val="000000">
                <a:alpha val="50000"/>
              </a:srgbClr>
            </a:outerShdw>
          </a:effectLst>
        </p:spPr>
        <p:txBody>
          <a:bodyPr lIns="92075" tIns="46038" rIns="92075" bIns="46038">
            <a:spAutoFit/>
          </a:bodyPr>
          <a:lstStyle>
            <a:lvl1pPr>
              <a:spcBef>
                <a:spcPct val="20000"/>
              </a:spcBef>
              <a:buChar char="•"/>
              <a:tabLst>
                <a:tab pos="1828800" algn="l"/>
                <a:tab pos="3086100" algn="l"/>
                <a:tab pos="4229100" algn="l"/>
              </a:tabLst>
              <a:defRPr sz="2800">
                <a:solidFill>
                  <a:schemeClr val="tx1"/>
                </a:solidFill>
                <a:latin typeface="Arial" panose="020B0604020202020204" pitchFamily="34" charset="0"/>
              </a:defRPr>
            </a:lvl1pPr>
            <a:lvl2pPr marL="742950" indent="-285750">
              <a:spcBef>
                <a:spcPct val="20000"/>
              </a:spcBef>
              <a:buChar char="–"/>
              <a:tabLst>
                <a:tab pos="1828800" algn="l"/>
                <a:tab pos="3086100" algn="l"/>
                <a:tab pos="4229100" algn="l"/>
              </a:tabLst>
              <a:defRPr sz="2400">
                <a:solidFill>
                  <a:schemeClr val="tx1"/>
                </a:solidFill>
                <a:latin typeface="Arial" panose="020B0604020202020204" pitchFamily="34" charset="0"/>
              </a:defRPr>
            </a:lvl2pPr>
            <a:lvl3pPr marL="1143000" indent="-228600">
              <a:spcBef>
                <a:spcPct val="20000"/>
              </a:spcBef>
              <a:buChar char="•"/>
              <a:tabLst>
                <a:tab pos="1828800" algn="l"/>
                <a:tab pos="3086100" algn="l"/>
                <a:tab pos="4229100" algn="l"/>
              </a:tabLst>
              <a:defRPr sz="2000">
                <a:solidFill>
                  <a:schemeClr val="tx1"/>
                </a:solidFill>
                <a:latin typeface="Arial" panose="020B0604020202020204" pitchFamily="34" charset="0"/>
              </a:defRPr>
            </a:lvl3pPr>
            <a:lvl4pPr marL="1600200" indent="-228600">
              <a:spcBef>
                <a:spcPct val="20000"/>
              </a:spcBef>
              <a:buChar char="–"/>
              <a:tabLst>
                <a:tab pos="1828800" algn="l"/>
                <a:tab pos="3086100" algn="l"/>
                <a:tab pos="4229100" algn="l"/>
              </a:tabLst>
              <a:defRPr sz="2000">
                <a:solidFill>
                  <a:schemeClr val="tx1"/>
                </a:solidFill>
                <a:latin typeface="Arial" panose="020B0604020202020204" pitchFamily="34" charset="0"/>
              </a:defRPr>
            </a:lvl4pPr>
            <a:lvl5pPr marL="2057400" indent="-228600">
              <a:spcBef>
                <a:spcPct val="20000"/>
              </a:spcBef>
              <a:buChar char="»"/>
              <a:tabLst>
                <a:tab pos="1828800" algn="l"/>
                <a:tab pos="3086100" algn="l"/>
                <a:tab pos="42291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828800" algn="l"/>
                <a:tab pos="3086100" algn="l"/>
                <a:tab pos="42291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828800" algn="l"/>
                <a:tab pos="3086100" algn="l"/>
                <a:tab pos="42291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828800" algn="l"/>
                <a:tab pos="3086100" algn="l"/>
                <a:tab pos="42291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828800" algn="l"/>
                <a:tab pos="3086100" algn="l"/>
                <a:tab pos="4229100" algn="l"/>
              </a:tabLst>
              <a:defRPr sz="2000">
                <a:solidFill>
                  <a:schemeClr val="tx1"/>
                </a:solidFill>
                <a:latin typeface="Arial" panose="020B0604020202020204" pitchFamily="34" charset="0"/>
              </a:defRPr>
            </a:lvl9pPr>
          </a:lstStyle>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p:txBody>
      </p:sp>
      <p:sp>
        <p:nvSpPr>
          <p:cNvPr id="11" name="Rectangle 9">
            <a:extLst>
              <a:ext uri="{FF2B5EF4-FFF2-40B4-BE49-F238E27FC236}">
                <a16:creationId xmlns:a16="http://schemas.microsoft.com/office/drawing/2014/main" id="{84A29DC1-13BF-7D60-707A-3CD2A0CEC63B}"/>
              </a:ext>
            </a:extLst>
          </p:cNvPr>
          <p:cNvSpPr>
            <a:spLocks noChangeArrowheads="1"/>
          </p:cNvSpPr>
          <p:nvPr/>
        </p:nvSpPr>
        <p:spPr bwMode="blackWhite">
          <a:xfrm>
            <a:off x="827584" y="1259546"/>
            <a:ext cx="7315200" cy="666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tabLst>
                <a:tab pos="682625" algn="l"/>
                <a:tab pos="1833563" algn="l"/>
              </a:tabLst>
              <a:defRPr sz="2800">
                <a:solidFill>
                  <a:schemeClr val="tx1"/>
                </a:solidFill>
                <a:latin typeface="Arial" panose="020B0604020202020204" pitchFamily="34" charset="0"/>
              </a:defRPr>
            </a:lvl1pPr>
            <a:lvl2pPr marL="742950" indent="-285750">
              <a:spcBef>
                <a:spcPct val="20000"/>
              </a:spcBef>
              <a:buChar char="–"/>
              <a:tabLst>
                <a:tab pos="682625" algn="l"/>
                <a:tab pos="1833563" algn="l"/>
              </a:tabLst>
              <a:defRPr sz="2400">
                <a:solidFill>
                  <a:schemeClr val="tx1"/>
                </a:solidFill>
                <a:latin typeface="Arial" panose="020B0604020202020204" pitchFamily="34" charset="0"/>
              </a:defRPr>
            </a:lvl2pPr>
            <a:lvl3pPr marL="1143000" indent="-228600">
              <a:spcBef>
                <a:spcPct val="20000"/>
              </a:spcBef>
              <a:buChar char="•"/>
              <a:tabLst>
                <a:tab pos="682625" algn="l"/>
                <a:tab pos="1833563" algn="l"/>
              </a:tabLst>
              <a:defRPr sz="2000">
                <a:solidFill>
                  <a:schemeClr val="tx1"/>
                </a:solidFill>
                <a:latin typeface="Arial" panose="020B0604020202020204" pitchFamily="34" charset="0"/>
              </a:defRPr>
            </a:lvl3pPr>
            <a:lvl4pPr marL="1600200" indent="-228600">
              <a:spcBef>
                <a:spcPct val="20000"/>
              </a:spcBef>
              <a:buChar char="–"/>
              <a:tabLst>
                <a:tab pos="682625" algn="l"/>
                <a:tab pos="1833563" algn="l"/>
              </a:tabLst>
              <a:defRPr sz="2000">
                <a:solidFill>
                  <a:schemeClr val="tx1"/>
                </a:solidFill>
                <a:latin typeface="Arial" panose="020B0604020202020204" pitchFamily="34" charset="0"/>
              </a:defRPr>
            </a:lvl4pPr>
            <a:lvl5pPr marL="2057400" indent="-228600">
              <a:spcBef>
                <a:spcPct val="20000"/>
              </a:spcBef>
              <a:buChar char="»"/>
              <a:tabLst>
                <a:tab pos="682625" algn="l"/>
                <a:tab pos="1833563"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9pPr>
          </a:lstStyle>
          <a:p>
            <a:pPr>
              <a:spcBef>
                <a:spcPct val="0"/>
              </a:spcBef>
              <a:buFontTx/>
              <a:buNone/>
            </a:pPr>
            <a:r>
              <a:rPr lang="en-US" altLang="en-US" sz="1800" b="1" dirty="0">
                <a:solidFill>
                  <a:srgbClr val="000000"/>
                </a:solidFill>
                <a:latin typeface="Courier New" panose="02070309020205020404" pitchFamily="49" charset="0"/>
              </a:rPr>
              <a:t>SQL&gt; SELECT AVG(comm)</a:t>
            </a:r>
          </a:p>
          <a:p>
            <a:pPr>
              <a:spcBef>
                <a:spcPct val="0"/>
              </a:spcBef>
              <a:buFontTx/>
              <a:buNone/>
            </a:pPr>
            <a:r>
              <a:rPr lang="en-US" altLang="en-US" sz="1800" b="1" dirty="0">
                <a:solidFill>
                  <a:srgbClr val="000000"/>
                </a:solidFill>
                <a:latin typeface="Courier New" panose="02070309020205020404" pitchFamily="49" charset="0"/>
              </a:rPr>
              <a:t>  2  FROM   emp;</a:t>
            </a:r>
          </a:p>
        </p:txBody>
      </p:sp>
      <p:sp>
        <p:nvSpPr>
          <p:cNvPr id="12" name="Rectangle 10">
            <a:extLst>
              <a:ext uri="{FF2B5EF4-FFF2-40B4-BE49-F238E27FC236}">
                <a16:creationId xmlns:a16="http://schemas.microsoft.com/office/drawing/2014/main" id="{D446BD30-A92D-8FD2-8DAA-61F59C716F98}"/>
              </a:ext>
            </a:extLst>
          </p:cNvPr>
          <p:cNvSpPr>
            <a:spLocks noChangeArrowheads="1"/>
          </p:cNvSpPr>
          <p:nvPr/>
        </p:nvSpPr>
        <p:spPr bwMode="blackWhite">
          <a:xfrm>
            <a:off x="848221" y="2140272"/>
            <a:ext cx="7264400" cy="915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har char="•"/>
              <a:tabLst>
                <a:tab pos="1828800" algn="l"/>
                <a:tab pos="3086100" algn="l"/>
                <a:tab pos="4229100" algn="l"/>
              </a:tabLst>
              <a:defRPr sz="2800">
                <a:solidFill>
                  <a:schemeClr val="tx1"/>
                </a:solidFill>
                <a:latin typeface="Arial" panose="020B0604020202020204" pitchFamily="34" charset="0"/>
              </a:defRPr>
            </a:lvl1pPr>
            <a:lvl2pPr marL="742950" indent="-285750">
              <a:spcBef>
                <a:spcPct val="20000"/>
              </a:spcBef>
              <a:buChar char="–"/>
              <a:tabLst>
                <a:tab pos="1828800" algn="l"/>
                <a:tab pos="3086100" algn="l"/>
                <a:tab pos="4229100" algn="l"/>
              </a:tabLst>
              <a:defRPr sz="2400">
                <a:solidFill>
                  <a:schemeClr val="tx1"/>
                </a:solidFill>
                <a:latin typeface="Arial" panose="020B0604020202020204" pitchFamily="34" charset="0"/>
              </a:defRPr>
            </a:lvl2pPr>
            <a:lvl3pPr marL="1143000" indent="-228600">
              <a:spcBef>
                <a:spcPct val="20000"/>
              </a:spcBef>
              <a:buChar char="•"/>
              <a:tabLst>
                <a:tab pos="1828800" algn="l"/>
                <a:tab pos="3086100" algn="l"/>
                <a:tab pos="4229100" algn="l"/>
              </a:tabLst>
              <a:defRPr sz="2000">
                <a:solidFill>
                  <a:schemeClr val="tx1"/>
                </a:solidFill>
                <a:latin typeface="Arial" panose="020B0604020202020204" pitchFamily="34" charset="0"/>
              </a:defRPr>
            </a:lvl3pPr>
            <a:lvl4pPr marL="1600200" indent="-228600">
              <a:spcBef>
                <a:spcPct val="20000"/>
              </a:spcBef>
              <a:buChar char="–"/>
              <a:tabLst>
                <a:tab pos="1828800" algn="l"/>
                <a:tab pos="3086100" algn="l"/>
                <a:tab pos="4229100" algn="l"/>
              </a:tabLst>
              <a:defRPr sz="2000">
                <a:solidFill>
                  <a:schemeClr val="tx1"/>
                </a:solidFill>
                <a:latin typeface="Arial" panose="020B0604020202020204" pitchFamily="34" charset="0"/>
              </a:defRPr>
            </a:lvl4pPr>
            <a:lvl5pPr marL="2057400" indent="-228600">
              <a:spcBef>
                <a:spcPct val="20000"/>
              </a:spcBef>
              <a:buChar char="»"/>
              <a:tabLst>
                <a:tab pos="1828800" algn="l"/>
                <a:tab pos="3086100" algn="l"/>
                <a:tab pos="42291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828800" algn="l"/>
                <a:tab pos="3086100" algn="l"/>
                <a:tab pos="42291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828800" algn="l"/>
                <a:tab pos="3086100" algn="l"/>
                <a:tab pos="42291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828800" algn="l"/>
                <a:tab pos="3086100" algn="l"/>
                <a:tab pos="42291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828800" algn="l"/>
                <a:tab pos="3086100" algn="l"/>
                <a:tab pos="4229100" algn="l"/>
              </a:tabLst>
              <a:defRPr sz="2000">
                <a:solidFill>
                  <a:schemeClr val="tx1"/>
                </a:solidFill>
                <a:latin typeface="Arial" panose="020B0604020202020204" pitchFamily="34" charset="0"/>
              </a:defRPr>
            </a:lvl9pPr>
          </a:lstStyle>
          <a:p>
            <a:pPr>
              <a:spcBef>
                <a:spcPct val="0"/>
              </a:spcBef>
              <a:buFontTx/>
              <a:buNone/>
            </a:pPr>
            <a:r>
              <a:rPr lang="en-US" altLang="en-US" sz="1800" b="1" dirty="0">
                <a:solidFill>
                  <a:srgbClr val="000000"/>
                </a:solidFill>
                <a:latin typeface="Courier New" panose="02070309020205020404" pitchFamily="49" charset="0"/>
              </a:rPr>
              <a:t> AVG(COMM)</a:t>
            </a:r>
          </a:p>
          <a:p>
            <a:pPr>
              <a:spcBef>
                <a:spcPct val="0"/>
              </a:spcBef>
              <a:buFontTx/>
              <a:buNone/>
            </a:pPr>
            <a:r>
              <a:rPr lang="en-US" altLang="en-US" sz="1800" b="1" dirty="0">
                <a:solidFill>
                  <a:srgbClr val="000000"/>
                </a:solidFill>
                <a:latin typeface="Courier New" panose="02070309020205020404" pitchFamily="49" charset="0"/>
              </a:rPr>
              <a:t>---------</a:t>
            </a:r>
          </a:p>
          <a:p>
            <a:pPr>
              <a:spcBef>
                <a:spcPct val="0"/>
              </a:spcBef>
              <a:buFontTx/>
              <a:buNone/>
            </a:pPr>
            <a:r>
              <a:rPr lang="en-US" altLang="en-US" sz="1800" b="1" dirty="0">
                <a:solidFill>
                  <a:srgbClr val="000000"/>
                </a:solidFill>
                <a:latin typeface="Courier New" panose="02070309020205020404" pitchFamily="49" charset="0"/>
              </a:rPr>
              <a:t>      550</a:t>
            </a:r>
          </a:p>
        </p:txBody>
      </p:sp>
      <p:sp>
        <p:nvSpPr>
          <p:cNvPr id="13" name="Rectangle 2">
            <a:extLst>
              <a:ext uri="{FF2B5EF4-FFF2-40B4-BE49-F238E27FC236}">
                <a16:creationId xmlns:a16="http://schemas.microsoft.com/office/drawing/2014/main" id="{B20C8732-437B-1B32-1FE7-F4528586F5A6}"/>
              </a:ext>
            </a:extLst>
          </p:cNvPr>
          <p:cNvSpPr>
            <a:spLocks noChangeArrowheads="1"/>
          </p:cNvSpPr>
          <p:nvPr/>
        </p:nvSpPr>
        <p:spPr bwMode="blackWhite">
          <a:xfrm>
            <a:off x="909638" y="4230265"/>
            <a:ext cx="7289800" cy="641350"/>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682625" algn="l"/>
                <a:tab pos="1833563" algn="l"/>
              </a:tabLst>
              <a:defRPr sz="2800">
                <a:solidFill>
                  <a:schemeClr val="tx1"/>
                </a:solidFill>
                <a:latin typeface="Arial" panose="020B0604020202020204" pitchFamily="34" charset="0"/>
              </a:defRPr>
            </a:lvl1pPr>
            <a:lvl2pPr marL="742950" indent="-285750">
              <a:spcBef>
                <a:spcPct val="20000"/>
              </a:spcBef>
              <a:buChar char="–"/>
              <a:tabLst>
                <a:tab pos="682625" algn="l"/>
                <a:tab pos="1833563" algn="l"/>
              </a:tabLst>
              <a:defRPr sz="2400">
                <a:solidFill>
                  <a:schemeClr val="tx1"/>
                </a:solidFill>
                <a:latin typeface="Arial" panose="020B0604020202020204" pitchFamily="34" charset="0"/>
              </a:defRPr>
            </a:lvl2pPr>
            <a:lvl3pPr marL="1143000" indent="-228600">
              <a:spcBef>
                <a:spcPct val="20000"/>
              </a:spcBef>
              <a:buChar char="•"/>
              <a:tabLst>
                <a:tab pos="682625" algn="l"/>
                <a:tab pos="1833563" algn="l"/>
              </a:tabLst>
              <a:defRPr sz="2000">
                <a:solidFill>
                  <a:schemeClr val="tx1"/>
                </a:solidFill>
                <a:latin typeface="Arial" panose="020B0604020202020204" pitchFamily="34" charset="0"/>
              </a:defRPr>
            </a:lvl3pPr>
            <a:lvl4pPr marL="1600200" indent="-228600">
              <a:spcBef>
                <a:spcPct val="20000"/>
              </a:spcBef>
              <a:buChar char="–"/>
              <a:tabLst>
                <a:tab pos="682625" algn="l"/>
                <a:tab pos="1833563" algn="l"/>
              </a:tabLst>
              <a:defRPr sz="2000">
                <a:solidFill>
                  <a:schemeClr val="tx1"/>
                </a:solidFill>
                <a:latin typeface="Arial" panose="020B0604020202020204" pitchFamily="34" charset="0"/>
              </a:defRPr>
            </a:lvl4pPr>
            <a:lvl5pPr marL="2057400" indent="-228600">
              <a:spcBef>
                <a:spcPct val="20000"/>
              </a:spcBef>
              <a:buChar char="»"/>
              <a:tabLst>
                <a:tab pos="682625" algn="l"/>
                <a:tab pos="1833563"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9pPr>
          </a:lstStyle>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p:txBody>
      </p:sp>
      <p:sp>
        <p:nvSpPr>
          <p:cNvPr id="14" name="Rectangle 3">
            <a:extLst>
              <a:ext uri="{FF2B5EF4-FFF2-40B4-BE49-F238E27FC236}">
                <a16:creationId xmlns:a16="http://schemas.microsoft.com/office/drawing/2014/main" id="{C0525E24-869F-1D2A-8400-EE1BF5071441}"/>
              </a:ext>
            </a:extLst>
          </p:cNvPr>
          <p:cNvSpPr>
            <a:spLocks noChangeArrowheads="1"/>
          </p:cNvSpPr>
          <p:nvPr/>
        </p:nvSpPr>
        <p:spPr bwMode="blackWhite">
          <a:xfrm>
            <a:off x="919163" y="5439940"/>
            <a:ext cx="7315200" cy="941388"/>
          </a:xfrm>
          <a:prstGeom prst="rect">
            <a:avLst/>
          </a:prstGeom>
          <a:solidFill>
            <a:srgbClr val="EAEAEA"/>
          </a:solidFill>
          <a:ln w="25400">
            <a:solidFill>
              <a:srgbClr val="000000"/>
            </a:solidFill>
            <a:miter lim="800000"/>
            <a:headEnd/>
            <a:tailEnd/>
          </a:ln>
          <a:effectLst>
            <a:outerShdw dist="89803" dir="2700000" algn="ctr" rotWithShape="0">
              <a:srgbClr val="000000">
                <a:alpha val="50000"/>
              </a:srgbClr>
            </a:outerShdw>
          </a:effectLst>
        </p:spPr>
        <p:txBody>
          <a:bodyPr lIns="92075" tIns="46038" rIns="92075" bIns="46038">
            <a:spAutoFit/>
          </a:bodyPr>
          <a:lstStyle>
            <a:lvl1pPr>
              <a:spcBef>
                <a:spcPct val="20000"/>
              </a:spcBef>
              <a:buChar char="•"/>
              <a:tabLst>
                <a:tab pos="1828800" algn="l"/>
                <a:tab pos="3086100" algn="l"/>
                <a:tab pos="4229100" algn="l"/>
              </a:tabLst>
              <a:defRPr sz="2800">
                <a:solidFill>
                  <a:schemeClr val="tx1"/>
                </a:solidFill>
                <a:latin typeface="Arial" panose="020B0604020202020204" pitchFamily="34" charset="0"/>
              </a:defRPr>
            </a:lvl1pPr>
            <a:lvl2pPr marL="742950" indent="-285750">
              <a:spcBef>
                <a:spcPct val="20000"/>
              </a:spcBef>
              <a:buChar char="–"/>
              <a:tabLst>
                <a:tab pos="1828800" algn="l"/>
                <a:tab pos="3086100" algn="l"/>
                <a:tab pos="4229100" algn="l"/>
              </a:tabLst>
              <a:defRPr sz="2400">
                <a:solidFill>
                  <a:schemeClr val="tx1"/>
                </a:solidFill>
                <a:latin typeface="Arial" panose="020B0604020202020204" pitchFamily="34" charset="0"/>
              </a:defRPr>
            </a:lvl2pPr>
            <a:lvl3pPr marL="1143000" indent="-228600">
              <a:spcBef>
                <a:spcPct val="20000"/>
              </a:spcBef>
              <a:buChar char="•"/>
              <a:tabLst>
                <a:tab pos="1828800" algn="l"/>
                <a:tab pos="3086100" algn="l"/>
                <a:tab pos="4229100" algn="l"/>
              </a:tabLst>
              <a:defRPr sz="2000">
                <a:solidFill>
                  <a:schemeClr val="tx1"/>
                </a:solidFill>
                <a:latin typeface="Arial" panose="020B0604020202020204" pitchFamily="34" charset="0"/>
              </a:defRPr>
            </a:lvl3pPr>
            <a:lvl4pPr marL="1600200" indent="-228600">
              <a:spcBef>
                <a:spcPct val="20000"/>
              </a:spcBef>
              <a:buChar char="–"/>
              <a:tabLst>
                <a:tab pos="1828800" algn="l"/>
                <a:tab pos="3086100" algn="l"/>
                <a:tab pos="4229100" algn="l"/>
              </a:tabLst>
              <a:defRPr sz="2000">
                <a:solidFill>
                  <a:schemeClr val="tx1"/>
                </a:solidFill>
                <a:latin typeface="Arial" panose="020B0604020202020204" pitchFamily="34" charset="0"/>
              </a:defRPr>
            </a:lvl4pPr>
            <a:lvl5pPr marL="2057400" indent="-228600">
              <a:spcBef>
                <a:spcPct val="20000"/>
              </a:spcBef>
              <a:buChar char="»"/>
              <a:tabLst>
                <a:tab pos="1828800" algn="l"/>
                <a:tab pos="3086100" algn="l"/>
                <a:tab pos="42291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828800" algn="l"/>
                <a:tab pos="3086100" algn="l"/>
                <a:tab pos="42291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828800" algn="l"/>
                <a:tab pos="3086100" algn="l"/>
                <a:tab pos="42291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828800" algn="l"/>
                <a:tab pos="3086100" algn="l"/>
                <a:tab pos="42291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828800" algn="l"/>
                <a:tab pos="3086100" algn="l"/>
                <a:tab pos="4229100" algn="l"/>
              </a:tabLst>
              <a:defRPr sz="2000">
                <a:solidFill>
                  <a:schemeClr val="tx1"/>
                </a:solidFill>
                <a:latin typeface="Arial" panose="020B0604020202020204" pitchFamily="34" charset="0"/>
              </a:defRPr>
            </a:lvl9pPr>
          </a:lstStyle>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p:txBody>
      </p:sp>
      <p:grpSp>
        <p:nvGrpSpPr>
          <p:cNvPr id="15" name="Group 4">
            <a:extLst>
              <a:ext uri="{FF2B5EF4-FFF2-40B4-BE49-F238E27FC236}">
                <a16:creationId xmlns:a16="http://schemas.microsoft.com/office/drawing/2014/main" id="{C1FB4B13-CD12-20C9-BF10-AF7ED4ED7C22}"/>
              </a:ext>
            </a:extLst>
          </p:cNvPr>
          <p:cNvGrpSpPr>
            <a:grpSpLocks/>
          </p:cNvGrpSpPr>
          <p:nvPr/>
        </p:nvGrpSpPr>
        <p:grpSpPr bwMode="auto">
          <a:xfrm>
            <a:off x="984250" y="4268365"/>
            <a:ext cx="3848100" cy="2066925"/>
            <a:chOff x="620" y="2044"/>
            <a:chExt cx="2424" cy="1302"/>
          </a:xfrm>
        </p:grpSpPr>
        <p:sp>
          <p:nvSpPr>
            <p:cNvPr id="16" name="Rectangle 5">
              <a:extLst>
                <a:ext uri="{FF2B5EF4-FFF2-40B4-BE49-F238E27FC236}">
                  <a16:creationId xmlns:a16="http://schemas.microsoft.com/office/drawing/2014/main" id="{9B39F1C7-C743-5AD1-B7E5-B250D7202FF4}"/>
                </a:ext>
              </a:extLst>
            </p:cNvPr>
            <p:cNvSpPr>
              <a:spLocks noChangeArrowheads="1"/>
            </p:cNvSpPr>
            <p:nvPr/>
          </p:nvSpPr>
          <p:spPr bwMode="ltGray">
            <a:xfrm>
              <a:off x="620" y="2818"/>
              <a:ext cx="1428" cy="528"/>
            </a:xfrm>
            <a:prstGeom prst="rect">
              <a:avLst/>
            </a:prstGeom>
            <a:solidFill>
              <a:srgbClr val="FF5050">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17" name="Rectangle 6">
              <a:extLst>
                <a:ext uri="{FF2B5EF4-FFF2-40B4-BE49-F238E27FC236}">
                  <a16:creationId xmlns:a16="http://schemas.microsoft.com/office/drawing/2014/main" id="{F87D6567-6629-21F4-046D-653645C0A8A3}"/>
                </a:ext>
              </a:extLst>
            </p:cNvPr>
            <p:cNvSpPr>
              <a:spLocks noChangeArrowheads="1"/>
            </p:cNvSpPr>
            <p:nvPr/>
          </p:nvSpPr>
          <p:spPr bwMode="ltGray">
            <a:xfrm>
              <a:off x="1640" y="2044"/>
              <a:ext cx="1404" cy="179"/>
            </a:xfrm>
            <a:prstGeom prst="rect">
              <a:avLst/>
            </a:prstGeom>
            <a:solidFill>
              <a:srgbClr val="FF5050">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grpSp>
      <p:sp>
        <p:nvSpPr>
          <p:cNvPr id="18" name="Rectangle 9">
            <a:extLst>
              <a:ext uri="{FF2B5EF4-FFF2-40B4-BE49-F238E27FC236}">
                <a16:creationId xmlns:a16="http://schemas.microsoft.com/office/drawing/2014/main" id="{E94298B2-2B78-8473-AEEC-603C18DB75AC}"/>
              </a:ext>
            </a:extLst>
          </p:cNvPr>
          <p:cNvSpPr>
            <a:spLocks noChangeArrowheads="1"/>
          </p:cNvSpPr>
          <p:nvPr/>
        </p:nvSpPr>
        <p:spPr bwMode="blackWhite">
          <a:xfrm>
            <a:off x="896938" y="4217565"/>
            <a:ext cx="7315200" cy="666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tabLst>
                <a:tab pos="682625" algn="l"/>
                <a:tab pos="1833563" algn="l"/>
              </a:tabLst>
              <a:defRPr sz="2800">
                <a:solidFill>
                  <a:schemeClr val="tx1"/>
                </a:solidFill>
                <a:latin typeface="Arial" panose="020B0604020202020204" pitchFamily="34" charset="0"/>
              </a:defRPr>
            </a:lvl1pPr>
            <a:lvl2pPr marL="742950" indent="-285750">
              <a:spcBef>
                <a:spcPct val="20000"/>
              </a:spcBef>
              <a:buChar char="–"/>
              <a:tabLst>
                <a:tab pos="682625" algn="l"/>
                <a:tab pos="1833563" algn="l"/>
              </a:tabLst>
              <a:defRPr sz="2400">
                <a:solidFill>
                  <a:schemeClr val="tx1"/>
                </a:solidFill>
                <a:latin typeface="Arial" panose="020B0604020202020204" pitchFamily="34" charset="0"/>
              </a:defRPr>
            </a:lvl2pPr>
            <a:lvl3pPr marL="1143000" indent="-228600">
              <a:spcBef>
                <a:spcPct val="20000"/>
              </a:spcBef>
              <a:buChar char="•"/>
              <a:tabLst>
                <a:tab pos="682625" algn="l"/>
                <a:tab pos="1833563" algn="l"/>
              </a:tabLst>
              <a:defRPr sz="2000">
                <a:solidFill>
                  <a:schemeClr val="tx1"/>
                </a:solidFill>
                <a:latin typeface="Arial" panose="020B0604020202020204" pitchFamily="34" charset="0"/>
              </a:defRPr>
            </a:lvl3pPr>
            <a:lvl4pPr marL="1600200" indent="-228600">
              <a:spcBef>
                <a:spcPct val="20000"/>
              </a:spcBef>
              <a:buChar char="–"/>
              <a:tabLst>
                <a:tab pos="682625" algn="l"/>
                <a:tab pos="1833563" algn="l"/>
              </a:tabLst>
              <a:defRPr sz="2000">
                <a:solidFill>
                  <a:schemeClr val="tx1"/>
                </a:solidFill>
                <a:latin typeface="Arial" panose="020B0604020202020204" pitchFamily="34" charset="0"/>
              </a:defRPr>
            </a:lvl4pPr>
            <a:lvl5pPr marL="2057400" indent="-228600">
              <a:spcBef>
                <a:spcPct val="20000"/>
              </a:spcBef>
              <a:buChar char="»"/>
              <a:tabLst>
                <a:tab pos="682625" algn="l"/>
                <a:tab pos="1833563"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latin typeface="Courier New" panose="02070309020205020404" pitchFamily="49" charset="0"/>
              </a:rPr>
              <a:t>SQL&gt; SELECT AVG(NVL(comm,0))</a:t>
            </a:r>
          </a:p>
          <a:p>
            <a:pPr>
              <a:spcBef>
                <a:spcPct val="0"/>
              </a:spcBef>
              <a:buFontTx/>
              <a:buNone/>
            </a:pPr>
            <a:r>
              <a:rPr lang="en-US" altLang="en-US" sz="1800" b="1">
                <a:solidFill>
                  <a:srgbClr val="000000"/>
                </a:solidFill>
                <a:latin typeface="Courier New" panose="02070309020205020404" pitchFamily="49" charset="0"/>
              </a:rPr>
              <a:t>  2  FROM   emp;</a:t>
            </a:r>
          </a:p>
        </p:txBody>
      </p:sp>
      <p:sp>
        <p:nvSpPr>
          <p:cNvPr id="19" name="Rectangle 10">
            <a:extLst>
              <a:ext uri="{FF2B5EF4-FFF2-40B4-BE49-F238E27FC236}">
                <a16:creationId xmlns:a16="http://schemas.microsoft.com/office/drawing/2014/main" id="{771B7F8D-8013-0A84-0A0F-61F2A2607726}"/>
              </a:ext>
            </a:extLst>
          </p:cNvPr>
          <p:cNvSpPr>
            <a:spLocks noChangeArrowheads="1"/>
          </p:cNvSpPr>
          <p:nvPr/>
        </p:nvSpPr>
        <p:spPr bwMode="blackWhite">
          <a:xfrm>
            <a:off x="931863" y="5452640"/>
            <a:ext cx="7289800" cy="915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har char="•"/>
              <a:tabLst>
                <a:tab pos="1828800" algn="l"/>
                <a:tab pos="3086100" algn="l"/>
                <a:tab pos="4229100" algn="l"/>
              </a:tabLst>
              <a:defRPr sz="2800">
                <a:solidFill>
                  <a:schemeClr val="tx1"/>
                </a:solidFill>
                <a:latin typeface="Arial" panose="020B0604020202020204" pitchFamily="34" charset="0"/>
              </a:defRPr>
            </a:lvl1pPr>
            <a:lvl2pPr marL="742950" indent="-285750">
              <a:spcBef>
                <a:spcPct val="20000"/>
              </a:spcBef>
              <a:buChar char="–"/>
              <a:tabLst>
                <a:tab pos="1828800" algn="l"/>
                <a:tab pos="3086100" algn="l"/>
                <a:tab pos="4229100" algn="l"/>
              </a:tabLst>
              <a:defRPr sz="2400">
                <a:solidFill>
                  <a:schemeClr val="tx1"/>
                </a:solidFill>
                <a:latin typeface="Arial" panose="020B0604020202020204" pitchFamily="34" charset="0"/>
              </a:defRPr>
            </a:lvl2pPr>
            <a:lvl3pPr marL="1143000" indent="-228600">
              <a:spcBef>
                <a:spcPct val="20000"/>
              </a:spcBef>
              <a:buChar char="•"/>
              <a:tabLst>
                <a:tab pos="1828800" algn="l"/>
                <a:tab pos="3086100" algn="l"/>
                <a:tab pos="4229100" algn="l"/>
              </a:tabLst>
              <a:defRPr sz="2000">
                <a:solidFill>
                  <a:schemeClr val="tx1"/>
                </a:solidFill>
                <a:latin typeface="Arial" panose="020B0604020202020204" pitchFamily="34" charset="0"/>
              </a:defRPr>
            </a:lvl3pPr>
            <a:lvl4pPr marL="1600200" indent="-228600">
              <a:spcBef>
                <a:spcPct val="20000"/>
              </a:spcBef>
              <a:buChar char="–"/>
              <a:tabLst>
                <a:tab pos="1828800" algn="l"/>
                <a:tab pos="3086100" algn="l"/>
                <a:tab pos="4229100" algn="l"/>
              </a:tabLst>
              <a:defRPr sz="2000">
                <a:solidFill>
                  <a:schemeClr val="tx1"/>
                </a:solidFill>
                <a:latin typeface="Arial" panose="020B0604020202020204" pitchFamily="34" charset="0"/>
              </a:defRPr>
            </a:lvl4pPr>
            <a:lvl5pPr marL="2057400" indent="-228600">
              <a:spcBef>
                <a:spcPct val="20000"/>
              </a:spcBef>
              <a:buChar char="»"/>
              <a:tabLst>
                <a:tab pos="1828800" algn="l"/>
                <a:tab pos="3086100" algn="l"/>
                <a:tab pos="42291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828800" algn="l"/>
                <a:tab pos="3086100" algn="l"/>
                <a:tab pos="42291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828800" algn="l"/>
                <a:tab pos="3086100" algn="l"/>
                <a:tab pos="42291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828800" algn="l"/>
                <a:tab pos="3086100" algn="l"/>
                <a:tab pos="42291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828800" algn="l"/>
                <a:tab pos="3086100" algn="l"/>
                <a:tab pos="4229100" algn="l"/>
              </a:tabLst>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latin typeface="Courier New" panose="02070309020205020404" pitchFamily="49" charset="0"/>
              </a:rPr>
              <a:t>AVG(NVL(COMM,0))</a:t>
            </a:r>
          </a:p>
          <a:p>
            <a:pPr>
              <a:spcBef>
                <a:spcPct val="0"/>
              </a:spcBef>
              <a:buFontTx/>
              <a:buNone/>
            </a:pPr>
            <a:r>
              <a:rPr lang="en-US" altLang="en-US" sz="1800" b="1">
                <a:solidFill>
                  <a:srgbClr val="000000"/>
                </a:solidFill>
                <a:latin typeface="Courier New" panose="02070309020205020404" pitchFamily="49" charset="0"/>
              </a:rPr>
              <a:t>----------------</a:t>
            </a:r>
          </a:p>
          <a:p>
            <a:pPr>
              <a:spcBef>
                <a:spcPct val="0"/>
              </a:spcBef>
              <a:buFontTx/>
              <a:buNone/>
            </a:pPr>
            <a:r>
              <a:rPr lang="en-US" altLang="en-US" sz="1800" b="1">
                <a:solidFill>
                  <a:srgbClr val="000000"/>
                </a:solidFill>
                <a:latin typeface="Courier New" panose="02070309020205020404" pitchFamily="49" charset="0"/>
              </a:rPr>
              <a:t>       157.14286</a:t>
            </a:r>
          </a:p>
        </p:txBody>
      </p:sp>
    </p:spTree>
    <p:extLst>
      <p:ext uri="{BB962C8B-B14F-4D97-AF65-F5344CB8AC3E}">
        <p14:creationId xmlns:p14="http://schemas.microsoft.com/office/powerpoint/2010/main" val="408476524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up)">
                                      <p:cBhvr>
                                        <p:cTn id="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58E50E-7F9B-B509-D8E4-7149F38EF88B}"/>
            </a:ext>
          </a:extLst>
        </p:cNvPr>
        <p:cNvGrpSpPr/>
        <p:nvPr/>
      </p:nvGrpSpPr>
      <p:grpSpPr>
        <a:xfrm>
          <a:off x="0" y="0"/>
          <a:ext cx="0" cy="0"/>
          <a:chOff x="0" y="0"/>
          <a:chExt cx="0" cy="0"/>
        </a:xfrm>
      </p:grpSpPr>
      <p:sp>
        <p:nvSpPr>
          <p:cNvPr id="38914" name="Rectangle 2">
            <a:extLst>
              <a:ext uri="{FF2B5EF4-FFF2-40B4-BE49-F238E27FC236}">
                <a16:creationId xmlns:a16="http://schemas.microsoft.com/office/drawing/2014/main" id="{ED11673D-886A-51F2-E8EC-0EFF0B6AD635}"/>
              </a:ext>
            </a:extLst>
          </p:cNvPr>
          <p:cNvSpPr>
            <a:spLocks noGrp="1" noChangeArrowheads="1"/>
          </p:cNvSpPr>
          <p:nvPr>
            <p:ph type="title"/>
          </p:nvPr>
        </p:nvSpPr>
        <p:spPr>
          <a:xfrm>
            <a:off x="323850" y="208384"/>
            <a:ext cx="6480398" cy="533400"/>
          </a:xfrm>
        </p:spPr>
        <p:txBody>
          <a:bodyPr/>
          <a:lstStyle/>
          <a:p>
            <a:pPr eaLnBrk="1" hangingPunct="1"/>
            <a:br>
              <a:rPr lang="en-US" altLang="en-US" sz="2800" b="1" u="sng" dirty="0">
                <a:solidFill>
                  <a:srgbClr val="D34817"/>
                </a:solidFill>
                <a:latin typeface="Cambria" panose="02040503050406030204" pitchFamily="18" charset="0"/>
                <a:ea typeface="Cambria" panose="02040503050406030204" pitchFamily="18" charset="0"/>
              </a:rPr>
            </a:br>
            <a:br>
              <a:rPr lang="en-US" altLang="en-US" sz="2800" b="1" u="sng" dirty="0">
                <a:solidFill>
                  <a:srgbClr val="D34817"/>
                </a:solidFill>
                <a:latin typeface="Cambria" panose="02040503050406030204" pitchFamily="18" charset="0"/>
                <a:ea typeface="Cambria" panose="02040503050406030204" pitchFamily="18" charset="0"/>
              </a:rPr>
            </a:br>
            <a:r>
              <a:rPr lang="en-US" altLang="en-US" sz="2800" b="1" u="sng" dirty="0">
                <a:solidFill>
                  <a:srgbClr val="D34817"/>
                </a:solidFill>
                <a:latin typeface="Cambria" panose="02040503050406030204" pitchFamily="18" charset="0"/>
                <a:ea typeface="Cambria" panose="02040503050406030204" pitchFamily="18" charset="0"/>
              </a:rPr>
              <a:t>Creating Groups of Data</a:t>
            </a:r>
          </a:p>
        </p:txBody>
      </p:sp>
      <p:sp>
        <p:nvSpPr>
          <p:cNvPr id="38915" name="Rectangle 3">
            <a:extLst>
              <a:ext uri="{FF2B5EF4-FFF2-40B4-BE49-F238E27FC236}">
                <a16:creationId xmlns:a16="http://schemas.microsoft.com/office/drawing/2014/main" id="{9FA5511D-4F40-6D78-2475-6289FADB9269}"/>
              </a:ext>
            </a:extLst>
          </p:cNvPr>
          <p:cNvSpPr>
            <a:spLocks noGrp="1" noChangeArrowheads="1"/>
          </p:cNvSpPr>
          <p:nvPr>
            <p:ph sz="quarter" idx="1"/>
          </p:nvPr>
        </p:nvSpPr>
        <p:spPr>
          <a:xfrm>
            <a:off x="425450" y="741784"/>
            <a:ext cx="8394700" cy="4343400"/>
          </a:xfrm>
        </p:spPr>
        <p:txBody>
          <a:bodyPr/>
          <a:lstStyle/>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28600" indent="-228600" eaLnBrk="1" hangingPunct="1"/>
            <a:endParaRPr lang="en-US" altLang="en-US" sz="2800" dirty="0"/>
          </a:p>
        </p:txBody>
      </p:sp>
      <p:sp>
        <p:nvSpPr>
          <p:cNvPr id="3" name="Footer Placeholder 2">
            <a:extLst>
              <a:ext uri="{FF2B5EF4-FFF2-40B4-BE49-F238E27FC236}">
                <a16:creationId xmlns:a16="http://schemas.microsoft.com/office/drawing/2014/main" id="{59E5C869-D0C5-ACF2-B8CF-105727A0A95E}"/>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2" name="Slide Number Placeholder 23">
            <a:extLst>
              <a:ext uri="{FF2B5EF4-FFF2-40B4-BE49-F238E27FC236}">
                <a16:creationId xmlns:a16="http://schemas.microsoft.com/office/drawing/2014/main" id="{167729FA-4830-C44A-1AA3-3CB295144443}"/>
              </a:ext>
            </a:extLst>
          </p:cNvPr>
          <p:cNvSpPr>
            <a:spLocks noGrp="1"/>
          </p:cNvSpPr>
          <p:nvPr>
            <p:ph type="sldNum" sz="quarter" idx="12"/>
          </p:nvPr>
        </p:nvSpPr>
        <p:spPr>
          <a:xfrm>
            <a:off x="8532440" y="6166335"/>
            <a:ext cx="427833"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8</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38919" name="Rectangle 2">
            <a:extLst>
              <a:ext uri="{FF2B5EF4-FFF2-40B4-BE49-F238E27FC236}">
                <a16:creationId xmlns:a16="http://schemas.microsoft.com/office/drawing/2014/main" id="{677DCFA6-207C-A443-1E03-911D7E851790}"/>
              </a:ext>
            </a:extLst>
          </p:cNvPr>
          <p:cNvSpPr>
            <a:spLocks noChangeArrowheads="1"/>
          </p:cNvSpPr>
          <p:nvPr/>
        </p:nvSpPr>
        <p:spPr bwMode="blackWhite">
          <a:xfrm>
            <a:off x="5956300" y="2442691"/>
            <a:ext cx="2546350" cy="1711325"/>
          </a:xfrm>
          <a:prstGeom prst="rect">
            <a:avLst/>
          </a:prstGeom>
          <a:solidFill>
            <a:srgbClr val="FFCC99"/>
          </a:solidFill>
          <a:ln w="25400">
            <a:solidFill>
              <a:srgbClr val="000000"/>
            </a:solidFill>
            <a:miter lim="800000"/>
            <a:headEnd/>
            <a:tailEnd/>
          </a:ln>
          <a:effectLst>
            <a:outerShdw dist="107763" dir="2700000" algn="ctr" rotWithShape="0">
              <a:srgbClr val="000000">
                <a:alpha val="50000"/>
              </a:srgbClr>
            </a:outerShdw>
          </a:effectLst>
        </p:spPr>
        <p:txBody>
          <a:bodyPr lIns="92075" tIns="46038" rIns="92075" bIns="46038">
            <a:spAutoFit/>
          </a:bodyPr>
          <a:lstStyle>
            <a:lvl1pPr>
              <a:spcBef>
                <a:spcPct val="20000"/>
              </a:spcBef>
              <a:buChar char="•"/>
              <a:tabLst>
                <a:tab pos="914400" algn="l"/>
                <a:tab pos="1885950" algn="l"/>
                <a:tab pos="2457450" algn="l"/>
              </a:tabLst>
              <a:defRPr sz="2800">
                <a:solidFill>
                  <a:schemeClr val="tx1"/>
                </a:solidFill>
                <a:latin typeface="Arial" panose="020B0604020202020204" pitchFamily="34" charset="0"/>
              </a:defRPr>
            </a:lvl1pPr>
            <a:lvl2pPr marL="742950" indent="-285750">
              <a:spcBef>
                <a:spcPct val="20000"/>
              </a:spcBef>
              <a:buChar char="–"/>
              <a:tabLst>
                <a:tab pos="914400" algn="l"/>
                <a:tab pos="1885950" algn="l"/>
                <a:tab pos="2457450" algn="l"/>
              </a:tabLst>
              <a:defRPr sz="2400">
                <a:solidFill>
                  <a:schemeClr val="tx1"/>
                </a:solidFill>
                <a:latin typeface="Arial" panose="020B0604020202020204" pitchFamily="34" charset="0"/>
              </a:defRPr>
            </a:lvl2pPr>
            <a:lvl3pPr marL="1143000" indent="-228600">
              <a:spcBef>
                <a:spcPct val="20000"/>
              </a:spcBef>
              <a:buChar char="•"/>
              <a:tabLst>
                <a:tab pos="914400" algn="l"/>
                <a:tab pos="1885950" algn="l"/>
                <a:tab pos="2457450" algn="l"/>
              </a:tabLst>
              <a:defRPr sz="2000">
                <a:solidFill>
                  <a:schemeClr val="tx1"/>
                </a:solidFill>
                <a:latin typeface="Arial" panose="020B0604020202020204" pitchFamily="34" charset="0"/>
              </a:defRPr>
            </a:lvl3pPr>
            <a:lvl4pPr marL="1600200" indent="-228600">
              <a:spcBef>
                <a:spcPct val="20000"/>
              </a:spcBef>
              <a:buChar char="–"/>
              <a:tabLst>
                <a:tab pos="914400" algn="l"/>
                <a:tab pos="1885950" algn="l"/>
                <a:tab pos="2457450" algn="l"/>
              </a:tabLst>
              <a:defRPr sz="2000">
                <a:solidFill>
                  <a:schemeClr val="tx1"/>
                </a:solidFill>
                <a:latin typeface="Arial" panose="020B0604020202020204" pitchFamily="34" charset="0"/>
              </a:defRPr>
            </a:lvl4pPr>
            <a:lvl5pPr marL="2057400" indent="-228600">
              <a:spcBef>
                <a:spcPct val="20000"/>
              </a:spcBef>
              <a:buChar char="»"/>
              <a:tabLst>
                <a:tab pos="914400" algn="l"/>
                <a:tab pos="1885950" algn="l"/>
                <a:tab pos="24574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914400" algn="l"/>
                <a:tab pos="1885950" algn="l"/>
                <a:tab pos="24574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914400" algn="l"/>
                <a:tab pos="1885950" algn="l"/>
                <a:tab pos="24574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914400" algn="l"/>
                <a:tab pos="1885950" algn="l"/>
                <a:tab pos="24574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914400" algn="l"/>
                <a:tab pos="1885950" algn="l"/>
                <a:tab pos="2457450" algn="l"/>
              </a:tabLst>
              <a:defRPr sz="2000">
                <a:solidFill>
                  <a:schemeClr val="tx1"/>
                </a:solidFill>
                <a:latin typeface="Arial" panose="020B0604020202020204" pitchFamily="34" charset="0"/>
              </a:defRPr>
            </a:lvl9pPr>
          </a:lstStyle>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a:p>
            <a:pPr>
              <a:lnSpc>
                <a:spcPct val="90000"/>
              </a:lnSpc>
              <a:spcBef>
                <a:spcPct val="0"/>
              </a:spcBef>
              <a:buFontTx/>
              <a:buNone/>
            </a:pPr>
            <a:endParaRPr lang="en-US" altLang="en-US" sz="1800" b="1">
              <a:solidFill>
                <a:srgbClr val="000000"/>
              </a:solidFill>
              <a:latin typeface="Courier New" panose="02070309020205020404" pitchFamily="49" charset="0"/>
            </a:endParaRPr>
          </a:p>
          <a:p>
            <a:pPr>
              <a:lnSpc>
                <a:spcPct val="90000"/>
              </a:lnSpc>
              <a:spcBef>
                <a:spcPct val="0"/>
              </a:spcBef>
              <a:buFontTx/>
              <a:buNone/>
            </a:pPr>
            <a:endParaRPr lang="en-US" altLang="en-US" sz="1800" b="1">
              <a:solidFill>
                <a:srgbClr val="000000"/>
              </a:solidFill>
              <a:latin typeface="Courier New" panose="02070309020205020404" pitchFamily="49" charset="0"/>
            </a:endParaRPr>
          </a:p>
        </p:txBody>
      </p:sp>
      <p:sp>
        <p:nvSpPr>
          <p:cNvPr id="38920" name="Rectangle 3">
            <a:extLst>
              <a:ext uri="{FF2B5EF4-FFF2-40B4-BE49-F238E27FC236}">
                <a16:creationId xmlns:a16="http://schemas.microsoft.com/office/drawing/2014/main" id="{546305FD-FC25-308E-547B-3E6720AB5732}"/>
              </a:ext>
            </a:extLst>
          </p:cNvPr>
          <p:cNvSpPr>
            <a:spLocks noChangeArrowheads="1"/>
          </p:cNvSpPr>
          <p:nvPr/>
        </p:nvSpPr>
        <p:spPr bwMode="blackWhite">
          <a:xfrm>
            <a:off x="798513" y="1293341"/>
            <a:ext cx="3233737" cy="4079875"/>
          </a:xfrm>
          <a:prstGeom prst="rect">
            <a:avLst/>
          </a:prstGeom>
          <a:solidFill>
            <a:srgbClr val="FFCC99"/>
          </a:solidFill>
          <a:ln w="25400">
            <a:solidFill>
              <a:srgbClr val="000000"/>
            </a:solidFill>
            <a:miter lim="800000"/>
            <a:headEnd/>
            <a:tailEnd/>
          </a:ln>
          <a:effectLst>
            <a:outerShdw dist="107763" dir="2700000" algn="ctr" rotWithShape="0">
              <a:srgbClr val="000000">
                <a:alpha val="50000"/>
              </a:srgbClr>
            </a:outerShdw>
          </a:effectLst>
        </p:spPr>
        <p:txBody>
          <a:bodyPr lIns="92075" tIns="46038" rIns="92075" bIns="46038">
            <a:spAutoFit/>
          </a:bodyPr>
          <a:lstStyle>
            <a:lvl1pPr>
              <a:spcBef>
                <a:spcPct val="20000"/>
              </a:spcBef>
              <a:buChar char="•"/>
              <a:tabLst>
                <a:tab pos="914400" algn="l"/>
                <a:tab pos="1885950" algn="l"/>
                <a:tab pos="2457450" algn="l"/>
              </a:tabLst>
              <a:defRPr sz="2800">
                <a:solidFill>
                  <a:schemeClr val="tx1"/>
                </a:solidFill>
                <a:latin typeface="Arial" panose="020B0604020202020204" pitchFamily="34" charset="0"/>
              </a:defRPr>
            </a:lvl1pPr>
            <a:lvl2pPr marL="742950" indent="-285750">
              <a:spcBef>
                <a:spcPct val="20000"/>
              </a:spcBef>
              <a:buChar char="–"/>
              <a:tabLst>
                <a:tab pos="914400" algn="l"/>
                <a:tab pos="1885950" algn="l"/>
                <a:tab pos="2457450" algn="l"/>
              </a:tabLst>
              <a:defRPr sz="2400">
                <a:solidFill>
                  <a:schemeClr val="tx1"/>
                </a:solidFill>
                <a:latin typeface="Arial" panose="020B0604020202020204" pitchFamily="34" charset="0"/>
              </a:defRPr>
            </a:lvl2pPr>
            <a:lvl3pPr marL="1143000" indent="-228600">
              <a:spcBef>
                <a:spcPct val="20000"/>
              </a:spcBef>
              <a:buChar char="•"/>
              <a:tabLst>
                <a:tab pos="914400" algn="l"/>
                <a:tab pos="1885950" algn="l"/>
                <a:tab pos="2457450" algn="l"/>
              </a:tabLst>
              <a:defRPr sz="2000">
                <a:solidFill>
                  <a:schemeClr val="tx1"/>
                </a:solidFill>
                <a:latin typeface="Arial" panose="020B0604020202020204" pitchFamily="34" charset="0"/>
              </a:defRPr>
            </a:lvl3pPr>
            <a:lvl4pPr marL="1600200" indent="-228600">
              <a:spcBef>
                <a:spcPct val="20000"/>
              </a:spcBef>
              <a:buChar char="–"/>
              <a:tabLst>
                <a:tab pos="914400" algn="l"/>
                <a:tab pos="1885950" algn="l"/>
                <a:tab pos="2457450" algn="l"/>
              </a:tabLst>
              <a:defRPr sz="2000">
                <a:solidFill>
                  <a:schemeClr val="tx1"/>
                </a:solidFill>
                <a:latin typeface="Arial" panose="020B0604020202020204" pitchFamily="34" charset="0"/>
              </a:defRPr>
            </a:lvl4pPr>
            <a:lvl5pPr marL="2057400" indent="-228600">
              <a:spcBef>
                <a:spcPct val="20000"/>
              </a:spcBef>
              <a:buChar char="»"/>
              <a:tabLst>
                <a:tab pos="914400" algn="l"/>
                <a:tab pos="1885950" algn="l"/>
                <a:tab pos="24574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914400" algn="l"/>
                <a:tab pos="1885950" algn="l"/>
                <a:tab pos="24574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914400" algn="l"/>
                <a:tab pos="1885950" algn="l"/>
                <a:tab pos="24574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914400" algn="l"/>
                <a:tab pos="1885950" algn="l"/>
                <a:tab pos="24574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914400" algn="l"/>
                <a:tab pos="1885950" algn="l"/>
                <a:tab pos="2457450" algn="l"/>
              </a:tabLst>
              <a:defRPr sz="2000">
                <a:solidFill>
                  <a:schemeClr val="tx1"/>
                </a:solidFill>
                <a:latin typeface="Arial" panose="020B0604020202020204" pitchFamily="34" charset="0"/>
              </a:defRPr>
            </a:lvl9pPr>
          </a:lstStyle>
          <a:p>
            <a:pPr>
              <a:lnSpc>
                <a:spcPct val="90000"/>
              </a:lnSpc>
              <a:spcBef>
                <a:spcPct val="0"/>
              </a:spcBef>
              <a:buFontTx/>
              <a:buNone/>
            </a:pPr>
            <a:endParaRPr lang="en-US" altLang="en-US" sz="1800" b="1">
              <a:solidFill>
                <a:srgbClr val="000000"/>
              </a:solidFill>
              <a:latin typeface="Courier New" panose="02070309020205020404" pitchFamily="49" charset="0"/>
            </a:endParaRPr>
          </a:p>
          <a:p>
            <a:pPr>
              <a:lnSpc>
                <a:spcPct val="90000"/>
              </a:lnSpc>
              <a:spcBef>
                <a:spcPct val="0"/>
              </a:spcBef>
              <a:buFontTx/>
              <a:buNone/>
            </a:pPr>
            <a:endParaRPr lang="en-US" altLang="en-US" sz="1800" b="1">
              <a:solidFill>
                <a:srgbClr val="000000"/>
              </a:solidFill>
              <a:latin typeface="Courier New" panose="02070309020205020404" pitchFamily="49" charset="0"/>
            </a:endParaRPr>
          </a:p>
          <a:p>
            <a:pPr>
              <a:lnSpc>
                <a:spcPct val="90000"/>
              </a:lnSpc>
              <a:spcBef>
                <a:spcPct val="0"/>
              </a:spcBef>
              <a:buFontTx/>
              <a:buNone/>
            </a:pPr>
            <a:endParaRPr lang="en-US" altLang="en-US" sz="1800" b="1">
              <a:solidFill>
                <a:srgbClr val="000000"/>
              </a:solidFill>
              <a:latin typeface="Courier New" panose="02070309020205020404" pitchFamily="49" charset="0"/>
            </a:endParaRPr>
          </a:p>
          <a:p>
            <a:pPr>
              <a:lnSpc>
                <a:spcPct val="90000"/>
              </a:lnSpc>
              <a:spcBef>
                <a:spcPct val="0"/>
              </a:spcBef>
              <a:buFontTx/>
              <a:buNone/>
            </a:pPr>
            <a:endParaRPr lang="en-US" altLang="en-US" sz="1800" b="1">
              <a:solidFill>
                <a:srgbClr val="000000"/>
              </a:solidFill>
              <a:latin typeface="Courier New" panose="02070309020205020404" pitchFamily="49" charset="0"/>
            </a:endParaRPr>
          </a:p>
          <a:p>
            <a:pPr>
              <a:lnSpc>
                <a:spcPct val="90000"/>
              </a:lnSpc>
              <a:spcBef>
                <a:spcPct val="0"/>
              </a:spcBef>
              <a:buFontTx/>
              <a:buNone/>
            </a:pPr>
            <a:endParaRPr lang="en-US" altLang="en-US" sz="1800" b="1">
              <a:solidFill>
                <a:srgbClr val="000000"/>
              </a:solidFill>
              <a:latin typeface="Courier New" panose="02070309020205020404" pitchFamily="49" charset="0"/>
            </a:endParaRPr>
          </a:p>
          <a:p>
            <a:pPr>
              <a:lnSpc>
                <a:spcPct val="90000"/>
              </a:lnSpc>
              <a:spcBef>
                <a:spcPct val="0"/>
              </a:spcBef>
              <a:buFontTx/>
              <a:buNone/>
            </a:pPr>
            <a:endParaRPr lang="en-US" altLang="en-US" sz="1800" b="1">
              <a:solidFill>
                <a:srgbClr val="000000"/>
              </a:solidFill>
              <a:latin typeface="Courier New" panose="02070309020205020404" pitchFamily="49" charset="0"/>
            </a:endParaRPr>
          </a:p>
          <a:p>
            <a:pPr>
              <a:lnSpc>
                <a:spcPct val="90000"/>
              </a:lnSpc>
              <a:spcBef>
                <a:spcPct val="0"/>
              </a:spcBef>
              <a:buFontTx/>
              <a:buNone/>
            </a:pPr>
            <a:endParaRPr lang="en-US" altLang="en-US" sz="1800" b="1">
              <a:solidFill>
                <a:srgbClr val="000000"/>
              </a:solidFill>
              <a:latin typeface="Courier New" panose="02070309020205020404" pitchFamily="49" charset="0"/>
            </a:endParaRPr>
          </a:p>
          <a:p>
            <a:pPr>
              <a:lnSpc>
                <a:spcPct val="90000"/>
              </a:lnSpc>
              <a:spcBef>
                <a:spcPct val="0"/>
              </a:spcBef>
              <a:buFontTx/>
              <a:buNone/>
            </a:pPr>
            <a:endParaRPr lang="en-US" altLang="en-US" sz="1800" b="1">
              <a:solidFill>
                <a:srgbClr val="000000"/>
              </a:solidFill>
              <a:latin typeface="Courier New" panose="02070309020205020404" pitchFamily="49" charset="0"/>
            </a:endParaRPr>
          </a:p>
          <a:p>
            <a:pPr>
              <a:lnSpc>
                <a:spcPct val="90000"/>
              </a:lnSpc>
              <a:spcBef>
                <a:spcPct val="0"/>
              </a:spcBef>
              <a:buFontTx/>
              <a:buNone/>
            </a:pPr>
            <a:endParaRPr lang="en-US" altLang="en-US" sz="1800" b="1">
              <a:solidFill>
                <a:srgbClr val="000000"/>
              </a:solidFill>
              <a:latin typeface="Courier New" panose="02070309020205020404" pitchFamily="49" charset="0"/>
            </a:endParaRPr>
          </a:p>
          <a:p>
            <a:pPr>
              <a:lnSpc>
                <a:spcPct val="90000"/>
              </a:lnSpc>
              <a:spcBef>
                <a:spcPct val="0"/>
              </a:spcBef>
              <a:buFontTx/>
              <a:buNone/>
            </a:pPr>
            <a:endParaRPr lang="en-US" altLang="en-US" sz="1800" b="1">
              <a:solidFill>
                <a:srgbClr val="000000"/>
              </a:solidFill>
              <a:latin typeface="Courier New" panose="02070309020205020404" pitchFamily="49" charset="0"/>
            </a:endParaRPr>
          </a:p>
          <a:p>
            <a:pPr>
              <a:lnSpc>
                <a:spcPct val="90000"/>
              </a:lnSpc>
              <a:spcBef>
                <a:spcPct val="0"/>
              </a:spcBef>
              <a:buFontTx/>
              <a:buNone/>
            </a:pPr>
            <a:endParaRPr lang="en-US" altLang="en-US" sz="1800" b="1">
              <a:solidFill>
                <a:srgbClr val="000000"/>
              </a:solidFill>
              <a:latin typeface="Courier New" panose="02070309020205020404" pitchFamily="49" charset="0"/>
            </a:endParaRPr>
          </a:p>
          <a:p>
            <a:pPr>
              <a:lnSpc>
                <a:spcPct val="90000"/>
              </a:lnSpc>
              <a:spcBef>
                <a:spcPct val="0"/>
              </a:spcBef>
              <a:buFontTx/>
              <a:buNone/>
            </a:pPr>
            <a:endParaRPr lang="en-US" altLang="en-US" sz="1800" b="1">
              <a:solidFill>
                <a:srgbClr val="000000"/>
              </a:solidFill>
              <a:latin typeface="Courier New" panose="02070309020205020404" pitchFamily="49" charset="0"/>
            </a:endParaRPr>
          </a:p>
          <a:p>
            <a:pPr>
              <a:lnSpc>
                <a:spcPct val="90000"/>
              </a:lnSpc>
              <a:spcBef>
                <a:spcPct val="0"/>
              </a:spcBef>
              <a:buFontTx/>
              <a:buNone/>
            </a:pPr>
            <a:endParaRPr lang="en-US" altLang="en-US" sz="1800" b="1">
              <a:solidFill>
                <a:srgbClr val="000000"/>
              </a:solidFill>
              <a:latin typeface="Courier New" panose="02070309020205020404" pitchFamily="49" charset="0"/>
            </a:endParaRPr>
          </a:p>
          <a:p>
            <a:pPr>
              <a:lnSpc>
                <a:spcPct val="90000"/>
              </a:lnSpc>
              <a:spcBef>
                <a:spcPct val="0"/>
              </a:spcBef>
              <a:buFontTx/>
              <a:buNone/>
            </a:pPr>
            <a:endParaRPr lang="en-US" altLang="en-US" sz="1800" b="1">
              <a:solidFill>
                <a:srgbClr val="000000"/>
              </a:solidFill>
              <a:latin typeface="Courier New" panose="02070309020205020404" pitchFamily="49" charset="0"/>
            </a:endParaRPr>
          </a:p>
          <a:p>
            <a:pPr>
              <a:lnSpc>
                <a:spcPct val="90000"/>
              </a:lnSpc>
              <a:spcBef>
                <a:spcPct val="0"/>
              </a:spcBef>
              <a:buFontTx/>
              <a:buNone/>
            </a:pPr>
            <a:endParaRPr lang="en-US" altLang="en-US" sz="1800" b="1">
              <a:solidFill>
                <a:srgbClr val="000000"/>
              </a:solidFill>
              <a:latin typeface="Courier New" panose="02070309020205020404" pitchFamily="49" charset="0"/>
            </a:endParaRPr>
          </a:p>
          <a:p>
            <a:pPr>
              <a:lnSpc>
                <a:spcPct val="90000"/>
              </a:lnSpc>
              <a:spcBef>
                <a:spcPct val="0"/>
              </a:spcBef>
              <a:buFontTx/>
              <a:buNone/>
            </a:pPr>
            <a:endParaRPr lang="en-US" altLang="en-US" sz="1800" b="1">
              <a:solidFill>
                <a:srgbClr val="000000"/>
              </a:solidFill>
              <a:latin typeface="Courier New" panose="02070309020205020404" pitchFamily="49" charset="0"/>
            </a:endParaRPr>
          </a:p>
        </p:txBody>
      </p:sp>
      <p:sp>
        <p:nvSpPr>
          <p:cNvPr id="38921" name="Rectangle 5">
            <a:extLst>
              <a:ext uri="{FF2B5EF4-FFF2-40B4-BE49-F238E27FC236}">
                <a16:creationId xmlns:a16="http://schemas.microsoft.com/office/drawing/2014/main" id="{99800874-74C2-69CE-0148-5790ECDCCEA6}"/>
              </a:ext>
            </a:extLst>
          </p:cNvPr>
          <p:cNvSpPr>
            <a:spLocks noChangeArrowheads="1"/>
          </p:cNvSpPr>
          <p:nvPr/>
        </p:nvSpPr>
        <p:spPr bwMode="auto">
          <a:xfrm>
            <a:off x="703263" y="907579"/>
            <a:ext cx="742191" cy="400752"/>
          </a:xfrm>
          <a:prstGeom prst="rect">
            <a:avLst/>
          </a:prstGeom>
          <a:noFill/>
          <a:ln w="9525">
            <a:noFill/>
            <a:miter lim="800000"/>
            <a:headEnd/>
            <a:tailEnd/>
          </a:ln>
          <a:effectLst/>
        </p:spPr>
        <p:txBody>
          <a:bodyPr wrap="none" lIns="92075" tIns="46038" rIns="92075" bIns="46038">
            <a:spAutoFit/>
          </a:bodyPr>
          <a:lstStyle/>
          <a:p>
            <a:pPr>
              <a:defRPr/>
            </a:pPr>
            <a:r>
              <a:rPr lang="en-US" sz="2000" b="1" dirty="0">
                <a:solidFill>
                  <a:srgbClr val="0033CC"/>
                </a:solidFill>
                <a:effectLst>
                  <a:outerShdw blurRad="38100" dist="38100" dir="2700000" algn="tl">
                    <a:srgbClr val="FFFFFF"/>
                  </a:outerShdw>
                </a:effectLst>
                <a:latin typeface="Arial" charset="0"/>
              </a:rPr>
              <a:t>EMP</a:t>
            </a:r>
          </a:p>
        </p:txBody>
      </p:sp>
      <p:sp>
        <p:nvSpPr>
          <p:cNvPr id="38922" name="Freeform 6">
            <a:extLst>
              <a:ext uri="{FF2B5EF4-FFF2-40B4-BE49-F238E27FC236}">
                <a16:creationId xmlns:a16="http://schemas.microsoft.com/office/drawing/2014/main" id="{B23BF7F4-E9E8-EA67-C65B-14D3D1DBC665}"/>
              </a:ext>
            </a:extLst>
          </p:cNvPr>
          <p:cNvSpPr>
            <a:spLocks/>
          </p:cNvSpPr>
          <p:nvPr/>
        </p:nvSpPr>
        <p:spPr bwMode="auto">
          <a:xfrm>
            <a:off x="4043363" y="1288579"/>
            <a:ext cx="1920875" cy="4079875"/>
          </a:xfrm>
          <a:custGeom>
            <a:avLst/>
            <a:gdLst>
              <a:gd name="T0" fmla="*/ 0 w 1210"/>
              <a:gd name="T1" fmla="*/ 2147483646 h 2570"/>
              <a:gd name="T2" fmla="*/ 0 w 1210"/>
              <a:gd name="T3" fmla="*/ 0 h 2570"/>
              <a:gd name="T4" fmla="*/ 2147483646 w 1210"/>
              <a:gd name="T5" fmla="*/ 2147483646 h 2570"/>
              <a:gd name="T6" fmla="*/ 2147483646 w 1210"/>
              <a:gd name="T7" fmla="*/ 2147483646 h 2570"/>
              <a:gd name="T8" fmla="*/ 0 w 1210"/>
              <a:gd name="T9" fmla="*/ 2147483646 h 2570"/>
              <a:gd name="T10" fmla="*/ 0 60000 65536"/>
              <a:gd name="T11" fmla="*/ 0 60000 65536"/>
              <a:gd name="T12" fmla="*/ 0 60000 65536"/>
              <a:gd name="T13" fmla="*/ 0 60000 65536"/>
              <a:gd name="T14" fmla="*/ 0 60000 65536"/>
              <a:gd name="T15" fmla="*/ 0 w 1210"/>
              <a:gd name="T16" fmla="*/ 0 h 2570"/>
              <a:gd name="T17" fmla="*/ 1210 w 1210"/>
              <a:gd name="T18" fmla="*/ 2570 h 2570"/>
            </a:gdLst>
            <a:ahLst/>
            <a:cxnLst>
              <a:cxn ang="T10">
                <a:pos x="T0" y="T1"/>
              </a:cxn>
              <a:cxn ang="T11">
                <a:pos x="T2" y="T3"/>
              </a:cxn>
              <a:cxn ang="T12">
                <a:pos x="T4" y="T5"/>
              </a:cxn>
              <a:cxn ang="T13">
                <a:pos x="T6" y="T7"/>
              </a:cxn>
              <a:cxn ang="T14">
                <a:pos x="T8" y="T9"/>
              </a:cxn>
            </a:cxnLst>
            <a:rect l="T15" t="T16" r="T17" b="T18"/>
            <a:pathLst>
              <a:path w="1210" h="2570">
                <a:moveTo>
                  <a:pt x="0" y="2569"/>
                </a:moveTo>
                <a:lnTo>
                  <a:pt x="0" y="0"/>
                </a:lnTo>
                <a:lnTo>
                  <a:pt x="1209" y="731"/>
                </a:lnTo>
                <a:lnTo>
                  <a:pt x="1209" y="1823"/>
                </a:lnTo>
                <a:lnTo>
                  <a:pt x="0" y="2569"/>
                </a:lnTo>
              </a:path>
            </a:pathLst>
          </a:custGeom>
          <a:solidFill>
            <a:srgbClr val="FFCC99">
              <a:alpha val="50195"/>
            </a:srgbClr>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38923" name="Rectangle 7">
            <a:extLst>
              <a:ext uri="{FF2B5EF4-FFF2-40B4-BE49-F238E27FC236}">
                <a16:creationId xmlns:a16="http://schemas.microsoft.com/office/drawing/2014/main" id="{46E5A814-959A-1E53-8CC9-A3494B0DFDEF}"/>
              </a:ext>
            </a:extLst>
          </p:cNvPr>
          <p:cNvSpPr>
            <a:spLocks noChangeArrowheads="1"/>
          </p:cNvSpPr>
          <p:nvPr/>
        </p:nvSpPr>
        <p:spPr bwMode="auto">
          <a:xfrm>
            <a:off x="4443413" y="2414116"/>
            <a:ext cx="1543050" cy="1739900"/>
          </a:xfrm>
          <a:prstGeom prst="rect">
            <a:avLst/>
          </a:prstGeom>
          <a:noFill/>
          <a:ln w="9525">
            <a:noFill/>
            <a:miter lim="800000"/>
            <a:headEnd/>
            <a:tailEnd/>
          </a:ln>
          <a:effectLst/>
        </p:spPr>
        <p:txBody>
          <a:bodyPr wrap="none" lIns="92075" tIns="46038" rIns="92075" bIns="46038">
            <a:spAutoFit/>
          </a:bodyPr>
          <a:lstStyle/>
          <a:p>
            <a:pPr algn="ctr">
              <a:defRPr/>
            </a:pPr>
            <a:r>
              <a:rPr lang="en-US" sz="1800" b="1" dirty="0">
                <a:solidFill>
                  <a:srgbClr val="0033CC"/>
                </a:solidFill>
                <a:latin typeface="Arial" charset="0"/>
              </a:rPr>
              <a:t>“average</a:t>
            </a:r>
            <a:br>
              <a:rPr lang="en-US" sz="1800" b="1" dirty="0">
                <a:solidFill>
                  <a:srgbClr val="0033CC"/>
                </a:solidFill>
                <a:latin typeface="Arial" charset="0"/>
              </a:rPr>
            </a:br>
            <a:r>
              <a:rPr lang="en-US" sz="1800" b="1" dirty="0">
                <a:solidFill>
                  <a:srgbClr val="0033CC"/>
                </a:solidFill>
                <a:latin typeface="Arial" charset="0"/>
              </a:rPr>
              <a:t>salary </a:t>
            </a:r>
          </a:p>
          <a:p>
            <a:pPr algn="ctr">
              <a:defRPr/>
            </a:pPr>
            <a:r>
              <a:rPr lang="en-US" sz="1800" b="1" dirty="0">
                <a:solidFill>
                  <a:srgbClr val="0033CC"/>
                </a:solidFill>
                <a:latin typeface="Arial" charset="0"/>
              </a:rPr>
              <a:t>in EMP</a:t>
            </a:r>
            <a:br>
              <a:rPr lang="en-US" sz="1800" b="1" dirty="0">
                <a:solidFill>
                  <a:srgbClr val="0033CC"/>
                </a:solidFill>
                <a:latin typeface="Arial" charset="0"/>
              </a:rPr>
            </a:br>
            <a:r>
              <a:rPr lang="en-US" sz="1800" b="1" dirty="0">
                <a:solidFill>
                  <a:srgbClr val="0033CC"/>
                </a:solidFill>
                <a:latin typeface="Arial" charset="0"/>
              </a:rPr>
              <a:t>table </a:t>
            </a:r>
          </a:p>
          <a:p>
            <a:pPr algn="ctr">
              <a:defRPr/>
            </a:pPr>
            <a:r>
              <a:rPr lang="en-US" sz="1800" b="1" dirty="0">
                <a:solidFill>
                  <a:srgbClr val="0033CC"/>
                </a:solidFill>
                <a:latin typeface="Arial" charset="0"/>
              </a:rPr>
              <a:t>for each </a:t>
            </a:r>
          </a:p>
          <a:p>
            <a:pPr algn="ctr">
              <a:defRPr/>
            </a:pPr>
            <a:r>
              <a:rPr lang="en-US" sz="1800" b="1" dirty="0">
                <a:solidFill>
                  <a:srgbClr val="0033CC"/>
                </a:solidFill>
                <a:latin typeface="Arial" charset="0"/>
              </a:rPr>
              <a:t>department”</a:t>
            </a:r>
          </a:p>
        </p:txBody>
      </p:sp>
      <p:grpSp>
        <p:nvGrpSpPr>
          <p:cNvPr id="38925" name="Group 9">
            <a:extLst>
              <a:ext uri="{FF2B5EF4-FFF2-40B4-BE49-F238E27FC236}">
                <a16:creationId xmlns:a16="http://schemas.microsoft.com/office/drawing/2014/main" id="{2174BA8E-8399-02E1-15C6-AD259884AC95}"/>
              </a:ext>
            </a:extLst>
          </p:cNvPr>
          <p:cNvGrpSpPr>
            <a:grpSpLocks/>
          </p:cNvGrpSpPr>
          <p:nvPr/>
        </p:nvGrpSpPr>
        <p:grpSpPr bwMode="auto">
          <a:xfrm>
            <a:off x="868363" y="1799754"/>
            <a:ext cx="7561262" cy="1644650"/>
            <a:chOff x="547" y="1535"/>
            <a:chExt cx="4763" cy="1036"/>
          </a:xfrm>
        </p:grpSpPr>
        <p:sp>
          <p:nvSpPr>
            <p:cNvPr id="38927" name="Rectangle 10">
              <a:extLst>
                <a:ext uri="{FF2B5EF4-FFF2-40B4-BE49-F238E27FC236}">
                  <a16:creationId xmlns:a16="http://schemas.microsoft.com/office/drawing/2014/main" id="{5C2C36BC-ABBC-A98A-6317-F6110FD05C6E}"/>
                </a:ext>
              </a:extLst>
            </p:cNvPr>
            <p:cNvSpPr>
              <a:spLocks noChangeArrowheads="1"/>
            </p:cNvSpPr>
            <p:nvPr/>
          </p:nvSpPr>
          <p:spPr bwMode="ltGray">
            <a:xfrm>
              <a:off x="547" y="1535"/>
              <a:ext cx="1965" cy="489"/>
            </a:xfrm>
            <a:prstGeom prst="rect">
              <a:avLst/>
            </a:prstGeom>
            <a:solidFill>
              <a:srgbClr val="FF5050">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38928" name="Rectangle 11">
              <a:extLst>
                <a:ext uri="{FF2B5EF4-FFF2-40B4-BE49-F238E27FC236}">
                  <a16:creationId xmlns:a16="http://schemas.microsoft.com/office/drawing/2014/main" id="{E9E4FE91-4990-8A5C-49E6-DE7998F4619B}"/>
                </a:ext>
              </a:extLst>
            </p:cNvPr>
            <p:cNvSpPr>
              <a:spLocks noChangeArrowheads="1"/>
            </p:cNvSpPr>
            <p:nvPr/>
          </p:nvSpPr>
          <p:spPr bwMode="ltGray">
            <a:xfrm>
              <a:off x="3800" y="2392"/>
              <a:ext cx="1510" cy="179"/>
            </a:xfrm>
            <a:prstGeom prst="rect">
              <a:avLst/>
            </a:prstGeom>
            <a:solidFill>
              <a:srgbClr val="FF5050">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grpSp>
      <p:grpSp>
        <p:nvGrpSpPr>
          <p:cNvPr id="38930" name="Group 14">
            <a:extLst>
              <a:ext uri="{FF2B5EF4-FFF2-40B4-BE49-F238E27FC236}">
                <a16:creationId xmlns:a16="http://schemas.microsoft.com/office/drawing/2014/main" id="{98970E7A-E071-6AB6-B49E-E02B392FF6F1}"/>
              </a:ext>
            </a:extLst>
          </p:cNvPr>
          <p:cNvGrpSpPr>
            <a:grpSpLocks/>
          </p:cNvGrpSpPr>
          <p:nvPr/>
        </p:nvGrpSpPr>
        <p:grpSpPr bwMode="auto">
          <a:xfrm>
            <a:off x="868363" y="2587154"/>
            <a:ext cx="7561262" cy="1233487"/>
            <a:chOff x="547" y="2031"/>
            <a:chExt cx="4763" cy="777"/>
          </a:xfrm>
        </p:grpSpPr>
        <p:sp>
          <p:nvSpPr>
            <p:cNvPr id="38932" name="Rectangle 15">
              <a:extLst>
                <a:ext uri="{FF2B5EF4-FFF2-40B4-BE49-F238E27FC236}">
                  <a16:creationId xmlns:a16="http://schemas.microsoft.com/office/drawing/2014/main" id="{5CC0193C-A713-7EC4-7166-68A468C1629D}"/>
                </a:ext>
              </a:extLst>
            </p:cNvPr>
            <p:cNvSpPr>
              <a:spLocks noChangeArrowheads="1"/>
            </p:cNvSpPr>
            <p:nvPr/>
          </p:nvSpPr>
          <p:spPr bwMode="ltGray">
            <a:xfrm>
              <a:off x="3800" y="2602"/>
              <a:ext cx="1510" cy="179"/>
            </a:xfrm>
            <a:prstGeom prst="rect">
              <a:avLst/>
            </a:prstGeom>
            <a:solidFill>
              <a:srgbClr val="009900">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38933" name="Rectangle 16">
              <a:extLst>
                <a:ext uri="{FF2B5EF4-FFF2-40B4-BE49-F238E27FC236}">
                  <a16:creationId xmlns:a16="http://schemas.microsoft.com/office/drawing/2014/main" id="{E5385809-ACF8-773D-6C1D-B64F20AC8DC1}"/>
                </a:ext>
              </a:extLst>
            </p:cNvPr>
            <p:cNvSpPr>
              <a:spLocks noChangeArrowheads="1"/>
            </p:cNvSpPr>
            <p:nvPr/>
          </p:nvSpPr>
          <p:spPr bwMode="ltGray">
            <a:xfrm>
              <a:off x="547" y="2031"/>
              <a:ext cx="1965" cy="777"/>
            </a:xfrm>
            <a:prstGeom prst="rect">
              <a:avLst/>
            </a:prstGeom>
            <a:solidFill>
              <a:srgbClr val="009900">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grpSp>
      <p:grpSp>
        <p:nvGrpSpPr>
          <p:cNvPr id="38935" name="Group 19">
            <a:extLst>
              <a:ext uri="{FF2B5EF4-FFF2-40B4-BE49-F238E27FC236}">
                <a16:creationId xmlns:a16="http://schemas.microsoft.com/office/drawing/2014/main" id="{19C9FC5B-C5AB-4FEB-9216-A868296AAC55}"/>
              </a:ext>
            </a:extLst>
          </p:cNvPr>
          <p:cNvGrpSpPr>
            <a:grpSpLocks/>
          </p:cNvGrpSpPr>
          <p:nvPr/>
        </p:nvGrpSpPr>
        <p:grpSpPr bwMode="auto">
          <a:xfrm>
            <a:off x="868363" y="3826991"/>
            <a:ext cx="7561262" cy="1479550"/>
            <a:chOff x="547" y="2812"/>
            <a:chExt cx="4763" cy="932"/>
          </a:xfrm>
        </p:grpSpPr>
        <p:sp>
          <p:nvSpPr>
            <p:cNvPr id="38937" name="Rectangle 20">
              <a:extLst>
                <a:ext uri="{FF2B5EF4-FFF2-40B4-BE49-F238E27FC236}">
                  <a16:creationId xmlns:a16="http://schemas.microsoft.com/office/drawing/2014/main" id="{BDA42B55-89C1-8C19-4DB1-7D1A258728DC}"/>
                </a:ext>
              </a:extLst>
            </p:cNvPr>
            <p:cNvSpPr>
              <a:spLocks noChangeArrowheads="1"/>
            </p:cNvSpPr>
            <p:nvPr/>
          </p:nvSpPr>
          <p:spPr bwMode="ltGray">
            <a:xfrm>
              <a:off x="3800" y="2812"/>
              <a:ext cx="1510" cy="179"/>
            </a:xfrm>
            <a:prstGeom prst="rect">
              <a:avLst/>
            </a:prstGeom>
            <a:solidFill>
              <a:srgbClr val="3399FF">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38938" name="Rectangle 21">
              <a:extLst>
                <a:ext uri="{FF2B5EF4-FFF2-40B4-BE49-F238E27FC236}">
                  <a16:creationId xmlns:a16="http://schemas.microsoft.com/office/drawing/2014/main" id="{CCA26E85-6EF2-0403-4FD1-272F8ECA93D9}"/>
                </a:ext>
              </a:extLst>
            </p:cNvPr>
            <p:cNvSpPr>
              <a:spLocks noChangeArrowheads="1"/>
            </p:cNvSpPr>
            <p:nvPr/>
          </p:nvSpPr>
          <p:spPr bwMode="ltGray">
            <a:xfrm>
              <a:off x="547" y="2815"/>
              <a:ext cx="1965" cy="929"/>
            </a:xfrm>
            <a:prstGeom prst="rect">
              <a:avLst/>
            </a:prstGeom>
            <a:solidFill>
              <a:srgbClr val="3399FF">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grpSp>
      <p:sp>
        <p:nvSpPr>
          <p:cNvPr id="38939" name="Rectangle 24">
            <a:extLst>
              <a:ext uri="{FF2B5EF4-FFF2-40B4-BE49-F238E27FC236}">
                <a16:creationId xmlns:a16="http://schemas.microsoft.com/office/drawing/2014/main" id="{3D34D4EC-51CE-256F-DB27-9D967BB92E7A}"/>
              </a:ext>
            </a:extLst>
          </p:cNvPr>
          <p:cNvSpPr>
            <a:spLocks noChangeArrowheads="1"/>
          </p:cNvSpPr>
          <p:nvPr/>
        </p:nvSpPr>
        <p:spPr bwMode="auto">
          <a:xfrm>
            <a:off x="5719763" y="2395066"/>
            <a:ext cx="2790825" cy="180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nSpc>
                <a:spcPct val="125000"/>
              </a:lnSpc>
              <a:spcBef>
                <a:spcPct val="0"/>
              </a:spcBef>
              <a:buFontTx/>
              <a:buNone/>
            </a:pPr>
            <a:r>
              <a:rPr lang="en-US" altLang="en-US" sz="1800" b="1">
                <a:solidFill>
                  <a:srgbClr val="000000"/>
                </a:solidFill>
                <a:latin typeface="Courier New" panose="02070309020205020404" pitchFamily="49" charset="0"/>
              </a:rPr>
              <a:t>   DEPTNO  AVG(SAL)</a:t>
            </a:r>
          </a:p>
          <a:p>
            <a:pPr>
              <a:lnSpc>
                <a:spcPct val="125000"/>
              </a:lnSpc>
              <a:spcBef>
                <a:spcPct val="0"/>
              </a:spcBef>
              <a:buFontTx/>
              <a:buNone/>
            </a:pPr>
            <a:r>
              <a:rPr lang="en-US" altLang="en-US" sz="1800" b="1">
                <a:solidFill>
                  <a:srgbClr val="000000"/>
                </a:solidFill>
                <a:latin typeface="Courier New" panose="02070309020205020404" pitchFamily="49" charset="0"/>
              </a:rPr>
              <a:t>  ------- ---------</a:t>
            </a:r>
          </a:p>
          <a:p>
            <a:pPr>
              <a:lnSpc>
                <a:spcPct val="125000"/>
              </a:lnSpc>
              <a:spcBef>
                <a:spcPct val="0"/>
              </a:spcBef>
              <a:buFontTx/>
              <a:buNone/>
            </a:pPr>
            <a:r>
              <a:rPr lang="en-US" altLang="en-US" sz="1800" b="1">
                <a:solidFill>
                  <a:srgbClr val="000000"/>
                </a:solidFill>
                <a:latin typeface="Courier New" panose="02070309020205020404" pitchFamily="49" charset="0"/>
              </a:rPr>
              <a:t>       10 2916.6667</a:t>
            </a:r>
          </a:p>
          <a:p>
            <a:pPr>
              <a:lnSpc>
                <a:spcPct val="125000"/>
              </a:lnSpc>
              <a:spcBef>
                <a:spcPct val="0"/>
              </a:spcBef>
              <a:buFontTx/>
              <a:buNone/>
            </a:pPr>
            <a:r>
              <a:rPr lang="en-US" altLang="en-US" sz="1800" b="1">
                <a:solidFill>
                  <a:srgbClr val="000000"/>
                </a:solidFill>
                <a:latin typeface="Courier New" panose="02070309020205020404" pitchFamily="49" charset="0"/>
              </a:rPr>
              <a:t>       20      2175</a:t>
            </a:r>
          </a:p>
          <a:p>
            <a:pPr>
              <a:lnSpc>
                <a:spcPct val="125000"/>
              </a:lnSpc>
              <a:spcBef>
                <a:spcPct val="0"/>
              </a:spcBef>
              <a:buFontTx/>
              <a:buNone/>
            </a:pPr>
            <a:r>
              <a:rPr lang="en-US" altLang="en-US" sz="1800" b="1">
                <a:solidFill>
                  <a:srgbClr val="000000"/>
                </a:solidFill>
                <a:latin typeface="Courier New" panose="02070309020205020404" pitchFamily="49" charset="0"/>
              </a:rPr>
              <a:t>       30 1566.6667</a:t>
            </a:r>
          </a:p>
        </p:txBody>
      </p:sp>
      <p:sp>
        <p:nvSpPr>
          <p:cNvPr id="38940" name="Rectangle 23">
            <a:extLst>
              <a:ext uri="{FF2B5EF4-FFF2-40B4-BE49-F238E27FC236}">
                <a16:creationId xmlns:a16="http://schemas.microsoft.com/office/drawing/2014/main" id="{B3336C31-68E3-1286-D91B-CF4B65C59620}"/>
              </a:ext>
            </a:extLst>
          </p:cNvPr>
          <p:cNvSpPr>
            <a:spLocks noChangeArrowheads="1"/>
          </p:cNvSpPr>
          <p:nvPr/>
        </p:nvSpPr>
        <p:spPr bwMode="auto">
          <a:xfrm>
            <a:off x="1309688" y="1340768"/>
            <a:ext cx="2790825" cy="4576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nSpc>
                <a:spcPct val="90000"/>
              </a:lnSpc>
              <a:spcBef>
                <a:spcPct val="0"/>
              </a:spcBef>
              <a:buFontTx/>
              <a:buNone/>
            </a:pPr>
            <a:r>
              <a:rPr lang="en-US" altLang="en-US" sz="1800" b="1" dirty="0">
                <a:solidFill>
                  <a:srgbClr val="000000"/>
                </a:solidFill>
                <a:latin typeface="Courier New" panose="02070309020205020404" pitchFamily="49" charset="0"/>
              </a:rPr>
              <a:t>   DEPTNO       SAL</a:t>
            </a:r>
          </a:p>
          <a:p>
            <a:pPr>
              <a:lnSpc>
                <a:spcPct val="90000"/>
              </a:lnSpc>
              <a:spcBef>
                <a:spcPct val="0"/>
              </a:spcBef>
              <a:buFontTx/>
              <a:buNone/>
            </a:pPr>
            <a:r>
              <a:rPr lang="en-US" altLang="en-US" sz="1800" b="1" dirty="0">
                <a:solidFill>
                  <a:srgbClr val="000000"/>
                </a:solidFill>
                <a:latin typeface="Courier New" panose="02070309020205020404" pitchFamily="49" charset="0"/>
              </a:rPr>
              <a:t>--------- ---------</a:t>
            </a:r>
          </a:p>
          <a:p>
            <a:pPr>
              <a:lnSpc>
                <a:spcPct val="90000"/>
              </a:lnSpc>
              <a:spcBef>
                <a:spcPct val="0"/>
              </a:spcBef>
              <a:buFontTx/>
              <a:buNone/>
            </a:pPr>
            <a:r>
              <a:rPr lang="en-US" altLang="en-US" sz="1800" b="1" dirty="0">
                <a:solidFill>
                  <a:srgbClr val="000000"/>
                </a:solidFill>
                <a:latin typeface="Courier New" panose="02070309020205020404" pitchFamily="49" charset="0"/>
              </a:rPr>
              <a:t>       10      2450</a:t>
            </a:r>
          </a:p>
          <a:p>
            <a:pPr>
              <a:lnSpc>
                <a:spcPct val="90000"/>
              </a:lnSpc>
              <a:spcBef>
                <a:spcPct val="0"/>
              </a:spcBef>
              <a:buFontTx/>
              <a:buNone/>
            </a:pPr>
            <a:r>
              <a:rPr lang="en-US" altLang="en-US" sz="1800" b="1" dirty="0">
                <a:solidFill>
                  <a:srgbClr val="000000"/>
                </a:solidFill>
                <a:latin typeface="Courier New" panose="02070309020205020404" pitchFamily="49" charset="0"/>
              </a:rPr>
              <a:t>       10      5000</a:t>
            </a:r>
          </a:p>
          <a:p>
            <a:pPr>
              <a:lnSpc>
                <a:spcPct val="90000"/>
              </a:lnSpc>
              <a:spcBef>
                <a:spcPct val="0"/>
              </a:spcBef>
              <a:buFontTx/>
              <a:buNone/>
            </a:pPr>
            <a:r>
              <a:rPr lang="en-US" altLang="en-US" sz="1800" b="1" dirty="0">
                <a:solidFill>
                  <a:srgbClr val="000000"/>
                </a:solidFill>
                <a:latin typeface="Courier New" panose="02070309020205020404" pitchFamily="49" charset="0"/>
              </a:rPr>
              <a:t>       10      1300</a:t>
            </a:r>
          </a:p>
          <a:p>
            <a:pPr>
              <a:lnSpc>
                <a:spcPct val="90000"/>
              </a:lnSpc>
              <a:spcBef>
                <a:spcPct val="0"/>
              </a:spcBef>
              <a:buFontTx/>
              <a:buNone/>
            </a:pPr>
            <a:r>
              <a:rPr lang="en-US" altLang="en-US" sz="1800" b="1" dirty="0">
                <a:solidFill>
                  <a:srgbClr val="000000"/>
                </a:solidFill>
                <a:latin typeface="Courier New" panose="02070309020205020404" pitchFamily="49" charset="0"/>
              </a:rPr>
              <a:t>       20       800</a:t>
            </a:r>
          </a:p>
          <a:p>
            <a:pPr>
              <a:lnSpc>
                <a:spcPct val="90000"/>
              </a:lnSpc>
              <a:spcBef>
                <a:spcPct val="0"/>
              </a:spcBef>
              <a:buFontTx/>
              <a:buNone/>
            </a:pPr>
            <a:r>
              <a:rPr lang="en-US" altLang="en-US" sz="1800" b="1" dirty="0">
                <a:solidFill>
                  <a:srgbClr val="000000"/>
                </a:solidFill>
                <a:latin typeface="Courier New" panose="02070309020205020404" pitchFamily="49" charset="0"/>
              </a:rPr>
              <a:t>       20      1100</a:t>
            </a:r>
          </a:p>
          <a:p>
            <a:pPr>
              <a:lnSpc>
                <a:spcPct val="90000"/>
              </a:lnSpc>
              <a:spcBef>
                <a:spcPct val="0"/>
              </a:spcBef>
              <a:buFontTx/>
              <a:buNone/>
            </a:pPr>
            <a:r>
              <a:rPr lang="en-US" altLang="en-US" sz="1800" b="1" dirty="0">
                <a:solidFill>
                  <a:srgbClr val="000000"/>
                </a:solidFill>
                <a:latin typeface="Courier New" panose="02070309020205020404" pitchFamily="49" charset="0"/>
              </a:rPr>
              <a:t>       20      3000</a:t>
            </a:r>
          </a:p>
          <a:p>
            <a:pPr>
              <a:lnSpc>
                <a:spcPct val="90000"/>
              </a:lnSpc>
              <a:spcBef>
                <a:spcPct val="0"/>
              </a:spcBef>
              <a:buFontTx/>
              <a:buNone/>
            </a:pPr>
            <a:r>
              <a:rPr lang="en-US" altLang="en-US" sz="1800" b="1" dirty="0">
                <a:solidFill>
                  <a:srgbClr val="000000"/>
                </a:solidFill>
                <a:latin typeface="Courier New" panose="02070309020205020404" pitchFamily="49" charset="0"/>
              </a:rPr>
              <a:t>       20      3000</a:t>
            </a:r>
          </a:p>
          <a:p>
            <a:pPr>
              <a:lnSpc>
                <a:spcPct val="90000"/>
              </a:lnSpc>
              <a:spcBef>
                <a:spcPct val="0"/>
              </a:spcBef>
              <a:buFontTx/>
              <a:buNone/>
            </a:pPr>
            <a:r>
              <a:rPr lang="en-US" altLang="en-US" sz="1800" b="1" dirty="0">
                <a:solidFill>
                  <a:srgbClr val="000000"/>
                </a:solidFill>
                <a:latin typeface="Courier New" panose="02070309020205020404" pitchFamily="49" charset="0"/>
              </a:rPr>
              <a:t>       20      2975</a:t>
            </a:r>
          </a:p>
          <a:p>
            <a:pPr>
              <a:lnSpc>
                <a:spcPct val="90000"/>
              </a:lnSpc>
              <a:spcBef>
                <a:spcPct val="0"/>
              </a:spcBef>
              <a:buFontTx/>
              <a:buNone/>
            </a:pPr>
            <a:r>
              <a:rPr lang="en-US" altLang="en-US" sz="1800" b="1" dirty="0">
                <a:solidFill>
                  <a:srgbClr val="000000"/>
                </a:solidFill>
                <a:latin typeface="Courier New" panose="02070309020205020404" pitchFamily="49" charset="0"/>
              </a:rPr>
              <a:t>       30      1600</a:t>
            </a:r>
          </a:p>
          <a:p>
            <a:pPr>
              <a:lnSpc>
                <a:spcPct val="90000"/>
              </a:lnSpc>
              <a:spcBef>
                <a:spcPct val="0"/>
              </a:spcBef>
              <a:buFontTx/>
              <a:buNone/>
            </a:pPr>
            <a:r>
              <a:rPr lang="en-US" altLang="en-US" sz="1800" b="1" dirty="0">
                <a:solidFill>
                  <a:srgbClr val="000000"/>
                </a:solidFill>
                <a:latin typeface="Courier New" panose="02070309020205020404" pitchFamily="49" charset="0"/>
              </a:rPr>
              <a:t>       30      2850</a:t>
            </a:r>
          </a:p>
          <a:p>
            <a:pPr>
              <a:lnSpc>
                <a:spcPct val="90000"/>
              </a:lnSpc>
              <a:spcBef>
                <a:spcPct val="0"/>
              </a:spcBef>
              <a:buFontTx/>
              <a:buNone/>
            </a:pPr>
            <a:r>
              <a:rPr lang="en-US" altLang="en-US" sz="1800" b="1" dirty="0">
                <a:solidFill>
                  <a:srgbClr val="000000"/>
                </a:solidFill>
                <a:latin typeface="Courier New" panose="02070309020205020404" pitchFamily="49" charset="0"/>
              </a:rPr>
              <a:t>       30      1250</a:t>
            </a:r>
          </a:p>
          <a:p>
            <a:pPr>
              <a:lnSpc>
                <a:spcPct val="90000"/>
              </a:lnSpc>
              <a:spcBef>
                <a:spcPct val="0"/>
              </a:spcBef>
              <a:buFontTx/>
              <a:buNone/>
            </a:pPr>
            <a:r>
              <a:rPr lang="en-US" altLang="en-US" sz="1800" b="1" dirty="0">
                <a:solidFill>
                  <a:srgbClr val="000000"/>
                </a:solidFill>
                <a:latin typeface="Courier New" panose="02070309020205020404" pitchFamily="49" charset="0"/>
              </a:rPr>
              <a:t>       30       950</a:t>
            </a:r>
          </a:p>
          <a:p>
            <a:pPr>
              <a:lnSpc>
                <a:spcPct val="90000"/>
              </a:lnSpc>
              <a:spcBef>
                <a:spcPct val="0"/>
              </a:spcBef>
              <a:buFontTx/>
              <a:buNone/>
            </a:pPr>
            <a:r>
              <a:rPr lang="en-US" altLang="en-US" sz="1800" b="1" dirty="0">
                <a:solidFill>
                  <a:srgbClr val="000000"/>
                </a:solidFill>
                <a:latin typeface="Courier New" panose="02070309020205020404" pitchFamily="49" charset="0"/>
              </a:rPr>
              <a:t>       30      1500</a:t>
            </a:r>
          </a:p>
          <a:p>
            <a:pPr>
              <a:lnSpc>
                <a:spcPct val="90000"/>
              </a:lnSpc>
              <a:spcBef>
                <a:spcPct val="0"/>
              </a:spcBef>
              <a:buFontTx/>
              <a:buNone/>
            </a:pPr>
            <a:r>
              <a:rPr lang="en-US" altLang="en-US" sz="1800" b="1" dirty="0">
                <a:solidFill>
                  <a:srgbClr val="000000"/>
                </a:solidFill>
                <a:latin typeface="Courier New" panose="02070309020205020404" pitchFamily="49" charset="0"/>
              </a:rPr>
              <a:t>       30      1250</a:t>
            </a:r>
          </a:p>
          <a:p>
            <a:pPr>
              <a:lnSpc>
                <a:spcPct val="90000"/>
              </a:lnSpc>
              <a:spcBef>
                <a:spcPct val="0"/>
              </a:spcBef>
              <a:buFontTx/>
              <a:buNone/>
            </a:pPr>
            <a:endParaRPr lang="en-US" altLang="en-US" sz="1800" b="1" dirty="0">
              <a:solidFill>
                <a:srgbClr val="000000"/>
              </a:solidFill>
              <a:latin typeface="Courier New" panose="02070309020205020404" pitchFamily="49" charset="0"/>
            </a:endParaRPr>
          </a:p>
          <a:p>
            <a:pPr>
              <a:spcBef>
                <a:spcPct val="0"/>
              </a:spcBef>
              <a:buFontTx/>
              <a:buNone/>
            </a:pPr>
            <a:endParaRPr lang="en-US" altLang="en-US" sz="1800" b="1" dirty="0">
              <a:solidFill>
                <a:srgbClr val="000000"/>
              </a:solidFill>
              <a:latin typeface="Courier New" panose="02070309020205020404" pitchFamily="49" charset="0"/>
            </a:endParaRPr>
          </a:p>
        </p:txBody>
      </p:sp>
    </p:spTree>
    <p:extLst>
      <p:ext uri="{BB962C8B-B14F-4D97-AF65-F5344CB8AC3E}">
        <p14:creationId xmlns:p14="http://schemas.microsoft.com/office/powerpoint/2010/main" val="1334623575"/>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502E97-4CD8-7993-AF39-3DA9475FB6F8}"/>
            </a:ext>
          </a:extLst>
        </p:cNvPr>
        <p:cNvGrpSpPr/>
        <p:nvPr/>
      </p:nvGrpSpPr>
      <p:grpSpPr>
        <a:xfrm>
          <a:off x="0" y="0"/>
          <a:ext cx="0" cy="0"/>
          <a:chOff x="0" y="0"/>
          <a:chExt cx="0" cy="0"/>
        </a:xfrm>
      </p:grpSpPr>
      <p:sp>
        <p:nvSpPr>
          <p:cNvPr id="38914" name="Rectangle 2">
            <a:extLst>
              <a:ext uri="{FF2B5EF4-FFF2-40B4-BE49-F238E27FC236}">
                <a16:creationId xmlns:a16="http://schemas.microsoft.com/office/drawing/2014/main" id="{F1254256-4733-311A-5F45-66ECA81CA317}"/>
              </a:ext>
            </a:extLst>
          </p:cNvPr>
          <p:cNvSpPr>
            <a:spLocks noGrp="1" noChangeArrowheads="1"/>
          </p:cNvSpPr>
          <p:nvPr>
            <p:ph type="title"/>
          </p:nvPr>
        </p:nvSpPr>
        <p:spPr>
          <a:xfrm>
            <a:off x="323850" y="208384"/>
            <a:ext cx="6480398" cy="533400"/>
          </a:xfrm>
        </p:spPr>
        <p:txBody>
          <a:bodyPr/>
          <a:lstStyle/>
          <a:p>
            <a:pPr eaLnBrk="1" hangingPunct="1"/>
            <a:br>
              <a:rPr lang="en-US" altLang="en-US" sz="2800" b="1" u="sng" dirty="0">
                <a:solidFill>
                  <a:srgbClr val="D34817"/>
                </a:solidFill>
                <a:latin typeface="Cambria" panose="02040503050406030204" pitchFamily="18" charset="0"/>
                <a:ea typeface="Cambria" panose="02040503050406030204" pitchFamily="18" charset="0"/>
              </a:rPr>
            </a:br>
            <a:br>
              <a:rPr lang="en-US" altLang="en-US" sz="2800" b="1" u="sng" dirty="0">
                <a:solidFill>
                  <a:srgbClr val="D34817"/>
                </a:solidFill>
                <a:latin typeface="Cambria" panose="02040503050406030204" pitchFamily="18" charset="0"/>
                <a:ea typeface="Cambria" panose="02040503050406030204" pitchFamily="18" charset="0"/>
              </a:rPr>
            </a:br>
            <a:r>
              <a:rPr lang="en-US" altLang="en-US" sz="2800" b="1" u="sng" dirty="0">
                <a:solidFill>
                  <a:srgbClr val="D34817"/>
                </a:solidFill>
                <a:latin typeface="Cambria" panose="02040503050406030204" pitchFamily="18" charset="0"/>
                <a:ea typeface="Cambria" panose="02040503050406030204" pitchFamily="18" charset="0"/>
              </a:rPr>
              <a:t>Creating Groups of Data</a:t>
            </a:r>
          </a:p>
        </p:txBody>
      </p:sp>
      <p:sp>
        <p:nvSpPr>
          <p:cNvPr id="38915" name="Rectangle 3">
            <a:extLst>
              <a:ext uri="{FF2B5EF4-FFF2-40B4-BE49-F238E27FC236}">
                <a16:creationId xmlns:a16="http://schemas.microsoft.com/office/drawing/2014/main" id="{ED0EFF00-85A1-F3EE-CC4E-5EDF2E15B99E}"/>
              </a:ext>
            </a:extLst>
          </p:cNvPr>
          <p:cNvSpPr>
            <a:spLocks noGrp="1" noChangeArrowheads="1"/>
          </p:cNvSpPr>
          <p:nvPr>
            <p:ph sz="quarter" idx="1"/>
          </p:nvPr>
        </p:nvSpPr>
        <p:spPr>
          <a:xfrm>
            <a:off x="425450" y="741784"/>
            <a:ext cx="8394700" cy="4343400"/>
          </a:xfrm>
        </p:spPr>
        <p:txBody>
          <a:bodyPr/>
          <a:lstStyle/>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28600" indent="-228600" eaLnBrk="1" hangingPunct="1"/>
            <a:endParaRPr lang="en-US" altLang="en-US" sz="2800" dirty="0"/>
          </a:p>
        </p:txBody>
      </p:sp>
      <p:sp>
        <p:nvSpPr>
          <p:cNvPr id="3" name="Footer Placeholder 2">
            <a:extLst>
              <a:ext uri="{FF2B5EF4-FFF2-40B4-BE49-F238E27FC236}">
                <a16:creationId xmlns:a16="http://schemas.microsoft.com/office/drawing/2014/main" id="{08E8A52C-C6C0-91A8-8106-AEF5602E14E5}"/>
              </a:ext>
            </a:extLst>
          </p:cNvPr>
          <p:cNvSpPr>
            <a:spLocks noGrp="1"/>
          </p:cNvSpPr>
          <p:nvPr>
            <p:ph type="ftr" sz="quarter" idx="11"/>
          </p:nvPr>
        </p:nvSpPr>
        <p:spPr>
          <a:xfrm>
            <a:off x="2555776" y="6428184"/>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2" name="Slide Number Placeholder 23">
            <a:extLst>
              <a:ext uri="{FF2B5EF4-FFF2-40B4-BE49-F238E27FC236}">
                <a16:creationId xmlns:a16="http://schemas.microsoft.com/office/drawing/2014/main" id="{07861081-7B5E-93B5-78F9-26C0DEB3497D}"/>
              </a:ext>
            </a:extLst>
          </p:cNvPr>
          <p:cNvSpPr>
            <a:spLocks noGrp="1"/>
          </p:cNvSpPr>
          <p:nvPr>
            <p:ph type="sldNum" sz="quarter" idx="12"/>
          </p:nvPr>
        </p:nvSpPr>
        <p:spPr>
          <a:xfrm>
            <a:off x="8532440" y="6166335"/>
            <a:ext cx="427833"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9</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4" name="Rectangle 3">
            <a:extLst>
              <a:ext uri="{FF2B5EF4-FFF2-40B4-BE49-F238E27FC236}">
                <a16:creationId xmlns:a16="http://schemas.microsoft.com/office/drawing/2014/main" id="{743F6BD5-8049-1C30-94D3-391F3B468398}"/>
              </a:ext>
            </a:extLst>
          </p:cNvPr>
          <p:cNvSpPr txBox="1">
            <a:spLocks noChangeArrowheads="1"/>
          </p:cNvSpPr>
          <p:nvPr/>
        </p:nvSpPr>
        <p:spPr bwMode="auto">
          <a:xfrm>
            <a:off x="137740" y="741784"/>
            <a:ext cx="8394700" cy="35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7688"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6963"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285750" indent="-285750" algn="just">
              <a:buSzPct val="50000"/>
              <a:buFont typeface="Wingdings" panose="05000000000000000000" pitchFamily="2" charset="2"/>
              <a:buChar char="l"/>
            </a:pPr>
            <a:r>
              <a:rPr lang="en-US" altLang="en-US" sz="2400" dirty="0">
                <a:latin typeface="Cambria" panose="02040503050406030204" pitchFamily="18" charset="0"/>
                <a:ea typeface="Cambria" panose="02040503050406030204" pitchFamily="18" charset="0"/>
                <a:cs typeface="Calibri" panose="020F0502020204030204" pitchFamily="34" charset="0"/>
              </a:rPr>
              <a:t>Divide rows in a table into smaller groups by using the GROUP BY clause.</a:t>
            </a:r>
          </a:p>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000" dirty="0">
              <a:solidFill>
                <a:srgbClr val="0033CC"/>
              </a:solidFill>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400" dirty="0">
              <a:solidFill>
                <a:srgbClr val="0033CC"/>
              </a:solidFill>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r>
              <a:rPr lang="en-US" altLang="en-US" sz="2400" dirty="0">
                <a:latin typeface="Cambria" panose="02040503050406030204" pitchFamily="18" charset="0"/>
                <a:ea typeface="Cambria" panose="02040503050406030204" pitchFamily="18" charset="0"/>
                <a:cs typeface="Calibri" panose="020F0502020204030204" pitchFamily="34" charset="0"/>
              </a:rPr>
              <a:t>All columns in the SELECT list that are not in group functions must be in the GROUP BY clause.</a:t>
            </a:r>
          </a:p>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12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p:txBody>
      </p:sp>
      <p:sp>
        <p:nvSpPr>
          <p:cNvPr id="5" name="Rectangle 2">
            <a:extLst>
              <a:ext uri="{FF2B5EF4-FFF2-40B4-BE49-F238E27FC236}">
                <a16:creationId xmlns:a16="http://schemas.microsoft.com/office/drawing/2014/main" id="{C6E3FD87-9083-B1FD-994A-2B1B0303187C}"/>
              </a:ext>
            </a:extLst>
          </p:cNvPr>
          <p:cNvSpPr>
            <a:spLocks noChangeArrowheads="1"/>
          </p:cNvSpPr>
          <p:nvPr/>
        </p:nvSpPr>
        <p:spPr bwMode="blackWhite">
          <a:xfrm>
            <a:off x="1000125" y="1641500"/>
            <a:ext cx="7169150" cy="1465262"/>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682625" algn="l"/>
                <a:tab pos="1833563" algn="l"/>
              </a:tabLst>
              <a:defRPr sz="2800">
                <a:solidFill>
                  <a:schemeClr val="tx1"/>
                </a:solidFill>
                <a:latin typeface="Arial" panose="020B0604020202020204" pitchFamily="34" charset="0"/>
              </a:defRPr>
            </a:lvl1pPr>
            <a:lvl2pPr marL="742950" indent="-285750">
              <a:spcBef>
                <a:spcPct val="20000"/>
              </a:spcBef>
              <a:buChar char="–"/>
              <a:tabLst>
                <a:tab pos="682625" algn="l"/>
                <a:tab pos="1833563" algn="l"/>
              </a:tabLst>
              <a:defRPr sz="2400">
                <a:solidFill>
                  <a:schemeClr val="tx1"/>
                </a:solidFill>
                <a:latin typeface="Arial" panose="020B0604020202020204" pitchFamily="34" charset="0"/>
              </a:defRPr>
            </a:lvl2pPr>
            <a:lvl3pPr marL="1143000" indent="-228600">
              <a:spcBef>
                <a:spcPct val="20000"/>
              </a:spcBef>
              <a:buChar char="•"/>
              <a:tabLst>
                <a:tab pos="682625" algn="l"/>
                <a:tab pos="1833563" algn="l"/>
              </a:tabLst>
              <a:defRPr sz="2000">
                <a:solidFill>
                  <a:schemeClr val="tx1"/>
                </a:solidFill>
                <a:latin typeface="Arial" panose="020B0604020202020204" pitchFamily="34" charset="0"/>
              </a:defRPr>
            </a:lvl3pPr>
            <a:lvl4pPr marL="1600200" indent="-228600">
              <a:spcBef>
                <a:spcPct val="20000"/>
              </a:spcBef>
              <a:buChar char="–"/>
              <a:tabLst>
                <a:tab pos="682625" algn="l"/>
                <a:tab pos="1833563" algn="l"/>
              </a:tabLst>
              <a:defRPr sz="2000">
                <a:solidFill>
                  <a:schemeClr val="tx1"/>
                </a:solidFill>
                <a:latin typeface="Arial" panose="020B0604020202020204" pitchFamily="34" charset="0"/>
              </a:defRPr>
            </a:lvl4pPr>
            <a:lvl5pPr marL="2057400" indent="-228600">
              <a:spcBef>
                <a:spcPct val="20000"/>
              </a:spcBef>
              <a:buChar char="»"/>
              <a:tabLst>
                <a:tab pos="682625" algn="l"/>
                <a:tab pos="1833563"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9pPr>
          </a:lstStyle>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p:txBody>
      </p:sp>
      <p:sp>
        <p:nvSpPr>
          <p:cNvPr id="6" name="Rectangle 4">
            <a:extLst>
              <a:ext uri="{FF2B5EF4-FFF2-40B4-BE49-F238E27FC236}">
                <a16:creationId xmlns:a16="http://schemas.microsoft.com/office/drawing/2014/main" id="{FFAE06EA-BEB2-87DF-5765-8019A0739813}"/>
              </a:ext>
            </a:extLst>
          </p:cNvPr>
          <p:cNvSpPr>
            <a:spLocks noChangeArrowheads="1"/>
          </p:cNvSpPr>
          <p:nvPr/>
        </p:nvSpPr>
        <p:spPr bwMode="ltGray">
          <a:xfrm>
            <a:off x="1084262" y="2528912"/>
            <a:ext cx="4648200" cy="284163"/>
          </a:xfrm>
          <a:prstGeom prst="rect">
            <a:avLst/>
          </a:prstGeom>
          <a:solidFill>
            <a:srgbClr val="FF5050">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7" name="Rectangle 5">
            <a:extLst>
              <a:ext uri="{FF2B5EF4-FFF2-40B4-BE49-F238E27FC236}">
                <a16:creationId xmlns:a16="http://schemas.microsoft.com/office/drawing/2014/main" id="{5C9BA305-F23D-DAC3-A315-D2B704B80DDE}"/>
              </a:ext>
            </a:extLst>
          </p:cNvPr>
          <p:cNvSpPr>
            <a:spLocks noChangeArrowheads="1"/>
          </p:cNvSpPr>
          <p:nvPr/>
        </p:nvSpPr>
        <p:spPr bwMode="blackWhite">
          <a:xfrm>
            <a:off x="974725" y="1628800"/>
            <a:ext cx="7194550" cy="1490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tabLst>
                <a:tab pos="682625" algn="l"/>
                <a:tab pos="1833563" algn="l"/>
              </a:tabLst>
              <a:defRPr sz="2800">
                <a:solidFill>
                  <a:schemeClr val="tx1"/>
                </a:solidFill>
                <a:latin typeface="Arial" panose="020B0604020202020204" pitchFamily="34" charset="0"/>
              </a:defRPr>
            </a:lvl1pPr>
            <a:lvl2pPr marL="742950" indent="-285750">
              <a:spcBef>
                <a:spcPct val="20000"/>
              </a:spcBef>
              <a:buChar char="–"/>
              <a:tabLst>
                <a:tab pos="682625" algn="l"/>
                <a:tab pos="1833563" algn="l"/>
              </a:tabLst>
              <a:defRPr sz="2400">
                <a:solidFill>
                  <a:schemeClr val="tx1"/>
                </a:solidFill>
                <a:latin typeface="Arial" panose="020B0604020202020204" pitchFamily="34" charset="0"/>
              </a:defRPr>
            </a:lvl2pPr>
            <a:lvl3pPr marL="1143000" indent="-228600">
              <a:spcBef>
                <a:spcPct val="20000"/>
              </a:spcBef>
              <a:buChar char="•"/>
              <a:tabLst>
                <a:tab pos="682625" algn="l"/>
                <a:tab pos="1833563" algn="l"/>
              </a:tabLst>
              <a:defRPr sz="2000">
                <a:solidFill>
                  <a:schemeClr val="tx1"/>
                </a:solidFill>
                <a:latin typeface="Arial" panose="020B0604020202020204" pitchFamily="34" charset="0"/>
              </a:defRPr>
            </a:lvl3pPr>
            <a:lvl4pPr marL="1600200" indent="-228600">
              <a:spcBef>
                <a:spcPct val="20000"/>
              </a:spcBef>
              <a:buChar char="–"/>
              <a:tabLst>
                <a:tab pos="682625" algn="l"/>
                <a:tab pos="1833563" algn="l"/>
              </a:tabLst>
              <a:defRPr sz="2000">
                <a:solidFill>
                  <a:schemeClr val="tx1"/>
                </a:solidFill>
                <a:latin typeface="Arial" panose="020B0604020202020204" pitchFamily="34" charset="0"/>
              </a:defRPr>
            </a:lvl4pPr>
            <a:lvl5pPr marL="2057400" indent="-228600">
              <a:spcBef>
                <a:spcPct val="20000"/>
              </a:spcBef>
              <a:buChar char="»"/>
              <a:tabLst>
                <a:tab pos="682625" algn="l"/>
                <a:tab pos="1833563"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9pPr>
          </a:lstStyle>
          <a:p>
            <a:pPr>
              <a:spcBef>
                <a:spcPct val="0"/>
              </a:spcBef>
              <a:buFontTx/>
              <a:buNone/>
            </a:pPr>
            <a:r>
              <a:rPr lang="en-US" altLang="en-US" sz="1800" b="1" dirty="0">
                <a:solidFill>
                  <a:srgbClr val="000000"/>
                </a:solidFill>
                <a:latin typeface="Courier New" panose="02070309020205020404" pitchFamily="49" charset="0"/>
              </a:rPr>
              <a:t>SELECT	</a:t>
            </a:r>
            <a:r>
              <a:rPr lang="en-US" altLang="en-US" sz="1800" b="1" i="1" dirty="0">
                <a:solidFill>
                  <a:srgbClr val="000000"/>
                </a:solidFill>
                <a:latin typeface="Courier New" panose="02070309020205020404" pitchFamily="49" charset="0"/>
              </a:rPr>
              <a:t>column</a:t>
            </a:r>
            <a:r>
              <a:rPr lang="en-US" altLang="en-US" sz="1800" b="1" dirty="0">
                <a:solidFill>
                  <a:srgbClr val="000000"/>
                </a:solidFill>
                <a:latin typeface="Courier New" panose="02070309020205020404" pitchFamily="49" charset="0"/>
              </a:rPr>
              <a:t>, </a:t>
            </a:r>
            <a:r>
              <a:rPr lang="en-US" altLang="en-US" sz="1800" b="1" i="1" dirty="0" err="1">
                <a:solidFill>
                  <a:srgbClr val="000000"/>
                </a:solidFill>
                <a:latin typeface="Courier New" panose="02070309020205020404" pitchFamily="49" charset="0"/>
              </a:rPr>
              <a:t>group_function</a:t>
            </a:r>
            <a:r>
              <a:rPr lang="en-US" altLang="en-US" sz="1800" b="1" i="1" dirty="0">
                <a:solidFill>
                  <a:srgbClr val="000000"/>
                </a:solidFill>
                <a:latin typeface="Courier New" panose="02070309020205020404" pitchFamily="49" charset="0"/>
              </a:rPr>
              <a:t>(column)</a:t>
            </a:r>
            <a:endParaRPr lang="en-US" altLang="en-US" sz="1800" b="1" dirty="0">
              <a:solidFill>
                <a:srgbClr val="000000"/>
              </a:solidFill>
              <a:latin typeface="Courier New" panose="02070309020205020404" pitchFamily="49" charset="0"/>
            </a:endParaRPr>
          </a:p>
          <a:p>
            <a:pPr>
              <a:spcBef>
                <a:spcPct val="0"/>
              </a:spcBef>
              <a:buFontTx/>
              <a:buNone/>
            </a:pPr>
            <a:r>
              <a:rPr lang="en-US" altLang="en-US" sz="1800" b="1" dirty="0">
                <a:solidFill>
                  <a:srgbClr val="000000"/>
                </a:solidFill>
                <a:latin typeface="Courier New" panose="02070309020205020404" pitchFamily="49" charset="0"/>
              </a:rPr>
              <a:t>FROM		</a:t>
            </a:r>
            <a:r>
              <a:rPr lang="en-US" altLang="en-US" sz="1800" b="1" i="1" dirty="0">
                <a:solidFill>
                  <a:srgbClr val="000000"/>
                </a:solidFill>
                <a:latin typeface="Courier New" panose="02070309020205020404" pitchFamily="49" charset="0"/>
              </a:rPr>
              <a:t>table</a:t>
            </a:r>
            <a:endParaRPr lang="en-US" altLang="en-US" sz="1800" b="1" dirty="0">
              <a:solidFill>
                <a:srgbClr val="000000"/>
              </a:solidFill>
              <a:latin typeface="Courier New" panose="02070309020205020404" pitchFamily="49" charset="0"/>
            </a:endParaRPr>
          </a:p>
          <a:p>
            <a:pPr>
              <a:spcBef>
                <a:spcPct val="0"/>
              </a:spcBef>
              <a:buFontTx/>
              <a:buNone/>
            </a:pPr>
            <a:r>
              <a:rPr lang="en-US" altLang="en-US" sz="1800" b="1" dirty="0">
                <a:solidFill>
                  <a:srgbClr val="000000"/>
                </a:solidFill>
                <a:latin typeface="Courier New" panose="02070309020205020404" pitchFamily="49" charset="0"/>
              </a:rPr>
              <a:t>[WHERE	</a:t>
            </a:r>
            <a:r>
              <a:rPr lang="en-US" altLang="en-US" sz="1800" b="1" i="1" dirty="0">
                <a:solidFill>
                  <a:srgbClr val="000000"/>
                </a:solidFill>
                <a:latin typeface="Courier New" panose="02070309020205020404" pitchFamily="49" charset="0"/>
              </a:rPr>
              <a:t>condition</a:t>
            </a:r>
            <a:r>
              <a:rPr lang="en-US" altLang="en-US" sz="1800" b="1" dirty="0">
                <a:solidFill>
                  <a:srgbClr val="000000"/>
                </a:solidFill>
                <a:latin typeface="Courier New" panose="02070309020205020404" pitchFamily="49" charset="0"/>
              </a:rPr>
              <a:t>]</a:t>
            </a:r>
          </a:p>
          <a:p>
            <a:pPr>
              <a:spcBef>
                <a:spcPct val="0"/>
              </a:spcBef>
              <a:buFontTx/>
              <a:buNone/>
            </a:pPr>
            <a:r>
              <a:rPr lang="en-US" altLang="en-US" sz="1800" b="1" dirty="0">
                <a:solidFill>
                  <a:srgbClr val="000000"/>
                </a:solidFill>
                <a:latin typeface="Courier New" panose="02070309020205020404" pitchFamily="49" charset="0"/>
              </a:rPr>
              <a:t>[GROUP BY	</a:t>
            </a:r>
            <a:r>
              <a:rPr lang="en-US" altLang="en-US" sz="1800" b="1" i="1" dirty="0" err="1">
                <a:solidFill>
                  <a:srgbClr val="000000"/>
                </a:solidFill>
                <a:latin typeface="Courier New" panose="02070309020205020404" pitchFamily="49" charset="0"/>
              </a:rPr>
              <a:t>group_by_expression</a:t>
            </a:r>
            <a:r>
              <a:rPr lang="en-US" altLang="en-US" sz="1800" b="1" dirty="0">
                <a:solidFill>
                  <a:srgbClr val="000000"/>
                </a:solidFill>
                <a:latin typeface="Courier New" panose="02070309020205020404" pitchFamily="49" charset="0"/>
              </a:rPr>
              <a:t>]</a:t>
            </a:r>
            <a:endParaRPr lang="en-US" altLang="en-US" sz="1800" b="1" i="1" dirty="0">
              <a:solidFill>
                <a:srgbClr val="000000"/>
              </a:solidFill>
              <a:latin typeface="Courier New" panose="02070309020205020404" pitchFamily="49" charset="0"/>
            </a:endParaRPr>
          </a:p>
          <a:p>
            <a:pPr>
              <a:spcBef>
                <a:spcPct val="0"/>
              </a:spcBef>
              <a:buFontTx/>
              <a:buNone/>
            </a:pPr>
            <a:r>
              <a:rPr lang="en-US" altLang="en-US" sz="1800" b="1" dirty="0">
                <a:solidFill>
                  <a:srgbClr val="000000"/>
                </a:solidFill>
                <a:latin typeface="Courier New" panose="02070309020205020404" pitchFamily="49" charset="0"/>
              </a:rPr>
              <a:t>[ORDER BY	</a:t>
            </a:r>
            <a:r>
              <a:rPr lang="en-US" altLang="en-US" sz="1800" b="1" i="1" dirty="0">
                <a:solidFill>
                  <a:srgbClr val="000000"/>
                </a:solidFill>
                <a:latin typeface="Courier New" panose="02070309020205020404" pitchFamily="49" charset="0"/>
              </a:rPr>
              <a:t>column</a:t>
            </a:r>
            <a:r>
              <a:rPr lang="en-US" altLang="en-US" sz="1800" b="1" dirty="0">
                <a:solidFill>
                  <a:srgbClr val="000000"/>
                </a:solidFill>
                <a:latin typeface="Courier New" panose="02070309020205020404" pitchFamily="49" charset="0"/>
              </a:rPr>
              <a:t>];</a:t>
            </a:r>
          </a:p>
        </p:txBody>
      </p:sp>
      <p:sp>
        <p:nvSpPr>
          <p:cNvPr id="8" name="Rectangle 2">
            <a:extLst>
              <a:ext uri="{FF2B5EF4-FFF2-40B4-BE49-F238E27FC236}">
                <a16:creationId xmlns:a16="http://schemas.microsoft.com/office/drawing/2014/main" id="{AABDD038-2DFD-098C-6466-4AA8418856BD}"/>
              </a:ext>
            </a:extLst>
          </p:cNvPr>
          <p:cNvSpPr>
            <a:spLocks noChangeArrowheads="1"/>
          </p:cNvSpPr>
          <p:nvPr/>
        </p:nvSpPr>
        <p:spPr bwMode="blackWhite">
          <a:xfrm>
            <a:off x="923925" y="4116908"/>
            <a:ext cx="7289800" cy="915987"/>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682625" algn="l"/>
                <a:tab pos="1833563" algn="l"/>
              </a:tabLst>
              <a:defRPr sz="2800">
                <a:solidFill>
                  <a:schemeClr val="tx1"/>
                </a:solidFill>
                <a:latin typeface="Arial" panose="020B0604020202020204" pitchFamily="34" charset="0"/>
              </a:defRPr>
            </a:lvl1pPr>
            <a:lvl2pPr marL="742950" indent="-285750">
              <a:spcBef>
                <a:spcPct val="20000"/>
              </a:spcBef>
              <a:buChar char="–"/>
              <a:tabLst>
                <a:tab pos="682625" algn="l"/>
                <a:tab pos="1833563" algn="l"/>
              </a:tabLst>
              <a:defRPr sz="2400">
                <a:solidFill>
                  <a:schemeClr val="tx1"/>
                </a:solidFill>
                <a:latin typeface="Arial" panose="020B0604020202020204" pitchFamily="34" charset="0"/>
              </a:defRPr>
            </a:lvl2pPr>
            <a:lvl3pPr marL="1143000" indent="-228600">
              <a:spcBef>
                <a:spcPct val="20000"/>
              </a:spcBef>
              <a:buChar char="•"/>
              <a:tabLst>
                <a:tab pos="682625" algn="l"/>
                <a:tab pos="1833563" algn="l"/>
              </a:tabLst>
              <a:defRPr sz="2000">
                <a:solidFill>
                  <a:schemeClr val="tx1"/>
                </a:solidFill>
                <a:latin typeface="Arial" panose="020B0604020202020204" pitchFamily="34" charset="0"/>
              </a:defRPr>
            </a:lvl3pPr>
            <a:lvl4pPr marL="1600200" indent="-228600">
              <a:spcBef>
                <a:spcPct val="20000"/>
              </a:spcBef>
              <a:buChar char="–"/>
              <a:tabLst>
                <a:tab pos="682625" algn="l"/>
                <a:tab pos="1833563" algn="l"/>
              </a:tabLst>
              <a:defRPr sz="2000">
                <a:solidFill>
                  <a:schemeClr val="tx1"/>
                </a:solidFill>
                <a:latin typeface="Arial" panose="020B0604020202020204" pitchFamily="34" charset="0"/>
              </a:defRPr>
            </a:lvl4pPr>
            <a:lvl5pPr marL="2057400" indent="-228600">
              <a:spcBef>
                <a:spcPct val="20000"/>
              </a:spcBef>
              <a:buChar char="»"/>
              <a:tabLst>
                <a:tab pos="682625" algn="l"/>
                <a:tab pos="1833563"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9pPr>
          </a:lstStyle>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p:txBody>
      </p:sp>
      <p:sp>
        <p:nvSpPr>
          <p:cNvPr id="9" name="Rectangle 3">
            <a:extLst>
              <a:ext uri="{FF2B5EF4-FFF2-40B4-BE49-F238E27FC236}">
                <a16:creationId xmlns:a16="http://schemas.microsoft.com/office/drawing/2014/main" id="{E151B1D2-B164-0167-2568-1805B7277330}"/>
              </a:ext>
            </a:extLst>
          </p:cNvPr>
          <p:cNvSpPr>
            <a:spLocks noChangeArrowheads="1"/>
          </p:cNvSpPr>
          <p:nvPr/>
        </p:nvSpPr>
        <p:spPr bwMode="blackWhite">
          <a:xfrm>
            <a:off x="938213" y="5229200"/>
            <a:ext cx="7289800" cy="1465263"/>
          </a:xfrm>
          <a:prstGeom prst="rect">
            <a:avLst/>
          </a:prstGeom>
          <a:solidFill>
            <a:srgbClr val="EAEAEA"/>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682625" algn="l"/>
                <a:tab pos="1833563" algn="l"/>
              </a:tabLst>
              <a:defRPr sz="2800">
                <a:solidFill>
                  <a:schemeClr val="tx1"/>
                </a:solidFill>
                <a:latin typeface="Arial" panose="020B0604020202020204" pitchFamily="34" charset="0"/>
              </a:defRPr>
            </a:lvl1pPr>
            <a:lvl2pPr marL="742950" indent="-285750">
              <a:spcBef>
                <a:spcPct val="20000"/>
              </a:spcBef>
              <a:buChar char="–"/>
              <a:tabLst>
                <a:tab pos="682625" algn="l"/>
                <a:tab pos="1833563" algn="l"/>
              </a:tabLst>
              <a:defRPr sz="2400">
                <a:solidFill>
                  <a:schemeClr val="tx1"/>
                </a:solidFill>
                <a:latin typeface="Arial" panose="020B0604020202020204" pitchFamily="34" charset="0"/>
              </a:defRPr>
            </a:lvl2pPr>
            <a:lvl3pPr marL="1143000" indent="-228600">
              <a:spcBef>
                <a:spcPct val="20000"/>
              </a:spcBef>
              <a:buChar char="•"/>
              <a:tabLst>
                <a:tab pos="682625" algn="l"/>
                <a:tab pos="1833563" algn="l"/>
              </a:tabLst>
              <a:defRPr sz="2000">
                <a:solidFill>
                  <a:schemeClr val="tx1"/>
                </a:solidFill>
                <a:latin typeface="Arial" panose="020B0604020202020204" pitchFamily="34" charset="0"/>
              </a:defRPr>
            </a:lvl3pPr>
            <a:lvl4pPr marL="1600200" indent="-228600">
              <a:spcBef>
                <a:spcPct val="20000"/>
              </a:spcBef>
              <a:buChar char="–"/>
              <a:tabLst>
                <a:tab pos="682625" algn="l"/>
                <a:tab pos="1833563" algn="l"/>
              </a:tabLst>
              <a:defRPr sz="2000">
                <a:solidFill>
                  <a:schemeClr val="tx1"/>
                </a:solidFill>
                <a:latin typeface="Arial" panose="020B0604020202020204" pitchFamily="34" charset="0"/>
              </a:defRPr>
            </a:lvl4pPr>
            <a:lvl5pPr marL="2057400" indent="-228600">
              <a:spcBef>
                <a:spcPct val="20000"/>
              </a:spcBef>
              <a:buChar char="»"/>
              <a:tabLst>
                <a:tab pos="682625" algn="l"/>
                <a:tab pos="1833563"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9pPr>
          </a:lstStyle>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p:txBody>
      </p:sp>
      <p:grpSp>
        <p:nvGrpSpPr>
          <p:cNvPr id="11" name="Group 7">
            <a:extLst>
              <a:ext uri="{FF2B5EF4-FFF2-40B4-BE49-F238E27FC236}">
                <a16:creationId xmlns:a16="http://schemas.microsoft.com/office/drawing/2014/main" id="{DE9D7F3B-0F66-F27B-0E1A-7B671DB4C524}"/>
              </a:ext>
            </a:extLst>
          </p:cNvPr>
          <p:cNvGrpSpPr>
            <a:grpSpLocks/>
          </p:cNvGrpSpPr>
          <p:nvPr/>
        </p:nvGrpSpPr>
        <p:grpSpPr bwMode="auto">
          <a:xfrm>
            <a:off x="1475656" y="5733752"/>
            <a:ext cx="2641600" cy="863600"/>
            <a:chOff x="640" y="3154"/>
            <a:chExt cx="1664" cy="544"/>
          </a:xfrm>
        </p:grpSpPr>
        <p:sp>
          <p:nvSpPr>
            <p:cNvPr id="14" name="Rectangle 9">
              <a:extLst>
                <a:ext uri="{FF2B5EF4-FFF2-40B4-BE49-F238E27FC236}">
                  <a16:creationId xmlns:a16="http://schemas.microsoft.com/office/drawing/2014/main" id="{31A28631-E1DA-1E95-AED7-6CE63AD7D372}"/>
                </a:ext>
              </a:extLst>
            </p:cNvPr>
            <p:cNvSpPr>
              <a:spLocks noChangeArrowheads="1"/>
            </p:cNvSpPr>
            <p:nvPr/>
          </p:nvSpPr>
          <p:spPr bwMode="ltGray">
            <a:xfrm>
              <a:off x="640" y="3154"/>
              <a:ext cx="1664" cy="179"/>
            </a:xfrm>
            <a:prstGeom prst="rect">
              <a:avLst/>
            </a:prstGeom>
            <a:solidFill>
              <a:srgbClr val="FF5050">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15" name="Rectangle 10">
              <a:extLst>
                <a:ext uri="{FF2B5EF4-FFF2-40B4-BE49-F238E27FC236}">
                  <a16:creationId xmlns:a16="http://schemas.microsoft.com/office/drawing/2014/main" id="{20CEA2F5-DEB7-6E03-8DD2-395FA2AB843A}"/>
                </a:ext>
              </a:extLst>
            </p:cNvPr>
            <p:cNvSpPr>
              <a:spLocks noChangeArrowheads="1"/>
            </p:cNvSpPr>
            <p:nvPr/>
          </p:nvSpPr>
          <p:spPr bwMode="ltGray">
            <a:xfrm>
              <a:off x="640" y="3335"/>
              <a:ext cx="1664" cy="179"/>
            </a:xfrm>
            <a:prstGeom prst="rect">
              <a:avLst/>
            </a:prstGeom>
            <a:solidFill>
              <a:srgbClr val="009900">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16" name="Rectangle 11">
              <a:extLst>
                <a:ext uri="{FF2B5EF4-FFF2-40B4-BE49-F238E27FC236}">
                  <a16:creationId xmlns:a16="http://schemas.microsoft.com/office/drawing/2014/main" id="{C2B7993C-5C1B-619D-6FF9-AFDB86A174ED}"/>
                </a:ext>
              </a:extLst>
            </p:cNvPr>
            <p:cNvSpPr>
              <a:spLocks noChangeArrowheads="1"/>
            </p:cNvSpPr>
            <p:nvPr/>
          </p:nvSpPr>
          <p:spPr bwMode="ltGray">
            <a:xfrm>
              <a:off x="640" y="3519"/>
              <a:ext cx="1664" cy="179"/>
            </a:xfrm>
            <a:prstGeom prst="rect">
              <a:avLst/>
            </a:prstGeom>
            <a:solidFill>
              <a:srgbClr val="3399FF">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grpSp>
      <p:sp>
        <p:nvSpPr>
          <p:cNvPr id="17" name="Rectangle 13">
            <a:extLst>
              <a:ext uri="{FF2B5EF4-FFF2-40B4-BE49-F238E27FC236}">
                <a16:creationId xmlns:a16="http://schemas.microsoft.com/office/drawing/2014/main" id="{11B87154-C311-2CBC-10C9-B0B4F2921785}"/>
              </a:ext>
            </a:extLst>
          </p:cNvPr>
          <p:cNvSpPr>
            <a:spLocks noChangeArrowheads="1"/>
          </p:cNvSpPr>
          <p:nvPr/>
        </p:nvSpPr>
        <p:spPr bwMode="blackWhite">
          <a:xfrm>
            <a:off x="889000" y="4104208"/>
            <a:ext cx="7315200" cy="941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tabLst>
                <a:tab pos="682625" algn="l"/>
                <a:tab pos="1833563" algn="l"/>
              </a:tabLst>
              <a:defRPr sz="2800">
                <a:solidFill>
                  <a:schemeClr val="tx1"/>
                </a:solidFill>
                <a:latin typeface="Arial" panose="020B0604020202020204" pitchFamily="34" charset="0"/>
              </a:defRPr>
            </a:lvl1pPr>
            <a:lvl2pPr marL="742950" indent="-285750">
              <a:spcBef>
                <a:spcPct val="20000"/>
              </a:spcBef>
              <a:buChar char="–"/>
              <a:tabLst>
                <a:tab pos="682625" algn="l"/>
                <a:tab pos="1833563" algn="l"/>
              </a:tabLst>
              <a:defRPr sz="2400">
                <a:solidFill>
                  <a:schemeClr val="tx1"/>
                </a:solidFill>
                <a:latin typeface="Arial" panose="020B0604020202020204" pitchFamily="34" charset="0"/>
              </a:defRPr>
            </a:lvl2pPr>
            <a:lvl3pPr marL="1143000" indent="-228600">
              <a:spcBef>
                <a:spcPct val="20000"/>
              </a:spcBef>
              <a:buChar char="•"/>
              <a:tabLst>
                <a:tab pos="682625" algn="l"/>
                <a:tab pos="1833563" algn="l"/>
              </a:tabLst>
              <a:defRPr sz="2000">
                <a:solidFill>
                  <a:schemeClr val="tx1"/>
                </a:solidFill>
                <a:latin typeface="Arial" panose="020B0604020202020204" pitchFamily="34" charset="0"/>
              </a:defRPr>
            </a:lvl3pPr>
            <a:lvl4pPr marL="1600200" indent="-228600">
              <a:spcBef>
                <a:spcPct val="20000"/>
              </a:spcBef>
              <a:buChar char="–"/>
              <a:tabLst>
                <a:tab pos="682625" algn="l"/>
                <a:tab pos="1833563" algn="l"/>
              </a:tabLst>
              <a:defRPr sz="2000">
                <a:solidFill>
                  <a:schemeClr val="tx1"/>
                </a:solidFill>
                <a:latin typeface="Arial" panose="020B0604020202020204" pitchFamily="34" charset="0"/>
              </a:defRPr>
            </a:lvl4pPr>
            <a:lvl5pPr marL="2057400" indent="-228600">
              <a:spcBef>
                <a:spcPct val="20000"/>
              </a:spcBef>
              <a:buChar char="»"/>
              <a:tabLst>
                <a:tab pos="682625" algn="l"/>
                <a:tab pos="1833563"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9pPr>
          </a:lstStyle>
          <a:p>
            <a:pPr>
              <a:spcBef>
                <a:spcPct val="0"/>
              </a:spcBef>
              <a:buFontTx/>
              <a:buNone/>
            </a:pPr>
            <a:r>
              <a:rPr lang="en-US" altLang="en-US" sz="1800" b="1" dirty="0">
                <a:solidFill>
                  <a:srgbClr val="000000"/>
                </a:solidFill>
                <a:latin typeface="Courier New" panose="02070309020205020404" pitchFamily="49" charset="0"/>
              </a:rPr>
              <a:t>SQL&gt; SELECT   </a:t>
            </a:r>
            <a:r>
              <a:rPr lang="en-US" altLang="en-US" sz="1800" b="1" dirty="0" err="1">
                <a:solidFill>
                  <a:srgbClr val="000000"/>
                </a:solidFill>
                <a:latin typeface="Courier New" panose="02070309020205020404" pitchFamily="49" charset="0"/>
              </a:rPr>
              <a:t>deptno</a:t>
            </a:r>
            <a:r>
              <a:rPr lang="en-US" altLang="en-US" sz="1800" b="1" dirty="0">
                <a:solidFill>
                  <a:srgbClr val="000000"/>
                </a:solidFill>
                <a:latin typeface="Courier New" panose="02070309020205020404" pitchFamily="49" charset="0"/>
              </a:rPr>
              <a:t>, AVG(</a:t>
            </a:r>
            <a:r>
              <a:rPr lang="en-US" altLang="en-US" sz="1800" b="1" dirty="0" err="1">
                <a:solidFill>
                  <a:srgbClr val="000000"/>
                </a:solidFill>
                <a:latin typeface="Courier New" panose="02070309020205020404" pitchFamily="49" charset="0"/>
              </a:rPr>
              <a:t>sal</a:t>
            </a:r>
            <a:r>
              <a:rPr lang="en-US" altLang="en-US" sz="1800" b="1" dirty="0">
                <a:solidFill>
                  <a:srgbClr val="000000"/>
                </a:solidFill>
                <a:latin typeface="Courier New" panose="02070309020205020404" pitchFamily="49" charset="0"/>
              </a:rPr>
              <a:t>)</a:t>
            </a:r>
          </a:p>
          <a:p>
            <a:pPr>
              <a:spcBef>
                <a:spcPct val="0"/>
              </a:spcBef>
              <a:buFontTx/>
              <a:buNone/>
            </a:pPr>
            <a:r>
              <a:rPr lang="en-US" altLang="en-US" sz="1800" b="1" dirty="0">
                <a:solidFill>
                  <a:srgbClr val="000000"/>
                </a:solidFill>
                <a:latin typeface="Courier New" panose="02070309020205020404" pitchFamily="49" charset="0"/>
              </a:rPr>
              <a:t>  2  FROM     emp</a:t>
            </a:r>
          </a:p>
          <a:p>
            <a:pPr>
              <a:spcBef>
                <a:spcPct val="0"/>
              </a:spcBef>
              <a:buFontTx/>
              <a:buNone/>
            </a:pPr>
            <a:r>
              <a:rPr lang="en-US" altLang="en-US" sz="1800" b="1" dirty="0">
                <a:solidFill>
                  <a:srgbClr val="000000"/>
                </a:solidFill>
                <a:latin typeface="Courier New" panose="02070309020205020404" pitchFamily="49" charset="0"/>
              </a:rPr>
              <a:t>  3  GROUP BY </a:t>
            </a:r>
            <a:r>
              <a:rPr lang="en-US" altLang="en-US" sz="1800" b="1" dirty="0" err="1">
                <a:solidFill>
                  <a:srgbClr val="000000"/>
                </a:solidFill>
                <a:latin typeface="Courier New" panose="02070309020205020404" pitchFamily="49" charset="0"/>
              </a:rPr>
              <a:t>deptno</a:t>
            </a:r>
            <a:r>
              <a:rPr lang="en-US" altLang="en-US" sz="1800" b="1" dirty="0">
                <a:solidFill>
                  <a:srgbClr val="000000"/>
                </a:solidFill>
                <a:latin typeface="Courier New" panose="02070309020205020404" pitchFamily="49" charset="0"/>
              </a:rPr>
              <a:t>;</a:t>
            </a:r>
          </a:p>
        </p:txBody>
      </p:sp>
      <p:sp>
        <p:nvSpPr>
          <p:cNvPr id="18" name="Rectangle 14">
            <a:extLst>
              <a:ext uri="{FF2B5EF4-FFF2-40B4-BE49-F238E27FC236}">
                <a16:creationId xmlns:a16="http://schemas.microsoft.com/office/drawing/2014/main" id="{AADCCDDC-0D2F-A307-B56B-6777EB3DFE3C}"/>
              </a:ext>
            </a:extLst>
          </p:cNvPr>
          <p:cNvSpPr>
            <a:spLocks noChangeArrowheads="1"/>
          </p:cNvSpPr>
          <p:nvPr/>
        </p:nvSpPr>
        <p:spPr bwMode="blackWhite">
          <a:xfrm>
            <a:off x="971600" y="5178697"/>
            <a:ext cx="7315200" cy="1490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tabLst>
                <a:tab pos="682625" algn="l"/>
                <a:tab pos="1833563" algn="l"/>
              </a:tabLst>
              <a:defRPr sz="2800">
                <a:solidFill>
                  <a:schemeClr val="tx1"/>
                </a:solidFill>
                <a:latin typeface="Arial" panose="020B0604020202020204" pitchFamily="34" charset="0"/>
              </a:defRPr>
            </a:lvl1pPr>
            <a:lvl2pPr marL="742950" indent="-285750">
              <a:spcBef>
                <a:spcPct val="20000"/>
              </a:spcBef>
              <a:buChar char="–"/>
              <a:tabLst>
                <a:tab pos="682625" algn="l"/>
                <a:tab pos="1833563" algn="l"/>
              </a:tabLst>
              <a:defRPr sz="2400">
                <a:solidFill>
                  <a:schemeClr val="tx1"/>
                </a:solidFill>
                <a:latin typeface="Arial" panose="020B0604020202020204" pitchFamily="34" charset="0"/>
              </a:defRPr>
            </a:lvl2pPr>
            <a:lvl3pPr marL="1143000" indent="-228600">
              <a:spcBef>
                <a:spcPct val="20000"/>
              </a:spcBef>
              <a:buChar char="•"/>
              <a:tabLst>
                <a:tab pos="682625" algn="l"/>
                <a:tab pos="1833563" algn="l"/>
              </a:tabLst>
              <a:defRPr sz="2000">
                <a:solidFill>
                  <a:schemeClr val="tx1"/>
                </a:solidFill>
                <a:latin typeface="Arial" panose="020B0604020202020204" pitchFamily="34" charset="0"/>
              </a:defRPr>
            </a:lvl3pPr>
            <a:lvl4pPr marL="1600200" indent="-228600">
              <a:spcBef>
                <a:spcPct val="20000"/>
              </a:spcBef>
              <a:buChar char="–"/>
              <a:tabLst>
                <a:tab pos="682625" algn="l"/>
                <a:tab pos="1833563" algn="l"/>
              </a:tabLst>
              <a:defRPr sz="2000">
                <a:solidFill>
                  <a:schemeClr val="tx1"/>
                </a:solidFill>
                <a:latin typeface="Arial" panose="020B0604020202020204" pitchFamily="34" charset="0"/>
              </a:defRPr>
            </a:lvl4pPr>
            <a:lvl5pPr marL="2057400" indent="-228600">
              <a:spcBef>
                <a:spcPct val="20000"/>
              </a:spcBef>
              <a:buChar char="»"/>
              <a:tabLst>
                <a:tab pos="682625" algn="l"/>
                <a:tab pos="1833563"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9pPr>
          </a:lstStyle>
          <a:p>
            <a:pPr>
              <a:spcBef>
                <a:spcPct val="0"/>
              </a:spcBef>
              <a:buFontTx/>
              <a:buNone/>
            </a:pPr>
            <a:r>
              <a:rPr lang="en-US" altLang="en-US" sz="1800" b="1" dirty="0">
                <a:solidFill>
                  <a:srgbClr val="000000"/>
                </a:solidFill>
                <a:latin typeface="Courier New" panose="02070309020205020404" pitchFamily="49" charset="0"/>
              </a:rPr>
              <a:t>   DEPTNO  AVG(SAL)</a:t>
            </a:r>
          </a:p>
          <a:p>
            <a:pPr>
              <a:spcBef>
                <a:spcPct val="0"/>
              </a:spcBef>
              <a:buFontTx/>
              <a:buNone/>
            </a:pPr>
            <a:r>
              <a:rPr lang="en-US" altLang="en-US" sz="1800" b="1" dirty="0">
                <a:solidFill>
                  <a:srgbClr val="000000"/>
                </a:solidFill>
                <a:latin typeface="Courier New" panose="02070309020205020404" pitchFamily="49" charset="0"/>
              </a:rPr>
              <a:t>--------- ---------</a:t>
            </a:r>
          </a:p>
          <a:p>
            <a:pPr>
              <a:spcBef>
                <a:spcPct val="0"/>
              </a:spcBef>
              <a:buFontTx/>
              <a:buNone/>
            </a:pPr>
            <a:r>
              <a:rPr lang="en-US" altLang="en-US" sz="1800" b="1" dirty="0">
                <a:solidFill>
                  <a:srgbClr val="000000"/>
                </a:solidFill>
                <a:latin typeface="Courier New" panose="02070309020205020404" pitchFamily="49" charset="0"/>
              </a:rPr>
              <a:t>       10 2916.6667</a:t>
            </a:r>
          </a:p>
          <a:p>
            <a:pPr>
              <a:spcBef>
                <a:spcPct val="0"/>
              </a:spcBef>
              <a:buFontTx/>
              <a:buNone/>
            </a:pPr>
            <a:r>
              <a:rPr lang="en-US" altLang="en-US" sz="1800" b="1" dirty="0">
                <a:solidFill>
                  <a:srgbClr val="000000"/>
                </a:solidFill>
                <a:latin typeface="Courier New" panose="02070309020205020404" pitchFamily="49" charset="0"/>
              </a:rPr>
              <a:t>       20      2175</a:t>
            </a:r>
          </a:p>
          <a:p>
            <a:pPr>
              <a:spcBef>
                <a:spcPct val="0"/>
              </a:spcBef>
              <a:buFontTx/>
              <a:buNone/>
            </a:pPr>
            <a:r>
              <a:rPr lang="en-US" altLang="en-US" sz="1800" b="1" dirty="0">
                <a:solidFill>
                  <a:srgbClr val="000000"/>
                </a:solidFill>
                <a:latin typeface="Courier New" panose="02070309020205020404" pitchFamily="49" charset="0"/>
              </a:rPr>
              <a:t>       30 1566.6667</a:t>
            </a:r>
          </a:p>
        </p:txBody>
      </p:sp>
    </p:spTree>
    <p:extLst>
      <p:ext uri="{BB962C8B-B14F-4D97-AF65-F5344CB8AC3E}">
        <p14:creationId xmlns:p14="http://schemas.microsoft.com/office/powerpoint/2010/main" val="274391915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53B570-D9EF-14DF-36C0-DB9D6F65EC54}"/>
            </a:ext>
          </a:extLst>
        </p:cNvPr>
        <p:cNvGrpSpPr/>
        <p:nvPr/>
      </p:nvGrpSpPr>
      <p:grpSpPr>
        <a:xfrm>
          <a:off x="0" y="0"/>
          <a:ext cx="0" cy="0"/>
          <a:chOff x="0" y="0"/>
          <a:chExt cx="0" cy="0"/>
        </a:xfrm>
      </p:grpSpPr>
      <p:sp>
        <p:nvSpPr>
          <p:cNvPr id="38914" name="Rectangle 2">
            <a:extLst>
              <a:ext uri="{FF2B5EF4-FFF2-40B4-BE49-F238E27FC236}">
                <a16:creationId xmlns:a16="http://schemas.microsoft.com/office/drawing/2014/main" id="{3E393B1B-4657-9FAC-82EA-CD6635C1F93E}"/>
              </a:ext>
            </a:extLst>
          </p:cNvPr>
          <p:cNvSpPr>
            <a:spLocks noGrp="1" noChangeArrowheads="1"/>
          </p:cNvSpPr>
          <p:nvPr>
            <p:ph type="title"/>
          </p:nvPr>
        </p:nvSpPr>
        <p:spPr>
          <a:xfrm>
            <a:off x="323850" y="208384"/>
            <a:ext cx="6480398" cy="533400"/>
          </a:xfrm>
        </p:spPr>
        <p:txBody>
          <a:bodyPr/>
          <a:lstStyle/>
          <a:p>
            <a:pPr eaLnBrk="1" hangingPunct="1"/>
            <a:br>
              <a:rPr lang="en-US" altLang="en-US" sz="2800" b="1" u="sng" dirty="0">
                <a:solidFill>
                  <a:srgbClr val="D34817"/>
                </a:solidFill>
                <a:latin typeface="Cambria" panose="02040503050406030204" pitchFamily="18" charset="0"/>
                <a:ea typeface="Cambria" panose="02040503050406030204" pitchFamily="18" charset="0"/>
              </a:rPr>
            </a:br>
            <a:br>
              <a:rPr lang="en-US" altLang="en-US" sz="2800" b="1" u="sng" dirty="0">
                <a:solidFill>
                  <a:srgbClr val="D34817"/>
                </a:solidFill>
                <a:latin typeface="Cambria" panose="02040503050406030204" pitchFamily="18" charset="0"/>
                <a:ea typeface="Cambria" panose="02040503050406030204" pitchFamily="18" charset="0"/>
              </a:rPr>
            </a:br>
            <a:r>
              <a:rPr lang="en-US" altLang="en-US" sz="2800" b="1" u="sng" dirty="0">
                <a:solidFill>
                  <a:srgbClr val="D34817"/>
                </a:solidFill>
                <a:latin typeface="Cambria" panose="02040503050406030204" pitchFamily="18" charset="0"/>
                <a:ea typeface="Cambria" panose="02040503050406030204" pitchFamily="18" charset="0"/>
              </a:rPr>
              <a:t>Creating Groups of Data</a:t>
            </a:r>
          </a:p>
        </p:txBody>
      </p:sp>
      <p:sp>
        <p:nvSpPr>
          <p:cNvPr id="38915" name="Rectangle 3">
            <a:extLst>
              <a:ext uri="{FF2B5EF4-FFF2-40B4-BE49-F238E27FC236}">
                <a16:creationId xmlns:a16="http://schemas.microsoft.com/office/drawing/2014/main" id="{71E2B316-E3D2-52F4-E061-A05DDB9F6897}"/>
              </a:ext>
            </a:extLst>
          </p:cNvPr>
          <p:cNvSpPr>
            <a:spLocks noGrp="1" noChangeArrowheads="1"/>
          </p:cNvSpPr>
          <p:nvPr>
            <p:ph sz="quarter" idx="1"/>
          </p:nvPr>
        </p:nvSpPr>
        <p:spPr>
          <a:xfrm>
            <a:off x="425450" y="741784"/>
            <a:ext cx="8394700" cy="4343400"/>
          </a:xfrm>
        </p:spPr>
        <p:txBody>
          <a:bodyPr/>
          <a:lstStyle/>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28600" indent="-228600" eaLnBrk="1" hangingPunct="1"/>
            <a:endParaRPr lang="en-US" altLang="en-US" sz="2800" dirty="0"/>
          </a:p>
        </p:txBody>
      </p:sp>
      <p:sp>
        <p:nvSpPr>
          <p:cNvPr id="3" name="Footer Placeholder 2">
            <a:extLst>
              <a:ext uri="{FF2B5EF4-FFF2-40B4-BE49-F238E27FC236}">
                <a16:creationId xmlns:a16="http://schemas.microsoft.com/office/drawing/2014/main" id="{9ACBA8B5-2BCC-591C-AFC0-0D5A77C91567}"/>
              </a:ext>
            </a:extLst>
          </p:cNvPr>
          <p:cNvSpPr>
            <a:spLocks noGrp="1"/>
          </p:cNvSpPr>
          <p:nvPr>
            <p:ph type="ftr" sz="quarter" idx="11"/>
          </p:nvPr>
        </p:nvSpPr>
        <p:spPr>
          <a:xfrm>
            <a:off x="2555776" y="3907904"/>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2" name="Slide Number Placeholder 23">
            <a:extLst>
              <a:ext uri="{FF2B5EF4-FFF2-40B4-BE49-F238E27FC236}">
                <a16:creationId xmlns:a16="http://schemas.microsoft.com/office/drawing/2014/main" id="{68B8C56F-75AC-5246-6988-2E06983BF5C8}"/>
              </a:ext>
            </a:extLst>
          </p:cNvPr>
          <p:cNvSpPr>
            <a:spLocks noGrp="1"/>
          </p:cNvSpPr>
          <p:nvPr>
            <p:ph type="sldNum" sz="quarter" idx="12"/>
          </p:nvPr>
        </p:nvSpPr>
        <p:spPr>
          <a:xfrm>
            <a:off x="8532440" y="6166335"/>
            <a:ext cx="427833"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10</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4" name="Rectangle 3">
            <a:extLst>
              <a:ext uri="{FF2B5EF4-FFF2-40B4-BE49-F238E27FC236}">
                <a16:creationId xmlns:a16="http://schemas.microsoft.com/office/drawing/2014/main" id="{D9D26DC2-D3BF-7AE8-0645-370C1AFAB668}"/>
              </a:ext>
            </a:extLst>
          </p:cNvPr>
          <p:cNvSpPr txBox="1">
            <a:spLocks noChangeArrowheads="1"/>
          </p:cNvSpPr>
          <p:nvPr/>
        </p:nvSpPr>
        <p:spPr bwMode="auto">
          <a:xfrm>
            <a:off x="137740" y="741784"/>
            <a:ext cx="8394700" cy="35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7688"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6963"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285750" indent="-285750" algn="just">
              <a:buSzPct val="50000"/>
              <a:buFont typeface="Wingdings" panose="05000000000000000000" pitchFamily="2" charset="2"/>
              <a:buChar char="l"/>
            </a:pPr>
            <a:r>
              <a:rPr lang="en-US" altLang="en-US" sz="2400" dirty="0">
                <a:latin typeface="Cambria" panose="02040503050406030204" pitchFamily="18" charset="0"/>
                <a:ea typeface="Cambria" panose="02040503050406030204" pitchFamily="18" charset="0"/>
                <a:cs typeface="Calibri" panose="020F0502020204030204" pitchFamily="34" charset="0"/>
              </a:rPr>
              <a:t>All columns in the SELECT list that are not in group functions must be in the GROUP BY clause.</a:t>
            </a:r>
          </a:p>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10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r>
              <a:rPr lang="en-US" altLang="en-US" sz="2400" dirty="0">
                <a:latin typeface="Cambria" panose="02040503050406030204" pitchFamily="18" charset="0"/>
                <a:ea typeface="Cambria" panose="02040503050406030204" pitchFamily="18" charset="0"/>
                <a:cs typeface="Calibri" panose="020F0502020204030204" pitchFamily="34" charset="0"/>
              </a:rPr>
              <a:t>The GROUP BY column does not have to be in the SELECT list.</a:t>
            </a:r>
          </a:p>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12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p:txBody>
      </p:sp>
      <p:sp>
        <p:nvSpPr>
          <p:cNvPr id="8" name="Rectangle 2">
            <a:extLst>
              <a:ext uri="{FF2B5EF4-FFF2-40B4-BE49-F238E27FC236}">
                <a16:creationId xmlns:a16="http://schemas.microsoft.com/office/drawing/2014/main" id="{6729E6A1-4403-DD56-E311-2FB4E4E9A6BD}"/>
              </a:ext>
            </a:extLst>
          </p:cNvPr>
          <p:cNvSpPr>
            <a:spLocks noChangeArrowheads="1"/>
          </p:cNvSpPr>
          <p:nvPr/>
        </p:nvSpPr>
        <p:spPr bwMode="blackWhite">
          <a:xfrm>
            <a:off x="923925" y="1596628"/>
            <a:ext cx="7289800" cy="915987"/>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682625" algn="l"/>
                <a:tab pos="1833563" algn="l"/>
              </a:tabLst>
              <a:defRPr sz="2800">
                <a:solidFill>
                  <a:schemeClr val="tx1"/>
                </a:solidFill>
                <a:latin typeface="Arial" panose="020B0604020202020204" pitchFamily="34" charset="0"/>
              </a:defRPr>
            </a:lvl1pPr>
            <a:lvl2pPr marL="742950" indent="-285750">
              <a:spcBef>
                <a:spcPct val="20000"/>
              </a:spcBef>
              <a:buChar char="–"/>
              <a:tabLst>
                <a:tab pos="682625" algn="l"/>
                <a:tab pos="1833563" algn="l"/>
              </a:tabLst>
              <a:defRPr sz="2400">
                <a:solidFill>
                  <a:schemeClr val="tx1"/>
                </a:solidFill>
                <a:latin typeface="Arial" panose="020B0604020202020204" pitchFamily="34" charset="0"/>
              </a:defRPr>
            </a:lvl2pPr>
            <a:lvl3pPr marL="1143000" indent="-228600">
              <a:spcBef>
                <a:spcPct val="20000"/>
              </a:spcBef>
              <a:buChar char="•"/>
              <a:tabLst>
                <a:tab pos="682625" algn="l"/>
                <a:tab pos="1833563" algn="l"/>
              </a:tabLst>
              <a:defRPr sz="2000">
                <a:solidFill>
                  <a:schemeClr val="tx1"/>
                </a:solidFill>
                <a:latin typeface="Arial" panose="020B0604020202020204" pitchFamily="34" charset="0"/>
              </a:defRPr>
            </a:lvl3pPr>
            <a:lvl4pPr marL="1600200" indent="-228600">
              <a:spcBef>
                <a:spcPct val="20000"/>
              </a:spcBef>
              <a:buChar char="–"/>
              <a:tabLst>
                <a:tab pos="682625" algn="l"/>
                <a:tab pos="1833563" algn="l"/>
              </a:tabLst>
              <a:defRPr sz="2000">
                <a:solidFill>
                  <a:schemeClr val="tx1"/>
                </a:solidFill>
                <a:latin typeface="Arial" panose="020B0604020202020204" pitchFamily="34" charset="0"/>
              </a:defRPr>
            </a:lvl4pPr>
            <a:lvl5pPr marL="2057400" indent="-228600">
              <a:spcBef>
                <a:spcPct val="20000"/>
              </a:spcBef>
              <a:buChar char="»"/>
              <a:tabLst>
                <a:tab pos="682625" algn="l"/>
                <a:tab pos="1833563"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9pPr>
          </a:lstStyle>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p:txBody>
      </p:sp>
      <p:sp>
        <p:nvSpPr>
          <p:cNvPr id="9" name="Rectangle 3">
            <a:extLst>
              <a:ext uri="{FF2B5EF4-FFF2-40B4-BE49-F238E27FC236}">
                <a16:creationId xmlns:a16="http://schemas.microsoft.com/office/drawing/2014/main" id="{B7389775-0496-7BE4-ABD4-70B9C36F981C}"/>
              </a:ext>
            </a:extLst>
          </p:cNvPr>
          <p:cNvSpPr>
            <a:spLocks noChangeArrowheads="1"/>
          </p:cNvSpPr>
          <p:nvPr/>
        </p:nvSpPr>
        <p:spPr bwMode="blackWhite">
          <a:xfrm>
            <a:off x="938213" y="2708920"/>
            <a:ext cx="7289800" cy="1465263"/>
          </a:xfrm>
          <a:prstGeom prst="rect">
            <a:avLst/>
          </a:prstGeom>
          <a:solidFill>
            <a:srgbClr val="EAEAEA"/>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682625" algn="l"/>
                <a:tab pos="1833563" algn="l"/>
              </a:tabLst>
              <a:defRPr sz="2800">
                <a:solidFill>
                  <a:schemeClr val="tx1"/>
                </a:solidFill>
                <a:latin typeface="Arial" panose="020B0604020202020204" pitchFamily="34" charset="0"/>
              </a:defRPr>
            </a:lvl1pPr>
            <a:lvl2pPr marL="742950" indent="-285750">
              <a:spcBef>
                <a:spcPct val="20000"/>
              </a:spcBef>
              <a:buChar char="–"/>
              <a:tabLst>
                <a:tab pos="682625" algn="l"/>
                <a:tab pos="1833563" algn="l"/>
              </a:tabLst>
              <a:defRPr sz="2400">
                <a:solidFill>
                  <a:schemeClr val="tx1"/>
                </a:solidFill>
                <a:latin typeface="Arial" panose="020B0604020202020204" pitchFamily="34" charset="0"/>
              </a:defRPr>
            </a:lvl2pPr>
            <a:lvl3pPr marL="1143000" indent="-228600">
              <a:spcBef>
                <a:spcPct val="20000"/>
              </a:spcBef>
              <a:buChar char="•"/>
              <a:tabLst>
                <a:tab pos="682625" algn="l"/>
                <a:tab pos="1833563" algn="l"/>
              </a:tabLst>
              <a:defRPr sz="2000">
                <a:solidFill>
                  <a:schemeClr val="tx1"/>
                </a:solidFill>
                <a:latin typeface="Arial" panose="020B0604020202020204" pitchFamily="34" charset="0"/>
              </a:defRPr>
            </a:lvl3pPr>
            <a:lvl4pPr marL="1600200" indent="-228600">
              <a:spcBef>
                <a:spcPct val="20000"/>
              </a:spcBef>
              <a:buChar char="–"/>
              <a:tabLst>
                <a:tab pos="682625" algn="l"/>
                <a:tab pos="1833563" algn="l"/>
              </a:tabLst>
              <a:defRPr sz="2000">
                <a:solidFill>
                  <a:schemeClr val="tx1"/>
                </a:solidFill>
                <a:latin typeface="Arial" panose="020B0604020202020204" pitchFamily="34" charset="0"/>
              </a:defRPr>
            </a:lvl4pPr>
            <a:lvl5pPr marL="2057400" indent="-228600">
              <a:spcBef>
                <a:spcPct val="20000"/>
              </a:spcBef>
              <a:buChar char="»"/>
              <a:tabLst>
                <a:tab pos="682625" algn="l"/>
                <a:tab pos="1833563"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9pPr>
          </a:lstStyle>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p:txBody>
      </p:sp>
      <p:grpSp>
        <p:nvGrpSpPr>
          <p:cNvPr id="11" name="Group 7">
            <a:extLst>
              <a:ext uri="{FF2B5EF4-FFF2-40B4-BE49-F238E27FC236}">
                <a16:creationId xmlns:a16="http://schemas.microsoft.com/office/drawing/2014/main" id="{694D080F-87A6-AE05-E184-3B4F8C3BD6CE}"/>
              </a:ext>
            </a:extLst>
          </p:cNvPr>
          <p:cNvGrpSpPr>
            <a:grpSpLocks/>
          </p:cNvGrpSpPr>
          <p:nvPr/>
        </p:nvGrpSpPr>
        <p:grpSpPr bwMode="auto">
          <a:xfrm>
            <a:off x="1475656" y="3213472"/>
            <a:ext cx="2641600" cy="863600"/>
            <a:chOff x="640" y="3154"/>
            <a:chExt cx="1664" cy="544"/>
          </a:xfrm>
        </p:grpSpPr>
        <p:sp>
          <p:nvSpPr>
            <p:cNvPr id="14" name="Rectangle 9">
              <a:extLst>
                <a:ext uri="{FF2B5EF4-FFF2-40B4-BE49-F238E27FC236}">
                  <a16:creationId xmlns:a16="http://schemas.microsoft.com/office/drawing/2014/main" id="{D70FD568-CA82-36F0-6A9C-C215A1DA85D9}"/>
                </a:ext>
              </a:extLst>
            </p:cNvPr>
            <p:cNvSpPr>
              <a:spLocks noChangeArrowheads="1"/>
            </p:cNvSpPr>
            <p:nvPr/>
          </p:nvSpPr>
          <p:spPr bwMode="ltGray">
            <a:xfrm>
              <a:off x="640" y="3154"/>
              <a:ext cx="1664" cy="179"/>
            </a:xfrm>
            <a:prstGeom prst="rect">
              <a:avLst/>
            </a:prstGeom>
            <a:solidFill>
              <a:srgbClr val="FF5050">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15" name="Rectangle 10">
              <a:extLst>
                <a:ext uri="{FF2B5EF4-FFF2-40B4-BE49-F238E27FC236}">
                  <a16:creationId xmlns:a16="http://schemas.microsoft.com/office/drawing/2014/main" id="{F114C569-053C-7ED6-3793-430B6206192E}"/>
                </a:ext>
              </a:extLst>
            </p:cNvPr>
            <p:cNvSpPr>
              <a:spLocks noChangeArrowheads="1"/>
            </p:cNvSpPr>
            <p:nvPr/>
          </p:nvSpPr>
          <p:spPr bwMode="ltGray">
            <a:xfrm>
              <a:off x="640" y="3335"/>
              <a:ext cx="1664" cy="179"/>
            </a:xfrm>
            <a:prstGeom prst="rect">
              <a:avLst/>
            </a:prstGeom>
            <a:solidFill>
              <a:srgbClr val="009900">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16" name="Rectangle 11">
              <a:extLst>
                <a:ext uri="{FF2B5EF4-FFF2-40B4-BE49-F238E27FC236}">
                  <a16:creationId xmlns:a16="http://schemas.microsoft.com/office/drawing/2014/main" id="{7E19A936-AC43-5E6C-042D-A9351BB59D7A}"/>
                </a:ext>
              </a:extLst>
            </p:cNvPr>
            <p:cNvSpPr>
              <a:spLocks noChangeArrowheads="1"/>
            </p:cNvSpPr>
            <p:nvPr/>
          </p:nvSpPr>
          <p:spPr bwMode="ltGray">
            <a:xfrm>
              <a:off x="640" y="3519"/>
              <a:ext cx="1664" cy="179"/>
            </a:xfrm>
            <a:prstGeom prst="rect">
              <a:avLst/>
            </a:prstGeom>
            <a:solidFill>
              <a:srgbClr val="3399FF">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grpSp>
      <p:sp>
        <p:nvSpPr>
          <p:cNvPr id="17" name="Rectangle 13">
            <a:extLst>
              <a:ext uri="{FF2B5EF4-FFF2-40B4-BE49-F238E27FC236}">
                <a16:creationId xmlns:a16="http://schemas.microsoft.com/office/drawing/2014/main" id="{136A7E28-7E3F-9BDF-F062-EBCE6470FB94}"/>
              </a:ext>
            </a:extLst>
          </p:cNvPr>
          <p:cNvSpPr>
            <a:spLocks noChangeArrowheads="1"/>
          </p:cNvSpPr>
          <p:nvPr/>
        </p:nvSpPr>
        <p:spPr bwMode="blackWhite">
          <a:xfrm>
            <a:off x="889000" y="1583928"/>
            <a:ext cx="7315200" cy="941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tabLst>
                <a:tab pos="682625" algn="l"/>
                <a:tab pos="1833563" algn="l"/>
              </a:tabLst>
              <a:defRPr sz="2800">
                <a:solidFill>
                  <a:schemeClr val="tx1"/>
                </a:solidFill>
                <a:latin typeface="Arial" panose="020B0604020202020204" pitchFamily="34" charset="0"/>
              </a:defRPr>
            </a:lvl1pPr>
            <a:lvl2pPr marL="742950" indent="-285750">
              <a:spcBef>
                <a:spcPct val="20000"/>
              </a:spcBef>
              <a:buChar char="–"/>
              <a:tabLst>
                <a:tab pos="682625" algn="l"/>
                <a:tab pos="1833563" algn="l"/>
              </a:tabLst>
              <a:defRPr sz="2400">
                <a:solidFill>
                  <a:schemeClr val="tx1"/>
                </a:solidFill>
                <a:latin typeface="Arial" panose="020B0604020202020204" pitchFamily="34" charset="0"/>
              </a:defRPr>
            </a:lvl2pPr>
            <a:lvl3pPr marL="1143000" indent="-228600">
              <a:spcBef>
                <a:spcPct val="20000"/>
              </a:spcBef>
              <a:buChar char="•"/>
              <a:tabLst>
                <a:tab pos="682625" algn="l"/>
                <a:tab pos="1833563" algn="l"/>
              </a:tabLst>
              <a:defRPr sz="2000">
                <a:solidFill>
                  <a:schemeClr val="tx1"/>
                </a:solidFill>
                <a:latin typeface="Arial" panose="020B0604020202020204" pitchFamily="34" charset="0"/>
              </a:defRPr>
            </a:lvl3pPr>
            <a:lvl4pPr marL="1600200" indent="-228600">
              <a:spcBef>
                <a:spcPct val="20000"/>
              </a:spcBef>
              <a:buChar char="–"/>
              <a:tabLst>
                <a:tab pos="682625" algn="l"/>
                <a:tab pos="1833563" algn="l"/>
              </a:tabLst>
              <a:defRPr sz="2000">
                <a:solidFill>
                  <a:schemeClr val="tx1"/>
                </a:solidFill>
                <a:latin typeface="Arial" panose="020B0604020202020204" pitchFamily="34" charset="0"/>
              </a:defRPr>
            </a:lvl4pPr>
            <a:lvl5pPr marL="2057400" indent="-228600">
              <a:spcBef>
                <a:spcPct val="20000"/>
              </a:spcBef>
              <a:buChar char="»"/>
              <a:tabLst>
                <a:tab pos="682625" algn="l"/>
                <a:tab pos="1833563"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9pPr>
          </a:lstStyle>
          <a:p>
            <a:pPr>
              <a:spcBef>
                <a:spcPct val="0"/>
              </a:spcBef>
              <a:buFontTx/>
              <a:buNone/>
            </a:pPr>
            <a:r>
              <a:rPr lang="en-US" altLang="en-US" sz="1800" b="1" dirty="0">
                <a:solidFill>
                  <a:srgbClr val="000000"/>
                </a:solidFill>
                <a:latin typeface="Courier New" panose="02070309020205020404" pitchFamily="49" charset="0"/>
              </a:rPr>
              <a:t>SQL&gt; SELECT   </a:t>
            </a:r>
            <a:r>
              <a:rPr lang="en-US" altLang="en-US" sz="1800" b="1" dirty="0" err="1">
                <a:solidFill>
                  <a:srgbClr val="000000"/>
                </a:solidFill>
                <a:latin typeface="Courier New" panose="02070309020205020404" pitchFamily="49" charset="0"/>
              </a:rPr>
              <a:t>deptno</a:t>
            </a:r>
            <a:r>
              <a:rPr lang="en-US" altLang="en-US" sz="1800" b="1" dirty="0">
                <a:solidFill>
                  <a:srgbClr val="000000"/>
                </a:solidFill>
                <a:latin typeface="Courier New" panose="02070309020205020404" pitchFamily="49" charset="0"/>
              </a:rPr>
              <a:t>, AVG(</a:t>
            </a:r>
            <a:r>
              <a:rPr lang="en-US" altLang="en-US" sz="1800" b="1" dirty="0" err="1">
                <a:solidFill>
                  <a:srgbClr val="000000"/>
                </a:solidFill>
                <a:latin typeface="Courier New" panose="02070309020205020404" pitchFamily="49" charset="0"/>
              </a:rPr>
              <a:t>sal</a:t>
            </a:r>
            <a:r>
              <a:rPr lang="en-US" altLang="en-US" sz="1800" b="1" dirty="0">
                <a:solidFill>
                  <a:srgbClr val="000000"/>
                </a:solidFill>
                <a:latin typeface="Courier New" panose="02070309020205020404" pitchFamily="49" charset="0"/>
              </a:rPr>
              <a:t>)</a:t>
            </a:r>
          </a:p>
          <a:p>
            <a:pPr>
              <a:spcBef>
                <a:spcPct val="0"/>
              </a:spcBef>
              <a:buFontTx/>
              <a:buNone/>
            </a:pPr>
            <a:r>
              <a:rPr lang="en-US" altLang="en-US" sz="1800" b="1" dirty="0">
                <a:solidFill>
                  <a:srgbClr val="000000"/>
                </a:solidFill>
                <a:latin typeface="Courier New" panose="02070309020205020404" pitchFamily="49" charset="0"/>
              </a:rPr>
              <a:t>  2  FROM     emp</a:t>
            </a:r>
          </a:p>
          <a:p>
            <a:pPr>
              <a:spcBef>
                <a:spcPct val="0"/>
              </a:spcBef>
              <a:buFontTx/>
              <a:buNone/>
            </a:pPr>
            <a:r>
              <a:rPr lang="en-US" altLang="en-US" sz="1800" b="1" dirty="0">
                <a:solidFill>
                  <a:srgbClr val="000000"/>
                </a:solidFill>
                <a:latin typeface="Courier New" panose="02070309020205020404" pitchFamily="49" charset="0"/>
              </a:rPr>
              <a:t>  3  GROUP BY </a:t>
            </a:r>
            <a:r>
              <a:rPr lang="en-US" altLang="en-US" sz="1800" b="1" dirty="0" err="1">
                <a:solidFill>
                  <a:srgbClr val="000000"/>
                </a:solidFill>
                <a:latin typeface="Courier New" panose="02070309020205020404" pitchFamily="49" charset="0"/>
              </a:rPr>
              <a:t>deptno</a:t>
            </a:r>
            <a:r>
              <a:rPr lang="en-US" altLang="en-US" sz="1800" b="1" dirty="0">
                <a:solidFill>
                  <a:srgbClr val="000000"/>
                </a:solidFill>
                <a:latin typeface="Courier New" panose="02070309020205020404" pitchFamily="49" charset="0"/>
              </a:rPr>
              <a:t>;</a:t>
            </a:r>
          </a:p>
        </p:txBody>
      </p:sp>
      <p:sp>
        <p:nvSpPr>
          <p:cNvPr id="18" name="Rectangle 14">
            <a:extLst>
              <a:ext uri="{FF2B5EF4-FFF2-40B4-BE49-F238E27FC236}">
                <a16:creationId xmlns:a16="http://schemas.microsoft.com/office/drawing/2014/main" id="{7BD4EBE4-7C7A-35EE-8E11-57A6BC836D81}"/>
              </a:ext>
            </a:extLst>
          </p:cNvPr>
          <p:cNvSpPr>
            <a:spLocks noChangeArrowheads="1"/>
          </p:cNvSpPr>
          <p:nvPr/>
        </p:nvSpPr>
        <p:spPr bwMode="blackWhite">
          <a:xfrm>
            <a:off x="971600" y="2658417"/>
            <a:ext cx="7315200" cy="1490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tabLst>
                <a:tab pos="682625" algn="l"/>
                <a:tab pos="1833563" algn="l"/>
              </a:tabLst>
              <a:defRPr sz="2800">
                <a:solidFill>
                  <a:schemeClr val="tx1"/>
                </a:solidFill>
                <a:latin typeface="Arial" panose="020B0604020202020204" pitchFamily="34" charset="0"/>
              </a:defRPr>
            </a:lvl1pPr>
            <a:lvl2pPr marL="742950" indent="-285750">
              <a:spcBef>
                <a:spcPct val="20000"/>
              </a:spcBef>
              <a:buChar char="–"/>
              <a:tabLst>
                <a:tab pos="682625" algn="l"/>
                <a:tab pos="1833563" algn="l"/>
              </a:tabLst>
              <a:defRPr sz="2400">
                <a:solidFill>
                  <a:schemeClr val="tx1"/>
                </a:solidFill>
                <a:latin typeface="Arial" panose="020B0604020202020204" pitchFamily="34" charset="0"/>
              </a:defRPr>
            </a:lvl2pPr>
            <a:lvl3pPr marL="1143000" indent="-228600">
              <a:spcBef>
                <a:spcPct val="20000"/>
              </a:spcBef>
              <a:buChar char="•"/>
              <a:tabLst>
                <a:tab pos="682625" algn="l"/>
                <a:tab pos="1833563" algn="l"/>
              </a:tabLst>
              <a:defRPr sz="2000">
                <a:solidFill>
                  <a:schemeClr val="tx1"/>
                </a:solidFill>
                <a:latin typeface="Arial" panose="020B0604020202020204" pitchFamily="34" charset="0"/>
              </a:defRPr>
            </a:lvl3pPr>
            <a:lvl4pPr marL="1600200" indent="-228600">
              <a:spcBef>
                <a:spcPct val="20000"/>
              </a:spcBef>
              <a:buChar char="–"/>
              <a:tabLst>
                <a:tab pos="682625" algn="l"/>
                <a:tab pos="1833563" algn="l"/>
              </a:tabLst>
              <a:defRPr sz="2000">
                <a:solidFill>
                  <a:schemeClr val="tx1"/>
                </a:solidFill>
                <a:latin typeface="Arial" panose="020B0604020202020204" pitchFamily="34" charset="0"/>
              </a:defRPr>
            </a:lvl4pPr>
            <a:lvl5pPr marL="2057400" indent="-228600">
              <a:spcBef>
                <a:spcPct val="20000"/>
              </a:spcBef>
              <a:buChar char="»"/>
              <a:tabLst>
                <a:tab pos="682625" algn="l"/>
                <a:tab pos="1833563"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9pPr>
          </a:lstStyle>
          <a:p>
            <a:pPr>
              <a:spcBef>
                <a:spcPct val="0"/>
              </a:spcBef>
              <a:buFontTx/>
              <a:buNone/>
            </a:pPr>
            <a:r>
              <a:rPr lang="en-US" altLang="en-US" sz="1800" b="1" dirty="0">
                <a:solidFill>
                  <a:srgbClr val="000000"/>
                </a:solidFill>
                <a:latin typeface="Courier New" panose="02070309020205020404" pitchFamily="49" charset="0"/>
              </a:rPr>
              <a:t>   DEPTNO  AVG(SAL)</a:t>
            </a:r>
          </a:p>
          <a:p>
            <a:pPr>
              <a:spcBef>
                <a:spcPct val="0"/>
              </a:spcBef>
              <a:buFontTx/>
              <a:buNone/>
            </a:pPr>
            <a:r>
              <a:rPr lang="en-US" altLang="en-US" sz="1800" b="1" dirty="0">
                <a:solidFill>
                  <a:srgbClr val="000000"/>
                </a:solidFill>
                <a:latin typeface="Courier New" panose="02070309020205020404" pitchFamily="49" charset="0"/>
              </a:rPr>
              <a:t>--------- ---------</a:t>
            </a:r>
          </a:p>
          <a:p>
            <a:pPr>
              <a:spcBef>
                <a:spcPct val="0"/>
              </a:spcBef>
              <a:buFontTx/>
              <a:buNone/>
            </a:pPr>
            <a:r>
              <a:rPr lang="en-US" altLang="en-US" sz="1800" b="1" dirty="0">
                <a:solidFill>
                  <a:srgbClr val="000000"/>
                </a:solidFill>
                <a:latin typeface="Courier New" panose="02070309020205020404" pitchFamily="49" charset="0"/>
              </a:rPr>
              <a:t>       10 2916.6667</a:t>
            </a:r>
          </a:p>
          <a:p>
            <a:pPr>
              <a:spcBef>
                <a:spcPct val="0"/>
              </a:spcBef>
              <a:buFontTx/>
              <a:buNone/>
            </a:pPr>
            <a:r>
              <a:rPr lang="en-US" altLang="en-US" sz="1800" b="1" dirty="0">
                <a:solidFill>
                  <a:srgbClr val="000000"/>
                </a:solidFill>
                <a:latin typeface="Courier New" panose="02070309020205020404" pitchFamily="49" charset="0"/>
              </a:rPr>
              <a:t>       20      2175</a:t>
            </a:r>
          </a:p>
          <a:p>
            <a:pPr>
              <a:spcBef>
                <a:spcPct val="0"/>
              </a:spcBef>
              <a:buFontTx/>
              <a:buNone/>
            </a:pPr>
            <a:r>
              <a:rPr lang="en-US" altLang="en-US" sz="1800" b="1" dirty="0">
                <a:solidFill>
                  <a:srgbClr val="000000"/>
                </a:solidFill>
                <a:latin typeface="Courier New" panose="02070309020205020404" pitchFamily="49" charset="0"/>
              </a:rPr>
              <a:t>       30 1566.6667</a:t>
            </a:r>
          </a:p>
        </p:txBody>
      </p:sp>
      <p:sp>
        <p:nvSpPr>
          <p:cNvPr id="10" name="Rectangle 2">
            <a:extLst>
              <a:ext uri="{FF2B5EF4-FFF2-40B4-BE49-F238E27FC236}">
                <a16:creationId xmlns:a16="http://schemas.microsoft.com/office/drawing/2014/main" id="{1953EDFE-1DF4-9B45-0C72-D9734F71FDEA}"/>
              </a:ext>
            </a:extLst>
          </p:cNvPr>
          <p:cNvSpPr>
            <a:spLocks noChangeArrowheads="1"/>
          </p:cNvSpPr>
          <p:nvPr/>
        </p:nvSpPr>
        <p:spPr bwMode="blackWhite">
          <a:xfrm>
            <a:off x="780976" y="5281489"/>
            <a:ext cx="3430984" cy="915988"/>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682625" algn="l"/>
                <a:tab pos="1833563" algn="l"/>
              </a:tabLst>
              <a:defRPr sz="2800">
                <a:solidFill>
                  <a:schemeClr val="tx1"/>
                </a:solidFill>
                <a:latin typeface="Arial" panose="020B0604020202020204" pitchFamily="34" charset="0"/>
              </a:defRPr>
            </a:lvl1pPr>
            <a:lvl2pPr marL="742950" indent="-285750">
              <a:spcBef>
                <a:spcPct val="20000"/>
              </a:spcBef>
              <a:buChar char="–"/>
              <a:tabLst>
                <a:tab pos="682625" algn="l"/>
                <a:tab pos="1833563" algn="l"/>
              </a:tabLst>
              <a:defRPr sz="2400">
                <a:solidFill>
                  <a:schemeClr val="tx1"/>
                </a:solidFill>
                <a:latin typeface="Arial" panose="020B0604020202020204" pitchFamily="34" charset="0"/>
              </a:defRPr>
            </a:lvl2pPr>
            <a:lvl3pPr marL="1143000" indent="-228600">
              <a:spcBef>
                <a:spcPct val="20000"/>
              </a:spcBef>
              <a:buChar char="•"/>
              <a:tabLst>
                <a:tab pos="682625" algn="l"/>
                <a:tab pos="1833563" algn="l"/>
              </a:tabLst>
              <a:defRPr sz="2000">
                <a:solidFill>
                  <a:schemeClr val="tx1"/>
                </a:solidFill>
                <a:latin typeface="Arial" panose="020B0604020202020204" pitchFamily="34" charset="0"/>
              </a:defRPr>
            </a:lvl3pPr>
            <a:lvl4pPr marL="1600200" indent="-228600">
              <a:spcBef>
                <a:spcPct val="20000"/>
              </a:spcBef>
              <a:buChar char="–"/>
              <a:tabLst>
                <a:tab pos="682625" algn="l"/>
                <a:tab pos="1833563" algn="l"/>
              </a:tabLst>
              <a:defRPr sz="2000">
                <a:solidFill>
                  <a:schemeClr val="tx1"/>
                </a:solidFill>
                <a:latin typeface="Arial" panose="020B0604020202020204" pitchFamily="34" charset="0"/>
              </a:defRPr>
            </a:lvl4pPr>
            <a:lvl5pPr marL="2057400" indent="-228600">
              <a:spcBef>
                <a:spcPct val="20000"/>
              </a:spcBef>
              <a:buChar char="»"/>
              <a:tabLst>
                <a:tab pos="682625" algn="l"/>
                <a:tab pos="1833563"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9pPr>
          </a:lstStyle>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p:txBody>
      </p:sp>
      <p:sp>
        <p:nvSpPr>
          <p:cNvPr id="12" name="Rectangle 11">
            <a:extLst>
              <a:ext uri="{FF2B5EF4-FFF2-40B4-BE49-F238E27FC236}">
                <a16:creationId xmlns:a16="http://schemas.microsoft.com/office/drawing/2014/main" id="{AC946BA4-B7C2-E206-051D-67C4490F106E}"/>
              </a:ext>
            </a:extLst>
          </p:cNvPr>
          <p:cNvSpPr>
            <a:spLocks noChangeArrowheads="1"/>
          </p:cNvSpPr>
          <p:nvPr/>
        </p:nvSpPr>
        <p:spPr bwMode="blackWhite">
          <a:xfrm>
            <a:off x="755576" y="5268789"/>
            <a:ext cx="7315200" cy="941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tabLst>
                <a:tab pos="682625" algn="l"/>
                <a:tab pos="1833563" algn="l"/>
              </a:tabLst>
              <a:defRPr sz="2800">
                <a:solidFill>
                  <a:schemeClr val="tx1"/>
                </a:solidFill>
                <a:latin typeface="Arial" panose="020B0604020202020204" pitchFamily="34" charset="0"/>
              </a:defRPr>
            </a:lvl1pPr>
            <a:lvl2pPr marL="742950" indent="-285750">
              <a:spcBef>
                <a:spcPct val="20000"/>
              </a:spcBef>
              <a:buChar char="–"/>
              <a:tabLst>
                <a:tab pos="682625" algn="l"/>
                <a:tab pos="1833563" algn="l"/>
              </a:tabLst>
              <a:defRPr sz="2400">
                <a:solidFill>
                  <a:schemeClr val="tx1"/>
                </a:solidFill>
                <a:latin typeface="Arial" panose="020B0604020202020204" pitchFamily="34" charset="0"/>
              </a:defRPr>
            </a:lvl2pPr>
            <a:lvl3pPr marL="1143000" indent="-228600">
              <a:spcBef>
                <a:spcPct val="20000"/>
              </a:spcBef>
              <a:buChar char="•"/>
              <a:tabLst>
                <a:tab pos="682625" algn="l"/>
                <a:tab pos="1833563" algn="l"/>
              </a:tabLst>
              <a:defRPr sz="2000">
                <a:solidFill>
                  <a:schemeClr val="tx1"/>
                </a:solidFill>
                <a:latin typeface="Arial" panose="020B0604020202020204" pitchFamily="34" charset="0"/>
              </a:defRPr>
            </a:lvl3pPr>
            <a:lvl4pPr marL="1600200" indent="-228600">
              <a:spcBef>
                <a:spcPct val="20000"/>
              </a:spcBef>
              <a:buChar char="–"/>
              <a:tabLst>
                <a:tab pos="682625" algn="l"/>
                <a:tab pos="1833563" algn="l"/>
              </a:tabLst>
              <a:defRPr sz="2000">
                <a:solidFill>
                  <a:schemeClr val="tx1"/>
                </a:solidFill>
                <a:latin typeface="Arial" panose="020B0604020202020204" pitchFamily="34" charset="0"/>
              </a:defRPr>
            </a:lvl4pPr>
            <a:lvl5pPr marL="2057400" indent="-228600">
              <a:spcBef>
                <a:spcPct val="20000"/>
              </a:spcBef>
              <a:buChar char="»"/>
              <a:tabLst>
                <a:tab pos="682625" algn="l"/>
                <a:tab pos="1833563"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latin typeface="Courier New" panose="02070309020205020404" pitchFamily="49" charset="0"/>
              </a:rPr>
              <a:t>SQL&gt; SELECT   AVG(sal)</a:t>
            </a:r>
          </a:p>
          <a:p>
            <a:pPr>
              <a:spcBef>
                <a:spcPct val="0"/>
              </a:spcBef>
              <a:buFontTx/>
              <a:buNone/>
            </a:pPr>
            <a:r>
              <a:rPr lang="en-US" altLang="en-US" sz="1800" b="1">
                <a:solidFill>
                  <a:srgbClr val="000000"/>
                </a:solidFill>
                <a:latin typeface="Courier New" panose="02070309020205020404" pitchFamily="49" charset="0"/>
              </a:rPr>
              <a:t>  2  FROM     emp</a:t>
            </a:r>
          </a:p>
          <a:p>
            <a:pPr>
              <a:spcBef>
                <a:spcPct val="0"/>
              </a:spcBef>
              <a:buFontTx/>
              <a:buNone/>
            </a:pPr>
            <a:r>
              <a:rPr lang="en-US" altLang="en-US" sz="1800" b="1">
                <a:solidFill>
                  <a:srgbClr val="000000"/>
                </a:solidFill>
                <a:latin typeface="Courier New" panose="02070309020205020404" pitchFamily="49" charset="0"/>
              </a:rPr>
              <a:t>  3  GROUP BY deptno;</a:t>
            </a:r>
          </a:p>
        </p:txBody>
      </p:sp>
      <p:sp>
        <p:nvSpPr>
          <p:cNvPr id="13" name="Rectangle 3">
            <a:extLst>
              <a:ext uri="{FF2B5EF4-FFF2-40B4-BE49-F238E27FC236}">
                <a16:creationId xmlns:a16="http://schemas.microsoft.com/office/drawing/2014/main" id="{6AAB4CF9-584A-69FC-3497-47916F4117E4}"/>
              </a:ext>
            </a:extLst>
          </p:cNvPr>
          <p:cNvSpPr>
            <a:spLocks noChangeArrowheads="1"/>
          </p:cNvSpPr>
          <p:nvPr/>
        </p:nvSpPr>
        <p:spPr bwMode="blackWhite">
          <a:xfrm>
            <a:off x="4978128" y="5242540"/>
            <a:ext cx="3322495" cy="1465262"/>
          </a:xfrm>
          <a:prstGeom prst="rect">
            <a:avLst/>
          </a:prstGeom>
          <a:solidFill>
            <a:srgbClr val="EAEAEA"/>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682625" algn="l"/>
                <a:tab pos="1833563" algn="l"/>
              </a:tabLst>
              <a:defRPr sz="2800">
                <a:solidFill>
                  <a:schemeClr val="tx1"/>
                </a:solidFill>
                <a:latin typeface="Arial" panose="020B0604020202020204" pitchFamily="34" charset="0"/>
              </a:defRPr>
            </a:lvl1pPr>
            <a:lvl2pPr marL="742950" indent="-285750">
              <a:spcBef>
                <a:spcPct val="20000"/>
              </a:spcBef>
              <a:buChar char="–"/>
              <a:tabLst>
                <a:tab pos="682625" algn="l"/>
                <a:tab pos="1833563" algn="l"/>
              </a:tabLst>
              <a:defRPr sz="2400">
                <a:solidFill>
                  <a:schemeClr val="tx1"/>
                </a:solidFill>
                <a:latin typeface="Arial" panose="020B0604020202020204" pitchFamily="34" charset="0"/>
              </a:defRPr>
            </a:lvl2pPr>
            <a:lvl3pPr marL="1143000" indent="-228600">
              <a:spcBef>
                <a:spcPct val="20000"/>
              </a:spcBef>
              <a:buChar char="•"/>
              <a:tabLst>
                <a:tab pos="682625" algn="l"/>
                <a:tab pos="1833563" algn="l"/>
              </a:tabLst>
              <a:defRPr sz="2000">
                <a:solidFill>
                  <a:schemeClr val="tx1"/>
                </a:solidFill>
                <a:latin typeface="Arial" panose="020B0604020202020204" pitchFamily="34" charset="0"/>
              </a:defRPr>
            </a:lvl3pPr>
            <a:lvl4pPr marL="1600200" indent="-228600">
              <a:spcBef>
                <a:spcPct val="20000"/>
              </a:spcBef>
              <a:buChar char="–"/>
              <a:tabLst>
                <a:tab pos="682625" algn="l"/>
                <a:tab pos="1833563" algn="l"/>
              </a:tabLst>
              <a:defRPr sz="2000">
                <a:solidFill>
                  <a:schemeClr val="tx1"/>
                </a:solidFill>
                <a:latin typeface="Arial" panose="020B0604020202020204" pitchFamily="34" charset="0"/>
              </a:defRPr>
            </a:lvl4pPr>
            <a:lvl5pPr marL="2057400" indent="-228600">
              <a:spcBef>
                <a:spcPct val="20000"/>
              </a:spcBef>
              <a:buChar char="»"/>
              <a:tabLst>
                <a:tab pos="682625" algn="l"/>
                <a:tab pos="1833563"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9pPr>
          </a:lstStyle>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p:txBody>
      </p:sp>
      <p:sp>
        <p:nvSpPr>
          <p:cNvPr id="19" name="Rectangle 12">
            <a:extLst>
              <a:ext uri="{FF2B5EF4-FFF2-40B4-BE49-F238E27FC236}">
                <a16:creationId xmlns:a16="http://schemas.microsoft.com/office/drawing/2014/main" id="{CEA696A5-879B-3DB9-965A-0FC5D32BEB3D}"/>
              </a:ext>
            </a:extLst>
          </p:cNvPr>
          <p:cNvSpPr>
            <a:spLocks noChangeArrowheads="1"/>
          </p:cNvSpPr>
          <p:nvPr/>
        </p:nvSpPr>
        <p:spPr bwMode="blackWhite">
          <a:xfrm>
            <a:off x="4952728" y="5229840"/>
            <a:ext cx="3334072" cy="1490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tabLst>
                <a:tab pos="682625" algn="l"/>
                <a:tab pos="1833563" algn="l"/>
              </a:tabLst>
              <a:defRPr sz="2800">
                <a:solidFill>
                  <a:schemeClr val="tx1"/>
                </a:solidFill>
                <a:latin typeface="Arial" panose="020B0604020202020204" pitchFamily="34" charset="0"/>
              </a:defRPr>
            </a:lvl1pPr>
            <a:lvl2pPr marL="742950" indent="-285750">
              <a:spcBef>
                <a:spcPct val="20000"/>
              </a:spcBef>
              <a:buChar char="–"/>
              <a:tabLst>
                <a:tab pos="682625" algn="l"/>
                <a:tab pos="1833563" algn="l"/>
              </a:tabLst>
              <a:defRPr sz="2400">
                <a:solidFill>
                  <a:schemeClr val="tx1"/>
                </a:solidFill>
                <a:latin typeface="Arial" panose="020B0604020202020204" pitchFamily="34" charset="0"/>
              </a:defRPr>
            </a:lvl2pPr>
            <a:lvl3pPr marL="1143000" indent="-228600">
              <a:spcBef>
                <a:spcPct val="20000"/>
              </a:spcBef>
              <a:buChar char="•"/>
              <a:tabLst>
                <a:tab pos="682625" algn="l"/>
                <a:tab pos="1833563" algn="l"/>
              </a:tabLst>
              <a:defRPr sz="2000">
                <a:solidFill>
                  <a:schemeClr val="tx1"/>
                </a:solidFill>
                <a:latin typeface="Arial" panose="020B0604020202020204" pitchFamily="34" charset="0"/>
              </a:defRPr>
            </a:lvl3pPr>
            <a:lvl4pPr marL="1600200" indent="-228600">
              <a:spcBef>
                <a:spcPct val="20000"/>
              </a:spcBef>
              <a:buChar char="–"/>
              <a:tabLst>
                <a:tab pos="682625" algn="l"/>
                <a:tab pos="1833563" algn="l"/>
              </a:tabLst>
              <a:defRPr sz="2000">
                <a:solidFill>
                  <a:schemeClr val="tx1"/>
                </a:solidFill>
                <a:latin typeface="Arial" panose="020B0604020202020204" pitchFamily="34" charset="0"/>
              </a:defRPr>
            </a:lvl4pPr>
            <a:lvl5pPr marL="2057400" indent="-228600">
              <a:spcBef>
                <a:spcPct val="20000"/>
              </a:spcBef>
              <a:buChar char="»"/>
              <a:tabLst>
                <a:tab pos="682625" algn="l"/>
                <a:tab pos="1833563"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latin typeface="Courier New" panose="02070309020205020404" pitchFamily="49" charset="0"/>
              </a:rPr>
              <a:t> AVG(SAL)</a:t>
            </a:r>
          </a:p>
          <a:p>
            <a:pPr>
              <a:spcBef>
                <a:spcPct val="0"/>
              </a:spcBef>
              <a:buFontTx/>
              <a:buNone/>
            </a:pPr>
            <a:r>
              <a:rPr lang="en-US" altLang="en-US" sz="1800" b="1">
                <a:solidFill>
                  <a:srgbClr val="000000"/>
                </a:solidFill>
                <a:latin typeface="Courier New" panose="02070309020205020404" pitchFamily="49" charset="0"/>
              </a:rPr>
              <a:t>--------- </a:t>
            </a:r>
          </a:p>
          <a:p>
            <a:pPr>
              <a:spcBef>
                <a:spcPct val="0"/>
              </a:spcBef>
              <a:buFontTx/>
              <a:buNone/>
            </a:pPr>
            <a:r>
              <a:rPr lang="en-US" altLang="en-US" sz="1800" b="1">
                <a:solidFill>
                  <a:srgbClr val="000000"/>
                </a:solidFill>
                <a:latin typeface="Courier New" panose="02070309020205020404" pitchFamily="49" charset="0"/>
              </a:rPr>
              <a:t>2916.6667</a:t>
            </a:r>
          </a:p>
          <a:p>
            <a:pPr>
              <a:spcBef>
                <a:spcPct val="0"/>
              </a:spcBef>
              <a:buFontTx/>
              <a:buNone/>
            </a:pPr>
            <a:r>
              <a:rPr lang="en-US" altLang="en-US" sz="1800" b="1">
                <a:solidFill>
                  <a:srgbClr val="000000"/>
                </a:solidFill>
                <a:latin typeface="Courier New" panose="02070309020205020404" pitchFamily="49" charset="0"/>
              </a:rPr>
              <a:t>     2175</a:t>
            </a:r>
          </a:p>
          <a:p>
            <a:pPr>
              <a:spcBef>
                <a:spcPct val="0"/>
              </a:spcBef>
              <a:buFontTx/>
              <a:buNone/>
            </a:pPr>
            <a:r>
              <a:rPr lang="en-US" altLang="en-US" sz="1800" b="1">
                <a:solidFill>
                  <a:srgbClr val="000000"/>
                </a:solidFill>
                <a:latin typeface="Courier New" panose="02070309020205020404" pitchFamily="49" charset="0"/>
              </a:rPr>
              <a:t>1566.6667</a:t>
            </a:r>
          </a:p>
        </p:txBody>
      </p:sp>
      <p:grpSp>
        <p:nvGrpSpPr>
          <p:cNvPr id="21" name="Group 6">
            <a:extLst>
              <a:ext uri="{FF2B5EF4-FFF2-40B4-BE49-F238E27FC236}">
                <a16:creationId xmlns:a16="http://schemas.microsoft.com/office/drawing/2014/main" id="{CEAA3F12-451E-C3B6-E88A-145F8E34B4F8}"/>
              </a:ext>
            </a:extLst>
          </p:cNvPr>
          <p:cNvGrpSpPr>
            <a:grpSpLocks/>
          </p:cNvGrpSpPr>
          <p:nvPr/>
        </p:nvGrpSpPr>
        <p:grpSpPr bwMode="auto">
          <a:xfrm>
            <a:off x="4978128" y="5832905"/>
            <a:ext cx="1346200" cy="863600"/>
            <a:chOff x="600" y="2953"/>
            <a:chExt cx="848" cy="544"/>
          </a:xfrm>
        </p:grpSpPr>
        <p:sp>
          <p:nvSpPr>
            <p:cNvPr id="23" name="Rectangle 8">
              <a:extLst>
                <a:ext uri="{FF2B5EF4-FFF2-40B4-BE49-F238E27FC236}">
                  <a16:creationId xmlns:a16="http://schemas.microsoft.com/office/drawing/2014/main" id="{53538BB2-E118-6DA6-515F-09D0962E36DE}"/>
                </a:ext>
              </a:extLst>
            </p:cNvPr>
            <p:cNvSpPr>
              <a:spLocks noChangeArrowheads="1"/>
            </p:cNvSpPr>
            <p:nvPr/>
          </p:nvSpPr>
          <p:spPr bwMode="ltGray">
            <a:xfrm>
              <a:off x="600" y="2953"/>
              <a:ext cx="848" cy="179"/>
            </a:xfrm>
            <a:prstGeom prst="rect">
              <a:avLst/>
            </a:prstGeom>
            <a:solidFill>
              <a:srgbClr val="FF5050">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24" name="Rectangle 9">
              <a:extLst>
                <a:ext uri="{FF2B5EF4-FFF2-40B4-BE49-F238E27FC236}">
                  <a16:creationId xmlns:a16="http://schemas.microsoft.com/office/drawing/2014/main" id="{382E2BD3-B2EF-96FC-6213-2BE390CFEF84}"/>
                </a:ext>
              </a:extLst>
            </p:cNvPr>
            <p:cNvSpPr>
              <a:spLocks noChangeArrowheads="1"/>
            </p:cNvSpPr>
            <p:nvPr/>
          </p:nvSpPr>
          <p:spPr bwMode="ltGray">
            <a:xfrm>
              <a:off x="600" y="3134"/>
              <a:ext cx="848" cy="179"/>
            </a:xfrm>
            <a:prstGeom prst="rect">
              <a:avLst/>
            </a:prstGeom>
            <a:solidFill>
              <a:srgbClr val="009900">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25" name="Rectangle 10">
              <a:extLst>
                <a:ext uri="{FF2B5EF4-FFF2-40B4-BE49-F238E27FC236}">
                  <a16:creationId xmlns:a16="http://schemas.microsoft.com/office/drawing/2014/main" id="{EA49A336-F4AE-268E-CA2D-6A78E9FED99A}"/>
                </a:ext>
              </a:extLst>
            </p:cNvPr>
            <p:cNvSpPr>
              <a:spLocks noChangeArrowheads="1"/>
            </p:cNvSpPr>
            <p:nvPr/>
          </p:nvSpPr>
          <p:spPr bwMode="ltGray">
            <a:xfrm>
              <a:off x="600" y="3318"/>
              <a:ext cx="848" cy="179"/>
            </a:xfrm>
            <a:prstGeom prst="rect">
              <a:avLst/>
            </a:prstGeom>
            <a:solidFill>
              <a:srgbClr val="3399FF">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grpSp>
    </p:spTree>
    <p:extLst>
      <p:ext uri="{BB962C8B-B14F-4D97-AF65-F5344CB8AC3E}">
        <p14:creationId xmlns:p14="http://schemas.microsoft.com/office/powerpoint/2010/main" val="347116589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wipe(up)">
                                      <p:cBhvr>
                                        <p:cTn id="7"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E007E1-5FD5-83AC-A954-4B733C4AEAA7}"/>
            </a:ext>
          </a:extLst>
        </p:cNvPr>
        <p:cNvGrpSpPr/>
        <p:nvPr/>
      </p:nvGrpSpPr>
      <p:grpSpPr>
        <a:xfrm>
          <a:off x="0" y="0"/>
          <a:ext cx="0" cy="0"/>
          <a:chOff x="0" y="0"/>
          <a:chExt cx="0" cy="0"/>
        </a:xfrm>
      </p:grpSpPr>
      <p:sp>
        <p:nvSpPr>
          <p:cNvPr id="38914" name="Rectangle 2">
            <a:extLst>
              <a:ext uri="{FF2B5EF4-FFF2-40B4-BE49-F238E27FC236}">
                <a16:creationId xmlns:a16="http://schemas.microsoft.com/office/drawing/2014/main" id="{D467D9AF-62F6-2EF9-49DA-143F93281921}"/>
              </a:ext>
            </a:extLst>
          </p:cNvPr>
          <p:cNvSpPr>
            <a:spLocks noGrp="1" noChangeArrowheads="1"/>
          </p:cNvSpPr>
          <p:nvPr>
            <p:ph type="title"/>
          </p:nvPr>
        </p:nvSpPr>
        <p:spPr>
          <a:xfrm>
            <a:off x="358455" y="620688"/>
            <a:ext cx="6480398" cy="533400"/>
          </a:xfrm>
        </p:spPr>
        <p:txBody>
          <a:bodyPr/>
          <a:lstStyle/>
          <a:p>
            <a:pPr eaLnBrk="1" hangingPunct="1"/>
            <a:br>
              <a:rPr lang="en-US" altLang="en-US" sz="2800" b="1" u="sng" dirty="0">
                <a:solidFill>
                  <a:srgbClr val="D34817"/>
                </a:solidFill>
                <a:latin typeface="Cambria" panose="02040503050406030204" pitchFamily="18" charset="0"/>
                <a:ea typeface="Cambria" panose="02040503050406030204" pitchFamily="18" charset="0"/>
              </a:rPr>
            </a:br>
            <a:br>
              <a:rPr lang="en-US" altLang="en-US" sz="2800" b="1" u="sng" dirty="0">
                <a:solidFill>
                  <a:srgbClr val="D34817"/>
                </a:solidFill>
                <a:latin typeface="Cambria" panose="02040503050406030204" pitchFamily="18" charset="0"/>
                <a:ea typeface="Cambria" panose="02040503050406030204" pitchFamily="18" charset="0"/>
              </a:rPr>
            </a:br>
            <a:r>
              <a:rPr lang="en-US" altLang="en-US" sz="2800" b="1" u="sng" dirty="0">
                <a:solidFill>
                  <a:srgbClr val="D34817"/>
                </a:solidFill>
                <a:latin typeface="Cambria" panose="02040503050406030204" pitchFamily="18" charset="0"/>
                <a:ea typeface="Cambria" panose="02040503050406030204" pitchFamily="18" charset="0"/>
              </a:rPr>
              <a:t>Grouping by More </a:t>
            </a:r>
            <a:br>
              <a:rPr lang="en-US" altLang="en-US" sz="2800" b="1" u="sng" dirty="0">
                <a:solidFill>
                  <a:srgbClr val="D34817"/>
                </a:solidFill>
                <a:latin typeface="Cambria" panose="02040503050406030204" pitchFamily="18" charset="0"/>
                <a:ea typeface="Cambria" panose="02040503050406030204" pitchFamily="18" charset="0"/>
              </a:rPr>
            </a:br>
            <a:r>
              <a:rPr lang="en-US" altLang="en-US" sz="2800" b="1" u="sng" dirty="0">
                <a:solidFill>
                  <a:srgbClr val="D34817"/>
                </a:solidFill>
                <a:latin typeface="Cambria" panose="02040503050406030204" pitchFamily="18" charset="0"/>
                <a:ea typeface="Cambria" panose="02040503050406030204" pitchFamily="18" charset="0"/>
              </a:rPr>
              <a:t>Than One Column</a:t>
            </a:r>
          </a:p>
        </p:txBody>
      </p:sp>
      <p:sp>
        <p:nvSpPr>
          <p:cNvPr id="38915" name="Rectangle 3">
            <a:extLst>
              <a:ext uri="{FF2B5EF4-FFF2-40B4-BE49-F238E27FC236}">
                <a16:creationId xmlns:a16="http://schemas.microsoft.com/office/drawing/2014/main" id="{DCB42CE5-62FB-6A1C-A345-F27E8CDDF204}"/>
              </a:ext>
            </a:extLst>
          </p:cNvPr>
          <p:cNvSpPr>
            <a:spLocks noGrp="1" noChangeArrowheads="1"/>
          </p:cNvSpPr>
          <p:nvPr>
            <p:ph sz="quarter" idx="1"/>
          </p:nvPr>
        </p:nvSpPr>
        <p:spPr>
          <a:xfrm>
            <a:off x="425450" y="741784"/>
            <a:ext cx="8394700" cy="4343400"/>
          </a:xfrm>
        </p:spPr>
        <p:txBody>
          <a:bodyPr/>
          <a:lstStyle/>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28600" indent="-228600" eaLnBrk="1" hangingPunct="1"/>
            <a:endParaRPr lang="en-US" altLang="en-US" sz="2800" dirty="0"/>
          </a:p>
        </p:txBody>
      </p:sp>
      <p:sp>
        <p:nvSpPr>
          <p:cNvPr id="3" name="Footer Placeholder 2">
            <a:extLst>
              <a:ext uri="{FF2B5EF4-FFF2-40B4-BE49-F238E27FC236}">
                <a16:creationId xmlns:a16="http://schemas.microsoft.com/office/drawing/2014/main" id="{C6B6BE07-BD7E-1E6B-6203-D19A5D853ED9}"/>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2" name="Slide Number Placeholder 23">
            <a:extLst>
              <a:ext uri="{FF2B5EF4-FFF2-40B4-BE49-F238E27FC236}">
                <a16:creationId xmlns:a16="http://schemas.microsoft.com/office/drawing/2014/main" id="{DD7EDD11-2555-2822-EFB8-B7242E945496}"/>
              </a:ext>
            </a:extLst>
          </p:cNvPr>
          <p:cNvSpPr>
            <a:spLocks noGrp="1"/>
          </p:cNvSpPr>
          <p:nvPr>
            <p:ph type="sldNum" sz="quarter" idx="12"/>
          </p:nvPr>
        </p:nvSpPr>
        <p:spPr>
          <a:xfrm>
            <a:off x="8532440" y="6166335"/>
            <a:ext cx="427833"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11</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4" name="Rectangle 2">
            <a:extLst>
              <a:ext uri="{FF2B5EF4-FFF2-40B4-BE49-F238E27FC236}">
                <a16:creationId xmlns:a16="http://schemas.microsoft.com/office/drawing/2014/main" id="{DCFF750C-FAA1-F1AE-C05C-BBBBABA89D13}"/>
              </a:ext>
            </a:extLst>
          </p:cNvPr>
          <p:cNvSpPr>
            <a:spLocks noChangeArrowheads="1"/>
          </p:cNvSpPr>
          <p:nvPr/>
        </p:nvSpPr>
        <p:spPr bwMode="blackWhite">
          <a:xfrm>
            <a:off x="5514569" y="2259445"/>
            <a:ext cx="3263900" cy="3089275"/>
          </a:xfrm>
          <a:prstGeom prst="rect">
            <a:avLst/>
          </a:prstGeom>
          <a:solidFill>
            <a:srgbClr val="FFCC99"/>
          </a:solidFill>
          <a:ln w="25400">
            <a:solidFill>
              <a:srgbClr val="000000"/>
            </a:solidFill>
            <a:miter lim="800000"/>
            <a:headEnd/>
            <a:tailEnd/>
          </a:ln>
          <a:effectLst>
            <a:outerShdw dist="107763" dir="2700000" algn="ctr" rotWithShape="0">
              <a:srgbClr val="000000">
                <a:alpha val="50000"/>
              </a:srgbClr>
            </a:outerShdw>
          </a:effectLst>
        </p:spPr>
        <p:txBody>
          <a:bodyPr lIns="92075" tIns="46038" rIns="92075" bIns="46038">
            <a:spAutoFit/>
          </a:bodyPr>
          <a:lstStyle>
            <a:lvl1pPr>
              <a:spcBef>
                <a:spcPct val="20000"/>
              </a:spcBef>
              <a:buChar char="•"/>
              <a:tabLst>
                <a:tab pos="914400" algn="l"/>
                <a:tab pos="1885950" algn="l"/>
                <a:tab pos="2457450" algn="l"/>
              </a:tabLst>
              <a:defRPr sz="2800">
                <a:solidFill>
                  <a:schemeClr val="tx1"/>
                </a:solidFill>
                <a:latin typeface="Arial" panose="020B0604020202020204" pitchFamily="34" charset="0"/>
              </a:defRPr>
            </a:lvl1pPr>
            <a:lvl2pPr marL="742950" indent="-285750">
              <a:spcBef>
                <a:spcPct val="20000"/>
              </a:spcBef>
              <a:buChar char="–"/>
              <a:tabLst>
                <a:tab pos="914400" algn="l"/>
                <a:tab pos="1885950" algn="l"/>
                <a:tab pos="2457450" algn="l"/>
              </a:tabLst>
              <a:defRPr sz="2400">
                <a:solidFill>
                  <a:schemeClr val="tx1"/>
                </a:solidFill>
                <a:latin typeface="Arial" panose="020B0604020202020204" pitchFamily="34" charset="0"/>
              </a:defRPr>
            </a:lvl2pPr>
            <a:lvl3pPr marL="1143000" indent="-228600">
              <a:spcBef>
                <a:spcPct val="20000"/>
              </a:spcBef>
              <a:buChar char="•"/>
              <a:tabLst>
                <a:tab pos="914400" algn="l"/>
                <a:tab pos="1885950" algn="l"/>
                <a:tab pos="2457450" algn="l"/>
              </a:tabLst>
              <a:defRPr sz="2000">
                <a:solidFill>
                  <a:schemeClr val="tx1"/>
                </a:solidFill>
                <a:latin typeface="Arial" panose="020B0604020202020204" pitchFamily="34" charset="0"/>
              </a:defRPr>
            </a:lvl3pPr>
            <a:lvl4pPr marL="1600200" indent="-228600">
              <a:spcBef>
                <a:spcPct val="20000"/>
              </a:spcBef>
              <a:buChar char="–"/>
              <a:tabLst>
                <a:tab pos="914400" algn="l"/>
                <a:tab pos="1885950" algn="l"/>
                <a:tab pos="2457450" algn="l"/>
              </a:tabLst>
              <a:defRPr sz="2000">
                <a:solidFill>
                  <a:schemeClr val="tx1"/>
                </a:solidFill>
                <a:latin typeface="Arial" panose="020B0604020202020204" pitchFamily="34" charset="0"/>
              </a:defRPr>
            </a:lvl4pPr>
            <a:lvl5pPr marL="2057400" indent="-228600">
              <a:spcBef>
                <a:spcPct val="20000"/>
              </a:spcBef>
              <a:buChar char="»"/>
              <a:tabLst>
                <a:tab pos="914400" algn="l"/>
                <a:tab pos="1885950" algn="l"/>
                <a:tab pos="24574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914400" algn="l"/>
                <a:tab pos="1885950" algn="l"/>
                <a:tab pos="24574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914400" algn="l"/>
                <a:tab pos="1885950" algn="l"/>
                <a:tab pos="24574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914400" algn="l"/>
                <a:tab pos="1885950" algn="l"/>
                <a:tab pos="24574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914400" algn="l"/>
                <a:tab pos="1885950" algn="l"/>
                <a:tab pos="2457450" algn="l"/>
              </a:tabLst>
              <a:defRPr sz="2000">
                <a:solidFill>
                  <a:schemeClr val="tx1"/>
                </a:solidFill>
                <a:latin typeface="Arial" panose="020B0604020202020204" pitchFamily="34" charset="0"/>
              </a:defRPr>
            </a:lvl9pPr>
          </a:lstStyle>
          <a:p>
            <a:pPr>
              <a:lnSpc>
                <a:spcPct val="90000"/>
              </a:lnSpc>
              <a:spcBef>
                <a:spcPct val="0"/>
              </a:spcBef>
              <a:buFontTx/>
              <a:buNone/>
            </a:pPr>
            <a:endParaRPr lang="en-US" altLang="en-US" sz="1800" b="1">
              <a:solidFill>
                <a:srgbClr val="000000"/>
              </a:solidFill>
              <a:latin typeface="Courier New" panose="02070309020205020404" pitchFamily="49" charset="0"/>
            </a:endParaRPr>
          </a:p>
          <a:p>
            <a:pPr>
              <a:lnSpc>
                <a:spcPct val="90000"/>
              </a:lnSpc>
              <a:spcBef>
                <a:spcPct val="0"/>
              </a:spcBef>
              <a:buFontTx/>
              <a:buNone/>
            </a:pPr>
            <a:endParaRPr lang="en-US" altLang="en-US" sz="1800" b="1">
              <a:solidFill>
                <a:srgbClr val="000000"/>
              </a:solidFill>
              <a:latin typeface="Courier New" panose="02070309020205020404" pitchFamily="49" charset="0"/>
            </a:endParaRPr>
          </a:p>
          <a:p>
            <a:pPr>
              <a:lnSpc>
                <a:spcPct val="90000"/>
              </a:lnSpc>
              <a:spcBef>
                <a:spcPct val="0"/>
              </a:spcBef>
              <a:buFontTx/>
              <a:buNone/>
            </a:pPr>
            <a:endParaRPr lang="en-US" altLang="en-US" sz="1800" b="1">
              <a:solidFill>
                <a:srgbClr val="000000"/>
              </a:solidFill>
              <a:latin typeface="Courier New" panose="02070309020205020404" pitchFamily="49" charset="0"/>
            </a:endParaRPr>
          </a:p>
          <a:p>
            <a:pPr>
              <a:lnSpc>
                <a:spcPct val="90000"/>
              </a:lnSpc>
              <a:spcBef>
                <a:spcPct val="0"/>
              </a:spcBef>
              <a:buFontTx/>
              <a:buNone/>
            </a:pPr>
            <a:endParaRPr lang="en-US" altLang="en-US" sz="1800" b="1">
              <a:solidFill>
                <a:srgbClr val="000000"/>
              </a:solidFill>
              <a:latin typeface="Courier New" panose="02070309020205020404" pitchFamily="49" charset="0"/>
            </a:endParaRPr>
          </a:p>
          <a:p>
            <a:pPr>
              <a:lnSpc>
                <a:spcPct val="90000"/>
              </a:lnSpc>
              <a:spcBef>
                <a:spcPct val="0"/>
              </a:spcBef>
              <a:buFontTx/>
              <a:buNone/>
            </a:pPr>
            <a:endParaRPr lang="en-US" altLang="en-US" sz="1800" b="1">
              <a:solidFill>
                <a:srgbClr val="000000"/>
              </a:solidFill>
              <a:latin typeface="Courier New" panose="02070309020205020404" pitchFamily="49" charset="0"/>
            </a:endParaRPr>
          </a:p>
          <a:p>
            <a:pPr>
              <a:lnSpc>
                <a:spcPct val="90000"/>
              </a:lnSpc>
              <a:spcBef>
                <a:spcPct val="0"/>
              </a:spcBef>
              <a:buFontTx/>
              <a:buNone/>
            </a:pPr>
            <a:endParaRPr lang="en-US" altLang="en-US" sz="1800" b="1">
              <a:solidFill>
                <a:srgbClr val="000000"/>
              </a:solidFill>
              <a:latin typeface="Courier New" panose="02070309020205020404" pitchFamily="49" charset="0"/>
            </a:endParaRPr>
          </a:p>
          <a:p>
            <a:pPr>
              <a:lnSpc>
                <a:spcPct val="90000"/>
              </a:lnSpc>
              <a:spcBef>
                <a:spcPct val="0"/>
              </a:spcBef>
              <a:buFontTx/>
              <a:buNone/>
            </a:pPr>
            <a:endParaRPr lang="en-US" altLang="en-US" sz="1800" b="1">
              <a:solidFill>
                <a:srgbClr val="000000"/>
              </a:solidFill>
              <a:latin typeface="Courier New" panose="02070309020205020404" pitchFamily="49" charset="0"/>
            </a:endParaRPr>
          </a:p>
          <a:p>
            <a:pPr>
              <a:lnSpc>
                <a:spcPct val="90000"/>
              </a:lnSpc>
              <a:spcBef>
                <a:spcPct val="0"/>
              </a:spcBef>
              <a:buFontTx/>
              <a:buNone/>
            </a:pPr>
            <a:endParaRPr lang="en-US" altLang="en-US" sz="1800" b="1">
              <a:solidFill>
                <a:srgbClr val="000000"/>
              </a:solidFill>
              <a:latin typeface="Courier New" panose="02070309020205020404" pitchFamily="49" charset="0"/>
            </a:endParaRPr>
          </a:p>
          <a:p>
            <a:pPr>
              <a:lnSpc>
                <a:spcPct val="90000"/>
              </a:lnSpc>
              <a:spcBef>
                <a:spcPct val="0"/>
              </a:spcBef>
              <a:buFontTx/>
              <a:buNone/>
            </a:pPr>
            <a:endParaRPr lang="en-US" altLang="en-US" sz="1800" b="1">
              <a:solidFill>
                <a:srgbClr val="000000"/>
              </a:solidFill>
              <a:latin typeface="Courier New" panose="02070309020205020404" pitchFamily="49" charset="0"/>
            </a:endParaRPr>
          </a:p>
          <a:p>
            <a:pPr>
              <a:lnSpc>
                <a:spcPct val="90000"/>
              </a:lnSpc>
              <a:spcBef>
                <a:spcPct val="0"/>
              </a:spcBef>
              <a:buFontTx/>
              <a:buNone/>
            </a:pPr>
            <a:endParaRPr lang="en-US" altLang="en-US" sz="1800" b="1">
              <a:solidFill>
                <a:srgbClr val="000000"/>
              </a:solidFill>
              <a:latin typeface="Courier New" panose="02070309020205020404" pitchFamily="49" charset="0"/>
            </a:endParaRPr>
          </a:p>
          <a:p>
            <a:pPr>
              <a:lnSpc>
                <a:spcPct val="90000"/>
              </a:lnSpc>
              <a:spcBef>
                <a:spcPct val="0"/>
              </a:spcBef>
              <a:buFontTx/>
              <a:buNone/>
            </a:pPr>
            <a:endParaRPr lang="en-US" altLang="en-US" sz="1800" b="1">
              <a:solidFill>
                <a:srgbClr val="000000"/>
              </a:solidFill>
              <a:latin typeface="Courier New" panose="02070309020205020404" pitchFamily="49" charset="0"/>
            </a:endParaRPr>
          </a:p>
          <a:p>
            <a:pPr>
              <a:lnSpc>
                <a:spcPct val="90000"/>
              </a:lnSpc>
              <a:spcBef>
                <a:spcPct val="0"/>
              </a:spcBef>
              <a:buFontTx/>
              <a:buNone/>
            </a:pPr>
            <a:endParaRPr lang="en-US" altLang="en-US" sz="1800" b="1">
              <a:solidFill>
                <a:srgbClr val="000000"/>
              </a:solidFill>
              <a:latin typeface="Courier New" panose="02070309020205020404" pitchFamily="49" charset="0"/>
            </a:endParaRPr>
          </a:p>
        </p:txBody>
      </p:sp>
      <p:sp>
        <p:nvSpPr>
          <p:cNvPr id="5" name="Rectangle 4">
            <a:extLst>
              <a:ext uri="{FF2B5EF4-FFF2-40B4-BE49-F238E27FC236}">
                <a16:creationId xmlns:a16="http://schemas.microsoft.com/office/drawing/2014/main" id="{61FF1241-1D07-6230-D135-C0A7126017FE}"/>
              </a:ext>
            </a:extLst>
          </p:cNvPr>
          <p:cNvSpPr>
            <a:spLocks noChangeArrowheads="1"/>
          </p:cNvSpPr>
          <p:nvPr/>
        </p:nvSpPr>
        <p:spPr bwMode="blackWhite">
          <a:xfrm>
            <a:off x="526644" y="1622858"/>
            <a:ext cx="3241675" cy="4327525"/>
          </a:xfrm>
          <a:prstGeom prst="rect">
            <a:avLst/>
          </a:prstGeom>
          <a:solidFill>
            <a:srgbClr val="FFCC99"/>
          </a:solidFill>
          <a:ln w="25400">
            <a:solidFill>
              <a:srgbClr val="000000"/>
            </a:solidFill>
            <a:miter lim="800000"/>
            <a:headEnd/>
            <a:tailEnd/>
          </a:ln>
          <a:effectLst>
            <a:outerShdw dist="107763" dir="2700000" algn="ctr" rotWithShape="0">
              <a:srgbClr val="000000">
                <a:alpha val="50000"/>
              </a:srgbClr>
            </a:outerShdw>
          </a:effectLst>
        </p:spPr>
        <p:txBody>
          <a:bodyPr lIns="92075" tIns="46038" rIns="92075" bIns="46038">
            <a:spAutoFit/>
          </a:bodyPr>
          <a:lstStyle>
            <a:lvl1pPr>
              <a:spcBef>
                <a:spcPct val="20000"/>
              </a:spcBef>
              <a:buChar char="•"/>
              <a:tabLst>
                <a:tab pos="914400" algn="l"/>
                <a:tab pos="1885950" algn="l"/>
                <a:tab pos="2457450" algn="l"/>
              </a:tabLst>
              <a:defRPr sz="2800">
                <a:solidFill>
                  <a:schemeClr val="tx1"/>
                </a:solidFill>
                <a:latin typeface="Arial" panose="020B0604020202020204" pitchFamily="34" charset="0"/>
              </a:defRPr>
            </a:lvl1pPr>
            <a:lvl2pPr marL="742950" indent="-285750">
              <a:spcBef>
                <a:spcPct val="20000"/>
              </a:spcBef>
              <a:buChar char="–"/>
              <a:tabLst>
                <a:tab pos="914400" algn="l"/>
                <a:tab pos="1885950" algn="l"/>
                <a:tab pos="2457450" algn="l"/>
              </a:tabLst>
              <a:defRPr sz="2400">
                <a:solidFill>
                  <a:schemeClr val="tx1"/>
                </a:solidFill>
                <a:latin typeface="Arial" panose="020B0604020202020204" pitchFamily="34" charset="0"/>
              </a:defRPr>
            </a:lvl2pPr>
            <a:lvl3pPr marL="1143000" indent="-228600">
              <a:spcBef>
                <a:spcPct val="20000"/>
              </a:spcBef>
              <a:buChar char="•"/>
              <a:tabLst>
                <a:tab pos="914400" algn="l"/>
                <a:tab pos="1885950" algn="l"/>
                <a:tab pos="2457450" algn="l"/>
              </a:tabLst>
              <a:defRPr sz="2000">
                <a:solidFill>
                  <a:schemeClr val="tx1"/>
                </a:solidFill>
                <a:latin typeface="Arial" panose="020B0604020202020204" pitchFamily="34" charset="0"/>
              </a:defRPr>
            </a:lvl3pPr>
            <a:lvl4pPr marL="1600200" indent="-228600">
              <a:spcBef>
                <a:spcPct val="20000"/>
              </a:spcBef>
              <a:buChar char="–"/>
              <a:tabLst>
                <a:tab pos="914400" algn="l"/>
                <a:tab pos="1885950" algn="l"/>
                <a:tab pos="2457450" algn="l"/>
              </a:tabLst>
              <a:defRPr sz="2000">
                <a:solidFill>
                  <a:schemeClr val="tx1"/>
                </a:solidFill>
                <a:latin typeface="Arial" panose="020B0604020202020204" pitchFamily="34" charset="0"/>
              </a:defRPr>
            </a:lvl4pPr>
            <a:lvl5pPr marL="2057400" indent="-228600">
              <a:spcBef>
                <a:spcPct val="20000"/>
              </a:spcBef>
              <a:buChar char="»"/>
              <a:tabLst>
                <a:tab pos="914400" algn="l"/>
                <a:tab pos="1885950" algn="l"/>
                <a:tab pos="24574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914400" algn="l"/>
                <a:tab pos="1885950" algn="l"/>
                <a:tab pos="24574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914400" algn="l"/>
                <a:tab pos="1885950" algn="l"/>
                <a:tab pos="24574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914400" algn="l"/>
                <a:tab pos="1885950" algn="l"/>
                <a:tab pos="24574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914400" algn="l"/>
                <a:tab pos="1885950" algn="l"/>
                <a:tab pos="2457450" algn="l"/>
              </a:tabLst>
              <a:defRPr sz="2000">
                <a:solidFill>
                  <a:schemeClr val="tx1"/>
                </a:solidFill>
                <a:latin typeface="Arial" panose="020B0604020202020204" pitchFamily="34" charset="0"/>
              </a:defRPr>
            </a:lvl9pPr>
          </a:lstStyle>
          <a:p>
            <a:pPr>
              <a:lnSpc>
                <a:spcPct val="90000"/>
              </a:lnSpc>
              <a:spcBef>
                <a:spcPct val="0"/>
              </a:spcBef>
              <a:buFontTx/>
              <a:buNone/>
            </a:pPr>
            <a:endParaRPr lang="en-US" altLang="en-US" sz="1800" b="1">
              <a:solidFill>
                <a:srgbClr val="000000"/>
              </a:solidFill>
              <a:latin typeface="Courier New" panose="02070309020205020404" pitchFamily="49" charset="0"/>
            </a:endParaRPr>
          </a:p>
          <a:p>
            <a:pPr>
              <a:lnSpc>
                <a:spcPct val="90000"/>
              </a:lnSpc>
              <a:spcBef>
                <a:spcPct val="0"/>
              </a:spcBef>
              <a:buFontTx/>
              <a:buNone/>
            </a:pPr>
            <a:endParaRPr lang="en-US" altLang="en-US" sz="1800" b="1">
              <a:solidFill>
                <a:srgbClr val="000000"/>
              </a:solidFill>
              <a:latin typeface="Courier New" panose="02070309020205020404" pitchFamily="49" charset="0"/>
            </a:endParaRPr>
          </a:p>
          <a:p>
            <a:pPr>
              <a:lnSpc>
                <a:spcPct val="90000"/>
              </a:lnSpc>
              <a:spcBef>
                <a:spcPct val="0"/>
              </a:spcBef>
              <a:buFontTx/>
              <a:buNone/>
            </a:pPr>
            <a:endParaRPr lang="en-US" altLang="en-US" sz="1800" b="1">
              <a:solidFill>
                <a:srgbClr val="000000"/>
              </a:solidFill>
              <a:latin typeface="Courier New" panose="02070309020205020404" pitchFamily="49" charset="0"/>
            </a:endParaRPr>
          </a:p>
          <a:p>
            <a:pPr>
              <a:lnSpc>
                <a:spcPct val="90000"/>
              </a:lnSpc>
              <a:spcBef>
                <a:spcPct val="0"/>
              </a:spcBef>
              <a:buFontTx/>
              <a:buNone/>
            </a:pPr>
            <a:endParaRPr lang="en-US" altLang="en-US" sz="1800" b="1">
              <a:solidFill>
                <a:srgbClr val="000000"/>
              </a:solidFill>
              <a:latin typeface="Courier New" panose="02070309020205020404" pitchFamily="49" charset="0"/>
            </a:endParaRPr>
          </a:p>
          <a:p>
            <a:pPr>
              <a:lnSpc>
                <a:spcPct val="90000"/>
              </a:lnSpc>
              <a:spcBef>
                <a:spcPct val="0"/>
              </a:spcBef>
              <a:buFontTx/>
              <a:buNone/>
            </a:pPr>
            <a:endParaRPr lang="en-US" altLang="en-US" sz="1800" b="1">
              <a:solidFill>
                <a:srgbClr val="000000"/>
              </a:solidFill>
              <a:latin typeface="Courier New" panose="02070309020205020404" pitchFamily="49" charset="0"/>
            </a:endParaRPr>
          </a:p>
          <a:p>
            <a:pPr>
              <a:lnSpc>
                <a:spcPct val="90000"/>
              </a:lnSpc>
              <a:spcBef>
                <a:spcPct val="0"/>
              </a:spcBef>
              <a:buFontTx/>
              <a:buNone/>
            </a:pPr>
            <a:endParaRPr lang="en-US" altLang="en-US" sz="1800" b="1">
              <a:solidFill>
                <a:srgbClr val="000000"/>
              </a:solidFill>
              <a:latin typeface="Courier New" panose="02070309020205020404" pitchFamily="49" charset="0"/>
            </a:endParaRPr>
          </a:p>
          <a:p>
            <a:pPr>
              <a:lnSpc>
                <a:spcPct val="90000"/>
              </a:lnSpc>
              <a:spcBef>
                <a:spcPct val="0"/>
              </a:spcBef>
              <a:buFontTx/>
              <a:buNone/>
            </a:pPr>
            <a:endParaRPr lang="en-US" altLang="en-US" sz="1800" b="1">
              <a:solidFill>
                <a:srgbClr val="000000"/>
              </a:solidFill>
              <a:latin typeface="Courier New" panose="02070309020205020404" pitchFamily="49" charset="0"/>
            </a:endParaRPr>
          </a:p>
          <a:p>
            <a:pPr>
              <a:lnSpc>
                <a:spcPct val="90000"/>
              </a:lnSpc>
              <a:spcBef>
                <a:spcPct val="0"/>
              </a:spcBef>
              <a:buFontTx/>
              <a:buNone/>
            </a:pPr>
            <a:endParaRPr lang="en-US" altLang="en-US" sz="1800" b="1">
              <a:solidFill>
                <a:srgbClr val="000000"/>
              </a:solidFill>
              <a:latin typeface="Courier New" panose="02070309020205020404" pitchFamily="49" charset="0"/>
            </a:endParaRPr>
          </a:p>
          <a:p>
            <a:pPr>
              <a:lnSpc>
                <a:spcPct val="90000"/>
              </a:lnSpc>
              <a:spcBef>
                <a:spcPct val="0"/>
              </a:spcBef>
              <a:buFontTx/>
              <a:buNone/>
            </a:pPr>
            <a:endParaRPr lang="en-US" altLang="en-US" sz="1800" b="1">
              <a:solidFill>
                <a:srgbClr val="000000"/>
              </a:solidFill>
              <a:latin typeface="Courier New" panose="02070309020205020404" pitchFamily="49" charset="0"/>
            </a:endParaRPr>
          </a:p>
          <a:p>
            <a:pPr>
              <a:lnSpc>
                <a:spcPct val="90000"/>
              </a:lnSpc>
              <a:spcBef>
                <a:spcPct val="0"/>
              </a:spcBef>
              <a:buFontTx/>
              <a:buNone/>
            </a:pPr>
            <a:endParaRPr lang="en-US" altLang="en-US" sz="1800" b="1">
              <a:solidFill>
                <a:srgbClr val="000000"/>
              </a:solidFill>
              <a:latin typeface="Courier New" panose="02070309020205020404" pitchFamily="49" charset="0"/>
            </a:endParaRPr>
          </a:p>
          <a:p>
            <a:pPr>
              <a:lnSpc>
                <a:spcPct val="90000"/>
              </a:lnSpc>
              <a:spcBef>
                <a:spcPct val="0"/>
              </a:spcBef>
              <a:buFontTx/>
              <a:buNone/>
            </a:pPr>
            <a:endParaRPr lang="en-US" altLang="en-US" sz="1800" b="1">
              <a:solidFill>
                <a:srgbClr val="000000"/>
              </a:solidFill>
              <a:latin typeface="Courier New" panose="02070309020205020404" pitchFamily="49" charset="0"/>
            </a:endParaRPr>
          </a:p>
          <a:p>
            <a:pPr>
              <a:lnSpc>
                <a:spcPct val="90000"/>
              </a:lnSpc>
              <a:spcBef>
                <a:spcPct val="0"/>
              </a:spcBef>
              <a:buFontTx/>
              <a:buNone/>
            </a:pPr>
            <a:endParaRPr lang="en-US" altLang="en-US" sz="1800" b="1">
              <a:solidFill>
                <a:srgbClr val="000000"/>
              </a:solidFill>
              <a:latin typeface="Courier New" panose="02070309020205020404" pitchFamily="49" charset="0"/>
            </a:endParaRPr>
          </a:p>
          <a:p>
            <a:pPr>
              <a:lnSpc>
                <a:spcPct val="90000"/>
              </a:lnSpc>
              <a:spcBef>
                <a:spcPct val="0"/>
              </a:spcBef>
              <a:buFontTx/>
              <a:buNone/>
            </a:pPr>
            <a:endParaRPr lang="en-US" altLang="en-US" sz="1800" b="1">
              <a:solidFill>
                <a:srgbClr val="000000"/>
              </a:solidFill>
              <a:latin typeface="Courier New" panose="02070309020205020404" pitchFamily="49" charset="0"/>
            </a:endParaRPr>
          </a:p>
          <a:p>
            <a:pPr>
              <a:lnSpc>
                <a:spcPct val="90000"/>
              </a:lnSpc>
              <a:spcBef>
                <a:spcPct val="0"/>
              </a:spcBef>
              <a:buFontTx/>
              <a:buNone/>
            </a:pPr>
            <a:endParaRPr lang="en-US" altLang="en-US" sz="1800" b="1">
              <a:solidFill>
                <a:srgbClr val="000000"/>
              </a:solidFill>
              <a:latin typeface="Courier New" panose="02070309020205020404" pitchFamily="49" charset="0"/>
            </a:endParaRPr>
          </a:p>
          <a:p>
            <a:pPr>
              <a:lnSpc>
                <a:spcPct val="90000"/>
              </a:lnSpc>
              <a:spcBef>
                <a:spcPct val="0"/>
              </a:spcBef>
              <a:buFontTx/>
              <a:buNone/>
            </a:pPr>
            <a:endParaRPr lang="en-US" altLang="en-US" sz="1800" b="1">
              <a:solidFill>
                <a:srgbClr val="000000"/>
              </a:solidFill>
              <a:latin typeface="Courier New" panose="02070309020205020404" pitchFamily="49" charset="0"/>
            </a:endParaRPr>
          </a:p>
          <a:p>
            <a:pPr>
              <a:lnSpc>
                <a:spcPct val="90000"/>
              </a:lnSpc>
              <a:spcBef>
                <a:spcPct val="0"/>
              </a:spcBef>
              <a:buFontTx/>
              <a:buNone/>
            </a:pPr>
            <a:endParaRPr lang="en-US" altLang="en-US" sz="1800" b="1">
              <a:solidFill>
                <a:srgbClr val="000000"/>
              </a:solidFill>
              <a:latin typeface="Courier New" panose="02070309020205020404" pitchFamily="49" charset="0"/>
            </a:endParaRPr>
          </a:p>
          <a:p>
            <a:pPr>
              <a:lnSpc>
                <a:spcPct val="90000"/>
              </a:lnSpc>
              <a:spcBef>
                <a:spcPct val="0"/>
              </a:spcBef>
              <a:buFontTx/>
              <a:buNone/>
            </a:pPr>
            <a:endParaRPr lang="en-US" altLang="en-US" sz="1800" b="1">
              <a:solidFill>
                <a:srgbClr val="000000"/>
              </a:solidFill>
              <a:latin typeface="Courier New" panose="02070309020205020404" pitchFamily="49" charset="0"/>
            </a:endParaRPr>
          </a:p>
        </p:txBody>
      </p:sp>
      <p:sp>
        <p:nvSpPr>
          <p:cNvPr id="6" name="Rectangle 5">
            <a:extLst>
              <a:ext uri="{FF2B5EF4-FFF2-40B4-BE49-F238E27FC236}">
                <a16:creationId xmlns:a16="http://schemas.microsoft.com/office/drawing/2014/main" id="{A86E9C9D-DA12-A1BC-2356-29FC60941317}"/>
              </a:ext>
            </a:extLst>
          </p:cNvPr>
          <p:cNvSpPr>
            <a:spLocks noChangeArrowheads="1"/>
          </p:cNvSpPr>
          <p:nvPr/>
        </p:nvSpPr>
        <p:spPr bwMode="auto">
          <a:xfrm>
            <a:off x="432982" y="1256145"/>
            <a:ext cx="679450" cy="366713"/>
          </a:xfrm>
          <a:prstGeom prst="rect">
            <a:avLst/>
          </a:prstGeom>
          <a:noFill/>
          <a:ln w="9525">
            <a:noFill/>
            <a:miter lim="800000"/>
            <a:headEnd/>
            <a:tailEnd/>
          </a:ln>
          <a:effectLst/>
        </p:spPr>
        <p:txBody>
          <a:bodyPr wrap="none" lIns="92075" tIns="46038" rIns="92075" bIns="46038">
            <a:spAutoFit/>
          </a:bodyPr>
          <a:lstStyle/>
          <a:p>
            <a:pPr>
              <a:defRPr/>
            </a:pPr>
            <a:r>
              <a:rPr lang="en-US" sz="1800" b="1" dirty="0">
                <a:solidFill>
                  <a:srgbClr val="0033CC"/>
                </a:solidFill>
                <a:effectLst>
                  <a:outerShdw blurRad="38100" dist="38100" dir="2700000" algn="tl">
                    <a:srgbClr val="FFFFFF"/>
                  </a:outerShdw>
                </a:effectLst>
                <a:latin typeface="Arial" charset="0"/>
              </a:rPr>
              <a:t>EMP</a:t>
            </a:r>
          </a:p>
        </p:txBody>
      </p:sp>
      <p:sp>
        <p:nvSpPr>
          <p:cNvPr id="7" name="Freeform 6">
            <a:extLst>
              <a:ext uri="{FF2B5EF4-FFF2-40B4-BE49-F238E27FC236}">
                <a16:creationId xmlns:a16="http://schemas.microsoft.com/office/drawing/2014/main" id="{BB2A99E4-AA41-BF1D-1C75-63AE8308A8A1}"/>
              </a:ext>
            </a:extLst>
          </p:cNvPr>
          <p:cNvSpPr>
            <a:spLocks/>
          </p:cNvSpPr>
          <p:nvPr/>
        </p:nvSpPr>
        <p:spPr bwMode="auto">
          <a:xfrm>
            <a:off x="3773082" y="1635558"/>
            <a:ext cx="1730375" cy="4321175"/>
          </a:xfrm>
          <a:custGeom>
            <a:avLst/>
            <a:gdLst>
              <a:gd name="T0" fmla="*/ 0 w 1090"/>
              <a:gd name="T1" fmla="*/ 2147483646 h 2722"/>
              <a:gd name="T2" fmla="*/ 0 w 1090"/>
              <a:gd name="T3" fmla="*/ 0 h 2722"/>
              <a:gd name="T4" fmla="*/ 2147483646 w 1090"/>
              <a:gd name="T5" fmla="*/ 2147483646 h 2722"/>
              <a:gd name="T6" fmla="*/ 2147483646 w 1090"/>
              <a:gd name="T7" fmla="*/ 2147483646 h 2722"/>
              <a:gd name="T8" fmla="*/ 0 w 1090"/>
              <a:gd name="T9" fmla="*/ 2147483646 h 2722"/>
              <a:gd name="T10" fmla="*/ 0 60000 65536"/>
              <a:gd name="T11" fmla="*/ 0 60000 65536"/>
              <a:gd name="T12" fmla="*/ 0 60000 65536"/>
              <a:gd name="T13" fmla="*/ 0 60000 65536"/>
              <a:gd name="T14" fmla="*/ 0 60000 65536"/>
              <a:gd name="T15" fmla="*/ 0 w 1090"/>
              <a:gd name="T16" fmla="*/ 0 h 2722"/>
              <a:gd name="T17" fmla="*/ 1090 w 1090"/>
              <a:gd name="T18" fmla="*/ 2722 h 2722"/>
            </a:gdLst>
            <a:ahLst/>
            <a:cxnLst>
              <a:cxn ang="T10">
                <a:pos x="T0" y="T1"/>
              </a:cxn>
              <a:cxn ang="T11">
                <a:pos x="T2" y="T3"/>
              </a:cxn>
              <a:cxn ang="T12">
                <a:pos x="T4" y="T5"/>
              </a:cxn>
              <a:cxn ang="T13">
                <a:pos x="T6" y="T7"/>
              </a:cxn>
              <a:cxn ang="T14">
                <a:pos x="T8" y="T9"/>
              </a:cxn>
            </a:cxnLst>
            <a:rect l="T15" t="T16" r="T17" b="T18"/>
            <a:pathLst>
              <a:path w="1090" h="2722">
                <a:moveTo>
                  <a:pt x="0" y="2721"/>
                </a:moveTo>
                <a:lnTo>
                  <a:pt x="0" y="0"/>
                </a:lnTo>
                <a:lnTo>
                  <a:pt x="1089" y="401"/>
                </a:lnTo>
                <a:lnTo>
                  <a:pt x="1089" y="2336"/>
                </a:lnTo>
                <a:lnTo>
                  <a:pt x="0" y="2721"/>
                </a:lnTo>
              </a:path>
            </a:pathLst>
          </a:custGeom>
          <a:solidFill>
            <a:srgbClr val="FFCC99">
              <a:alpha val="50195"/>
            </a:srgbClr>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8" name="Rectangle 7">
            <a:extLst>
              <a:ext uri="{FF2B5EF4-FFF2-40B4-BE49-F238E27FC236}">
                <a16:creationId xmlns:a16="http://schemas.microsoft.com/office/drawing/2014/main" id="{B37391D8-EFD5-4271-6491-D29C8BD7F798}"/>
              </a:ext>
            </a:extLst>
          </p:cNvPr>
          <p:cNvSpPr>
            <a:spLocks noChangeArrowheads="1"/>
          </p:cNvSpPr>
          <p:nvPr/>
        </p:nvSpPr>
        <p:spPr bwMode="auto">
          <a:xfrm>
            <a:off x="3757086" y="2999220"/>
            <a:ext cx="1830630" cy="1324081"/>
          </a:xfrm>
          <a:prstGeom prst="rect">
            <a:avLst/>
          </a:prstGeom>
          <a:noFill/>
          <a:ln w="9525">
            <a:noFill/>
            <a:miter lim="800000"/>
            <a:headEnd/>
            <a:tailEnd/>
          </a:ln>
          <a:effectLst/>
        </p:spPr>
        <p:txBody>
          <a:bodyPr wrap="none" lIns="92075" tIns="46038" rIns="92075" bIns="46038">
            <a:spAutoFit/>
          </a:bodyPr>
          <a:lstStyle/>
          <a:p>
            <a:pPr algn="ctr">
              <a:defRPr/>
            </a:pPr>
            <a:r>
              <a:rPr lang="en-US" sz="1600" b="1" dirty="0">
                <a:solidFill>
                  <a:srgbClr val="0033CC"/>
                </a:solidFill>
                <a:latin typeface="Arial" charset="0"/>
              </a:rPr>
              <a:t>“sum salaries in </a:t>
            </a:r>
          </a:p>
          <a:p>
            <a:pPr algn="ctr">
              <a:defRPr/>
            </a:pPr>
            <a:r>
              <a:rPr lang="en-US" sz="1600" b="1" dirty="0">
                <a:solidFill>
                  <a:srgbClr val="0033CC"/>
                </a:solidFill>
                <a:latin typeface="Arial" charset="0"/>
              </a:rPr>
              <a:t>the EMP table</a:t>
            </a:r>
            <a:br>
              <a:rPr lang="en-US" sz="1600" b="1" dirty="0">
                <a:solidFill>
                  <a:srgbClr val="0033CC"/>
                </a:solidFill>
                <a:latin typeface="Arial" charset="0"/>
              </a:rPr>
            </a:br>
            <a:r>
              <a:rPr lang="en-US" sz="1600" b="1" dirty="0">
                <a:solidFill>
                  <a:srgbClr val="0033CC"/>
                </a:solidFill>
                <a:latin typeface="Arial" charset="0"/>
              </a:rPr>
              <a:t>for each job, </a:t>
            </a:r>
          </a:p>
          <a:p>
            <a:pPr algn="ctr">
              <a:defRPr/>
            </a:pPr>
            <a:r>
              <a:rPr lang="en-US" sz="1600" b="1" dirty="0">
                <a:solidFill>
                  <a:srgbClr val="0033CC"/>
                </a:solidFill>
                <a:latin typeface="Arial" charset="0"/>
              </a:rPr>
              <a:t>grouped by </a:t>
            </a:r>
          </a:p>
          <a:p>
            <a:pPr algn="ctr">
              <a:defRPr/>
            </a:pPr>
            <a:r>
              <a:rPr lang="en-US" sz="1600" b="1" dirty="0">
                <a:solidFill>
                  <a:srgbClr val="0033CC"/>
                </a:solidFill>
                <a:latin typeface="Arial" charset="0"/>
              </a:rPr>
              <a:t>department”</a:t>
            </a:r>
          </a:p>
        </p:txBody>
      </p:sp>
      <p:grpSp>
        <p:nvGrpSpPr>
          <p:cNvPr id="9" name="Group 8">
            <a:extLst>
              <a:ext uri="{FF2B5EF4-FFF2-40B4-BE49-F238E27FC236}">
                <a16:creationId xmlns:a16="http://schemas.microsoft.com/office/drawing/2014/main" id="{6E290EA1-7C17-E9E5-867A-9C1664025B41}"/>
              </a:ext>
            </a:extLst>
          </p:cNvPr>
          <p:cNvGrpSpPr>
            <a:grpSpLocks/>
          </p:cNvGrpSpPr>
          <p:nvPr/>
        </p:nvGrpSpPr>
        <p:grpSpPr bwMode="auto">
          <a:xfrm>
            <a:off x="585382" y="2194358"/>
            <a:ext cx="8140700" cy="1411287"/>
            <a:chOff x="335" y="1487"/>
            <a:chExt cx="5128" cy="889"/>
          </a:xfrm>
        </p:grpSpPr>
        <p:sp>
          <p:nvSpPr>
            <p:cNvPr id="10" name="Rectangle 9">
              <a:extLst>
                <a:ext uri="{FF2B5EF4-FFF2-40B4-BE49-F238E27FC236}">
                  <a16:creationId xmlns:a16="http://schemas.microsoft.com/office/drawing/2014/main" id="{C248AFE0-28FB-4347-9B78-BC166F0461DC}"/>
                </a:ext>
              </a:extLst>
            </p:cNvPr>
            <p:cNvSpPr>
              <a:spLocks noChangeArrowheads="1"/>
            </p:cNvSpPr>
            <p:nvPr/>
          </p:nvSpPr>
          <p:spPr bwMode="ltGray">
            <a:xfrm>
              <a:off x="335" y="1487"/>
              <a:ext cx="1965" cy="489"/>
            </a:xfrm>
            <a:prstGeom prst="rect">
              <a:avLst/>
            </a:prstGeom>
            <a:solidFill>
              <a:srgbClr val="FF5050">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11" name="Rectangle 10">
              <a:extLst>
                <a:ext uri="{FF2B5EF4-FFF2-40B4-BE49-F238E27FC236}">
                  <a16:creationId xmlns:a16="http://schemas.microsoft.com/office/drawing/2014/main" id="{32EC3790-960E-1CAC-51F6-1664B307DFDB}"/>
                </a:ext>
              </a:extLst>
            </p:cNvPr>
            <p:cNvSpPr>
              <a:spLocks noChangeArrowheads="1"/>
            </p:cNvSpPr>
            <p:nvPr/>
          </p:nvSpPr>
          <p:spPr bwMode="ltGray">
            <a:xfrm>
              <a:off x="3531" y="1896"/>
              <a:ext cx="1932" cy="480"/>
            </a:xfrm>
            <a:prstGeom prst="rect">
              <a:avLst/>
            </a:prstGeom>
            <a:solidFill>
              <a:srgbClr val="FF5050">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grpSp>
      <p:grpSp>
        <p:nvGrpSpPr>
          <p:cNvPr id="12" name="Group 11">
            <a:extLst>
              <a:ext uri="{FF2B5EF4-FFF2-40B4-BE49-F238E27FC236}">
                <a16:creationId xmlns:a16="http://schemas.microsoft.com/office/drawing/2014/main" id="{ABBE1695-F676-1FEB-CB1C-5743621A8527}"/>
              </a:ext>
            </a:extLst>
          </p:cNvPr>
          <p:cNvGrpSpPr>
            <a:grpSpLocks/>
          </p:cNvGrpSpPr>
          <p:nvPr/>
        </p:nvGrpSpPr>
        <p:grpSpPr bwMode="auto">
          <a:xfrm>
            <a:off x="585382" y="2976995"/>
            <a:ext cx="8140700" cy="1462088"/>
            <a:chOff x="335" y="1980"/>
            <a:chExt cx="5128" cy="921"/>
          </a:xfrm>
        </p:grpSpPr>
        <p:sp>
          <p:nvSpPr>
            <p:cNvPr id="13" name="Rectangle 12">
              <a:extLst>
                <a:ext uri="{FF2B5EF4-FFF2-40B4-BE49-F238E27FC236}">
                  <a16:creationId xmlns:a16="http://schemas.microsoft.com/office/drawing/2014/main" id="{64B5F0E8-AAE8-7899-15CA-C783157C84B9}"/>
                </a:ext>
              </a:extLst>
            </p:cNvPr>
            <p:cNvSpPr>
              <a:spLocks noChangeArrowheads="1"/>
            </p:cNvSpPr>
            <p:nvPr/>
          </p:nvSpPr>
          <p:spPr bwMode="ltGray">
            <a:xfrm>
              <a:off x="3531" y="2380"/>
              <a:ext cx="1932" cy="521"/>
            </a:xfrm>
            <a:prstGeom prst="rect">
              <a:avLst/>
            </a:prstGeom>
            <a:solidFill>
              <a:srgbClr val="009900">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14" name="Rectangle 13">
              <a:extLst>
                <a:ext uri="{FF2B5EF4-FFF2-40B4-BE49-F238E27FC236}">
                  <a16:creationId xmlns:a16="http://schemas.microsoft.com/office/drawing/2014/main" id="{746D01CA-B882-9A3E-3A3D-B52CD86D0019}"/>
                </a:ext>
              </a:extLst>
            </p:cNvPr>
            <p:cNvSpPr>
              <a:spLocks noChangeArrowheads="1"/>
            </p:cNvSpPr>
            <p:nvPr/>
          </p:nvSpPr>
          <p:spPr bwMode="ltGray">
            <a:xfrm>
              <a:off x="335" y="1980"/>
              <a:ext cx="1965" cy="852"/>
            </a:xfrm>
            <a:prstGeom prst="rect">
              <a:avLst/>
            </a:prstGeom>
            <a:solidFill>
              <a:srgbClr val="009900">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grpSp>
      <p:grpSp>
        <p:nvGrpSpPr>
          <p:cNvPr id="15" name="Group 14">
            <a:extLst>
              <a:ext uri="{FF2B5EF4-FFF2-40B4-BE49-F238E27FC236}">
                <a16:creationId xmlns:a16="http://schemas.microsoft.com/office/drawing/2014/main" id="{67CC0DFB-11C5-6D79-8B04-413DD1232F1D}"/>
              </a:ext>
            </a:extLst>
          </p:cNvPr>
          <p:cNvGrpSpPr>
            <a:grpSpLocks/>
          </p:cNvGrpSpPr>
          <p:nvPr/>
        </p:nvGrpSpPr>
        <p:grpSpPr bwMode="auto">
          <a:xfrm>
            <a:off x="588557" y="4335895"/>
            <a:ext cx="8137525" cy="1550988"/>
            <a:chOff x="337" y="2836"/>
            <a:chExt cx="5126" cy="977"/>
          </a:xfrm>
        </p:grpSpPr>
        <p:sp>
          <p:nvSpPr>
            <p:cNvPr id="16" name="Rectangle 15">
              <a:extLst>
                <a:ext uri="{FF2B5EF4-FFF2-40B4-BE49-F238E27FC236}">
                  <a16:creationId xmlns:a16="http://schemas.microsoft.com/office/drawing/2014/main" id="{43F925E4-66F0-7C39-B001-62F6D79790B6}"/>
                </a:ext>
              </a:extLst>
            </p:cNvPr>
            <p:cNvSpPr>
              <a:spLocks noChangeArrowheads="1"/>
            </p:cNvSpPr>
            <p:nvPr/>
          </p:nvSpPr>
          <p:spPr bwMode="ltGray">
            <a:xfrm>
              <a:off x="3531" y="2905"/>
              <a:ext cx="1932" cy="488"/>
            </a:xfrm>
            <a:prstGeom prst="rect">
              <a:avLst/>
            </a:prstGeom>
            <a:solidFill>
              <a:srgbClr val="3399FF">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17" name="Rectangle 16">
              <a:extLst>
                <a:ext uri="{FF2B5EF4-FFF2-40B4-BE49-F238E27FC236}">
                  <a16:creationId xmlns:a16="http://schemas.microsoft.com/office/drawing/2014/main" id="{7E04177B-63D6-F556-286C-DA488FEFC2F4}"/>
                </a:ext>
              </a:extLst>
            </p:cNvPr>
            <p:cNvSpPr>
              <a:spLocks noChangeArrowheads="1"/>
            </p:cNvSpPr>
            <p:nvPr/>
          </p:nvSpPr>
          <p:spPr bwMode="ltGray">
            <a:xfrm>
              <a:off x="337" y="2836"/>
              <a:ext cx="1965" cy="977"/>
            </a:xfrm>
            <a:prstGeom prst="rect">
              <a:avLst/>
            </a:prstGeom>
            <a:solidFill>
              <a:srgbClr val="3399FF">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grpSp>
      <p:sp>
        <p:nvSpPr>
          <p:cNvPr id="18" name="Rectangle 17">
            <a:extLst>
              <a:ext uri="{FF2B5EF4-FFF2-40B4-BE49-F238E27FC236}">
                <a16:creationId xmlns:a16="http://schemas.microsoft.com/office/drawing/2014/main" id="{23DAEDE7-6EFD-B7EB-BD39-38E163BDB712}"/>
              </a:ext>
            </a:extLst>
          </p:cNvPr>
          <p:cNvSpPr>
            <a:spLocks noChangeArrowheads="1"/>
          </p:cNvSpPr>
          <p:nvPr/>
        </p:nvSpPr>
        <p:spPr bwMode="auto">
          <a:xfrm>
            <a:off x="483782" y="1608570"/>
            <a:ext cx="3278187" cy="435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nSpc>
                <a:spcPct val="125000"/>
              </a:lnSpc>
              <a:spcBef>
                <a:spcPct val="0"/>
              </a:spcBef>
              <a:buFontTx/>
              <a:buNone/>
            </a:pPr>
            <a:r>
              <a:rPr lang="en-US" altLang="en-US" sz="1400" b="1">
                <a:solidFill>
                  <a:srgbClr val="000000"/>
                </a:solidFill>
                <a:latin typeface="Courier New" panose="02070309020205020404" pitchFamily="49" charset="0"/>
              </a:rPr>
              <a:t>   DEPTNO JOB             SAL</a:t>
            </a:r>
          </a:p>
          <a:p>
            <a:pPr>
              <a:lnSpc>
                <a:spcPct val="125000"/>
              </a:lnSpc>
              <a:spcBef>
                <a:spcPct val="0"/>
              </a:spcBef>
              <a:buFontTx/>
              <a:buNone/>
            </a:pPr>
            <a:r>
              <a:rPr lang="en-US" altLang="en-US" sz="1400" b="1">
                <a:solidFill>
                  <a:srgbClr val="000000"/>
                </a:solidFill>
                <a:latin typeface="Courier New" panose="02070309020205020404" pitchFamily="49" charset="0"/>
              </a:rPr>
              <a:t>--------- --------- ---------</a:t>
            </a:r>
          </a:p>
          <a:p>
            <a:pPr>
              <a:lnSpc>
                <a:spcPct val="125000"/>
              </a:lnSpc>
              <a:spcBef>
                <a:spcPct val="0"/>
              </a:spcBef>
              <a:buFontTx/>
              <a:buNone/>
            </a:pPr>
            <a:r>
              <a:rPr lang="en-US" altLang="en-US" sz="1400" b="1">
                <a:solidFill>
                  <a:srgbClr val="000000"/>
                </a:solidFill>
                <a:latin typeface="Courier New" panose="02070309020205020404" pitchFamily="49" charset="0"/>
              </a:rPr>
              <a:t>       10 MANAGER        2450</a:t>
            </a:r>
          </a:p>
          <a:p>
            <a:pPr>
              <a:lnSpc>
                <a:spcPct val="125000"/>
              </a:lnSpc>
              <a:spcBef>
                <a:spcPct val="0"/>
              </a:spcBef>
              <a:buFontTx/>
              <a:buNone/>
            </a:pPr>
            <a:r>
              <a:rPr lang="en-US" altLang="en-US" sz="1400" b="1">
                <a:solidFill>
                  <a:srgbClr val="000000"/>
                </a:solidFill>
                <a:latin typeface="Courier New" panose="02070309020205020404" pitchFamily="49" charset="0"/>
              </a:rPr>
              <a:t>       10 PRESIDENT      5000</a:t>
            </a:r>
          </a:p>
          <a:p>
            <a:pPr>
              <a:lnSpc>
                <a:spcPct val="125000"/>
              </a:lnSpc>
              <a:spcBef>
                <a:spcPct val="0"/>
              </a:spcBef>
              <a:buFontTx/>
              <a:buNone/>
            </a:pPr>
            <a:r>
              <a:rPr lang="en-US" altLang="en-US" sz="1400" b="1">
                <a:solidFill>
                  <a:srgbClr val="000000"/>
                </a:solidFill>
                <a:latin typeface="Courier New" panose="02070309020205020404" pitchFamily="49" charset="0"/>
              </a:rPr>
              <a:t>       10 CLERK          1300</a:t>
            </a:r>
          </a:p>
          <a:p>
            <a:pPr>
              <a:lnSpc>
                <a:spcPct val="125000"/>
              </a:lnSpc>
              <a:spcBef>
                <a:spcPct val="0"/>
              </a:spcBef>
              <a:buFontTx/>
              <a:buNone/>
            </a:pPr>
            <a:r>
              <a:rPr lang="en-US" altLang="en-US" sz="1400" b="1">
                <a:solidFill>
                  <a:srgbClr val="000000"/>
                </a:solidFill>
                <a:latin typeface="Courier New" panose="02070309020205020404" pitchFamily="49" charset="0"/>
              </a:rPr>
              <a:t>       20 CLERK           800</a:t>
            </a:r>
          </a:p>
          <a:p>
            <a:pPr>
              <a:lnSpc>
                <a:spcPct val="125000"/>
              </a:lnSpc>
              <a:spcBef>
                <a:spcPct val="0"/>
              </a:spcBef>
              <a:buFontTx/>
              <a:buNone/>
            </a:pPr>
            <a:r>
              <a:rPr lang="en-US" altLang="en-US" sz="1400" b="1">
                <a:solidFill>
                  <a:srgbClr val="000000"/>
                </a:solidFill>
                <a:latin typeface="Courier New" panose="02070309020205020404" pitchFamily="49" charset="0"/>
              </a:rPr>
              <a:t>       20 CLERK          1100</a:t>
            </a:r>
          </a:p>
          <a:p>
            <a:pPr>
              <a:lnSpc>
                <a:spcPct val="125000"/>
              </a:lnSpc>
              <a:spcBef>
                <a:spcPct val="0"/>
              </a:spcBef>
              <a:buFontTx/>
              <a:buNone/>
            </a:pPr>
            <a:r>
              <a:rPr lang="en-US" altLang="en-US" sz="1400" b="1">
                <a:solidFill>
                  <a:srgbClr val="000000"/>
                </a:solidFill>
                <a:latin typeface="Courier New" panose="02070309020205020404" pitchFamily="49" charset="0"/>
              </a:rPr>
              <a:t>       20 ANALYST        3000</a:t>
            </a:r>
          </a:p>
          <a:p>
            <a:pPr>
              <a:lnSpc>
                <a:spcPct val="125000"/>
              </a:lnSpc>
              <a:spcBef>
                <a:spcPct val="0"/>
              </a:spcBef>
              <a:buFontTx/>
              <a:buNone/>
            </a:pPr>
            <a:r>
              <a:rPr lang="en-US" altLang="en-US" sz="1400" b="1">
                <a:solidFill>
                  <a:srgbClr val="000000"/>
                </a:solidFill>
                <a:latin typeface="Courier New" panose="02070309020205020404" pitchFamily="49" charset="0"/>
              </a:rPr>
              <a:t>       20 ANALYST        3000</a:t>
            </a:r>
          </a:p>
          <a:p>
            <a:pPr>
              <a:lnSpc>
                <a:spcPct val="125000"/>
              </a:lnSpc>
              <a:spcBef>
                <a:spcPct val="0"/>
              </a:spcBef>
              <a:buFontTx/>
              <a:buNone/>
            </a:pPr>
            <a:r>
              <a:rPr lang="en-US" altLang="en-US" sz="1400" b="1">
                <a:solidFill>
                  <a:srgbClr val="000000"/>
                </a:solidFill>
                <a:latin typeface="Courier New" panose="02070309020205020404" pitchFamily="49" charset="0"/>
              </a:rPr>
              <a:t>       20 MANAGER        2975</a:t>
            </a:r>
          </a:p>
          <a:p>
            <a:pPr>
              <a:lnSpc>
                <a:spcPct val="125000"/>
              </a:lnSpc>
              <a:spcBef>
                <a:spcPct val="0"/>
              </a:spcBef>
              <a:buFontTx/>
              <a:buNone/>
            </a:pPr>
            <a:r>
              <a:rPr lang="en-US" altLang="en-US" sz="1400" b="1">
                <a:solidFill>
                  <a:srgbClr val="000000"/>
                </a:solidFill>
                <a:latin typeface="Courier New" panose="02070309020205020404" pitchFamily="49" charset="0"/>
              </a:rPr>
              <a:t>       30 SALESMAN       1600</a:t>
            </a:r>
          </a:p>
          <a:p>
            <a:pPr>
              <a:lnSpc>
                <a:spcPct val="125000"/>
              </a:lnSpc>
              <a:spcBef>
                <a:spcPct val="0"/>
              </a:spcBef>
              <a:buFontTx/>
              <a:buNone/>
            </a:pPr>
            <a:r>
              <a:rPr lang="en-US" altLang="en-US" sz="1400" b="1">
                <a:solidFill>
                  <a:srgbClr val="000000"/>
                </a:solidFill>
                <a:latin typeface="Courier New" panose="02070309020205020404" pitchFamily="49" charset="0"/>
              </a:rPr>
              <a:t>       30 MANAGER        2850</a:t>
            </a:r>
          </a:p>
          <a:p>
            <a:pPr>
              <a:lnSpc>
                <a:spcPct val="125000"/>
              </a:lnSpc>
              <a:spcBef>
                <a:spcPct val="0"/>
              </a:spcBef>
              <a:buFontTx/>
              <a:buNone/>
            </a:pPr>
            <a:r>
              <a:rPr lang="en-US" altLang="en-US" sz="1400" b="1">
                <a:solidFill>
                  <a:srgbClr val="000000"/>
                </a:solidFill>
                <a:latin typeface="Courier New" panose="02070309020205020404" pitchFamily="49" charset="0"/>
              </a:rPr>
              <a:t>       30 SALESMAN       1250</a:t>
            </a:r>
          </a:p>
          <a:p>
            <a:pPr>
              <a:lnSpc>
                <a:spcPct val="125000"/>
              </a:lnSpc>
              <a:spcBef>
                <a:spcPct val="0"/>
              </a:spcBef>
              <a:buFontTx/>
              <a:buNone/>
            </a:pPr>
            <a:r>
              <a:rPr lang="en-US" altLang="en-US" sz="1400" b="1">
                <a:solidFill>
                  <a:srgbClr val="000000"/>
                </a:solidFill>
                <a:latin typeface="Courier New" panose="02070309020205020404" pitchFamily="49" charset="0"/>
              </a:rPr>
              <a:t>       30 CLERK           950</a:t>
            </a:r>
          </a:p>
          <a:p>
            <a:pPr>
              <a:lnSpc>
                <a:spcPct val="125000"/>
              </a:lnSpc>
              <a:spcBef>
                <a:spcPct val="0"/>
              </a:spcBef>
              <a:buFontTx/>
              <a:buNone/>
            </a:pPr>
            <a:r>
              <a:rPr lang="en-US" altLang="en-US" sz="1400" b="1">
                <a:solidFill>
                  <a:srgbClr val="000000"/>
                </a:solidFill>
                <a:latin typeface="Courier New" panose="02070309020205020404" pitchFamily="49" charset="0"/>
              </a:rPr>
              <a:t>       30 SALESMAN       1500</a:t>
            </a:r>
          </a:p>
          <a:p>
            <a:pPr>
              <a:lnSpc>
                <a:spcPct val="125000"/>
              </a:lnSpc>
              <a:spcBef>
                <a:spcPct val="0"/>
              </a:spcBef>
              <a:buFontTx/>
              <a:buNone/>
            </a:pPr>
            <a:r>
              <a:rPr lang="en-US" altLang="en-US" sz="1400" b="1">
                <a:solidFill>
                  <a:srgbClr val="000000"/>
                </a:solidFill>
                <a:latin typeface="Courier New" panose="02070309020205020404" pitchFamily="49" charset="0"/>
              </a:rPr>
              <a:t>       30 SALESMAN       1250</a:t>
            </a:r>
          </a:p>
        </p:txBody>
      </p:sp>
      <p:sp>
        <p:nvSpPr>
          <p:cNvPr id="19" name="Rectangle 18">
            <a:extLst>
              <a:ext uri="{FF2B5EF4-FFF2-40B4-BE49-F238E27FC236}">
                <a16:creationId xmlns:a16="http://schemas.microsoft.com/office/drawing/2014/main" id="{AACB4EBC-C088-D07C-403B-1F45D6DBC2B3}"/>
              </a:ext>
            </a:extLst>
          </p:cNvPr>
          <p:cNvSpPr>
            <a:spLocks noChangeArrowheads="1"/>
          </p:cNvSpPr>
          <p:nvPr/>
        </p:nvSpPr>
        <p:spPr bwMode="auto">
          <a:xfrm>
            <a:off x="6559144" y="2256270"/>
            <a:ext cx="2211388" cy="3025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nSpc>
                <a:spcPct val="125000"/>
              </a:lnSpc>
              <a:spcBef>
                <a:spcPct val="0"/>
              </a:spcBef>
              <a:buFontTx/>
              <a:buNone/>
            </a:pPr>
            <a:r>
              <a:rPr lang="en-US" altLang="en-US" sz="1400" b="1">
                <a:solidFill>
                  <a:srgbClr val="000000"/>
                </a:solidFill>
                <a:latin typeface="Courier New" panose="02070309020205020404" pitchFamily="49" charset="0"/>
              </a:rPr>
              <a:t>JOB        SUM(SAL)</a:t>
            </a:r>
          </a:p>
          <a:p>
            <a:pPr>
              <a:lnSpc>
                <a:spcPct val="125000"/>
              </a:lnSpc>
              <a:spcBef>
                <a:spcPct val="0"/>
              </a:spcBef>
              <a:buFontTx/>
              <a:buNone/>
            </a:pPr>
            <a:r>
              <a:rPr lang="en-US" altLang="en-US" sz="1400" b="1">
                <a:solidFill>
                  <a:srgbClr val="000000"/>
                </a:solidFill>
                <a:latin typeface="Courier New" panose="02070309020205020404" pitchFamily="49" charset="0"/>
              </a:rPr>
              <a:t>--------- ---------</a:t>
            </a:r>
          </a:p>
          <a:p>
            <a:pPr>
              <a:lnSpc>
                <a:spcPct val="125000"/>
              </a:lnSpc>
              <a:spcBef>
                <a:spcPct val="0"/>
              </a:spcBef>
              <a:buFontTx/>
              <a:buNone/>
            </a:pPr>
            <a:r>
              <a:rPr lang="en-US" altLang="en-US" sz="1400" b="1">
                <a:solidFill>
                  <a:srgbClr val="000000"/>
                </a:solidFill>
                <a:latin typeface="Courier New" panose="02070309020205020404" pitchFamily="49" charset="0"/>
              </a:rPr>
              <a:t>CLERK          1300</a:t>
            </a:r>
          </a:p>
          <a:p>
            <a:pPr>
              <a:lnSpc>
                <a:spcPct val="125000"/>
              </a:lnSpc>
              <a:spcBef>
                <a:spcPct val="0"/>
              </a:spcBef>
              <a:buFontTx/>
              <a:buNone/>
            </a:pPr>
            <a:r>
              <a:rPr lang="en-US" altLang="en-US" sz="1400" b="1">
                <a:solidFill>
                  <a:srgbClr val="000000"/>
                </a:solidFill>
                <a:latin typeface="Courier New" panose="02070309020205020404" pitchFamily="49" charset="0"/>
              </a:rPr>
              <a:t>MANAGER        2450</a:t>
            </a:r>
          </a:p>
          <a:p>
            <a:pPr>
              <a:lnSpc>
                <a:spcPct val="125000"/>
              </a:lnSpc>
              <a:spcBef>
                <a:spcPct val="0"/>
              </a:spcBef>
              <a:buFontTx/>
              <a:buNone/>
            </a:pPr>
            <a:r>
              <a:rPr lang="en-US" altLang="en-US" sz="1400" b="1">
                <a:solidFill>
                  <a:srgbClr val="000000"/>
                </a:solidFill>
                <a:latin typeface="Courier New" panose="02070309020205020404" pitchFamily="49" charset="0"/>
              </a:rPr>
              <a:t>PRESIDENT      5000</a:t>
            </a:r>
          </a:p>
          <a:p>
            <a:pPr>
              <a:lnSpc>
                <a:spcPct val="125000"/>
              </a:lnSpc>
              <a:spcBef>
                <a:spcPct val="0"/>
              </a:spcBef>
              <a:buFontTx/>
              <a:buNone/>
            </a:pPr>
            <a:r>
              <a:rPr lang="en-US" altLang="en-US" sz="1400" b="1">
                <a:solidFill>
                  <a:srgbClr val="000000"/>
                </a:solidFill>
                <a:latin typeface="Courier New" panose="02070309020205020404" pitchFamily="49" charset="0"/>
              </a:rPr>
              <a:t>ANALYST        6000</a:t>
            </a:r>
          </a:p>
          <a:p>
            <a:pPr>
              <a:lnSpc>
                <a:spcPct val="125000"/>
              </a:lnSpc>
              <a:spcBef>
                <a:spcPct val="0"/>
              </a:spcBef>
              <a:buFontTx/>
              <a:buNone/>
            </a:pPr>
            <a:r>
              <a:rPr lang="en-US" altLang="en-US" sz="1400" b="1">
                <a:solidFill>
                  <a:srgbClr val="000000"/>
                </a:solidFill>
                <a:latin typeface="Courier New" panose="02070309020205020404" pitchFamily="49" charset="0"/>
              </a:rPr>
              <a:t>CLERK          1900</a:t>
            </a:r>
          </a:p>
          <a:p>
            <a:pPr>
              <a:lnSpc>
                <a:spcPct val="125000"/>
              </a:lnSpc>
              <a:spcBef>
                <a:spcPct val="0"/>
              </a:spcBef>
              <a:buFontTx/>
              <a:buNone/>
            </a:pPr>
            <a:r>
              <a:rPr lang="en-US" altLang="en-US" sz="1400" b="1">
                <a:solidFill>
                  <a:srgbClr val="000000"/>
                </a:solidFill>
                <a:latin typeface="Courier New" panose="02070309020205020404" pitchFamily="49" charset="0"/>
              </a:rPr>
              <a:t>MANAGER        2975</a:t>
            </a:r>
          </a:p>
          <a:p>
            <a:pPr>
              <a:lnSpc>
                <a:spcPct val="125000"/>
              </a:lnSpc>
              <a:spcBef>
                <a:spcPct val="0"/>
              </a:spcBef>
              <a:buFontTx/>
              <a:buNone/>
            </a:pPr>
            <a:r>
              <a:rPr lang="en-US" altLang="en-US" sz="1400" b="1">
                <a:solidFill>
                  <a:srgbClr val="000000"/>
                </a:solidFill>
                <a:latin typeface="Courier New" panose="02070309020205020404" pitchFamily="49" charset="0"/>
              </a:rPr>
              <a:t>CLERK           950</a:t>
            </a:r>
          </a:p>
          <a:p>
            <a:pPr>
              <a:lnSpc>
                <a:spcPct val="125000"/>
              </a:lnSpc>
              <a:spcBef>
                <a:spcPct val="0"/>
              </a:spcBef>
              <a:buFontTx/>
              <a:buNone/>
            </a:pPr>
            <a:r>
              <a:rPr lang="en-US" altLang="en-US" sz="1400" b="1">
                <a:solidFill>
                  <a:srgbClr val="000000"/>
                </a:solidFill>
                <a:latin typeface="Courier New" panose="02070309020205020404" pitchFamily="49" charset="0"/>
              </a:rPr>
              <a:t>MANAGER        2850</a:t>
            </a:r>
          </a:p>
          <a:p>
            <a:pPr>
              <a:lnSpc>
                <a:spcPct val="125000"/>
              </a:lnSpc>
              <a:spcBef>
                <a:spcPct val="0"/>
              </a:spcBef>
              <a:buFontTx/>
              <a:buNone/>
            </a:pPr>
            <a:r>
              <a:rPr lang="en-US" altLang="en-US" sz="1400" b="1">
                <a:solidFill>
                  <a:srgbClr val="000000"/>
                </a:solidFill>
                <a:latin typeface="Courier New" panose="02070309020205020404" pitchFamily="49" charset="0"/>
              </a:rPr>
              <a:t>SALESMAN       5600</a:t>
            </a:r>
          </a:p>
        </p:txBody>
      </p:sp>
      <p:sp>
        <p:nvSpPr>
          <p:cNvPr id="20" name="Rectangle 19">
            <a:extLst>
              <a:ext uri="{FF2B5EF4-FFF2-40B4-BE49-F238E27FC236}">
                <a16:creationId xmlns:a16="http://schemas.microsoft.com/office/drawing/2014/main" id="{67FD8D5D-A53E-DF03-8A27-93DED0F8FEEE}"/>
              </a:ext>
            </a:extLst>
          </p:cNvPr>
          <p:cNvSpPr>
            <a:spLocks noChangeArrowheads="1"/>
          </p:cNvSpPr>
          <p:nvPr/>
        </p:nvSpPr>
        <p:spPr bwMode="auto">
          <a:xfrm>
            <a:off x="5525682" y="2256270"/>
            <a:ext cx="1038225" cy="3025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r">
              <a:lnSpc>
                <a:spcPct val="125000"/>
              </a:lnSpc>
              <a:spcBef>
                <a:spcPct val="0"/>
              </a:spcBef>
              <a:buFontTx/>
              <a:buNone/>
            </a:pPr>
            <a:r>
              <a:rPr lang="en-US" altLang="en-US" sz="1400" b="1">
                <a:solidFill>
                  <a:srgbClr val="000000"/>
                </a:solidFill>
                <a:latin typeface="Courier New" panose="02070309020205020404" pitchFamily="49" charset="0"/>
              </a:rPr>
              <a:t>DEPTNO</a:t>
            </a:r>
          </a:p>
          <a:p>
            <a:pPr algn="r">
              <a:lnSpc>
                <a:spcPct val="125000"/>
              </a:lnSpc>
              <a:spcBef>
                <a:spcPct val="0"/>
              </a:spcBef>
              <a:buFontTx/>
              <a:buNone/>
            </a:pPr>
            <a:r>
              <a:rPr lang="en-US" altLang="en-US" sz="1400" b="1">
                <a:solidFill>
                  <a:srgbClr val="000000"/>
                </a:solidFill>
                <a:latin typeface="Courier New" panose="02070309020205020404" pitchFamily="49" charset="0"/>
              </a:rPr>
              <a:t>--------</a:t>
            </a:r>
          </a:p>
          <a:p>
            <a:pPr algn="r">
              <a:lnSpc>
                <a:spcPct val="125000"/>
              </a:lnSpc>
              <a:spcBef>
                <a:spcPct val="0"/>
              </a:spcBef>
              <a:buFontTx/>
              <a:buNone/>
            </a:pPr>
            <a:r>
              <a:rPr lang="en-US" altLang="en-US" sz="1400" b="1">
                <a:solidFill>
                  <a:srgbClr val="000000"/>
                </a:solidFill>
                <a:latin typeface="Courier New" panose="02070309020205020404" pitchFamily="49" charset="0"/>
              </a:rPr>
              <a:t>10</a:t>
            </a:r>
          </a:p>
          <a:p>
            <a:pPr algn="r">
              <a:lnSpc>
                <a:spcPct val="125000"/>
              </a:lnSpc>
              <a:spcBef>
                <a:spcPct val="0"/>
              </a:spcBef>
              <a:buFontTx/>
              <a:buNone/>
            </a:pPr>
            <a:r>
              <a:rPr lang="en-US" altLang="en-US" sz="1400" b="1">
                <a:solidFill>
                  <a:srgbClr val="000000"/>
                </a:solidFill>
                <a:latin typeface="Courier New" panose="02070309020205020404" pitchFamily="49" charset="0"/>
              </a:rPr>
              <a:t>10</a:t>
            </a:r>
          </a:p>
          <a:p>
            <a:pPr algn="r">
              <a:lnSpc>
                <a:spcPct val="125000"/>
              </a:lnSpc>
              <a:spcBef>
                <a:spcPct val="0"/>
              </a:spcBef>
              <a:buFontTx/>
              <a:buNone/>
            </a:pPr>
            <a:r>
              <a:rPr lang="en-US" altLang="en-US" sz="1400" b="1">
                <a:solidFill>
                  <a:srgbClr val="000000"/>
                </a:solidFill>
                <a:latin typeface="Courier New" panose="02070309020205020404" pitchFamily="49" charset="0"/>
              </a:rPr>
              <a:t>10</a:t>
            </a:r>
          </a:p>
          <a:p>
            <a:pPr algn="r">
              <a:lnSpc>
                <a:spcPct val="125000"/>
              </a:lnSpc>
              <a:spcBef>
                <a:spcPct val="0"/>
              </a:spcBef>
              <a:buFontTx/>
              <a:buNone/>
            </a:pPr>
            <a:r>
              <a:rPr lang="en-US" altLang="en-US" sz="1400" b="1">
                <a:solidFill>
                  <a:srgbClr val="000000"/>
                </a:solidFill>
                <a:latin typeface="Courier New" panose="02070309020205020404" pitchFamily="49" charset="0"/>
              </a:rPr>
              <a:t>20</a:t>
            </a:r>
          </a:p>
          <a:p>
            <a:pPr algn="r">
              <a:lnSpc>
                <a:spcPct val="125000"/>
              </a:lnSpc>
              <a:spcBef>
                <a:spcPct val="0"/>
              </a:spcBef>
              <a:buFontTx/>
              <a:buNone/>
            </a:pPr>
            <a:r>
              <a:rPr lang="en-US" altLang="en-US" sz="1400" b="1">
                <a:solidFill>
                  <a:srgbClr val="000000"/>
                </a:solidFill>
                <a:latin typeface="Courier New" panose="02070309020205020404" pitchFamily="49" charset="0"/>
              </a:rPr>
              <a:t>20</a:t>
            </a:r>
          </a:p>
          <a:p>
            <a:pPr algn="r">
              <a:lnSpc>
                <a:spcPct val="125000"/>
              </a:lnSpc>
              <a:spcBef>
                <a:spcPct val="0"/>
              </a:spcBef>
              <a:buFontTx/>
              <a:buNone/>
            </a:pPr>
            <a:r>
              <a:rPr lang="en-US" altLang="en-US" sz="1400" b="1">
                <a:solidFill>
                  <a:srgbClr val="000000"/>
                </a:solidFill>
                <a:latin typeface="Courier New" panose="02070309020205020404" pitchFamily="49" charset="0"/>
              </a:rPr>
              <a:t>20</a:t>
            </a:r>
          </a:p>
          <a:p>
            <a:pPr algn="r">
              <a:lnSpc>
                <a:spcPct val="125000"/>
              </a:lnSpc>
              <a:spcBef>
                <a:spcPct val="0"/>
              </a:spcBef>
              <a:buFontTx/>
              <a:buNone/>
            </a:pPr>
            <a:r>
              <a:rPr lang="en-US" altLang="en-US" sz="1400" b="1">
                <a:solidFill>
                  <a:srgbClr val="000000"/>
                </a:solidFill>
                <a:latin typeface="Courier New" panose="02070309020205020404" pitchFamily="49" charset="0"/>
              </a:rPr>
              <a:t>30</a:t>
            </a:r>
          </a:p>
          <a:p>
            <a:pPr algn="r">
              <a:lnSpc>
                <a:spcPct val="125000"/>
              </a:lnSpc>
              <a:spcBef>
                <a:spcPct val="0"/>
              </a:spcBef>
              <a:buFontTx/>
              <a:buNone/>
            </a:pPr>
            <a:r>
              <a:rPr lang="en-US" altLang="en-US" sz="1400" b="1">
                <a:solidFill>
                  <a:srgbClr val="000000"/>
                </a:solidFill>
                <a:latin typeface="Courier New" panose="02070309020205020404" pitchFamily="49" charset="0"/>
              </a:rPr>
              <a:t>30</a:t>
            </a:r>
          </a:p>
          <a:p>
            <a:pPr algn="r">
              <a:lnSpc>
                <a:spcPct val="125000"/>
              </a:lnSpc>
              <a:spcBef>
                <a:spcPct val="0"/>
              </a:spcBef>
              <a:buFontTx/>
              <a:buNone/>
            </a:pPr>
            <a:r>
              <a:rPr lang="en-US" altLang="en-US" sz="1400" b="1">
                <a:solidFill>
                  <a:srgbClr val="000000"/>
                </a:solidFill>
                <a:latin typeface="Courier New" panose="02070309020205020404" pitchFamily="49" charset="0"/>
              </a:rPr>
              <a:t>30</a:t>
            </a:r>
          </a:p>
        </p:txBody>
      </p:sp>
    </p:spTree>
    <p:extLst>
      <p:ext uri="{BB962C8B-B14F-4D97-AF65-F5344CB8AC3E}">
        <p14:creationId xmlns:p14="http://schemas.microsoft.com/office/powerpoint/2010/main" val="98760132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wipe(left)">
                                      <p:cBhvr>
                                        <p:cTn id="11" dur="500"/>
                                        <p:tgtEl>
                                          <p:spTgt spid="12"/>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wipe(left)">
                                      <p:cBhvr>
                                        <p:cTn id="15"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A4AE03-4159-C939-6E78-0C06F5E203EF}"/>
            </a:ext>
          </a:extLst>
        </p:cNvPr>
        <p:cNvGrpSpPr/>
        <p:nvPr/>
      </p:nvGrpSpPr>
      <p:grpSpPr>
        <a:xfrm>
          <a:off x="0" y="0"/>
          <a:ext cx="0" cy="0"/>
          <a:chOff x="0" y="0"/>
          <a:chExt cx="0" cy="0"/>
        </a:xfrm>
      </p:grpSpPr>
      <p:sp>
        <p:nvSpPr>
          <p:cNvPr id="38914" name="Rectangle 2">
            <a:extLst>
              <a:ext uri="{FF2B5EF4-FFF2-40B4-BE49-F238E27FC236}">
                <a16:creationId xmlns:a16="http://schemas.microsoft.com/office/drawing/2014/main" id="{56BF11B0-6FED-7CBE-2EC3-FCF0B99C8679}"/>
              </a:ext>
            </a:extLst>
          </p:cNvPr>
          <p:cNvSpPr>
            <a:spLocks noGrp="1" noChangeArrowheads="1"/>
          </p:cNvSpPr>
          <p:nvPr>
            <p:ph type="title"/>
          </p:nvPr>
        </p:nvSpPr>
        <p:spPr>
          <a:xfrm>
            <a:off x="358455" y="620688"/>
            <a:ext cx="6480398" cy="533400"/>
          </a:xfrm>
        </p:spPr>
        <p:txBody>
          <a:bodyPr/>
          <a:lstStyle/>
          <a:p>
            <a:pPr eaLnBrk="1" hangingPunct="1"/>
            <a:br>
              <a:rPr lang="en-US" altLang="en-US" sz="2800" b="1" u="sng" dirty="0">
                <a:solidFill>
                  <a:srgbClr val="D34817"/>
                </a:solidFill>
                <a:latin typeface="Cambria" panose="02040503050406030204" pitchFamily="18" charset="0"/>
                <a:ea typeface="Cambria" panose="02040503050406030204" pitchFamily="18" charset="0"/>
              </a:rPr>
            </a:br>
            <a:br>
              <a:rPr lang="en-US" altLang="en-US" sz="2800" b="1" u="sng" dirty="0">
                <a:solidFill>
                  <a:srgbClr val="D34817"/>
                </a:solidFill>
                <a:latin typeface="Cambria" panose="02040503050406030204" pitchFamily="18" charset="0"/>
                <a:ea typeface="Cambria" panose="02040503050406030204" pitchFamily="18" charset="0"/>
              </a:rPr>
            </a:br>
            <a:r>
              <a:rPr lang="en-US" altLang="en-US" sz="2800" b="1" u="sng" dirty="0">
                <a:solidFill>
                  <a:srgbClr val="D34817"/>
                </a:solidFill>
                <a:latin typeface="Cambria" panose="02040503050406030204" pitchFamily="18" charset="0"/>
                <a:ea typeface="Cambria" panose="02040503050406030204" pitchFamily="18" charset="0"/>
              </a:rPr>
              <a:t>Grouping by More </a:t>
            </a:r>
            <a:br>
              <a:rPr lang="en-US" altLang="en-US" sz="2800" b="1" u="sng" dirty="0">
                <a:solidFill>
                  <a:srgbClr val="D34817"/>
                </a:solidFill>
                <a:latin typeface="Cambria" panose="02040503050406030204" pitchFamily="18" charset="0"/>
                <a:ea typeface="Cambria" panose="02040503050406030204" pitchFamily="18" charset="0"/>
              </a:rPr>
            </a:br>
            <a:r>
              <a:rPr lang="en-US" altLang="en-US" sz="2800" b="1" u="sng" dirty="0">
                <a:solidFill>
                  <a:srgbClr val="D34817"/>
                </a:solidFill>
                <a:latin typeface="Cambria" panose="02040503050406030204" pitchFamily="18" charset="0"/>
                <a:ea typeface="Cambria" panose="02040503050406030204" pitchFamily="18" charset="0"/>
              </a:rPr>
              <a:t>Than One Column</a:t>
            </a:r>
          </a:p>
        </p:txBody>
      </p:sp>
      <p:sp>
        <p:nvSpPr>
          <p:cNvPr id="38915" name="Rectangle 3">
            <a:extLst>
              <a:ext uri="{FF2B5EF4-FFF2-40B4-BE49-F238E27FC236}">
                <a16:creationId xmlns:a16="http://schemas.microsoft.com/office/drawing/2014/main" id="{3936914D-2911-BF4E-D77A-F5B25847C7BD}"/>
              </a:ext>
            </a:extLst>
          </p:cNvPr>
          <p:cNvSpPr>
            <a:spLocks noGrp="1" noChangeArrowheads="1"/>
          </p:cNvSpPr>
          <p:nvPr>
            <p:ph sz="quarter" idx="1"/>
          </p:nvPr>
        </p:nvSpPr>
        <p:spPr>
          <a:xfrm>
            <a:off x="425450" y="741784"/>
            <a:ext cx="8394700" cy="4343400"/>
          </a:xfrm>
        </p:spPr>
        <p:txBody>
          <a:bodyPr/>
          <a:lstStyle/>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28600" indent="-228600" eaLnBrk="1" hangingPunct="1"/>
            <a:endParaRPr lang="en-US" altLang="en-US" sz="2800" dirty="0"/>
          </a:p>
        </p:txBody>
      </p:sp>
      <p:sp>
        <p:nvSpPr>
          <p:cNvPr id="3" name="Footer Placeholder 2">
            <a:extLst>
              <a:ext uri="{FF2B5EF4-FFF2-40B4-BE49-F238E27FC236}">
                <a16:creationId xmlns:a16="http://schemas.microsoft.com/office/drawing/2014/main" id="{D51ED5B3-3998-9EEB-DFD4-901676CAC2C3}"/>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2" name="Slide Number Placeholder 23">
            <a:extLst>
              <a:ext uri="{FF2B5EF4-FFF2-40B4-BE49-F238E27FC236}">
                <a16:creationId xmlns:a16="http://schemas.microsoft.com/office/drawing/2014/main" id="{61E9CBD9-31FC-F641-39F2-BD939C2678FD}"/>
              </a:ext>
            </a:extLst>
          </p:cNvPr>
          <p:cNvSpPr>
            <a:spLocks noGrp="1"/>
          </p:cNvSpPr>
          <p:nvPr>
            <p:ph type="sldNum" sz="quarter" idx="12"/>
          </p:nvPr>
        </p:nvSpPr>
        <p:spPr>
          <a:xfrm>
            <a:off x="8532440" y="6166335"/>
            <a:ext cx="427833"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12</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21" name="Rectangle 2">
            <a:extLst>
              <a:ext uri="{FF2B5EF4-FFF2-40B4-BE49-F238E27FC236}">
                <a16:creationId xmlns:a16="http://schemas.microsoft.com/office/drawing/2014/main" id="{CA0A5ABB-7457-68BF-9F5E-1E5250929E2F}"/>
              </a:ext>
            </a:extLst>
          </p:cNvPr>
          <p:cNvSpPr>
            <a:spLocks noChangeArrowheads="1"/>
          </p:cNvSpPr>
          <p:nvPr/>
        </p:nvSpPr>
        <p:spPr bwMode="blackWhite">
          <a:xfrm>
            <a:off x="927100" y="1195636"/>
            <a:ext cx="7289800" cy="915988"/>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682625" algn="l"/>
                <a:tab pos="1833563" algn="l"/>
              </a:tabLst>
              <a:defRPr sz="2800">
                <a:solidFill>
                  <a:schemeClr val="tx1"/>
                </a:solidFill>
                <a:latin typeface="Arial" panose="020B0604020202020204" pitchFamily="34" charset="0"/>
              </a:defRPr>
            </a:lvl1pPr>
            <a:lvl2pPr marL="742950" indent="-285750">
              <a:spcBef>
                <a:spcPct val="20000"/>
              </a:spcBef>
              <a:buChar char="–"/>
              <a:tabLst>
                <a:tab pos="682625" algn="l"/>
                <a:tab pos="1833563" algn="l"/>
              </a:tabLst>
              <a:defRPr sz="2400">
                <a:solidFill>
                  <a:schemeClr val="tx1"/>
                </a:solidFill>
                <a:latin typeface="Arial" panose="020B0604020202020204" pitchFamily="34" charset="0"/>
              </a:defRPr>
            </a:lvl2pPr>
            <a:lvl3pPr marL="1143000" indent="-228600">
              <a:spcBef>
                <a:spcPct val="20000"/>
              </a:spcBef>
              <a:buChar char="•"/>
              <a:tabLst>
                <a:tab pos="682625" algn="l"/>
                <a:tab pos="1833563" algn="l"/>
              </a:tabLst>
              <a:defRPr sz="2000">
                <a:solidFill>
                  <a:schemeClr val="tx1"/>
                </a:solidFill>
                <a:latin typeface="Arial" panose="020B0604020202020204" pitchFamily="34" charset="0"/>
              </a:defRPr>
            </a:lvl3pPr>
            <a:lvl4pPr marL="1600200" indent="-228600">
              <a:spcBef>
                <a:spcPct val="20000"/>
              </a:spcBef>
              <a:buChar char="–"/>
              <a:tabLst>
                <a:tab pos="682625" algn="l"/>
                <a:tab pos="1833563" algn="l"/>
              </a:tabLst>
              <a:defRPr sz="2000">
                <a:solidFill>
                  <a:schemeClr val="tx1"/>
                </a:solidFill>
                <a:latin typeface="Arial" panose="020B0604020202020204" pitchFamily="34" charset="0"/>
              </a:defRPr>
            </a:lvl4pPr>
            <a:lvl5pPr marL="2057400" indent="-228600">
              <a:spcBef>
                <a:spcPct val="20000"/>
              </a:spcBef>
              <a:buChar char="»"/>
              <a:tabLst>
                <a:tab pos="682625" algn="l"/>
                <a:tab pos="1833563"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9pPr>
          </a:lstStyle>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p:txBody>
      </p:sp>
      <p:sp>
        <p:nvSpPr>
          <p:cNvPr id="22" name="Rectangle 3">
            <a:extLst>
              <a:ext uri="{FF2B5EF4-FFF2-40B4-BE49-F238E27FC236}">
                <a16:creationId xmlns:a16="http://schemas.microsoft.com/office/drawing/2014/main" id="{8E433007-B963-A042-023E-DAE807C16D9E}"/>
              </a:ext>
            </a:extLst>
          </p:cNvPr>
          <p:cNvSpPr>
            <a:spLocks noChangeArrowheads="1"/>
          </p:cNvSpPr>
          <p:nvPr/>
        </p:nvSpPr>
        <p:spPr bwMode="blackWhite">
          <a:xfrm>
            <a:off x="928688" y="2710111"/>
            <a:ext cx="7326312" cy="2566988"/>
          </a:xfrm>
          <a:prstGeom prst="rect">
            <a:avLst/>
          </a:prstGeom>
          <a:solidFill>
            <a:srgbClr val="DDDDDD"/>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682625" algn="l"/>
                <a:tab pos="1833563" algn="l"/>
              </a:tabLst>
              <a:defRPr sz="2800">
                <a:solidFill>
                  <a:schemeClr val="tx1"/>
                </a:solidFill>
                <a:latin typeface="Arial" panose="020B0604020202020204" pitchFamily="34" charset="0"/>
              </a:defRPr>
            </a:lvl1pPr>
            <a:lvl2pPr marL="742950" indent="-285750">
              <a:spcBef>
                <a:spcPct val="20000"/>
              </a:spcBef>
              <a:buChar char="–"/>
              <a:tabLst>
                <a:tab pos="682625" algn="l"/>
                <a:tab pos="1833563" algn="l"/>
              </a:tabLst>
              <a:defRPr sz="2400">
                <a:solidFill>
                  <a:schemeClr val="tx1"/>
                </a:solidFill>
                <a:latin typeface="Arial" panose="020B0604020202020204" pitchFamily="34" charset="0"/>
              </a:defRPr>
            </a:lvl2pPr>
            <a:lvl3pPr marL="1143000" indent="-228600">
              <a:spcBef>
                <a:spcPct val="20000"/>
              </a:spcBef>
              <a:buChar char="•"/>
              <a:tabLst>
                <a:tab pos="682625" algn="l"/>
                <a:tab pos="1833563" algn="l"/>
              </a:tabLst>
              <a:defRPr sz="2000">
                <a:solidFill>
                  <a:schemeClr val="tx1"/>
                </a:solidFill>
                <a:latin typeface="Arial" panose="020B0604020202020204" pitchFamily="34" charset="0"/>
              </a:defRPr>
            </a:lvl3pPr>
            <a:lvl4pPr marL="1600200" indent="-228600">
              <a:spcBef>
                <a:spcPct val="20000"/>
              </a:spcBef>
              <a:buChar char="–"/>
              <a:tabLst>
                <a:tab pos="682625" algn="l"/>
                <a:tab pos="1833563" algn="l"/>
              </a:tabLst>
              <a:defRPr sz="2000">
                <a:solidFill>
                  <a:schemeClr val="tx1"/>
                </a:solidFill>
                <a:latin typeface="Arial" panose="020B0604020202020204" pitchFamily="34" charset="0"/>
              </a:defRPr>
            </a:lvl4pPr>
            <a:lvl5pPr marL="2057400" indent="-228600">
              <a:spcBef>
                <a:spcPct val="20000"/>
              </a:spcBef>
              <a:buChar char="»"/>
              <a:tabLst>
                <a:tab pos="682625" algn="l"/>
                <a:tab pos="1833563"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9pPr>
          </a:lstStyle>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p:txBody>
      </p:sp>
      <p:grpSp>
        <p:nvGrpSpPr>
          <p:cNvPr id="23" name="Group 5">
            <a:extLst>
              <a:ext uri="{FF2B5EF4-FFF2-40B4-BE49-F238E27FC236}">
                <a16:creationId xmlns:a16="http://schemas.microsoft.com/office/drawing/2014/main" id="{18020AA0-BF72-3463-5728-69DF92D5826B}"/>
              </a:ext>
            </a:extLst>
          </p:cNvPr>
          <p:cNvGrpSpPr>
            <a:grpSpLocks/>
          </p:cNvGrpSpPr>
          <p:nvPr/>
        </p:nvGrpSpPr>
        <p:grpSpPr bwMode="auto">
          <a:xfrm>
            <a:off x="995363" y="1751261"/>
            <a:ext cx="3484562" cy="3198813"/>
            <a:chOff x="619" y="1604"/>
            <a:chExt cx="2195" cy="2015"/>
          </a:xfrm>
        </p:grpSpPr>
        <p:sp>
          <p:nvSpPr>
            <p:cNvPr id="24" name="Rectangle 6">
              <a:extLst>
                <a:ext uri="{FF2B5EF4-FFF2-40B4-BE49-F238E27FC236}">
                  <a16:creationId xmlns:a16="http://schemas.microsoft.com/office/drawing/2014/main" id="{CD608303-D638-5B7D-5732-53A322AA8C25}"/>
                </a:ext>
              </a:extLst>
            </p:cNvPr>
            <p:cNvSpPr>
              <a:spLocks noChangeArrowheads="1"/>
            </p:cNvSpPr>
            <p:nvPr/>
          </p:nvSpPr>
          <p:spPr bwMode="ltGray">
            <a:xfrm>
              <a:off x="1024" y="1604"/>
              <a:ext cx="1790" cy="179"/>
            </a:xfrm>
            <a:prstGeom prst="rect">
              <a:avLst/>
            </a:prstGeom>
            <a:solidFill>
              <a:srgbClr val="FF5050">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25" name="Rectangle 7">
              <a:extLst>
                <a:ext uri="{FF2B5EF4-FFF2-40B4-BE49-F238E27FC236}">
                  <a16:creationId xmlns:a16="http://schemas.microsoft.com/office/drawing/2014/main" id="{842E6E73-C575-C88B-9D78-5B1E9B092694}"/>
                </a:ext>
              </a:extLst>
            </p:cNvPr>
            <p:cNvSpPr>
              <a:spLocks noChangeArrowheads="1"/>
            </p:cNvSpPr>
            <p:nvPr/>
          </p:nvSpPr>
          <p:spPr bwMode="ltGray">
            <a:xfrm>
              <a:off x="619" y="2233"/>
              <a:ext cx="1701" cy="1386"/>
            </a:xfrm>
            <a:prstGeom prst="rect">
              <a:avLst/>
            </a:prstGeom>
            <a:solidFill>
              <a:srgbClr val="FF5050">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grpSp>
      <p:sp>
        <p:nvSpPr>
          <p:cNvPr id="26" name="Rectangle 8">
            <a:extLst>
              <a:ext uri="{FF2B5EF4-FFF2-40B4-BE49-F238E27FC236}">
                <a16:creationId xmlns:a16="http://schemas.microsoft.com/office/drawing/2014/main" id="{DFC67B7F-5C06-912F-5E3A-661165F569E7}"/>
              </a:ext>
            </a:extLst>
          </p:cNvPr>
          <p:cNvSpPr>
            <a:spLocks noChangeArrowheads="1"/>
          </p:cNvSpPr>
          <p:nvPr/>
        </p:nvSpPr>
        <p:spPr bwMode="blackWhite">
          <a:xfrm>
            <a:off x="927100" y="1182936"/>
            <a:ext cx="7315200" cy="941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tabLst>
                <a:tab pos="682625" algn="l"/>
                <a:tab pos="1833563" algn="l"/>
              </a:tabLst>
              <a:defRPr sz="2800">
                <a:solidFill>
                  <a:schemeClr val="tx1"/>
                </a:solidFill>
                <a:latin typeface="Arial" panose="020B0604020202020204" pitchFamily="34" charset="0"/>
              </a:defRPr>
            </a:lvl1pPr>
            <a:lvl2pPr marL="742950" indent="-285750">
              <a:spcBef>
                <a:spcPct val="20000"/>
              </a:spcBef>
              <a:buChar char="–"/>
              <a:tabLst>
                <a:tab pos="682625" algn="l"/>
                <a:tab pos="1833563" algn="l"/>
              </a:tabLst>
              <a:defRPr sz="2400">
                <a:solidFill>
                  <a:schemeClr val="tx1"/>
                </a:solidFill>
                <a:latin typeface="Arial" panose="020B0604020202020204" pitchFamily="34" charset="0"/>
              </a:defRPr>
            </a:lvl2pPr>
            <a:lvl3pPr marL="1143000" indent="-228600">
              <a:spcBef>
                <a:spcPct val="20000"/>
              </a:spcBef>
              <a:buChar char="•"/>
              <a:tabLst>
                <a:tab pos="682625" algn="l"/>
                <a:tab pos="1833563" algn="l"/>
              </a:tabLst>
              <a:defRPr sz="2000">
                <a:solidFill>
                  <a:schemeClr val="tx1"/>
                </a:solidFill>
                <a:latin typeface="Arial" panose="020B0604020202020204" pitchFamily="34" charset="0"/>
              </a:defRPr>
            </a:lvl3pPr>
            <a:lvl4pPr marL="1600200" indent="-228600">
              <a:spcBef>
                <a:spcPct val="20000"/>
              </a:spcBef>
              <a:buChar char="–"/>
              <a:tabLst>
                <a:tab pos="682625" algn="l"/>
                <a:tab pos="1833563" algn="l"/>
              </a:tabLst>
              <a:defRPr sz="2000">
                <a:solidFill>
                  <a:schemeClr val="tx1"/>
                </a:solidFill>
                <a:latin typeface="Arial" panose="020B0604020202020204" pitchFamily="34" charset="0"/>
              </a:defRPr>
            </a:lvl4pPr>
            <a:lvl5pPr marL="2057400" indent="-228600">
              <a:spcBef>
                <a:spcPct val="20000"/>
              </a:spcBef>
              <a:buChar char="»"/>
              <a:tabLst>
                <a:tab pos="682625" algn="l"/>
                <a:tab pos="1833563"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latin typeface="Courier New" panose="02070309020205020404" pitchFamily="49" charset="0"/>
              </a:rPr>
              <a:t>SQL&gt; SELECT   deptno, job, sum(sal)</a:t>
            </a:r>
          </a:p>
          <a:p>
            <a:pPr>
              <a:spcBef>
                <a:spcPct val="0"/>
              </a:spcBef>
              <a:buFontTx/>
              <a:buNone/>
            </a:pPr>
            <a:r>
              <a:rPr lang="en-US" altLang="en-US" sz="1800" b="1">
                <a:solidFill>
                  <a:srgbClr val="000000"/>
                </a:solidFill>
                <a:latin typeface="Courier New" panose="02070309020205020404" pitchFamily="49" charset="0"/>
              </a:rPr>
              <a:t>  2  FROM     emp</a:t>
            </a:r>
          </a:p>
          <a:p>
            <a:pPr>
              <a:spcBef>
                <a:spcPct val="0"/>
              </a:spcBef>
              <a:buFontTx/>
              <a:buNone/>
            </a:pPr>
            <a:r>
              <a:rPr lang="en-US" altLang="en-US" sz="1800" b="1">
                <a:solidFill>
                  <a:srgbClr val="000000"/>
                </a:solidFill>
                <a:latin typeface="Courier New" panose="02070309020205020404" pitchFamily="49" charset="0"/>
              </a:rPr>
              <a:t>  3  GROUP BY deptno, job;</a:t>
            </a:r>
          </a:p>
        </p:txBody>
      </p:sp>
      <p:sp>
        <p:nvSpPr>
          <p:cNvPr id="27" name="Rectangle 9">
            <a:extLst>
              <a:ext uri="{FF2B5EF4-FFF2-40B4-BE49-F238E27FC236}">
                <a16:creationId xmlns:a16="http://schemas.microsoft.com/office/drawing/2014/main" id="{43D51C78-B18B-FD2B-C839-CAC57B5DDEB8}"/>
              </a:ext>
            </a:extLst>
          </p:cNvPr>
          <p:cNvSpPr>
            <a:spLocks noChangeArrowheads="1"/>
          </p:cNvSpPr>
          <p:nvPr/>
        </p:nvSpPr>
        <p:spPr bwMode="blackWhite">
          <a:xfrm>
            <a:off x="928688" y="2697411"/>
            <a:ext cx="7351712" cy="25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tabLst>
                <a:tab pos="682625" algn="l"/>
                <a:tab pos="1833563" algn="l"/>
              </a:tabLst>
              <a:defRPr sz="2800">
                <a:solidFill>
                  <a:schemeClr val="tx1"/>
                </a:solidFill>
                <a:latin typeface="Arial" panose="020B0604020202020204" pitchFamily="34" charset="0"/>
              </a:defRPr>
            </a:lvl1pPr>
            <a:lvl2pPr marL="742950" indent="-285750">
              <a:spcBef>
                <a:spcPct val="20000"/>
              </a:spcBef>
              <a:buChar char="–"/>
              <a:tabLst>
                <a:tab pos="682625" algn="l"/>
                <a:tab pos="1833563" algn="l"/>
              </a:tabLst>
              <a:defRPr sz="2400">
                <a:solidFill>
                  <a:schemeClr val="tx1"/>
                </a:solidFill>
                <a:latin typeface="Arial" panose="020B0604020202020204" pitchFamily="34" charset="0"/>
              </a:defRPr>
            </a:lvl2pPr>
            <a:lvl3pPr marL="1143000" indent="-228600">
              <a:spcBef>
                <a:spcPct val="20000"/>
              </a:spcBef>
              <a:buChar char="•"/>
              <a:tabLst>
                <a:tab pos="682625" algn="l"/>
                <a:tab pos="1833563" algn="l"/>
              </a:tabLst>
              <a:defRPr sz="2000">
                <a:solidFill>
                  <a:schemeClr val="tx1"/>
                </a:solidFill>
                <a:latin typeface="Arial" panose="020B0604020202020204" pitchFamily="34" charset="0"/>
              </a:defRPr>
            </a:lvl3pPr>
            <a:lvl4pPr marL="1600200" indent="-228600">
              <a:spcBef>
                <a:spcPct val="20000"/>
              </a:spcBef>
              <a:buChar char="–"/>
              <a:tabLst>
                <a:tab pos="682625" algn="l"/>
                <a:tab pos="1833563" algn="l"/>
              </a:tabLst>
              <a:defRPr sz="2000">
                <a:solidFill>
                  <a:schemeClr val="tx1"/>
                </a:solidFill>
                <a:latin typeface="Arial" panose="020B0604020202020204" pitchFamily="34" charset="0"/>
              </a:defRPr>
            </a:lvl4pPr>
            <a:lvl5pPr marL="2057400" indent="-228600">
              <a:spcBef>
                <a:spcPct val="20000"/>
              </a:spcBef>
              <a:buChar char="»"/>
              <a:tabLst>
                <a:tab pos="682625" algn="l"/>
                <a:tab pos="1833563"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latin typeface="Courier New" panose="02070309020205020404" pitchFamily="49" charset="0"/>
              </a:rPr>
              <a:t>   DEPTNO JOB        SUM(SAL)</a:t>
            </a:r>
          </a:p>
          <a:p>
            <a:pPr>
              <a:spcBef>
                <a:spcPct val="0"/>
              </a:spcBef>
              <a:buFontTx/>
              <a:buNone/>
            </a:pPr>
            <a:r>
              <a:rPr lang="en-US" altLang="en-US" sz="1800" b="1">
                <a:solidFill>
                  <a:srgbClr val="000000"/>
                </a:solidFill>
                <a:latin typeface="Courier New" panose="02070309020205020404" pitchFamily="49" charset="0"/>
              </a:rPr>
              <a:t>--------- --------- ---------</a:t>
            </a:r>
          </a:p>
          <a:p>
            <a:pPr>
              <a:spcBef>
                <a:spcPct val="0"/>
              </a:spcBef>
              <a:buFontTx/>
              <a:buNone/>
            </a:pPr>
            <a:r>
              <a:rPr lang="en-US" altLang="en-US" sz="1800" b="1">
                <a:solidFill>
                  <a:srgbClr val="000000"/>
                </a:solidFill>
                <a:latin typeface="Courier New" panose="02070309020205020404" pitchFamily="49" charset="0"/>
              </a:rPr>
              <a:t>       10 CLERK          1300</a:t>
            </a:r>
          </a:p>
          <a:p>
            <a:pPr>
              <a:spcBef>
                <a:spcPct val="0"/>
              </a:spcBef>
              <a:buFontTx/>
              <a:buNone/>
            </a:pPr>
            <a:r>
              <a:rPr lang="en-US" altLang="en-US" sz="1800" b="1">
                <a:solidFill>
                  <a:srgbClr val="000000"/>
                </a:solidFill>
                <a:latin typeface="Courier New" panose="02070309020205020404" pitchFamily="49" charset="0"/>
              </a:rPr>
              <a:t>       10 MANAGER        2450</a:t>
            </a:r>
          </a:p>
          <a:p>
            <a:pPr>
              <a:spcBef>
                <a:spcPct val="0"/>
              </a:spcBef>
              <a:buFontTx/>
              <a:buNone/>
            </a:pPr>
            <a:r>
              <a:rPr lang="en-US" altLang="en-US" sz="1800" b="1">
                <a:solidFill>
                  <a:srgbClr val="000000"/>
                </a:solidFill>
                <a:latin typeface="Courier New" panose="02070309020205020404" pitchFamily="49" charset="0"/>
              </a:rPr>
              <a:t>       10 PRESIDENT      5000</a:t>
            </a:r>
          </a:p>
          <a:p>
            <a:pPr>
              <a:spcBef>
                <a:spcPct val="0"/>
              </a:spcBef>
              <a:buFontTx/>
              <a:buNone/>
            </a:pPr>
            <a:r>
              <a:rPr lang="en-US" altLang="en-US" sz="1800" b="1">
                <a:solidFill>
                  <a:srgbClr val="000000"/>
                </a:solidFill>
                <a:latin typeface="Courier New" panose="02070309020205020404" pitchFamily="49" charset="0"/>
              </a:rPr>
              <a:t>       20 ANALYST        6000</a:t>
            </a:r>
          </a:p>
          <a:p>
            <a:pPr>
              <a:spcBef>
                <a:spcPct val="0"/>
              </a:spcBef>
              <a:buFontTx/>
              <a:buNone/>
            </a:pPr>
            <a:r>
              <a:rPr lang="en-US" altLang="en-US" sz="1800" b="1">
                <a:solidFill>
                  <a:srgbClr val="000000"/>
                </a:solidFill>
                <a:latin typeface="Courier New" panose="02070309020205020404" pitchFamily="49" charset="0"/>
              </a:rPr>
              <a:t>       20 CLERK          1900</a:t>
            </a:r>
          </a:p>
          <a:p>
            <a:pPr>
              <a:spcBef>
                <a:spcPct val="0"/>
              </a:spcBef>
              <a:buFontTx/>
              <a:buNone/>
            </a:pPr>
            <a:r>
              <a:rPr lang="en-US" altLang="en-US" sz="1800" b="1">
                <a:solidFill>
                  <a:srgbClr val="000000"/>
                </a:solidFill>
                <a:latin typeface="Courier New" panose="02070309020205020404" pitchFamily="49" charset="0"/>
              </a:rPr>
              <a:t>...</a:t>
            </a:r>
          </a:p>
          <a:p>
            <a:pPr>
              <a:spcBef>
                <a:spcPct val="0"/>
              </a:spcBef>
              <a:buFontTx/>
              <a:buNone/>
            </a:pPr>
            <a:r>
              <a:rPr lang="en-US" altLang="en-US" sz="1800" b="1">
                <a:solidFill>
                  <a:srgbClr val="000000"/>
                </a:solidFill>
                <a:latin typeface="Courier New" panose="02070309020205020404" pitchFamily="49" charset="0"/>
              </a:rPr>
              <a:t>9 rows selected.</a:t>
            </a:r>
          </a:p>
        </p:txBody>
      </p:sp>
    </p:spTree>
    <p:extLst>
      <p:ext uri="{BB962C8B-B14F-4D97-AF65-F5344CB8AC3E}">
        <p14:creationId xmlns:p14="http://schemas.microsoft.com/office/powerpoint/2010/main" val="280109923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wipe(up)">
                                      <p:cBhvr>
                                        <p:cTn id="7"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A322BC-DB5C-D028-AC00-6D5A8584CD54}"/>
            </a:ext>
          </a:extLst>
        </p:cNvPr>
        <p:cNvGrpSpPr/>
        <p:nvPr/>
      </p:nvGrpSpPr>
      <p:grpSpPr>
        <a:xfrm>
          <a:off x="0" y="0"/>
          <a:ext cx="0" cy="0"/>
          <a:chOff x="0" y="0"/>
          <a:chExt cx="0" cy="0"/>
        </a:xfrm>
      </p:grpSpPr>
      <p:sp>
        <p:nvSpPr>
          <p:cNvPr id="38914" name="Rectangle 2">
            <a:extLst>
              <a:ext uri="{FF2B5EF4-FFF2-40B4-BE49-F238E27FC236}">
                <a16:creationId xmlns:a16="http://schemas.microsoft.com/office/drawing/2014/main" id="{7F84029C-8CBA-B424-49B9-D78270B9AE96}"/>
              </a:ext>
            </a:extLst>
          </p:cNvPr>
          <p:cNvSpPr>
            <a:spLocks noGrp="1" noChangeArrowheads="1"/>
          </p:cNvSpPr>
          <p:nvPr>
            <p:ph type="title"/>
          </p:nvPr>
        </p:nvSpPr>
        <p:spPr>
          <a:xfrm>
            <a:off x="455501" y="240048"/>
            <a:ext cx="6480398" cy="533400"/>
          </a:xfrm>
        </p:spPr>
        <p:txBody>
          <a:bodyPr/>
          <a:lstStyle/>
          <a:p>
            <a:pPr eaLnBrk="1" hangingPunct="1"/>
            <a:br>
              <a:rPr lang="en-US" altLang="en-US" sz="2800" b="1" u="sng" dirty="0">
                <a:solidFill>
                  <a:srgbClr val="D34817"/>
                </a:solidFill>
                <a:latin typeface="Cambria" panose="02040503050406030204" pitchFamily="18" charset="0"/>
                <a:ea typeface="Cambria" panose="02040503050406030204" pitchFamily="18" charset="0"/>
              </a:rPr>
            </a:br>
            <a:br>
              <a:rPr lang="en-US" altLang="en-US" sz="2800" b="1" u="sng" dirty="0">
                <a:solidFill>
                  <a:srgbClr val="D34817"/>
                </a:solidFill>
                <a:latin typeface="Cambria" panose="02040503050406030204" pitchFamily="18" charset="0"/>
                <a:ea typeface="Cambria" panose="02040503050406030204" pitchFamily="18" charset="0"/>
              </a:rPr>
            </a:br>
            <a:br>
              <a:rPr lang="en-US" altLang="en-US" sz="2800" b="1" u="sng" dirty="0">
                <a:solidFill>
                  <a:srgbClr val="D34817"/>
                </a:solidFill>
                <a:latin typeface="Cambria" panose="02040503050406030204" pitchFamily="18" charset="0"/>
                <a:ea typeface="Cambria" panose="02040503050406030204" pitchFamily="18" charset="0"/>
              </a:rPr>
            </a:br>
            <a:br>
              <a:rPr lang="en-US" altLang="en-US" sz="2800" b="1" u="sng" dirty="0">
                <a:solidFill>
                  <a:srgbClr val="D34817"/>
                </a:solidFill>
                <a:latin typeface="Cambria" panose="02040503050406030204" pitchFamily="18" charset="0"/>
                <a:ea typeface="Cambria" panose="02040503050406030204" pitchFamily="18" charset="0"/>
              </a:rPr>
            </a:br>
            <a:r>
              <a:rPr lang="en-US" altLang="en-US" sz="2800" b="1" u="sng" dirty="0">
                <a:solidFill>
                  <a:srgbClr val="D34817"/>
                </a:solidFill>
                <a:latin typeface="Cambria" panose="02040503050406030204" pitchFamily="18" charset="0"/>
                <a:ea typeface="Cambria" panose="02040503050406030204" pitchFamily="18" charset="0"/>
              </a:rPr>
              <a:t>Incorrect Queries of Group Functions</a:t>
            </a:r>
          </a:p>
        </p:txBody>
      </p:sp>
      <p:sp>
        <p:nvSpPr>
          <p:cNvPr id="38915" name="Rectangle 3">
            <a:extLst>
              <a:ext uri="{FF2B5EF4-FFF2-40B4-BE49-F238E27FC236}">
                <a16:creationId xmlns:a16="http://schemas.microsoft.com/office/drawing/2014/main" id="{D56C007D-1977-85E2-DC21-257BF089F167}"/>
              </a:ext>
            </a:extLst>
          </p:cNvPr>
          <p:cNvSpPr>
            <a:spLocks noGrp="1" noChangeArrowheads="1"/>
          </p:cNvSpPr>
          <p:nvPr>
            <p:ph sz="quarter" idx="1"/>
          </p:nvPr>
        </p:nvSpPr>
        <p:spPr>
          <a:xfrm>
            <a:off x="425450" y="741784"/>
            <a:ext cx="8394700" cy="4343400"/>
          </a:xfrm>
        </p:spPr>
        <p:txBody>
          <a:bodyPr/>
          <a:lstStyle/>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28600" indent="-228600" eaLnBrk="1" hangingPunct="1"/>
            <a:endParaRPr lang="en-US" altLang="en-US" sz="2800" dirty="0"/>
          </a:p>
        </p:txBody>
      </p:sp>
      <p:sp>
        <p:nvSpPr>
          <p:cNvPr id="3" name="Footer Placeholder 2">
            <a:extLst>
              <a:ext uri="{FF2B5EF4-FFF2-40B4-BE49-F238E27FC236}">
                <a16:creationId xmlns:a16="http://schemas.microsoft.com/office/drawing/2014/main" id="{FBC1CDA1-2B2A-6700-BA70-1F20006064DF}"/>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2" name="Slide Number Placeholder 23">
            <a:extLst>
              <a:ext uri="{FF2B5EF4-FFF2-40B4-BE49-F238E27FC236}">
                <a16:creationId xmlns:a16="http://schemas.microsoft.com/office/drawing/2014/main" id="{2A48C316-4F64-10AA-FA1C-6DF0C72CC1D2}"/>
              </a:ext>
            </a:extLst>
          </p:cNvPr>
          <p:cNvSpPr>
            <a:spLocks noGrp="1"/>
          </p:cNvSpPr>
          <p:nvPr>
            <p:ph type="sldNum" sz="quarter" idx="12"/>
          </p:nvPr>
        </p:nvSpPr>
        <p:spPr>
          <a:xfrm>
            <a:off x="8532440" y="6166335"/>
            <a:ext cx="427833"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13</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5" name="Rectangle 3">
            <a:extLst>
              <a:ext uri="{FF2B5EF4-FFF2-40B4-BE49-F238E27FC236}">
                <a16:creationId xmlns:a16="http://schemas.microsoft.com/office/drawing/2014/main" id="{5C44B08C-6AF5-9F3D-B5BD-54EF5C8FE390}"/>
              </a:ext>
            </a:extLst>
          </p:cNvPr>
          <p:cNvSpPr txBox="1">
            <a:spLocks noChangeArrowheads="1"/>
          </p:cNvSpPr>
          <p:nvPr/>
        </p:nvSpPr>
        <p:spPr bwMode="auto">
          <a:xfrm>
            <a:off x="360079" y="646451"/>
            <a:ext cx="8394700" cy="35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7688"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6963"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285750" indent="-285750" algn="just">
              <a:buSzPct val="50000"/>
              <a:buFont typeface="Wingdings" panose="05000000000000000000" pitchFamily="2" charset="2"/>
              <a:buChar char="l"/>
            </a:pPr>
            <a:r>
              <a:rPr lang="en-US" altLang="en-US" sz="2400" dirty="0">
                <a:latin typeface="Cambria" panose="02040503050406030204" pitchFamily="18" charset="0"/>
                <a:ea typeface="Cambria" panose="02040503050406030204" pitchFamily="18" charset="0"/>
                <a:cs typeface="Calibri" panose="020F0502020204030204" pitchFamily="34" charset="0"/>
              </a:rPr>
              <a:t>Any column or expression in the SELECT list that is not an aggregate function must be in the GROUP BY clause.</a:t>
            </a:r>
          </a:p>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000" dirty="0">
              <a:solidFill>
                <a:srgbClr val="0033CC"/>
              </a:solidFill>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400" dirty="0">
              <a:solidFill>
                <a:srgbClr val="0033CC"/>
              </a:solidFill>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r>
              <a:rPr lang="en-US" altLang="en-US" sz="2400" dirty="0">
                <a:latin typeface="Cambria" panose="02040503050406030204" pitchFamily="18" charset="0"/>
                <a:ea typeface="Cambria" panose="02040503050406030204" pitchFamily="18" charset="0"/>
                <a:cs typeface="Calibri" panose="020F0502020204030204" pitchFamily="34" charset="0"/>
              </a:rPr>
              <a:t>WHERE clause is not allowed to restrict groups </a:t>
            </a:r>
          </a:p>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12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p:txBody>
      </p:sp>
      <p:sp>
        <p:nvSpPr>
          <p:cNvPr id="6" name="Rectangle 4">
            <a:extLst>
              <a:ext uri="{FF2B5EF4-FFF2-40B4-BE49-F238E27FC236}">
                <a16:creationId xmlns:a16="http://schemas.microsoft.com/office/drawing/2014/main" id="{E838BA74-1347-8FF2-B31C-968C9DE261F5}"/>
              </a:ext>
            </a:extLst>
          </p:cNvPr>
          <p:cNvSpPr>
            <a:spLocks noChangeArrowheads="1"/>
          </p:cNvSpPr>
          <p:nvPr/>
        </p:nvSpPr>
        <p:spPr bwMode="blackWhite">
          <a:xfrm>
            <a:off x="755576" y="1519695"/>
            <a:ext cx="7137400" cy="803275"/>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682625" algn="l"/>
                <a:tab pos="1833563" algn="l"/>
              </a:tabLst>
              <a:defRPr sz="2800">
                <a:solidFill>
                  <a:schemeClr val="tx1"/>
                </a:solidFill>
                <a:latin typeface="Arial" panose="020B0604020202020204" pitchFamily="34" charset="0"/>
              </a:defRPr>
            </a:lvl1pPr>
            <a:lvl2pPr marL="742950" indent="-285750">
              <a:spcBef>
                <a:spcPct val="20000"/>
              </a:spcBef>
              <a:buChar char="–"/>
              <a:tabLst>
                <a:tab pos="682625" algn="l"/>
                <a:tab pos="1833563" algn="l"/>
              </a:tabLst>
              <a:defRPr sz="2400">
                <a:solidFill>
                  <a:schemeClr val="tx1"/>
                </a:solidFill>
                <a:latin typeface="Arial" panose="020B0604020202020204" pitchFamily="34" charset="0"/>
              </a:defRPr>
            </a:lvl2pPr>
            <a:lvl3pPr marL="1143000" indent="-228600">
              <a:spcBef>
                <a:spcPct val="20000"/>
              </a:spcBef>
              <a:buChar char="•"/>
              <a:tabLst>
                <a:tab pos="682625" algn="l"/>
                <a:tab pos="1833563" algn="l"/>
              </a:tabLst>
              <a:defRPr sz="2000">
                <a:solidFill>
                  <a:schemeClr val="tx1"/>
                </a:solidFill>
                <a:latin typeface="Arial" panose="020B0604020202020204" pitchFamily="34" charset="0"/>
              </a:defRPr>
            </a:lvl3pPr>
            <a:lvl4pPr marL="1600200" indent="-228600">
              <a:spcBef>
                <a:spcPct val="20000"/>
              </a:spcBef>
              <a:buChar char="–"/>
              <a:tabLst>
                <a:tab pos="682625" algn="l"/>
                <a:tab pos="1833563" algn="l"/>
              </a:tabLst>
              <a:defRPr sz="2000">
                <a:solidFill>
                  <a:schemeClr val="tx1"/>
                </a:solidFill>
                <a:latin typeface="Arial" panose="020B0604020202020204" pitchFamily="34" charset="0"/>
              </a:defRPr>
            </a:lvl4pPr>
            <a:lvl5pPr marL="2057400" indent="-228600">
              <a:spcBef>
                <a:spcPct val="20000"/>
              </a:spcBef>
              <a:buChar char="»"/>
              <a:tabLst>
                <a:tab pos="682625" algn="l"/>
                <a:tab pos="1833563"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latin typeface="Courier New" panose="02070309020205020404" pitchFamily="49" charset="0"/>
              </a:rPr>
              <a:t>SQL&gt; SELECT	deptno, COUNT(ename)</a:t>
            </a:r>
          </a:p>
          <a:p>
            <a:pPr>
              <a:spcBef>
                <a:spcPct val="0"/>
              </a:spcBef>
              <a:buFontTx/>
              <a:buNone/>
            </a:pPr>
            <a:r>
              <a:rPr lang="en-US" altLang="en-US" sz="1800" b="1">
                <a:solidFill>
                  <a:srgbClr val="000000"/>
                </a:solidFill>
                <a:latin typeface="Courier New" panose="02070309020205020404" pitchFamily="49" charset="0"/>
              </a:rPr>
              <a:t>  2  FROM	emp;</a:t>
            </a:r>
          </a:p>
        </p:txBody>
      </p:sp>
      <p:sp>
        <p:nvSpPr>
          <p:cNvPr id="7" name="Rectangle 6">
            <a:extLst>
              <a:ext uri="{FF2B5EF4-FFF2-40B4-BE49-F238E27FC236}">
                <a16:creationId xmlns:a16="http://schemas.microsoft.com/office/drawing/2014/main" id="{C55EF078-68B1-8173-83F3-0D6DDB0EDB87}"/>
              </a:ext>
            </a:extLst>
          </p:cNvPr>
          <p:cNvSpPr>
            <a:spLocks noChangeArrowheads="1"/>
          </p:cNvSpPr>
          <p:nvPr/>
        </p:nvSpPr>
        <p:spPr bwMode="auto">
          <a:xfrm rot="21180000">
            <a:off x="3803105" y="1720956"/>
            <a:ext cx="5082058" cy="400752"/>
          </a:xfrm>
          <a:prstGeom prst="rect">
            <a:avLst/>
          </a:prstGeom>
          <a:noFill/>
          <a:ln w="9525">
            <a:noFill/>
            <a:miter lim="800000"/>
            <a:headEnd/>
            <a:tailEnd/>
          </a:ln>
          <a:effectLst/>
        </p:spPr>
        <p:txBody>
          <a:bodyPr wrap="square" lIns="92075" tIns="46038" rIns="92075" bIns="46038">
            <a:spAutoFit/>
          </a:bodyPr>
          <a:lstStyle/>
          <a:p>
            <a:pPr>
              <a:defRPr/>
            </a:pPr>
            <a:r>
              <a:rPr lang="en-US" sz="2000" b="1" dirty="0">
                <a:solidFill>
                  <a:srgbClr val="FF0000"/>
                </a:solidFill>
                <a:latin typeface="Comic Sans MS" panose="030F0702030302020204" pitchFamily="66" charset="0"/>
                <a:ea typeface="Cambria" panose="02040503050406030204" pitchFamily="18" charset="0"/>
              </a:rPr>
              <a:t>Column missing in the GROUP BY clause</a:t>
            </a:r>
          </a:p>
        </p:txBody>
      </p:sp>
      <p:sp>
        <p:nvSpPr>
          <p:cNvPr id="8" name="Rectangle 5">
            <a:extLst>
              <a:ext uri="{FF2B5EF4-FFF2-40B4-BE49-F238E27FC236}">
                <a16:creationId xmlns:a16="http://schemas.microsoft.com/office/drawing/2014/main" id="{7C3D9E24-1E10-D981-FCEF-3AC1804B4D5A}"/>
              </a:ext>
            </a:extLst>
          </p:cNvPr>
          <p:cNvSpPr>
            <a:spLocks noChangeArrowheads="1"/>
          </p:cNvSpPr>
          <p:nvPr/>
        </p:nvSpPr>
        <p:spPr bwMode="blackWhite">
          <a:xfrm>
            <a:off x="755576" y="2429888"/>
            <a:ext cx="7137400" cy="595734"/>
          </a:xfrm>
          <a:prstGeom prst="rect">
            <a:avLst/>
          </a:prstGeom>
          <a:solidFill>
            <a:srgbClr val="DDDDDD"/>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682625" algn="l"/>
                <a:tab pos="1833563" algn="l"/>
              </a:tabLst>
              <a:defRPr sz="2800">
                <a:solidFill>
                  <a:schemeClr val="tx1"/>
                </a:solidFill>
                <a:latin typeface="Arial" panose="020B0604020202020204" pitchFamily="34" charset="0"/>
              </a:defRPr>
            </a:lvl1pPr>
            <a:lvl2pPr marL="742950" indent="-285750">
              <a:spcBef>
                <a:spcPct val="20000"/>
              </a:spcBef>
              <a:buChar char="–"/>
              <a:tabLst>
                <a:tab pos="682625" algn="l"/>
                <a:tab pos="1833563" algn="l"/>
              </a:tabLst>
              <a:defRPr sz="2400">
                <a:solidFill>
                  <a:schemeClr val="tx1"/>
                </a:solidFill>
                <a:latin typeface="Arial" panose="020B0604020202020204" pitchFamily="34" charset="0"/>
              </a:defRPr>
            </a:lvl2pPr>
            <a:lvl3pPr marL="1143000" indent="-228600">
              <a:spcBef>
                <a:spcPct val="20000"/>
              </a:spcBef>
              <a:buChar char="•"/>
              <a:tabLst>
                <a:tab pos="682625" algn="l"/>
                <a:tab pos="1833563" algn="l"/>
              </a:tabLst>
              <a:defRPr sz="2000">
                <a:solidFill>
                  <a:schemeClr val="tx1"/>
                </a:solidFill>
                <a:latin typeface="Arial" panose="020B0604020202020204" pitchFamily="34" charset="0"/>
              </a:defRPr>
            </a:lvl3pPr>
            <a:lvl4pPr marL="1600200" indent="-228600">
              <a:spcBef>
                <a:spcPct val="20000"/>
              </a:spcBef>
              <a:buChar char="–"/>
              <a:tabLst>
                <a:tab pos="682625" algn="l"/>
                <a:tab pos="1833563" algn="l"/>
              </a:tabLst>
              <a:defRPr sz="2000">
                <a:solidFill>
                  <a:schemeClr val="tx1"/>
                </a:solidFill>
                <a:latin typeface="Arial" panose="020B0604020202020204" pitchFamily="34" charset="0"/>
              </a:defRPr>
            </a:lvl4pPr>
            <a:lvl5pPr marL="2057400" indent="-228600">
              <a:spcBef>
                <a:spcPct val="20000"/>
              </a:spcBef>
              <a:buChar char="»"/>
              <a:tabLst>
                <a:tab pos="682625" algn="l"/>
                <a:tab pos="1833563"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9pPr>
          </a:lstStyle>
          <a:p>
            <a:pPr>
              <a:spcBef>
                <a:spcPct val="0"/>
              </a:spcBef>
              <a:buFontTx/>
              <a:buNone/>
            </a:pPr>
            <a:r>
              <a:rPr lang="en-US" altLang="en-US" sz="1800" b="1" dirty="0">
                <a:solidFill>
                  <a:srgbClr val="000000"/>
                </a:solidFill>
                <a:latin typeface="Courier New" panose="02070309020205020404" pitchFamily="49" charset="0"/>
              </a:rPr>
              <a:t>ERROR at line 1:</a:t>
            </a:r>
          </a:p>
          <a:p>
            <a:pPr>
              <a:spcBef>
                <a:spcPct val="0"/>
              </a:spcBef>
              <a:buFontTx/>
              <a:buNone/>
            </a:pPr>
            <a:r>
              <a:rPr lang="en-US" altLang="en-US" sz="1800" b="1" dirty="0">
                <a:solidFill>
                  <a:srgbClr val="000000"/>
                </a:solidFill>
                <a:latin typeface="Courier New" panose="02070309020205020404" pitchFamily="49" charset="0"/>
              </a:rPr>
              <a:t>ORA-00937: not a single-group group function</a:t>
            </a:r>
          </a:p>
        </p:txBody>
      </p:sp>
      <p:sp>
        <p:nvSpPr>
          <p:cNvPr id="9" name="Rectangle 4">
            <a:extLst>
              <a:ext uri="{FF2B5EF4-FFF2-40B4-BE49-F238E27FC236}">
                <a16:creationId xmlns:a16="http://schemas.microsoft.com/office/drawing/2014/main" id="{CA8DE526-BC81-5E59-0490-12F5E06D2B96}"/>
              </a:ext>
            </a:extLst>
          </p:cNvPr>
          <p:cNvSpPr>
            <a:spLocks noChangeArrowheads="1"/>
          </p:cNvSpPr>
          <p:nvPr/>
        </p:nvSpPr>
        <p:spPr bwMode="blackWhite">
          <a:xfrm>
            <a:off x="755576" y="3649735"/>
            <a:ext cx="7385050" cy="1270000"/>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682625" algn="l"/>
                <a:tab pos="1833563" algn="l"/>
              </a:tabLst>
              <a:defRPr sz="2800">
                <a:solidFill>
                  <a:schemeClr val="tx1"/>
                </a:solidFill>
                <a:latin typeface="Arial" panose="020B0604020202020204" pitchFamily="34" charset="0"/>
              </a:defRPr>
            </a:lvl1pPr>
            <a:lvl2pPr marL="742950" indent="-285750">
              <a:spcBef>
                <a:spcPct val="20000"/>
              </a:spcBef>
              <a:buChar char="–"/>
              <a:tabLst>
                <a:tab pos="682625" algn="l"/>
                <a:tab pos="1833563" algn="l"/>
              </a:tabLst>
              <a:defRPr sz="2400">
                <a:solidFill>
                  <a:schemeClr val="tx1"/>
                </a:solidFill>
                <a:latin typeface="Arial" panose="020B0604020202020204" pitchFamily="34" charset="0"/>
              </a:defRPr>
            </a:lvl2pPr>
            <a:lvl3pPr marL="1143000" indent="-228600">
              <a:spcBef>
                <a:spcPct val="20000"/>
              </a:spcBef>
              <a:buChar char="•"/>
              <a:tabLst>
                <a:tab pos="682625" algn="l"/>
                <a:tab pos="1833563" algn="l"/>
              </a:tabLst>
              <a:defRPr sz="2000">
                <a:solidFill>
                  <a:schemeClr val="tx1"/>
                </a:solidFill>
                <a:latin typeface="Arial" panose="020B0604020202020204" pitchFamily="34" charset="0"/>
              </a:defRPr>
            </a:lvl3pPr>
            <a:lvl4pPr marL="1600200" indent="-228600">
              <a:spcBef>
                <a:spcPct val="20000"/>
              </a:spcBef>
              <a:buChar char="–"/>
              <a:tabLst>
                <a:tab pos="682625" algn="l"/>
                <a:tab pos="1833563" algn="l"/>
              </a:tabLst>
              <a:defRPr sz="2000">
                <a:solidFill>
                  <a:schemeClr val="tx1"/>
                </a:solidFill>
                <a:latin typeface="Arial" panose="020B0604020202020204" pitchFamily="34" charset="0"/>
              </a:defRPr>
            </a:lvl4pPr>
            <a:lvl5pPr marL="2057400" indent="-228600">
              <a:spcBef>
                <a:spcPct val="20000"/>
              </a:spcBef>
              <a:buChar char="»"/>
              <a:tabLst>
                <a:tab pos="682625" algn="l"/>
                <a:tab pos="1833563"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latin typeface="Courier New" panose="02070309020205020404" pitchFamily="49" charset="0"/>
              </a:rPr>
              <a:t>SQL&gt; SELECT	 deptno, AVG(sal)</a:t>
            </a:r>
          </a:p>
          <a:p>
            <a:pPr>
              <a:spcBef>
                <a:spcPct val="0"/>
              </a:spcBef>
              <a:buFontTx/>
              <a:buNone/>
            </a:pPr>
            <a:r>
              <a:rPr lang="en-US" altLang="en-US" sz="1800" b="1">
                <a:solidFill>
                  <a:srgbClr val="000000"/>
                </a:solidFill>
                <a:latin typeface="Courier New" panose="02070309020205020404" pitchFamily="49" charset="0"/>
              </a:rPr>
              <a:t>  2  FROM	 emp</a:t>
            </a:r>
          </a:p>
          <a:p>
            <a:pPr>
              <a:spcBef>
                <a:spcPct val="0"/>
              </a:spcBef>
              <a:buFontTx/>
              <a:buNone/>
            </a:pPr>
            <a:r>
              <a:rPr lang="en-US" altLang="en-US" sz="1800" b="1">
                <a:solidFill>
                  <a:srgbClr val="000000"/>
                </a:solidFill>
                <a:latin typeface="Courier New" panose="02070309020205020404" pitchFamily="49" charset="0"/>
              </a:rPr>
              <a:t>  3  WHERE	 AVG(sal) &gt; 2000</a:t>
            </a:r>
          </a:p>
          <a:p>
            <a:pPr>
              <a:spcBef>
                <a:spcPct val="0"/>
              </a:spcBef>
              <a:buFontTx/>
              <a:buNone/>
            </a:pPr>
            <a:r>
              <a:rPr lang="en-US" altLang="en-US" sz="1800" b="1">
                <a:solidFill>
                  <a:srgbClr val="000000"/>
                </a:solidFill>
                <a:latin typeface="Courier New" panose="02070309020205020404" pitchFamily="49" charset="0"/>
              </a:rPr>
              <a:t>  4  GROUP BY	 deptno;</a:t>
            </a:r>
          </a:p>
        </p:txBody>
      </p:sp>
      <p:sp>
        <p:nvSpPr>
          <p:cNvPr id="10" name="Rectangle 5">
            <a:extLst>
              <a:ext uri="{FF2B5EF4-FFF2-40B4-BE49-F238E27FC236}">
                <a16:creationId xmlns:a16="http://schemas.microsoft.com/office/drawing/2014/main" id="{3769B2F0-C3CE-6C4F-2592-BF464A8DF86D}"/>
              </a:ext>
            </a:extLst>
          </p:cNvPr>
          <p:cNvSpPr>
            <a:spLocks noChangeArrowheads="1"/>
          </p:cNvSpPr>
          <p:nvPr/>
        </p:nvSpPr>
        <p:spPr bwMode="blackWhite">
          <a:xfrm>
            <a:off x="793676" y="5116585"/>
            <a:ext cx="7385050" cy="1274763"/>
          </a:xfrm>
          <a:prstGeom prst="rect">
            <a:avLst/>
          </a:prstGeom>
          <a:solidFill>
            <a:srgbClr val="DDDDDD"/>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682625" algn="l"/>
                <a:tab pos="1833563" algn="l"/>
              </a:tabLst>
              <a:defRPr sz="2800">
                <a:solidFill>
                  <a:schemeClr val="tx1"/>
                </a:solidFill>
                <a:latin typeface="Arial" panose="020B0604020202020204" pitchFamily="34" charset="0"/>
              </a:defRPr>
            </a:lvl1pPr>
            <a:lvl2pPr marL="742950" indent="-285750">
              <a:spcBef>
                <a:spcPct val="20000"/>
              </a:spcBef>
              <a:buChar char="–"/>
              <a:tabLst>
                <a:tab pos="682625" algn="l"/>
                <a:tab pos="1833563" algn="l"/>
              </a:tabLst>
              <a:defRPr sz="2400">
                <a:solidFill>
                  <a:schemeClr val="tx1"/>
                </a:solidFill>
                <a:latin typeface="Arial" panose="020B0604020202020204" pitchFamily="34" charset="0"/>
              </a:defRPr>
            </a:lvl2pPr>
            <a:lvl3pPr marL="1143000" indent="-228600">
              <a:spcBef>
                <a:spcPct val="20000"/>
              </a:spcBef>
              <a:buChar char="•"/>
              <a:tabLst>
                <a:tab pos="682625" algn="l"/>
                <a:tab pos="1833563" algn="l"/>
              </a:tabLst>
              <a:defRPr sz="2000">
                <a:solidFill>
                  <a:schemeClr val="tx1"/>
                </a:solidFill>
                <a:latin typeface="Arial" panose="020B0604020202020204" pitchFamily="34" charset="0"/>
              </a:defRPr>
            </a:lvl3pPr>
            <a:lvl4pPr marL="1600200" indent="-228600">
              <a:spcBef>
                <a:spcPct val="20000"/>
              </a:spcBef>
              <a:buChar char="–"/>
              <a:tabLst>
                <a:tab pos="682625" algn="l"/>
                <a:tab pos="1833563" algn="l"/>
              </a:tabLst>
              <a:defRPr sz="2000">
                <a:solidFill>
                  <a:schemeClr val="tx1"/>
                </a:solidFill>
                <a:latin typeface="Arial" panose="020B0604020202020204" pitchFamily="34" charset="0"/>
              </a:defRPr>
            </a:lvl4pPr>
            <a:lvl5pPr marL="2057400" indent="-228600">
              <a:spcBef>
                <a:spcPct val="20000"/>
              </a:spcBef>
              <a:buChar char="»"/>
              <a:tabLst>
                <a:tab pos="682625" algn="l"/>
                <a:tab pos="1833563"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latin typeface="Courier New" panose="02070309020205020404" pitchFamily="49" charset="0"/>
              </a:rPr>
              <a:t>WHERE AVG(sal) &gt; 2000</a:t>
            </a:r>
          </a:p>
          <a:p>
            <a:pPr>
              <a:spcBef>
                <a:spcPct val="0"/>
              </a:spcBef>
              <a:buFontTx/>
              <a:buNone/>
            </a:pPr>
            <a:r>
              <a:rPr lang="en-US" altLang="en-US" sz="1800" b="1">
                <a:solidFill>
                  <a:srgbClr val="000000"/>
                </a:solidFill>
                <a:latin typeface="Courier New" panose="02070309020205020404" pitchFamily="49" charset="0"/>
              </a:rPr>
              <a:t>      *</a:t>
            </a:r>
          </a:p>
          <a:p>
            <a:pPr>
              <a:spcBef>
                <a:spcPct val="0"/>
              </a:spcBef>
              <a:buFontTx/>
              <a:buNone/>
            </a:pPr>
            <a:r>
              <a:rPr lang="en-US" altLang="en-US" sz="1800" b="1">
                <a:solidFill>
                  <a:srgbClr val="000000"/>
                </a:solidFill>
                <a:latin typeface="Courier New" panose="02070309020205020404" pitchFamily="49" charset="0"/>
              </a:rPr>
              <a:t>ERROR at line 3:</a:t>
            </a:r>
          </a:p>
          <a:p>
            <a:pPr>
              <a:spcBef>
                <a:spcPct val="0"/>
              </a:spcBef>
              <a:buFontTx/>
              <a:buNone/>
            </a:pPr>
            <a:r>
              <a:rPr lang="en-US" altLang="en-US" sz="1800" b="1">
                <a:solidFill>
                  <a:srgbClr val="000000"/>
                </a:solidFill>
                <a:latin typeface="Courier New" panose="02070309020205020404" pitchFamily="49" charset="0"/>
              </a:rPr>
              <a:t>ORA-00934: group function is not allowed here</a:t>
            </a:r>
          </a:p>
        </p:txBody>
      </p:sp>
      <p:sp>
        <p:nvSpPr>
          <p:cNvPr id="11" name="Rectangle 6">
            <a:extLst>
              <a:ext uri="{FF2B5EF4-FFF2-40B4-BE49-F238E27FC236}">
                <a16:creationId xmlns:a16="http://schemas.microsoft.com/office/drawing/2014/main" id="{C8D6C51D-6A80-82C5-A7A3-F2A087A7A4A2}"/>
              </a:ext>
            </a:extLst>
          </p:cNvPr>
          <p:cNvSpPr>
            <a:spLocks noChangeArrowheads="1"/>
          </p:cNvSpPr>
          <p:nvPr/>
        </p:nvSpPr>
        <p:spPr bwMode="auto">
          <a:xfrm rot="19980000">
            <a:off x="3742085" y="4469641"/>
            <a:ext cx="5200650" cy="708528"/>
          </a:xfrm>
          <a:prstGeom prst="rect">
            <a:avLst/>
          </a:prstGeom>
          <a:noFill/>
          <a:ln w="9525">
            <a:noFill/>
            <a:miter lim="800000"/>
            <a:headEnd/>
            <a:tailEnd/>
          </a:ln>
          <a:effectLst/>
        </p:spPr>
        <p:txBody>
          <a:bodyPr wrap="square" lIns="92075" tIns="46038" rIns="92075" bIns="46038">
            <a:spAutoFit/>
          </a:bodyPr>
          <a:lstStyle/>
          <a:p>
            <a:r>
              <a:rPr lang="en-US" sz="2000" b="1" dirty="0">
                <a:solidFill>
                  <a:srgbClr val="FF0000"/>
                </a:solidFill>
                <a:latin typeface="Comic Sans MS" panose="030F0702030302020204" pitchFamily="66" charset="0"/>
                <a:ea typeface="Cambria" panose="02040503050406030204" pitchFamily="18" charset="0"/>
              </a:rPr>
              <a:t>Cannot use the WHERE clause</a:t>
            </a:r>
          </a:p>
          <a:p>
            <a:r>
              <a:rPr lang="en-US" sz="2000" b="1" dirty="0">
                <a:solidFill>
                  <a:srgbClr val="FF0000"/>
                </a:solidFill>
                <a:latin typeface="Comic Sans MS" panose="030F0702030302020204" pitchFamily="66" charset="0"/>
                <a:ea typeface="Cambria" panose="02040503050406030204" pitchFamily="18" charset="0"/>
              </a:rPr>
              <a:t>            to restrict groups</a:t>
            </a:r>
          </a:p>
        </p:txBody>
      </p:sp>
    </p:spTree>
    <p:extLst>
      <p:ext uri="{BB962C8B-B14F-4D97-AF65-F5344CB8AC3E}">
        <p14:creationId xmlns:p14="http://schemas.microsoft.com/office/powerpoint/2010/main" val="419471127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5">
                                            <p:txEl>
                                              <p:pRg st="5" end="5"/>
                                            </p:txEl>
                                          </p:spTgt>
                                        </p:tgtEl>
                                        <p:attrNameLst>
                                          <p:attrName>style.visibility</p:attrName>
                                        </p:attrNameLst>
                                      </p:cBhvr>
                                      <p:to>
                                        <p:strVal val="visible"/>
                                      </p:to>
                                    </p:set>
                                    <p:animEffect transition="in" filter="fade">
                                      <p:cBhvr>
                                        <p:cTn id="12" dur="1000"/>
                                        <p:tgtEl>
                                          <p:spTgt spid="5">
                                            <p:txEl>
                                              <p:pRg st="5" end="5"/>
                                            </p:txEl>
                                          </p:spTgt>
                                        </p:tgtEl>
                                      </p:cBhvr>
                                    </p:animEffect>
                                    <p:anim calcmode="lin" valueType="num">
                                      <p:cBhvr>
                                        <p:cTn id="13" dur="1000" fill="hold"/>
                                        <p:tgtEl>
                                          <p:spTgt spid="5">
                                            <p:txEl>
                                              <p:pRg st="5" end="5"/>
                                            </p:txEl>
                                          </p:spTgt>
                                        </p:tgtEl>
                                        <p:attrNameLst>
                                          <p:attrName>ppt_x</p:attrName>
                                        </p:attrNameLst>
                                      </p:cBhvr>
                                      <p:tavLst>
                                        <p:tav tm="0">
                                          <p:val>
                                            <p:strVal val="#ppt_x"/>
                                          </p:val>
                                        </p:tav>
                                        <p:tav tm="100000">
                                          <p:val>
                                            <p:strVal val="#ppt_x"/>
                                          </p:val>
                                        </p:tav>
                                      </p:tavLst>
                                    </p:anim>
                                    <p:anim calcmode="lin" valueType="num">
                                      <p:cBhvr>
                                        <p:cTn id="14" dur="1000" fill="hold"/>
                                        <p:tgtEl>
                                          <p:spTgt spid="5">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500" fill="hold"/>
                                        <p:tgtEl>
                                          <p:spTgt spid="9"/>
                                        </p:tgtEl>
                                        <p:attrNameLst>
                                          <p:attrName>ppt_x</p:attrName>
                                        </p:attrNameLst>
                                      </p:cBhvr>
                                      <p:tavLst>
                                        <p:tav tm="0">
                                          <p:val>
                                            <p:strVal val="#ppt_x"/>
                                          </p:val>
                                        </p:tav>
                                        <p:tav tm="100000">
                                          <p:val>
                                            <p:strVal val="#ppt_x"/>
                                          </p:val>
                                        </p:tav>
                                      </p:tavLst>
                                    </p:anim>
                                    <p:anim calcmode="lin" valueType="num">
                                      <p:cBhvr additive="base">
                                        <p:cTn id="20" dur="500" fill="hold"/>
                                        <p:tgtEl>
                                          <p:spTgt spid="9"/>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anim calcmode="lin" valueType="num">
                                      <p:cBhvr additive="base">
                                        <p:cTn id="23" dur="500" fill="hold"/>
                                        <p:tgtEl>
                                          <p:spTgt spid="10"/>
                                        </p:tgtEl>
                                        <p:attrNameLst>
                                          <p:attrName>ppt_x</p:attrName>
                                        </p:attrNameLst>
                                      </p:cBhvr>
                                      <p:tavLst>
                                        <p:tav tm="0">
                                          <p:val>
                                            <p:strVal val="#ppt_x"/>
                                          </p:val>
                                        </p:tav>
                                        <p:tav tm="100000">
                                          <p:val>
                                            <p:strVal val="#ppt_x"/>
                                          </p:val>
                                        </p:tav>
                                      </p:tavLst>
                                    </p:anim>
                                    <p:anim calcmode="lin" valueType="num">
                                      <p:cBhvr additive="base">
                                        <p:cTn id="24"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2" presetClass="entr" presetSubtype="4" fill="hold" grpId="0" nodeType="click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wipe(down)">
                                      <p:cBhvr>
                                        <p:cTn id="29"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utoUpdateAnimBg="0"/>
      <p:bldP spid="9" grpId="0" animBg="1"/>
      <p:bldP spid="10" grpId="0" animBg="1"/>
      <p:bldP spid="11" grpId="0"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E8207B-4751-C3C2-710B-462A406C5A6A}"/>
            </a:ext>
          </a:extLst>
        </p:cNvPr>
        <p:cNvGrpSpPr/>
        <p:nvPr/>
      </p:nvGrpSpPr>
      <p:grpSpPr>
        <a:xfrm>
          <a:off x="0" y="0"/>
          <a:ext cx="0" cy="0"/>
          <a:chOff x="0" y="0"/>
          <a:chExt cx="0" cy="0"/>
        </a:xfrm>
      </p:grpSpPr>
      <p:sp>
        <p:nvSpPr>
          <p:cNvPr id="38914" name="Rectangle 2">
            <a:extLst>
              <a:ext uri="{FF2B5EF4-FFF2-40B4-BE49-F238E27FC236}">
                <a16:creationId xmlns:a16="http://schemas.microsoft.com/office/drawing/2014/main" id="{A92314A5-3B57-98D4-F678-A84B3ACD3AD9}"/>
              </a:ext>
            </a:extLst>
          </p:cNvPr>
          <p:cNvSpPr>
            <a:spLocks noGrp="1" noChangeArrowheads="1"/>
          </p:cNvSpPr>
          <p:nvPr>
            <p:ph type="title"/>
          </p:nvPr>
        </p:nvSpPr>
        <p:spPr>
          <a:xfrm>
            <a:off x="425450" y="316340"/>
            <a:ext cx="6480398" cy="533400"/>
          </a:xfrm>
        </p:spPr>
        <p:txBody>
          <a:bodyPr/>
          <a:lstStyle/>
          <a:p>
            <a:pPr eaLnBrk="1" hangingPunct="1"/>
            <a:br>
              <a:rPr lang="en-US" altLang="en-US" sz="2800" b="1" u="sng" dirty="0">
                <a:solidFill>
                  <a:srgbClr val="D34817"/>
                </a:solidFill>
                <a:latin typeface="Cambria" panose="02040503050406030204" pitchFamily="18" charset="0"/>
                <a:ea typeface="Cambria" panose="02040503050406030204" pitchFamily="18" charset="0"/>
              </a:rPr>
            </a:br>
            <a:br>
              <a:rPr lang="en-US" altLang="en-US" sz="2800" b="1" u="sng" dirty="0">
                <a:solidFill>
                  <a:srgbClr val="D34817"/>
                </a:solidFill>
                <a:latin typeface="Cambria" panose="02040503050406030204" pitchFamily="18" charset="0"/>
                <a:ea typeface="Cambria" panose="02040503050406030204" pitchFamily="18" charset="0"/>
              </a:rPr>
            </a:br>
            <a:r>
              <a:rPr lang="en-US" altLang="en-US" sz="2800" b="1" u="sng" dirty="0">
                <a:solidFill>
                  <a:srgbClr val="D34817"/>
                </a:solidFill>
                <a:latin typeface="Cambria" panose="02040503050406030204" pitchFamily="18" charset="0"/>
                <a:ea typeface="Cambria" panose="02040503050406030204" pitchFamily="18" charset="0"/>
              </a:rPr>
              <a:t>Excluding Group Results</a:t>
            </a:r>
          </a:p>
        </p:txBody>
      </p:sp>
      <p:sp>
        <p:nvSpPr>
          <p:cNvPr id="38915" name="Rectangle 3">
            <a:extLst>
              <a:ext uri="{FF2B5EF4-FFF2-40B4-BE49-F238E27FC236}">
                <a16:creationId xmlns:a16="http://schemas.microsoft.com/office/drawing/2014/main" id="{73C6FA34-902E-6BA4-C4B2-F37710BDE9F7}"/>
              </a:ext>
            </a:extLst>
          </p:cNvPr>
          <p:cNvSpPr>
            <a:spLocks noGrp="1" noChangeArrowheads="1"/>
          </p:cNvSpPr>
          <p:nvPr>
            <p:ph sz="quarter" idx="1"/>
          </p:nvPr>
        </p:nvSpPr>
        <p:spPr>
          <a:xfrm>
            <a:off x="425450" y="741784"/>
            <a:ext cx="8394700" cy="4343400"/>
          </a:xfrm>
        </p:spPr>
        <p:txBody>
          <a:bodyPr/>
          <a:lstStyle/>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28600" indent="-228600" eaLnBrk="1" hangingPunct="1"/>
            <a:endParaRPr lang="en-US" altLang="en-US" sz="2800" dirty="0"/>
          </a:p>
        </p:txBody>
      </p:sp>
      <p:sp>
        <p:nvSpPr>
          <p:cNvPr id="3" name="Footer Placeholder 2">
            <a:extLst>
              <a:ext uri="{FF2B5EF4-FFF2-40B4-BE49-F238E27FC236}">
                <a16:creationId xmlns:a16="http://schemas.microsoft.com/office/drawing/2014/main" id="{465DDF8C-C805-CA43-0CCF-E6EF758084A7}"/>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2" name="Slide Number Placeholder 23">
            <a:extLst>
              <a:ext uri="{FF2B5EF4-FFF2-40B4-BE49-F238E27FC236}">
                <a16:creationId xmlns:a16="http://schemas.microsoft.com/office/drawing/2014/main" id="{0AC27713-7623-EA0C-C7DE-AF502A1F62D1}"/>
              </a:ext>
            </a:extLst>
          </p:cNvPr>
          <p:cNvSpPr>
            <a:spLocks noGrp="1"/>
          </p:cNvSpPr>
          <p:nvPr>
            <p:ph type="sldNum" sz="quarter" idx="12"/>
          </p:nvPr>
        </p:nvSpPr>
        <p:spPr>
          <a:xfrm>
            <a:off x="8532440" y="6166335"/>
            <a:ext cx="427833"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14</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21" name="Rectangle 2">
            <a:extLst>
              <a:ext uri="{FF2B5EF4-FFF2-40B4-BE49-F238E27FC236}">
                <a16:creationId xmlns:a16="http://schemas.microsoft.com/office/drawing/2014/main" id="{506DCA99-778E-45FB-F1FD-D8062F0507A2}"/>
              </a:ext>
            </a:extLst>
          </p:cNvPr>
          <p:cNvSpPr>
            <a:spLocks noChangeArrowheads="1"/>
          </p:cNvSpPr>
          <p:nvPr/>
        </p:nvSpPr>
        <p:spPr bwMode="blackWhite">
          <a:xfrm>
            <a:off x="6054724" y="3086571"/>
            <a:ext cx="2209800" cy="1108075"/>
          </a:xfrm>
          <a:prstGeom prst="rect">
            <a:avLst/>
          </a:prstGeom>
          <a:solidFill>
            <a:srgbClr val="FFCC99"/>
          </a:solidFill>
          <a:ln w="25400">
            <a:solidFill>
              <a:srgbClr val="000000"/>
            </a:solidFill>
            <a:miter lim="800000"/>
            <a:headEnd/>
            <a:tailEnd/>
          </a:ln>
          <a:effectLst>
            <a:outerShdw dist="107763" dir="2700000" algn="ctr" rotWithShape="0">
              <a:srgbClr val="000000">
                <a:alpha val="50000"/>
              </a:srgbClr>
            </a:outerShdw>
          </a:effectLst>
        </p:spPr>
        <p:txBody>
          <a:bodyPr lIns="92075" tIns="46038" rIns="92075" bIns="46038">
            <a:spAutoFit/>
          </a:bodyPr>
          <a:lstStyle>
            <a:lvl1pPr>
              <a:spcBef>
                <a:spcPct val="20000"/>
              </a:spcBef>
              <a:buChar char="•"/>
              <a:tabLst>
                <a:tab pos="914400" algn="l"/>
                <a:tab pos="1885950" algn="l"/>
                <a:tab pos="2457450" algn="l"/>
              </a:tabLst>
              <a:defRPr sz="2800">
                <a:solidFill>
                  <a:schemeClr val="tx1"/>
                </a:solidFill>
                <a:latin typeface="Arial" panose="020B0604020202020204" pitchFamily="34" charset="0"/>
              </a:defRPr>
            </a:lvl1pPr>
            <a:lvl2pPr marL="742950" indent="-285750">
              <a:spcBef>
                <a:spcPct val="20000"/>
              </a:spcBef>
              <a:buChar char="–"/>
              <a:tabLst>
                <a:tab pos="914400" algn="l"/>
                <a:tab pos="1885950" algn="l"/>
                <a:tab pos="2457450" algn="l"/>
              </a:tabLst>
              <a:defRPr sz="2400">
                <a:solidFill>
                  <a:schemeClr val="tx1"/>
                </a:solidFill>
                <a:latin typeface="Arial" panose="020B0604020202020204" pitchFamily="34" charset="0"/>
              </a:defRPr>
            </a:lvl2pPr>
            <a:lvl3pPr marL="1143000" indent="-228600">
              <a:spcBef>
                <a:spcPct val="20000"/>
              </a:spcBef>
              <a:buChar char="•"/>
              <a:tabLst>
                <a:tab pos="914400" algn="l"/>
                <a:tab pos="1885950" algn="l"/>
                <a:tab pos="2457450" algn="l"/>
              </a:tabLst>
              <a:defRPr sz="2000">
                <a:solidFill>
                  <a:schemeClr val="tx1"/>
                </a:solidFill>
                <a:latin typeface="Arial" panose="020B0604020202020204" pitchFamily="34" charset="0"/>
              </a:defRPr>
            </a:lvl3pPr>
            <a:lvl4pPr marL="1600200" indent="-228600">
              <a:spcBef>
                <a:spcPct val="20000"/>
              </a:spcBef>
              <a:buChar char="–"/>
              <a:tabLst>
                <a:tab pos="914400" algn="l"/>
                <a:tab pos="1885950" algn="l"/>
                <a:tab pos="2457450" algn="l"/>
              </a:tabLst>
              <a:defRPr sz="2000">
                <a:solidFill>
                  <a:schemeClr val="tx1"/>
                </a:solidFill>
                <a:latin typeface="Arial" panose="020B0604020202020204" pitchFamily="34" charset="0"/>
              </a:defRPr>
            </a:lvl4pPr>
            <a:lvl5pPr marL="2057400" indent="-228600">
              <a:spcBef>
                <a:spcPct val="20000"/>
              </a:spcBef>
              <a:buChar char="»"/>
              <a:tabLst>
                <a:tab pos="914400" algn="l"/>
                <a:tab pos="1885950" algn="l"/>
                <a:tab pos="24574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914400" algn="l"/>
                <a:tab pos="1885950" algn="l"/>
                <a:tab pos="24574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914400" algn="l"/>
                <a:tab pos="1885950" algn="l"/>
                <a:tab pos="24574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914400" algn="l"/>
                <a:tab pos="1885950" algn="l"/>
                <a:tab pos="24574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914400" algn="l"/>
                <a:tab pos="1885950" algn="l"/>
                <a:tab pos="2457450" algn="l"/>
              </a:tabLst>
              <a:defRPr sz="2000">
                <a:solidFill>
                  <a:schemeClr val="tx1"/>
                </a:solidFill>
                <a:latin typeface="Arial" panose="020B0604020202020204" pitchFamily="34" charset="0"/>
              </a:defRPr>
            </a:lvl9pPr>
          </a:lstStyle>
          <a:p>
            <a:pPr>
              <a:lnSpc>
                <a:spcPct val="90000"/>
              </a:lnSpc>
              <a:spcBef>
                <a:spcPct val="0"/>
              </a:spcBef>
              <a:buFontTx/>
              <a:buNone/>
            </a:pPr>
            <a:endParaRPr lang="en-US" altLang="en-US" sz="1800" b="1">
              <a:solidFill>
                <a:srgbClr val="000000"/>
              </a:solidFill>
              <a:latin typeface="Courier New" panose="02070309020205020404" pitchFamily="49" charset="0"/>
            </a:endParaRPr>
          </a:p>
          <a:p>
            <a:pPr>
              <a:lnSpc>
                <a:spcPct val="90000"/>
              </a:lnSpc>
              <a:spcBef>
                <a:spcPct val="0"/>
              </a:spcBef>
              <a:buFontTx/>
              <a:buNone/>
            </a:pPr>
            <a:endParaRPr lang="en-US" altLang="en-US" sz="1800" b="1">
              <a:solidFill>
                <a:srgbClr val="000000"/>
              </a:solidFill>
              <a:latin typeface="Courier New" panose="02070309020205020404" pitchFamily="49" charset="0"/>
            </a:endParaRPr>
          </a:p>
          <a:p>
            <a:pPr>
              <a:lnSpc>
                <a:spcPct val="90000"/>
              </a:lnSpc>
              <a:spcBef>
                <a:spcPct val="0"/>
              </a:spcBef>
              <a:buFontTx/>
              <a:buNone/>
            </a:pPr>
            <a:endParaRPr lang="en-US" altLang="en-US" sz="1800" b="1">
              <a:solidFill>
                <a:srgbClr val="000000"/>
              </a:solidFill>
              <a:latin typeface="Courier New" panose="02070309020205020404" pitchFamily="49" charset="0"/>
            </a:endParaRPr>
          </a:p>
          <a:p>
            <a:pPr>
              <a:lnSpc>
                <a:spcPct val="90000"/>
              </a:lnSpc>
              <a:spcBef>
                <a:spcPct val="0"/>
              </a:spcBef>
              <a:buFontTx/>
              <a:buNone/>
            </a:pPr>
            <a:endParaRPr lang="en-US" altLang="en-US" sz="1800" b="1">
              <a:solidFill>
                <a:srgbClr val="000000"/>
              </a:solidFill>
              <a:latin typeface="Courier New" panose="02070309020205020404" pitchFamily="49" charset="0"/>
            </a:endParaRPr>
          </a:p>
        </p:txBody>
      </p:sp>
      <p:sp>
        <p:nvSpPr>
          <p:cNvPr id="22" name="Rectangle 3">
            <a:extLst>
              <a:ext uri="{FF2B5EF4-FFF2-40B4-BE49-F238E27FC236}">
                <a16:creationId xmlns:a16="http://schemas.microsoft.com/office/drawing/2014/main" id="{8CC66005-1542-4DBB-4CB2-99C4E2A3CA9E}"/>
              </a:ext>
            </a:extLst>
          </p:cNvPr>
          <p:cNvSpPr>
            <a:spLocks noChangeArrowheads="1"/>
          </p:cNvSpPr>
          <p:nvPr/>
        </p:nvSpPr>
        <p:spPr bwMode="blackWhite">
          <a:xfrm>
            <a:off x="771524" y="1486371"/>
            <a:ext cx="2273300" cy="4327525"/>
          </a:xfrm>
          <a:prstGeom prst="rect">
            <a:avLst/>
          </a:prstGeom>
          <a:solidFill>
            <a:srgbClr val="FFCC99"/>
          </a:solidFill>
          <a:ln w="25400">
            <a:solidFill>
              <a:srgbClr val="000000"/>
            </a:solidFill>
            <a:miter lim="800000"/>
            <a:headEnd/>
            <a:tailEnd/>
          </a:ln>
          <a:effectLst>
            <a:outerShdw dist="107763" dir="2700000" algn="ctr" rotWithShape="0">
              <a:srgbClr val="000000">
                <a:alpha val="50000"/>
              </a:srgbClr>
            </a:outerShdw>
          </a:effectLst>
        </p:spPr>
        <p:txBody>
          <a:bodyPr lIns="92075" tIns="46038" rIns="92075" bIns="46038">
            <a:spAutoFit/>
          </a:bodyPr>
          <a:lstStyle>
            <a:lvl1pPr>
              <a:spcBef>
                <a:spcPct val="20000"/>
              </a:spcBef>
              <a:buChar char="•"/>
              <a:tabLst>
                <a:tab pos="914400" algn="l"/>
                <a:tab pos="1885950" algn="l"/>
                <a:tab pos="2457450" algn="l"/>
              </a:tabLst>
              <a:defRPr sz="2800">
                <a:solidFill>
                  <a:schemeClr val="tx1"/>
                </a:solidFill>
                <a:latin typeface="Arial" panose="020B0604020202020204" pitchFamily="34" charset="0"/>
              </a:defRPr>
            </a:lvl1pPr>
            <a:lvl2pPr marL="742950" indent="-285750">
              <a:spcBef>
                <a:spcPct val="20000"/>
              </a:spcBef>
              <a:buChar char="–"/>
              <a:tabLst>
                <a:tab pos="914400" algn="l"/>
                <a:tab pos="1885950" algn="l"/>
                <a:tab pos="2457450" algn="l"/>
              </a:tabLst>
              <a:defRPr sz="2400">
                <a:solidFill>
                  <a:schemeClr val="tx1"/>
                </a:solidFill>
                <a:latin typeface="Arial" panose="020B0604020202020204" pitchFamily="34" charset="0"/>
              </a:defRPr>
            </a:lvl2pPr>
            <a:lvl3pPr marL="1143000" indent="-228600">
              <a:spcBef>
                <a:spcPct val="20000"/>
              </a:spcBef>
              <a:buChar char="•"/>
              <a:tabLst>
                <a:tab pos="914400" algn="l"/>
                <a:tab pos="1885950" algn="l"/>
                <a:tab pos="2457450" algn="l"/>
              </a:tabLst>
              <a:defRPr sz="2000">
                <a:solidFill>
                  <a:schemeClr val="tx1"/>
                </a:solidFill>
                <a:latin typeface="Arial" panose="020B0604020202020204" pitchFamily="34" charset="0"/>
              </a:defRPr>
            </a:lvl3pPr>
            <a:lvl4pPr marL="1600200" indent="-228600">
              <a:spcBef>
                <a:spcPct val="20000"/>
              </a:spcBef>
              <a:buChar char="–"/>
              <a:tabLst>
                <a:tab pos="914400" algn="l"/>
                <a:tab pos="1885950" algn="l"/>
                <a:tab pos="2457450" algn="l"/>
              </a:tabLst>
              <a:defRPr sz="2000">
                <a:solidFill>
                  <a:schemeClr val="tx1"/>
                </a:solidFill>
                <a:latin typeface="Arial" panose="020B0604020202020204" pitchFamily="34" charset="0"/>
              </a:defRPr>
            </a:lvl4pPr>
            <a:lvl5pPr marL="2057400" indent="-228600">
              <a:spcBef>
                <a:spcPct val="20000"/>
              </a:spcBef>
              <a:buChar char="»"/>
              <a:tabLst>
                <a:tab pos="914400" algn="l"/>
                <a:tab pos="1885950" algn="l"/>
                <a:tab pos="24574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914400" algn="l"/>
                <a:tab pos="1885950" algn="l"/>
                <a:tab pos="24574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914400" algn="l"/>
                <a:tab pos="1885950" algn="l"/>
                <a:tab pos="24574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914400" algn="l"/>
                <a:tab pos="1885950" algn="l"/>
                <a:tab pos="24574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914400" algn="l"/>
                <a:tab pos="1885950" algn="l"/>
                <a:tab pos="2457450" algn="l"/>
              </a:tabLst>
              <a:defRPr sz="2000">
                <a:solidFill>
                  <a:schemeClr val="tx1"/>
                </a:solidFill>
                <a:latin typeface="Arial" panose="020B0604020202020204" pitchFamily="34" charset="0"/>
              </a:defRPr>
            </a:lvl9pPr>
          </a:lstStyle>
          <a:p>
            <a:pPr>
              <a:lnSpc>
                <a:spcPct val="90000"/>
              </a:lnSpc>
              <a:spcBef>
                <a:spcPct val="0"/>
              </a:spcBef>
              <a:buFontTx/>
              <a:buNone/>
            </a:pPr>
            <a:endParaRPr lang="en-US" altLang="en-US" sz="1800" b="1">
              <a:solidFill>
                <a:srgbClr val="000000"/>
              </a:solidFill>
              <a:latin typeface="Courier New" panose="02070309020205020404" pitchFamily="49" charset="0"/>
            </a:endParaRPr>
          </a:p>
          <a:p>
            <a:pPr>
              <a:lnSpc>
                <a:spcPct val="90000"/>
              </a:lnSpc>
              <a:spcBef>
                <a:spcPct val="0"/>
              </a:spcBef>
              <a:buFontTx/>
              <a:buNone/>
            </a:pPr>
            <a:endParaRPr lang="en-US" altLang="en-US" sz="1800" b="1">
              <a:solidFill>
                <a:srgbClr val="000000"/>
              </a:solidFill>
              <a:latin typeface="Courier New" panose="02070309020205020404" pitchFamily="49" charset="0"/>
            </a:endParaRPr>
          </a:p>
          <a:p>
            <a:pPr>
              <a:lnSpc>
                <a:spcPct val="90000"/>
              </a:lnSpc>
              <a:spcBef>
                <a:spcPct val="0"/>
              </a:spcBef>
              <a:buFontTx/>
              <a:buNone/>
            </a:pPr>
            <a:endParaRPr lang="en-US" altLang="en-US" sz="1800" b="1">
              <a:solidFill>
                <a:srgbClr val="000000"/>
              </a:solidFill>
              <a:latin typeface="Courier New" panose="02070309020205020404" pitchFamily="49" charset="0"/>
            </a:endParaRPr>
          </a:p>
          <a:p>
            <a:pPr>
              <a:lnSpc>
                <a:spcPct val="90000"/>
              </a:lnSpc>
              <a:spcBef>
                <a:spcPct val="0"/>
              </a:spcBef>
              <a:buFontTx/>
              <a:buNone/>
            </a:pPr>
            <a:endParaRPr lang="en-US" altLang="en-US" sz="1800" b="1">
              <a:solidFill>
                <a:srgbClr val="000000"/>
              </a:solidFill>
              <a:latin typeface="Courier New" panose="02070309020205020404" pitchFamily="49" charset="0"/>
            </a:endParaRPr>
          </a:p>
          <a:p>
            <a:pPr>
              <a:lnSpc>
                <a:spcPct val="90000"/>
              </a:lnSpc>
              <a:spcBef>
                <a:spcPct val="0"/>
              </a:spcBef>
              <a:buFontTx/>
              <a:buNone/>
            </a:pPr>
            <a:endParaRPr lang="en-US" altLang="en-US" sz="1800" b="1">
              <a:solidFill>
                <a:srgbClr val="000000"/>
              </a:solidFill>
              <a:latin typeface="Courier New" panose="02070309020205020404" pitchFamily="49" charset="0"/>
            </a:endParaRPr>
          </a:p>
          <a:p>
            <a:pPr>
              <a:lnSpc>
                <a:spcPct val="90000"/>
              </a:lnSpc>
              <a:spcBef>
                <a:spcPct val="0"/>
              </a:spcBef>
              <a:buFontTx/>
              <a:buNone/>
            </a:pPr>
            <a:endParaRPr lang="en-US" altLang="en-US" sz="1800" b="1">
              <a:solidFill>
                <a:srgbClr val="000000"/>
              </a:solidFill>
              <a:latin typeface="Courier New" panose="02070309020205020404" pitchFamily="49" charset="0"/>
            </a:endParaRPr>
          </a:p>
          <a:p>
            <a:pPr>
              <a:lnSpc>
                <a:spcPct val="90000"/>
              </a:lnSpc>
              <a:spcBef>
                <a:spcPct val="0"/>
              </a:spcBef>
              <a:buFontTx/>
              <a:buNone/>
            </a:pPr>
            <a:endParaRPr lang="en-US" altLang="en-US" sz="1800" b="1">
              <a:solidFill>
                <a:srgbClr val="000000"/>
              </a:solidFill>
              <a:latin typeface="Courier New" panose="02070309020205020404" pitchFamily="49" charset="0"/>
            </a:endParaRPr>
          </a:p>
          <a:p>
            <a:pPr>
              <a:lnSpc>
                <a:spcPct val="90000"/>
              </a:lnSpc>
              <a:spcBef>
                <a:spcPct val="0"/>
              </a:spcBef>
              <a:buFontTx/>
              <a:buNone/>
            </a:pPr>
            <a:endParaRPr lang="en-US" altLang="en-US" sz="1800" b="1">
              <a:solidFill>
                <a:srgbClr val="000000"/>
              </a:solidFill>
              <a:latin typeface="Courier New" panose="02070309020205020404" pitchFamily="49" charset="0"/>
            </a:endParaRPr>
          </a:p>
          <a:p>
            <a:pPr>
              <a:lnSpc>
                <a:spcPct val="90000"/>
              </a:lnSpc>
              <a:spcBef>
                <a:spcPct val="0"/>
              </a:spcBef>
              <a:buFontTx/>
              <a:buNone/>
            </a:pPr>
            <a:endParaRPr lang="en-US" altLang="en-US" sz="1800" b="1">
              <a:solidFill>
                <a:srgbClr val="000000"/>
              </a:solidFill>
              <a:latin typeface="Courier New" panose="02070309020205020404" pitchFamily="49" charset="0"/>
            </a:endParaRPr>
          </a:p>
          <a:p>
            <a:pPr>
              <a:lnSpc>
                <a:spcPct val="90000"/>
              </a:lnSpc>
              <a:spcBef>
                <a:spcPct val="0"/>
              </a:spcBef>
              <a:buFontTx/>
              <a:buNone/>
            </a:pPr>
            <a:endParaRPr lang="en-US" altLang="en-US" sz="1800" b="1">
              <a:solidFill>
                <a:srgbClr val="000000"/>
              </a:solidFill>
              <a:latin typeface="Courier New" panose="02070309020205020404" pitchFamily="49" charset="0"/>
            </a:endParaRPr>
          </a:p>
          <a:p>
            <a:pPr>
              <a:lnSpc>
                <a:spcPct val="90000"/>
              </a:lnSpc>
              <a:spcBef>
                <a:spcPct val="0"/>
              </a:spcBef>
              <a:buFontTx/>
              <a:buNone/>
            </a:pPr>
            <a:endParaRPr lang="en-US" altLang="en-US" sz="1800" b="1">
              <a:solidFill>
                <a:srgbClr val="000000"/>
              </a:solidFill>
              <a:latin typeface="Courier New" panose="02070309020205020404" pitchFamily="49" charset="0"/>
            </a:endParaRPr>
          </a:p>
          <a:p>
            <a:pPr>
              <a:lnSpc>
                <a:spcPct val="90000"/>
              </a:lnSpc>
              <a:spcBef>
                <a:spcPct val="0"/>
              </a:spcBef>
              <a:buFontTx/>
              <a:buNone/>
            </a:pPr>
            <a:endParaRPr lang="en-US" altLang="en-US" sz="1800" b="1">
              <a:solidFill>
                <a:srgbClr val="000000"/>
              </a:solidFill>
              <a:latin typeface="Courier New" panose="02070309020205020404" pitchFamily="49" charset="0"/>
            </a:endParaRPr>
          </a:p>
          <a:p>
            <a:pPr>
              <a:lnSpc>
                <a:spcPct val="90000"/>
              </a:lnSpc>
              <a:spcBef>
                <a:spcPct val="0"/>
              </a:spcBef>
              <a:buFontTx/>
              <a:buNone/>
            </a:pPr>
            <a:endParaRPr lang="en-US" altLang="en-US" sz="1800" b="1">
              <a:solidFill>
                <a:srgbClr val="000000"/>
              </a:solidFill>
              <a:latin typeface="Courier New" panose="02070309020205020404" pitchFamily="49" charset="0"/>
            </a:endParaRPr>
          </a:p>
          <a:p>
            <a:pPr>
              <a:lnSpc>
                <a:spcPct val="90000"/>
              </a:lnSpc>
              <a:spcBef>
                <a:spcPct val="0"/>
              </a:spcBef>
              <a:buFontTx/>
              <a:buNone/>
            </a:pPr>
            <a:endParaRPr lang="en-US" altLang="en-US" sz="1800" b="1">
              <a:solidFill>
                <a:srgbClr val="000000"/>
              </a:solidFill>
              <a:latin typeface="Courier New" panose="02070309020205020404" pitchFamily="49" charset="0"/>
            </a:endParaRPr>
          </a:p>
          <a:p>
            <a:pPr>
              <a:lnSpc>
                <a:spcPct val="90000"/>
              </a:lnSpc>
              <a:spcBef>
                <a:spcPct val="0"/>
              </a:spcBef>
              <a:buFontTx/>
              <a:buNone/>
            </a:pPr>
            <a:endParaRPr lang="en-US" altLang="en-US" sz="1800" b="1">
              <a:solidFill>
                <a:srgbClr val="000000"/>
              </a:solidFill>
              <a:latin typeface="Courier New" panose="02070309020205020404" pitchFamily="49" charset="0"/>
            </a:endParaRPr>
          </a:p>
          <a:p>
            <a:pPr>
              <a:lnSpc>
                <a:spcPct val="90000"/>
              </a:lnSpc>
              <a:spcBef>
                <a:spcPct val="0"/>
              </a:spcBef>
              <a:buFontTx/>
              <a:buNone/>
            </a:pPr>
            <a:endParaRPr lang="en-US" altLang="en-US" sz="1800" b="1">
              <a:solidFill>
                <a:srgbClr val="000000"/>
              </a:solidFill>
              <a:latin typeface="Courier New" panose="02070309020205020404" pitchFamily="49" charset="0"/>
            </a:endParaRPr>
          </a:p>
          <a:p>
            <a:pPr>
              <a:lnSpc>
                <a:spcPct val="90000"/>
              </a:lnSpc>
              <a:spcBef>
                <a:spcPct val="0"/>
              </a:spcBef>
              <a:buFontTx/>
              <a:buNone/>
            </a:pPr>
            <a:endParaRPr lang="en-US" altLang="en-US" sz="1800" b="1">
              <a:solidFill>
                <a:srgbClr val="000000"/>
              </a:solidFill>
              <a:latin typeface="Courier New" panose="02070309020205020404" pitchFamily="49" charset="0"/>
            </a:endParaRPr>
          </a:p>
        </p:txBody>
      </p:sp>
      <p:sp>
        <p:nvSpPr>
          <p:cNvPr id="23" name="Freeform 4">
            <a:extLst>
              <a:ext uri="{FF2B5EF4-FFF2-40B4-BE49-F238E27FC236}">
                <a16:creationId xmlns:a16="http://schemas.microsoft.com/office/drawing/2014/main" id="{5351E790-D58F-254E-7CC6-A8429BE7B882}"/>
              </a:ext>
            </a:extLst>
          </p:cNvPr>
          <p:cNvSpPr>
            <a:spLocks/>
          </p:cNvSpPr>
          <p:nvPr/>
        </p:nvSpPr>
        <p:spPr bwMode="auto">
          <a:xfrm>
            <a:off x="3049587" y="1484784"/>
            <a:ext cx="3044825" cy="4321175"/>
          </a:xfrm>
          <a:custGeom>
            <a:avLst/>
            <a:gdLst>
              <a:gd name="T0" fmla="*/ 0 w 1918"/>
              <a:gd name="T1" fmla="*/ 2147483646 h 2722"/>
              <a:gd name="T2" fmla="*/ 0 w 1918"/>
              <a:gd name="T3" fmla="*/ 0 h 2722"/>
              <a:gd name="T4" fmla="*/ 2147483646 w 1918"/>
              <a:gd name="T5" fmla="*/ 2147483646 h 2722"/>
              <a:gd name="T6" fmla="*/ 2147483646 w 1918"/>
              <a:gd name="T7" fmla="*/ 2147483646 h 2722"/>
              <a:gd name="T8" fmla="*/ 0 w 1918"/>
              <a:gd name="T9" fmla="*/ 2147483646 h 2722"/>
              <a:gd name="T10" fmla="*/ 0 60000 65536"/>
              <a:gd name="T11" fmla="*/ 0 60000 65536"/>
              <a:gd name="T12" fmla="*/ 0 60000 65536"/>
              <a:gd name="T13" fmla="*/ 0 60000 65536"/>
              <a:gd name="T14" fmla="*/ 0 60000 65536"/>
              <a:gd name="T15" fmla="*/ 0 w 1918"/>
              <a:gd name="T16" fmla="*/ 0 h 2722"/>
              <a:gd name="T17" fmla="*/ 1918 w 1918"/>
              <a:gd name="T18" fmla="*/ 2722 h 2722"/>
            </a:gdLst>
            <a:ahLst/>
            <a:cxnLst>
              <a:cxn ang="T10">
                <a:pos x="T0" y="T1"/>
              </a:cxn>
              <a:cxn ang="T11">
                <a:pos x="T2" y="T3"/>
              </a:cxn>
              <a:cxn ang="T12">
                <a:pos x="T4" y="T5"/>
              </a:cxn>
              <a:cxn ang="T13">
                <a:pos x="T6" y="T7"/>
              </a:cxn>
              <a:cxn ang="T14">
                <a:pos x="T8" y="T9"/>
              </a:cxn>
            </a:cxnLst>
            <a:rect l="T15" t="T16" r="T17" b="T18"/>
            <a:pathLst>
              <a:path w="1918" h="2722">
                <a:moveTo>
                  <a:pt x="0" y="2721"/>
                </a:moveTo>
                <a:lnTo>
                  <a:pt x="0" y="0"/>
                </a:lnTo>
                <a:lnTo>
                  <a:pt x="1917" y="1016"/>
                </a:lnTo>
                <a:lnTo>
                  <a:pt x="1917" y="1705"/>
                </a:lnTo>
                <a:lnTo>
                  <a:pt x="0" y="2721"/>
                </a:lnTo>
              </a:path>
            </a:pathLst>
          </a:custGeom>
          <a:solidFill>
            <a:srgbClr val="FFCC99">
              <a:alpha val="50195"/>
            </a:srgbClr>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effectLst>
                <a:outerShdw blurRad="38100" dist="38100" dir="2700000" algn="tl">
                  <a:srgbClr val="000000">
                    <a:alpha val="43137"/>
                  </a:srgbClr>
                </a:outerShdw>
              </a:effectLst>
            </a:endParaRPr>
          </a:p>
        </p:txBody>
      </p:sp>
      <p:sp>
        <p:nvSpPr>
          <p:cNvPr id="24" name="Rectangle 6">
            <a:extLst>
              <a:ext uri="{FF2B5EF4-FFF2-40B4-BE49-F238E27FC236}">
                <a16:creationId xmlns:a16="http://schemas.microsoft.com/office/drawing/2014/main" id="{5F4DEA59-355D-302E-3493-F450794CC257}"/>
              </a:ext>
            </a:extLst>
          </p:cNvPr>
          <p:cNvSpPr>
            <a:spLocks noChangeArrowheads="1"/>
          </p:cNvSpPr>
          <p:nvPr/>
        </p:nvSpPr>
        <p:spPr bwMode="auto">
          <a:xfrm>
            <a:off x="4040187" y="2994496"/>
            <a:ext cx="1847850" cy="1465263"/>
          </a:xfrm>
          <a:prstGeom prst="rect">
            <a:avLst/>
          </a:prstGeom>
          <a:noFill/>
          <a:ln w="9525">
            <a:noFill/>
            <a:miter lim="800000"/>
            <a:headEnd/>
            <a:tailEnd/>
          </a:ln>
          <a:effectLst/>
        </p:spPr>
        <p:txBody>
          <a:bodyPr wrap="none" lIns="92075" tIns="46038" rIns="92075" bIns="46038">
            <a:spAutoFit/>
          </a:bodyPr>
          <a:lstStyle/>
          <a:p>
            <a:pPr algn="ctr">
              <a:defRPr/>
            </a:pPr>
            <a:r>
              <a:rPr lang="en-US" sz="1800" b="1" dirty="0">
                <a:solidFill>
                  <a:srgbClr val="0033CC"/>
                </a:solidFill>
                <a:latin typeface="Arial" charset="0"/>
              </a:rPr>
              <a:t>“maximum</a:t>
            </a:r>
            <a:br>
              <a:rPr lang="en-US" sz="1800" b="1" dirty="0">
                <a:solidFill>
                  <a:srgbClr val="0033CC"/>
                </a:solidFill>
                <a:latin typeface="Arial" charset="0"/>
              </a:rPr>
            </a:br>
            <a:r>
              <a:rPr lang="en-US" sz="1800" b="1" dirty="0">
                <a:solidFill>
                  <a:srgbClr val="0033CC"/>
                </a:solidFill>
                <a:latin typeface="Arial" charset="0"/>
              </a:rPr>
              <a:t>salary</a:t>
            </a:r>
            <a:br>
              <a:rPr lang="en-US" sz="1800" b="1" dirty="0">
                <a:solidFill>
                  <a:srgbClr val="0033CC"/>
                </a:solidFill>
                <a:latin typeface="Arial" charset="0"/>
              </a:rPr>
            </a:br>
            <a:r>
              <a:rPr lang="en-US" sz="1800" b="1" dirty="0">
                <a:solidFill>
                  <a:srgbClr val="0033CC"/>
                </a:solidFill>
                <a:latin typeface="Arial" charset="0"/>
              </a:rPr>
              <a:t>per department</a:t>
            </a:r>
          </a:p>
          <a:p>
            <a:pPr algn="ctr">
              <a:defRPr/>
            </a:pPr>
            <a:r>
              <a:rPr lang="en-US" sz="1800" b="1" dirty="0">
                <a:solidFill>
                  <a:srgbClr val="0033CC"/>
                </a:solidFill>
                <a:latin typeface="Arial" charset="0"/>
              </a:rPr>
              <a:t>greater than</a:t>
            </a:r>
            <a:br>
              <a:rPr lang="en-US" sz="1800" b="1" dirty="0">
                <a:solidFill>
                  <a:srgbClr val="0033CC"/>
                </a:solidFill>
                <a:latin typeface="Arial" charset="0"/>
              </a:rPr>
            </a:br>
            <a:r>
              <a:rPr lang="en-US" sz="1800" b="1" dirty="0">
                <a:solidFill>
                  <a:srgbClr val="0033CC"/>
                </a:solidFill>
                <a:latin typeface="Arial" charset="0"/>
              </a:rPr>
              <a:t>$2900”</a:t>
            </a:r>
          </a:p>
        </p:txBody>
      </p:sp>
      <p:sp>
        <p:nvSpPr>
          <p:cNvPr id="25" name="Rectangle 7">
            <a:extLst>
              <a:ext uri="{FF2B5EF4-FFF2-40B4-BE49-F238E27FC236}">
                <a16:creationId xmlns:a16="http://schemas.microsoft.com/office/drawing/2014/main" id="{705ED16A-AB65-88EE-4325-B3486E2DB83D}"/>
              </a:ext>
            </a:extLst>
          </p:cNvPr>
          <p:cNvSpPr>
            <a:spLocks noChangeArrowheads="1"/>
          </p:cNvSpPr>
          <p:nvPr/>
        </p:nvSpPr>
        <p:spPr bwMode="auto">
          <a:xfrm>
            <a:off x="693737" y="1119659"/>
            <a:ext cx="706925" cy="400752"/>
          </a:xfrm>
          <a:prstGeom prst="rect">
            <a:avLst/>
          </a:prstGeom>
          <a:noFill/>
          <a:ln w="9525">
            <a:noFill/>
            <a:miter lim="800000"/>
            <a:headEnd/>
            <a:tailEnd/>
          </a:ln>
          <a:effectLst/>
        </p:spPr>
        <p:txBody>
          <a:bodyPr wrap="none" lIns="92075" tIns="46038" rIns="92075" bIns="46038">
            <a:spAutoFit/>
          </a:bodyPr>
          <a:lstStyle/>
          <a:p>
            <a:pPr>
              <a:defRPr/>
            </a:pPr>
            <a:r>
              <a:rPr lang="en-US" sz="2000" b="1" dirty="0">
                <a:solidFill>
                  <a:srgbClr val="0033CC"/>
                </a:solidFill>
                <a:latin typeface="Cambria" panose="02040503050406030204" pitchFamily="18" charset="0"/>
                <a:ea typeface="Cambria" panose="02040503050406030204" pitchFamily="18" charset="0"/>
              </a:rPr>
              <a:t>EMP</a:t>
            </a:r>
          </a:p>
        </p:txBody>
      </p:sp>
      <p:grpSp>
        <p:nvGrpSpPr>
          <p:cNvPr id="26" name="Group 8">
            <a:extLst>
              <a:ext uri="{FF2B5EF4-FFF2-40B4-BE49-F238E27FC236}">
                <a16:creationId xmlns:a16="http://schemas.microsoft.com/office/drawing/2014/main" id="{2A11D47B-1CD2-6FE8-F6F5-B33EC1371E0D}"/>
              </a:ext>
            </a:extLst>
          </p:cNvPr>
          <p:cNvGrpSpPr>
            <a:grpSpLocks/>
          </p:cNvGrpSpPr>
          <p:nvPr/>
        </p:nvGrpSpPr>
        <p:grpSpPr bwMode="auto">
          <a:xfrm>
            <a:off x="839787" y="2068984"/>
            <a:ext cx="7348537" cy="1843087"/>
            <a:chOff x="547" y="1391"/>
            <a:chExt cx="4629" cy="1161"/>
          </a:xfrm>
        </p:grpSpPr>
        <p:grpSp>
          <p:nvGrpSpPr>
            <p:cNvPr id="27" name="Group 9">
              <a:extLst>
                <a:ext uri="{FF2B5EF4-FFF2-40B4-BE49-F238E27FC236}">
                  <a16:creationId xmlns:a16="http://schemas.microsoft.com/office/drawing/2014/main" id="{EF96F041-70BA-7A3D-75FE-53CB450EBAA4}"/>
                </a:ext>
              </a:extLst>
            </p:cNvPr>
            <p:cNvGrpSpPr>
              <a:grpSpLocks/>
            </p:cNvGrpSpPr>
            <p:nvPr/>
          </p:nvGrpSpPr>
          <p:grpSpPr bwMode="auto">
            <a:xfrm>
              <a:off x="547" y="1391"/>
              <a:ext cx="4629" cy="1161"/>
              <a:chOff x="547" y="1391"/>
              <a:chExt cx="4629" cy="1161"/>
            </a:xfrm>
          </p:grpSpPr>
          <p:sp>
            <p:nvSpPr>
              <p:cNvPr id="29" name="Rectangle 10">
                <a:extLst>
                  <a:ext uri="{FF2B5EF4-FFF2-40B4-BE49-F238E27FC236}">
                    <a16:creationId xmlns:a16="http://schemas.microsoft.com/office/drawing/2014/main" id="{A7243FEF-4871-807D-3B2D-276E39B6D722}"/>
                  </a:ext>
                </a:extLst>
              </p:cNvPr>
              <p:cNvSpPr>
                <a:spLocks noChangeArrowheads="1"/>
              </p:cNvSpPr>
              <p:nvPr/>
            </p:nvSpPr>
            <p:spPr bwMode="ltGray">
              <a:xfrm>
                <a:off x="547" y="1391"/>
                <a:ext cx="1333" cy="489"/>
              </a:xfrm>
              <a:prstGeom prst="rect">
                <a:avLst/>
              </a:prstGeom>
              <a:solidFill>
                <a:srgbClr val="FF5050">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30" name="Rectangle 11">
                <a:extLst>
                  <a:ext uri="{FF2B5EF4-FFF2-40B4-BE49-F238E27FC236}">
                    <a16:creationId xmlns:a16="http://schemas.microsoft.com/office/drawing/2014/main" id="{40DDDB24-1F15-2588-960D-67D945BFFE54}"/>
                  </a:ext>
                </a:extLst>
              </p:cNvPr>
              <p:cNvSpPr>
                <a:spLocks noChangeArrowheads="1"/>
              </p:cNvSpPr>
              <p:nvPr/>
            </p:nvSpPr>
            <p:spPr bwMode="ltGray">
              <a:xfrm>
                <a:off x="3873" y="2382"/>
                <a:ext cx="1303" cy="170"/>
              </a:xfrm>
              <a:prstGeom prst="rect">
                <a:avLst/>
              </a:prstGeom>
              <a:solidFill>
                <a:srgbClr val="FF5050">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grpSp>
        <p:sp>
          <p:nvSpPr>
            <p:cNvPr id="28" name="Rectangle 12">
              <a:extLst>
                <a:ext uri="{FF2B5EF4-FFF2-40B4-BE49-F238E27FC236}">
                  <a16:creationId xmlns:a16="http://schemas.microsoft.com/office/drawing/2014/main" id="{FC2490C1-5830-25E6-CE0C-14000052FE56}"/>
                </a:ext>
              </a:extLst>
            </p:cNvPr>
            <p:cNvSpPr>
              <a:spLocks noChangeArrowheads="1"/>
            </p:cNvSpPr>
            <p:nvPr/>
          </p:nvSpPr>
          <p:spPr bwMode="auto">
            <a:xfrm>
              <a:off x="2026" y="1493"/>
              <a:ext cx="462" cy="274"/>
            </a:xfrm>
            <a:prstGeom prst="rect">
              <a:avLst/>
            </a:prstGeom>
            <a:noFill/>
            <a:ln w="9525">
              <a:noFill/>
              <a:miter lim="800000"/>
              <a:headEnd/>
              <a:tailEnd/>
            </a:ln>
            <a:effectLst/>
          </p:spPr>
          <p:txBody>
            <a:bodyPr wrap="none" lIns="92075" tIns="46038" rIns="92075" bIns="46038">
              <a:spAutoFit/>
            </a:bodyPr>
            <a:lstStyle/>
            <a:p>
              <a:pPr>
                <a:lnSpc>
                  <a:spcPct val="125000"/>
                </a:lnSpc>
                <a:defRPr/>
              </a:pPr>
              <a:r>
                <a:rPr lang="en-US" sz="1800" b="1" dirty="0">
                  <a:solidFill>
                    <a:srgbClr val="FF6633"/>
                  </a:solidFill>
                  <a:latin typeface="Courier New" pitchFamily="49" charset="0"/>
                </a:rPr>
                <a:t>5000</a:t>
              </a:r>
            </a:p>
          </p:txBody>
        </p:sp>
      </p:grpSp>
      <p:grpSp>
        <p:nvGrpSpPr>
          <p:cNvPr id="31" name="Group 13">
            <a:extLst>
              <a:ext uri="{FF2B5EF4-FFF2-40B4-BE49-F238E27FC236}">
                <a16:creationId xmlns:a16="http://schemas.microsoft.com/office/drawing/2014/main" id="{F5FAC4F7-D176-2FF6-5FAF-94CF8DB28921}"/>
              </a:ext>
            </a:extLst>
          </p:cNvPr>
          <p:cNvGrpSpPr>
            <a:grpSpLocks/>
          </p:cNvGrpSpPr>
          <p:nvPr/>
        </p:nvGrpSpPr>
        <p:grpSpPr bwMode="auto">
          <a:xfrm>
            <a:off x="839787" y="2851621"/>
            <a:ext cx="7348537" cy="1352550"/>
            <a:chOff x="547" y="1884"/>
            <a:chExt cx="4629" cy="852"/>
          </a:xfrm>
        </p:grpSpPr>
        <p:sp>
          <p:nvSpPr>
            <p:cNvPr id="38912" name="Rectangle 14">
              <a:extLst>
                <a:ext uri="{FF2B5EF4-FFF2-40B4-BE49-F238E27FC236}">
                  <a16:creationId xmlns:a16="http://schemas.microsoft.com/office/drawing/2014/main" id="{EECE8AC8-E2BC-7381-9964-A69C12859749}"/>
                </a:ext>
              </a:extLst>
            </p:cNvPr>
            <p:cNvSpPr>
              <a:spLocks noChangeArrowheads="1"/>
            </p:cNvSpPr>
            <p:nvPr/>
          </p:nvSpPr>
          <p:spPr bwMode="auto">
            <a:xfrm>
              <a:off x="2026" y="2205"/>
              <a:ext cx="462" cy="274"/>
            </a:xfrm>
            <a:prstGeom prst="rect">
              <a:avLst/>
            </a:prstGeom>
            <a:noFill/>
            <a:ln w="9525">
              <a:noFill/>
              <a:miter lim="800000"/>
              <a:headEnd/>
              <a:tailEnd/>
            </a:ln>
            <a:effectLst/>
          </p:spPr>
          <p:txBody>
            <a:bodyPr wrap="none" lIns="92075" tIns="46038" rIns="92075" bIns="46038">
              <a:spAutoFit/>
            </a:bodyPr>
            <a:lstStyle/>
            <a:p>
              <a:pPr>
                <a:lnSpc>
                  <a:spcPct val="125000"/>
                </a:lnSpc>
                <a:defRPr/>
              </a:pPr>
              <a:r>
                <a:rPr lang="en-US" sz="1800" b="1" dirty="0">
                  <a:solidFill>
                    <a:srgbClr val="339933"/>
                  </a:solidFill>
                  <a:latin typeface="Courier New" pitchFamily="49" charset="0"/>
                </a:rPr>
                <a:t>3000</a:t>
              </a:r>
            </a:p>
          </p:txBody>
        </p:sp>
        <p:grpSp>
          <p:nvGrpSpPr>
            <p:cNvPr id="38913" name="Group 15">
              <a:extLst>
                <a:ext uri="{FF2B5EF4-FFF2-40B4-BE49-F238E27FC236}">
                  <a16:creationId xmlns:a16="http://schemas.microsoft.com/office/drawing/2014/main" id="{C6FFFD8B-BACD-5FE1-35FC-D5E91D652402}"/>
                </a:ext>
              </a:extLst>
            </p:cNvPr>
            <p:cNvGrpSpPr>
              <a:grpSpLocks/>
            </p:cNvGrpSpPr>
            <p:nvPr/>
          </p:nvGrpSpPr>
          <p:grpSpPr bwMode="auto">
            <a:xfrm>
              <a:off x="547" y="1884"/>
              <a:ext cx="4629" cy="852"/>
              <a:chOff x="547" y="1884"/>
              <a:chExt cx="4629" cy="852"/>
            </a:xfrm>
          </p:grpSpPr>
          <p:sp>
            <p:nvSpPr>
              <p:cNvPr id="38916" name="Rectangle 16">
                <a:extLst>
                  <a:ext uri="{FF2B5EF4-FFF2-40B4-BE49-F238E27FC236}">
                    <a16:creationId xmlns:a16="http://schemas.microsoft.com/office/drawing/2014/main" id="{52FFEE84-2606-0861-7B68-6374728F8150}"/>
                  </a:ext>
                </a:extLst>
              </p:cNvPr>
              <p:cNvSpPr>
                <a:spLocks noChangeArrowheads="1"/>
              </p:cNvSpPr>
              <p:nvPr/>
            </p:nvSpPr>
            <p:spPr bwMode="ltGray">
              <a:xfrm>
                <a:off x="3872" y="2555"/>
                <a:ext cx="1304" cy="160"/>
              </a:xfrm>
              <a:prstGeom prst="rect">
                <a:avLst/>
              </a:prstGeom>
              <a:solidFill>
                <a:srgbClr val="009900">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38917" name="Rectangle 17">
                <a:extLst>
                  <a:ext uri="{FF2B5EF4-FFF2-40B4-BE49-F238E27FC236}">
                    <a16:creationId xmlns:a16="http://schemas.microsoft.com/office/drawing/2014/main" id="{AAACC99A-8D43-B8DE-E565-71C987264A8D}"/>
                  </a:ext>
                </a:extLst>
              </p:cNvPr>
              <p:cNvSpPr>
                <a:spLocks noChangeArrowheads="1"/>
              </p:cNvSpPr>
              <p:nvPr/>
            </p:nvSpPr>
            <p:spPr bwMode="ltGray">
              <a:xfrm>
                <a:off x="547" y="1884"/>
                <a:ext cx="1333" cy="852"/>
              </a:xfrm>
              <a:prstGeom prst="rect">
                <a:avLst/>
              </a:prstGeom>
              <a:solidFill>
                <a:srgbClr val="009900">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grpSp>
      </p:grpSp>
      <p:grpSp>
        <p:nvGrpSpPr>
          <p:cNvPr id="38918" name="Group 18">
            <a:extLst>
              <a:ext uri="{FF2B5EF4-FFF2-40B4-BE49-F238E27FC236}">
                <a16:creationId xmlns:a16="http://schemas.microsoft.com/office/drawing/2014/main" id="{0335410D-C5D0-AAAA-4EB3-9AA6462DB026}"/>
              </a:ext>
            </a:extLst>
          </p:cNvPr>
          <p:cNvGrpSpPr>
            <a:grpSpLocks/>
          </p:cNvGrpSpPr>
          <p:nvPr/>
        </p:nvGrpSpPr>
        <p:grpSpPr bwMode="auto">
          <a:xfrm>
            <a:off x="842962" y="4210521"/>
            <a:ext cx="3078162" cy="1550988"/>
            <a:chOff x="549" y="2740"/>
            <a:chExt cx="1939" cy="977"/>
          </a:xfrm>
        </p:grpSpPr>
        <p:sp>
          <p:nvSpPr>
            <p:cNvPr id="38919" name="Rectangle 19">
              <a:extLst>
                <a:ext uri="{FF2B5EF4-FFF2-40B4-BE49-F238E27FC236}">
                  <a16:creationId xmlns:a16="http://schemas.microsoft.com/office/drawing/2014/main" id="{163E992E-A55A-84F0-C4E2-6E1A682A9ED4}"/>
                </a:ext>
              </a:extLst>
            </p:cNvPr>
            <p:cNvSpPr>
              <a:spLocks noChangeArrowheads="1"/>
            </p:cNvSpPr>
            <p:nvPr/>
          </p:nvSpPr>
          <p:spPr bwMode="ltGray">
            <a:xfrm>
              <a:off x="549" y="2740"/>
              <a:ext cx="1333" cy="977"/>
            </a:xfrm>
            <a:prstGeom prst="rect">
              <a:avLst/>
            </a:prstGeom>
            <a:solidFill>
              <a:srgbClr val="3399FF">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38920" name="Rectangle 20">
              <a:extLst>
                <a:ext uri="{FF2B5EF4-FFF2-40B4-BE49-F238E27FC236}">
                  <a16:creationId xmlns:a16="http://schemas.microsoft.com/office/drawing/2014/main" id="{9E49DF91-657B-6ACC-7C51-FDA55A6E6F5B}"/>
                </a:ext>
              </a:extLst>
            </p:cNvPr>
            <p:cNvSpPr>
              <a:spLocks noChangeArrowheads="1"/>
            </p:cNvSpPr>
            <p:nvPr/>
          </p:nvSpPr>
          <p:spPr bwMode="auto">
            <a:xfrm>
              <a:off x="2026" y="3085"/>
              <a:ext cx="462" cy="274"/>
            </a:xfrm>
            <a:prstGeom prst="rect">
              <a:avLst/>
            </a:prstGeom>
            <a:noFill/>
            <a:ln w="9525">
              <a:noFill/>
              <a:miter lim="800000"/>
              <a:headEnd/>
              <a:tailEnd/>
            </a:ln>
            <a:effectLst/>
          </p:spPr>
          <p:txBody>
            <a:bodyPr wrap="none" lIns="92075" tIns="46038" rIns="92075" bIns="46038">
              <a:spAutoFit/>
            </a:bodyPr>
            <a:lstStyle/>
            <a:p>
              <a:pPr>
                <a:lnSpc>
                  <a:spcPct val="125000"/>
                </a:lnSpc>
                <a:defRPr/>
              </a:pPr>
              <a:r>
                <a:rPr lang="en-US" sz="1800" b="1" dirty="0">
                  <a:solidFill>
                    <a:srgbClr val="0070C0"/>
                  </a:solidFill>
                  <a:latin typeface="Courier New" pitchFamily="49" charset="0"/>
                </a:rPr>
                <a:t>2850</a:t>
              </a:r>
            </a:p>
          </p:txBody>
        </p:sp>
      </p:grpSp>
      <p:sp>
        <p:nvSpPr>
          <p:cNvPr id="38921" name="Rectangle 21">
            <a:extLst>
              <a:ext uri="{FF2B5EF4-FFF2-40B4-BE49-F238E27FC236}">
                <a16:creationId xmlns:a16="http://schemas.microsoft.com/office/drawing/2014/main" id="{C0D88DF3-818F-58D3-66E9-C40012508AFC}"/>
              </a:ext>
            </a:extLst>
          </p:cNvPr>
          <p:cNvSpPr>
            <a:spLocks noChangeArrowheads="1"/>
          </p:cNvSpPr>
          <p:nvPr/>
        </p:nvSpPr>
        <p:spPr bwMode="auto">
          <a:xfrm>
            <a:off x="792162" y="1472084"/>
            <a:ext cx="2211387" cy="435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nSpc>
                <a:spcPct val="125000"/>
              </a:lnSpc>
              <a:spcBef>
                <a:spcPct val="0"/>
              </a:spcBef>
              <a:buFontTx/>
              <a:buNone/>
            </a:pPr>
            <a:r>
              <a:rPr lang="en-US" altLang="en-US" sz="1400" b="1">
                <a:solidFill>
                  <a:srgbClr val="000000"/>
                </a:solidFill>
                <a:latin typeface="Courier New" panose="02070309020205020404" pitchFamily="49" charset="0"/>
              </a:rPr>
              <a:t>   DEPTNO       SAL</a:t>
            </a:r>
          </a:p>
          <a:p>
            <a:pPr>
              <a:lnSpc>
                <a:spcPct val="125000"/>
              </a:lnSpc>
              <a:spcBef>
                <a:spcPct val="0"/>
              </a:spcBef>
              <a:buFontTx/>
              <a:buNone/>
            </a:pPr>
            <a:r>
              <a:rPr lang="en-US" altLang="en-US" sz="1400" b="1">
                <a:solidFill>
                  <a:srgbClr val="000000"/>
                </a:solidFill>
                <a:latin typeface="Courier New" panose="02070309020205020404" pitchFamily="49" charset="0"/>
              </a:rPr>
              <a:t>--------- ---------</a:t>
            </a:r>
          </a:p>
          <a:p>
            <a:pPr>
              <a:lnSpc>
                <a:spcPct val="125000"/>
              </a:lnSpc>
              <a:spcBef>
                <a:spcPct val="0"/>
              </a:spcBef>
              <a:buFontTx/>
              <a:buNone/>
            </a:pPr>
            <a:r>
              <a:rPr lang="en-US" altLang="en-US" sz="1400" b="1">
                <a:solidFill>
                  <a:srgbClr val="000000"/>
                </a:solidFill>
                <a:latin typeface="Courier New" panose="02070309020205020404" pitchFamily="49" charset="0"/>
              </a:rPr>
              <a:t>       10      2450</a:t>
            </a:r>
          </a:p>
          <a:p>
            <a:pPr>
              <a:lnSpc>
                <a:spcPct val="125000"/>
              </a:lnSpc>
              <a:spcBef>
                <a:spcPct val="0"/>
              </a:spcBef>
              <a:buFontTx/>
              <a:buNone/>
            </a:pPr>
            <a:r>
              <a:rPr lang="en-US" altLang="en-US" sz="1400" b="1">
                <a:solidFill>
                  <a:srgbClr val="000000"/>
                </a:solidFill>
                <a:latin typeface="Courier New" panose="02070309020205020404" pitchFamily="49" charset="0"/>
              </a:rPr>
              <a:t>       10      5000</a:t>
            </a:r>
          </a:p>
          <a:p>
            <a:pPr>
              <a:lnSpc>
                <a:spcPct val="125000"/>
              </a:lnSpc>
              <a:spcBef>
                <a:spcPct val="0"/>
              </a:spcBef>
              <a:buFontTx/>
              <a:buNone/>
            </a:pPr>
            <a:r>
              <a:rPr lang="en-US" altLang="en-US" sz="1400" b="1">
                <a:solidFill>
                  <a:srgbClr val="000000"/>
                </a:solidFill>
                <a:latin typeface="Courier New" panose="02070309020205020404" pitchFamily="49" charset="0"/>
              </a:rPr>
              <a:t>       10      1300</a:t>
            </a:r>
          </a:p>
          <a:p>
            <a:pPr>
              <a:lnSpc>
                <a:spcPct val="125000"/>
              </a:lnSpc>
              <a:spcBef>
                <a:spcPct val="0"/>
              </a:spcBef>
              <a:buFontTx/>
              <a:buNone/>
            </a:pPr>
            <a:r>
              <a:rPr lang="en-US" altLang="en-US" sz="1400" b="1">
                <a:solidFill>
                  <a:srgbClr val="000000"/>
                </a:solidFill>
                <a:latin typeface="Courier New" panose="02070309020205020404" pitchFamily="49" charset="0"/>
              </a:rPr>
              <a:t>       20       800</a:t>
            </a:r>
          </a:p>
          <a:p>
            <a:pPr>
              <a:lnSpc>
                <a:spcPct val="125000"/>
              </a:lnSpc>
              <a:spcBef>
                <a:spcPct val="0"/>
              </a:spcBef>
              <a:buFontTx/>
              <a:buNone/>
            </a:pPr>
            <a:r>
              <a:rPr lang="en-US" altLang="en-US" sz="1400" b="1">
                <a:solidFill>
                  <a:srgbClr val="000000"/>
                </a:solidFill>
                <a:latin typeface="Courier New" panose="02070309020205020404" pitchFamily="49" charset="0"/>
              </a:rPr>
              <a:t>       20      1100</a:t>
            </a:r>
          </a:p>
          <a:p>
            <a:pPr>
              <a:lnSpc>
                <a:spcPct val="125000"/>
              </a:lnSpc>
              <a:spcBef>
                <a:spcPct val="0"/>
              </a:spcBef>
              <a:buFontTx/>
              <a:buNone/>
            </a:pPr>
            <a:r>
              <a:rPr lang="en-US" altLang="en-US" sz="1400" b="1">
                <a:solidFill>
                  <a:srgbClr val="000000"/>
                </a:solidFill>
                <a:latin typeface="Courier New" panose="02070309020205020404" pitchFamily="49" charset="0"/>
              </a:rPr>
              <a:t>       20      3000</a:t>
            </a:r>
          </a:p>
          <a:p>
            <a:pPr>
              <a:lnSpc>
                <a:spcPct val="125000"/>
              </a:lnSpc>
              <a:spcBef>
                <a:spcPct val="0"/>
              </a:spcBef>
              <a:buFontTx/>
              <a:buNone/>
            </a:pPr>
            <a:r>
              <a:rPr lang="en-US" altLang="en-US" sz="1400" b="1">
                <a:solidFill>
                  <a:srgbClr val="000000"/>
                </a:solidFill>
                <a:latin typeface="Courier New" panose="02070309020205020404" pitchFamily="49" charset="0"/>
              </a:rPr>
              <a:t>       20      3000</a:t>
            </a:r>
          </a:p>
          <a:p>
            <a:pPr>
              <a:lnSpc>
                <a:spcPct val="125000"/>
              </a:lnSpc>
              <a:spcBef>
                <a:spcPct val="0"/>
              </a:spcBef>
              <a:buFontTx/>
              <a:buNone/>
            </a:pPr>
            <a:r>
              <a:rPr lang="en-US" altLang="en-US" sz="1400" b="1">
                <a:solidFill>
                  <a:srgbClr val="000000"/>
                </a:solidFill>
                <a:latin typeface="Courier New" panose="02070309020205020404" pitchFamily="49" charset="0"/>
              </a:rPr>
              <a:t>       20      2975</a:t>
            </a:r>
          </a:p>
          <a:p>
            <a:pPr>
              <a:lnSpc>
                <a:spcPct val="125000"/>
              </a:lnSpc>
              <a:spcBef>
                <a:spcPct val="0"/>
              </a:spcBef>
              <a:buFontTx/>
              <a:buNone/>
            </a:pPr>
            <a:r>
              <a:rPr lang="en-US" altLang="en-US" sz="1400" b="1">
                <a:solidFill>
                  <a:srgbClr val="000000"/>
                </a:solidFill>
                <a:latin typeface="Courier New" panose="02070309020205020404" pitchFamily="49" charset="0"/>
              </a:rPr>
              <a:t>       30      1600</a:t>
            </a:r>
          </a:p>
          <a:p>
            <a:pPr>
              <a:lnSpc>
                <a:spcPct val="125000"/>
              </a:lnSpc>
              <a:spcBef>
                <a:spcPct val="0"/>
              </a:spcBef>
              <a:buFontTx/>
              <a:buNone/>
            </a:pPr>
            <a:r>
              <a:rPr lang="en-US" altLang="en-US" sz="1400" b="1">
                <a:solidFill>
                  <a:srgbClr val="000000"/>
                </a:solidFill>
                <a:latin typeface="Courier New" panose="02070309020205020404" pitchFamily="49" charset="0"/>
              </a:rPr>
              <a:t>       30      2850</a:t>
            </a:r>
          </a:p>
          <a:p>
            <a:pPr>
              <a:lnSpc>
                <a:spcPct val="125000"/>
              </a:lnSpc>
              <a:spcBef>
                <a:spcPct val="0"/>
              </a:spcBef>
              <a:buFontTx/>
              <a:buNone/>
            </a:pPr>
            <a:r>
              <a:rPr lang="en-US" altLang="en-US" sz="1400" b="1">
                <a:solidFill>
                  <a:srgbClr val="000000"/>
                </a:solidFill>
                <a:latin typeface="Courier New" panose="02070309020205020404" pitchFamily="49" charset="0"/>
              </a:rPr>
              <a:t>       30      1250</a:t>
            </a:r>
          </a:p>
          <a:p>
            <a:pPr>
              <a:lnSpc>
                <a:spcPct val="125000"/>
              </a:lnSpc>
              <a:spcBef>
                <a:spcPct val="0"/>
              </a:spcBef>
              <a:buFontTx/>
              <a:buNone/>
            </a:pPr>
            <a:r>
              <a:rPr lang="en-US" altLang="en-US" sz="1400" b="1">
                <a:solidFill>
                  <a:srgbClr val="000000"/>
                </a:solidFill>
                <a:latin typeface="Courier New" panose="02070309020205020404" pitchFamily="49" charset="0"/>
              </a:rPr>
              <a:t>       30       950</a:t>
            </a:r>
          </a:p>
          <a:p>
            <a:pPr>
              <a:lnSpc>
                <a:spcPct val="125000"/>
              </a:lnSpc>
              <a:spcBef>
                <a:spcPct val="0"/>
              </a:spcBef>
              <a:buFontTx/>
              <a:buNone/>
            </a:pPr>
            <a:r>
              <a:rPr lang="en-US" altLang="en-US" sz="1400" b="1">
                <a:solidFill>
                  <a:srgbClr val="000000"/>
                </a:solidFill>
                <a:latin typeface="Courier New" panose="02070309020205020404" pitchFamily="49" charset="0"/>
              </a:rPr>
              <a:t>       30      1500</a:t>
            </a:r>
          </a:p>
          <a:p>
            <a:pPr>
              <a:lnSpc>
                <a:spcPct val="125000"/>
              </a:lnSpc>
              <a:spcBef>
                <a:spcPct val="0"/>
              </a:spcBef>
              <a:buFontTx/>
              <a:buNone/>
            </a:pPr>
            <a:r>
              <a:rPr lang="en-US" altLang="en-US" sz="1400" b="1">
                <a:solidFill>
                  <a:srgbClr val="000000"/>
                </a:solidFill>
                <a:latin typeface="Courier New" panose="02070309020205020404" pitchFamily="49" charset="0"/>
              </a:rPr>
              <a:t>       30      1250</a:t>
            </a:r>
          </a:p>
        </p:txBody>
      </p:sp>
      <p:sp>
        <p:nvSpPr>
          <p:cNvPr id="38922" name="Rectangle 22">
            <a:extLst>
              <a:ext uri="{FF2B5EF4-FFF2-40B4-BE49-F238E27FC236}">
                <a16:creationId xmlns:a16="http://schemas.microsoft.com/office/drawing/2014/main" id="{1F11BC5F-1FB4-3780-4394-6A71156EB094}"/>
              </a:ext>
            </a:extLst>
          </p:cNvPr>
          <p:cNvSpPr>
            <a:spLocks noChangeArrowheads="1"/>
          </p:cNvSpPr>
          <p:nvPr/>
        </p:nvSpPr>
        <p:spPr bwMode="auto">
          <a:xfrm>
            <a:off x="6045199" y="3057996"/>
            <a:ext cx="2211388" cy="1158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nSpc>
                <a:spcPct val="125000"/>
              </a:lnSpc>
              <a:spcBef>
                <a:spcPct val="0"/>
              </a:spcBef>
              <a:buFontTx/>
              <a:buNone/>
            </a:pPr>
            <a:r>
              <a:rPr lang="en-US" altLang="en-US" sz="1400" b="1">
                <a:solidFill>
                  <a:srgbClr val="000000"/>
                </a:solidFill>
                <a:latin typeface="Courier New" panose="02070309020205020404" pitchFamily="49" charset="0"/>
              </a:rPr>
              <a:t>   DEPTNO  MAX(SAL)</a:t>
            </a:r>
          </a:p>
          <a:p>
            <a:pPr>
              <a:lnSpc>
                <a:spcPct val="125000"/>
              </a:lnSpc>
              <a:spcBef>
                <a:spcPct val="0"/>
              </a:spcBef>
              <a:buFontTx/>
              <a:buNone/>
            </a:pPr>
            <a:r>
              <a:rPr lang="en-US" altLang="en-US" sz="1400" b="1">
                <a:solidFill>
                  <a:srgbClr val="000000"/>
                </a:solidFill>
                <a:latin typeface="Courier New" panose="02070309020205020404" pitchFamily="49" charset="0"/>
              </a:rPr>
              <a:t>--------- ---------</a:t>
            </a:r>
          </a:p>
          <a:p>
            <a:pPr>
              <a:lnSpc>
                <a:spcPct val="125000"/>
              </a:lnSpc>
              <a:spcBef>
                <a:spcPct val="0"/>
              </a:spcBef>
              <a:buFontTx/>
              <a:buNone/>
            </a:pPr>
            <a:r>
              <a:rPr lang="en-US" altLang="en-US" sz="1400" b="1">
                <a:solidFill>
                  <a:srgbClr val="000000"/>
                </a:solidFill>
                <a:latin typeface="Courier New" panose="02070309020205020404" pitchFamily="49" charset="0"/>
              </a:rPr>
              <a:t>       10      5000</a:t>
            </a:r>
          </a:p>
          <a:p>
            <a:pPr>
              <a:lnSpc>
                <a:spcPct val="125000"/>
              </a:lnSpc>
              <a:spcBef>
                <a:spcPct val="0"/>
              </a:spcBef>
              <a:buFontTx/>
              <a:buNone/>
            </a:pPr>
            <a:r>
              <a:rPr lang="en-US" altLang="en-US" sz="1400" b="1">
                <a:solidFill>
                  <a:srgbClr val="000000"/>
                </a:solidFill>
                <a:latin typeface="Courier New" panose="02070309020205020404" pitchFamily="49" charset="0"/>
              </a:rPr>
              <a:t>       20      3000</a:t>
            </a:r>
          </a:p>
        </p:txBody>
      </p:sp>
    </p:spTree>
    <p:extLst>
      <p:ext uri="{BB962C8B-B14F-4D97-AF65-F5344CB8AC3E}">
        <p14:creationId xmlns:p14="http://schemas.microsoft.com/office/powerpoint/2010/main" val="301599878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wipe(left)">
                                      <p:cBhvr>
                                        <p:cTn id="7" dur="500"/>
                                        <p:tgtEl>
                                          <p:spTgt spid="26"/>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31"/>
                                        </p:tgtEl>
                                        <p:attrNameLst>
                                          <p:attrName>style.visibility</p:attrName>
                                        </p:attrNameLst>
                                      </p:cBhvr>
                                      <p:to>
                                        <p:strVal val="visible"/>
                                      </p:to>
                                    </p:set>
                                    <p:animEffect transition="in" filter="wipe(left)">
                                      <p:cBhvr>
                                        <p:cTn id="11" dur="500"/>
                                        <p:tgtEl>
                                          <p:spTgt spid="31"/>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38918"/>
                                        </p:tgtEl>
                                        <p:attrNameLst>
                                          <p:attrName>style.visibility</p:attrName>
                                        </p:attrNameLst>
                                      </p:cBhvr>
                                      <p:to>
                                        <p:strVal val="visible"/>
                                      </p:to>
                                    </p:set>
                                    <p:animEffect transition="in" filter="wipe(left)">
                                      <p:cBhvr>
                                        <p:cTn id="15" dur="500"/>
                                        <p:tgtEl>
                                          <p:spTgt spid="389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54CDE5-8CEB-6306-5128-BD54D671D811}"/>
            </a:ext>
          </a:extLst>
        </p:cNvPr>
        <p:cNvGrpSpPr/>
        <p:nvPr/>
      </p:nvGrpSpPr>
      <p:grpSpPr>
        <a:xfrm>
          <a:off x="0" y="0"/>
          <a:ext cx="0" cy="0"/>
          <a:chOff x="0" y="0"/>
          <a:chExt cx="0" cy="0"/>
        </a:xfrm>
      </p:grpSpPr>
      <p:sp>
        <p:nvSpPr>
          <p:cNvPr id="38914" name="Rectangle 2">
            <a:extLst>
              <a:ext uri="{FF2B5EF4-FFF2-40B4-BE49-F238E27FC236}">
                <a16:creationId xmlns:a16="http://schemas.microsoft.com/office/drawing/2014/main" id="{A534064B-3E40-563C-2696-66817025F61A}"/>
              </a:ext>
            </a:extLst>
          </p:cNvPr>
          <p:cNvSpPr>
            <a:spLocks noGrp="1" noChangeArrowheads="1"/>
          </p:cNvSpPr>
          <p:nvPr>
            <p:ph type="title"/>
          </p:nvPr>
        </p:nvSpPr>
        <p:spPr>
          <a:xfrm>
            <a:off x="323850" y="208384"/>
            <a:ext cx="6480398" cy="533400"/>
          </a:xfrm>
        </p:spPr>
        <p:txBody>
          <a:bodyPr/>
          <a:lstStyle/>
          <a:p>
            <a:pPr eaLnBrk="1" hangingPunct="1"/>
            <a:br>
              <a:rPr lang="en-US" altLang="en-US" sz="2800" b="1" u="sng" dirty="0">
                <a:solidFill>
                  <a:srgbClr val="D34817"/>
                </a:solidFill>
                <a:latin typeface="Cambria" panose="02040503050406030204" pitchFamily="18" charset="0"/>
                <a:ea typeface="Cambria" panose="02040503050406030204" pitchFamily="18" charset="0"/>
              </a:rPr>
            </a:br>
            <a:br>
              <a:rPr lang="en-US" altLang="en-US" sz="2800" b="1" u="sng" dirty="0">
                <a:solidFill>
                  <a:srgbClr val="D34817"/>
                </a:solidFill>
                <a:latin typeface="Cambria" panose="02040503050406030204" pitchFamily="18" charset="0"/>
                <a:ea typeface="Cambria" panose="02040503050406030204" pitchFamily="18" charset="0"/>
              </a:rPr>
            </a:br>
            <a:r>
              <a:rPr lang="en-US" altLang="en-US" sz="2800" b="1" u="sng" dirty="0">
                <a:solidFill>
                  <a:srgbClr val="D34817"/>
                </a:solidFill>
                <a:latin typeface="Cambria" panose="02040503050406030204" pitchFamily="18" charset="0"/>
                <a:ea typeface="Cambria" panose="02040503050406030204" pitchFamily="18" charset="0"/>
              </a:rPr>
              <a:t>Excluding Group Results</a:t>
            </a:r>
          </a:p>
        </p:txBody>
      </p:sp>
      <p:sp>
        <p:nvSpPr>
          <p:cNvPr id="38915" name="Rectangle 3">
            <a:extLst>
              <a:ext uri="{FF2B5EF4-FFF2-40B4-BE49-F238E27FC236}">
                <a16:creationId xmlns:a16="http://schemas.microsoft.com/office/drawing/2014/main" id="{B1C558E5-3E01-40E8-39CA-C4F3AD91421B}"/>
              </a:ext>
            </a:extLst>
          </p:cNvPr>
          <p:cNvSpPr>
            <a:spLocks noGrp="1" noChangeArrowheads="1"/>
          </p:cNvSpPr>
          <p:nvPr>
            <p:ph sz="quarter" idx="1"/>
          </p:nvPr>
        </p:nvSpPr>
        <p:spPr>
          <a:xfrm>
            <a:off x="425450" y="741784"/>
            <a:ext cx="8394700" cy="4343400"/>
          </a:xfrm>
        </p:spPr>
        <p:txBody>
          <a:bodyPr/>
          <a:lstStyle/>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28600" indent="-228600" eaLnBrk="1" hangingPunct="1"/>
            <a:endParaRPr lang="en-US" altLang="en-US" sz="2800" dirty="0"/>
          </a:p>
        </p:txBody>
      </p:sp>
      <p:sp>
        <p:nvSpPr>
          <p:cNvPr id="2" name="Slide Number Placeholder 23">
            <a:extLst>
              <a:ext uri="{FF2B5EF4-FFF2-40B4-BE49-F238E27FC236}">
                <a16:creationId xmlns:a16="http://schemas.microsoft.com/office/drawing/2014/main" id="{ADE869F4-E99A-619C-7F5F-47E781AF04F2}"/>
              </a:ext>
            </a:extLst>
          </p:cNvPr>
          <p:cNvSpPr>
            <a:spLocks noGrp="1"/>
          </p:cNvSpPr>
          <p:nvPr>
            <p:ph type="sldNum" sz="quarter" idx="12"/>
          </p:nvPr>
        </p:nvSpPr>
        <p:spPr>
          <a:xfrm>
            <a:off x="8532440" y="6166335"/>
            <a:ext cx="427833"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15</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4" name="Rectangle 3">
            <a:extLst>
              <a:ext uri="{FF2B5EF4-FFF2-40B4-BE49-F238E27FC236}">
                <a16:creationId xmlns:a16="http://schemas.microsoft.com/office/drawing/2014/main" id="{37DF64AE-8206-58A3-C136-D6EB491B1012}"/>
              </a:ext>
            </a:extLst>
          </p:cNvPr>
          <p:cNvSpPr txBox="1">
            <a:spLocks noChangeArrowheads="1"/>
          </p:cNvSpPr>
          <p:nvPr/>
        </p:nvSpPr>
        <p:spPr bwMode="auto">
          <a:xfrm>
            <a:off x="137740" y="741784"/>
            <a:ext cx="8394700" cy="35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7688"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6963"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285750" indent="-285750" algn="just">
              <a:buSzPct val="50000"/>
              <a:buFont typeface="Wingdings" panose="05000000000000000000" pitchFamily="2" charset="2"/>
              <a:buChar char="l"/>
            </a:pPr>
            <a:r>
              <a:rPr lang="en-US" altLang="en-US" sz="2400" dirty="0">
                <a:latin typeface="Cambria" panose="02040503050406030204" pitchFamily="18" charset="0"/>
                <a:ea typeface="Cambria" panose="02040503050406030204" pitchFamily="18" charset="0"/>
                <a:cs typeface="Calibri" panose="020F0502020204030204" pitchFamily="34" charset="0"/>
              </a:rPr>
              <a:t>Use the HAVING clause to restrict groups</a:t>
            </a:r>
          </a:p>
          <a:p>
            <a:pPr marL="560388" lvl="1" indent="-285750" algn="just">
              <a:buSzPct val="50000"/>
              <a:buFont typeface="Wingdings" panose="05000000000000000000" pitchFamily="2" charset="2"/>
              <a:buChar char="l"/>
            </a:pPr>
            <a:r>
              <a:rPr lang="en-US" altLang="en-US" sz="2200" dirty="0">
                <a:solidFill>
                  <a:srgbClr val="FF0000"/>
                </a:solidFill>
                <a:latin typeface="Cambria" panose="02040503050406030204" pitchFamily="18" charset="0"/>
                <a:ea typeface="Cambria" panose="02040503050406030204" pitchFamily="18" charset="0"/>
                <a:cs typeface="Calibri" panose="020F0502020204030204" pitchFamily="34" charset="0"/>
              </a:rPr>
              <a:t>Rows are grouped.</a:t>
            </a:r>
          </a:p>
          <a:p>
            <a:pPr marL="560388" lvl="1" indent="-285750" algn="just">
              <a:buSzPct val="50000"/>
              <a:buFont typeface="Wingdings" panose="05000000000000000000" pitchFamily="2" charset="2"/>
              <a:buChar char="l"/>
            </a:pPr>
            <a:r>
              <a:rPr lang="en-US" altLang="en-US" sz="2200" dirty="0">
                <a:solidFill>
                  <a:srgbClr val="FF0000"/>
                </a:solidFill>
                <a:latin typeface="Cambria" panose="02040503050406030204" pitchFamily="18" charset="0"/>
                <a:ea typeface="Cambria" panose="02040503050406030204" pitchFamily="18" charset="0"/>
                <a:cs typeface="Calibri" panose="020F0502020204030204" pitchFamily="34" charset="0"/>
              </a:rPr>
              <a:t>The group function is applied.</a:t>
            </a:r>
          </a:p>
          <a:p>
            <a:pPr marL="560388" lvl="1" indent="-285750" algn="just">
              <a:buSzPct val="50000"/>
              <a:buFont typeface="Wingdings" panose="05000000000000000000" pitchFamily="2" charset="2"/>
              <a:buChar char="l"/>
            </a:pPr>
            <a:r>
              <a:rPr lang="en-US" altLang="en-US" sz="2200" dirty="0">
                <a:solidFill>
                  <a:srgbClr val="FF0000"/>
                </a:solidFill>
                <a:latin typeface="Cambria" panose="02040503050406030204" pitchFamily="18" charset="0"/>
                <a:ea typeface="Cambria" panose="02040503050406030204" pitchFamily="18" charset="0"/>
                <a:cs typeface="Calibri" panose="020F0502020204030204" pitchFamily="34" charset="0"/>
              </a:rPr>
              <a:t>Groups matching the HAVING clause are displayed.</a:t>
            </a:r>
          </a:p>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10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r>
              <a:rPr lang="en-US" altLang="en-US" sz="2400" dirty="0">
                <a:latin typeface="Cambria" panose="02040503050406030204" pitchFamily="18" charset="0"/>
                <a:ea typeface="Cambria" panose="02040503050406030204" pitchFamily="18" charset="0"/>
                <a:cs typeface="Calibri" panose="020F0502020204030204" pitchFamily="34" charset="0"/>
              </a:rPr>
              <a:t>The GROUP BY column does not have to be in the SELECT list.</a:t>
            </a:r>
          </a:p>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12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p:txBody>
      </p:sp>
      <p:sp>
        <p:nvSpPr>
          <p:cNvPr id="5" name="Rectangle 2">
            <a:extLst>
              <a:ext uri="{FF2B5EF4-FFF2-40B4-BE49-F238E27FC236}">
                <a16:creationId xmlns:a16="http://schemas.microsoft.com/office/drawing/2014/main" id="{3A7D2CAC-767C-D8C7-0E5E-34E0E3ED4585}"/>
              </a:ext>
            </a:extLst>
          </p:cNvPr>
          <p:cNvSpPr>
            <a:spLocks noChangeArrowheads="1"/>
          </p:cNvSpPr>
          <p:nvPr/>
        </p:nvSpPr>
        <p:spPr bwMode="blackWhite">
          <a:xfrm>
            <a:off x="968375" y="2396480"/>
            <a:ext cx="7213600" cy="1739900"/>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682625" algn="l"/>
                <a:tab pos="1833563" algn="l"/>
              </a:tabLst>
              <a:defRPr sz="2800">
                <a:solidFill>
                  <a:schemeClr val="tx1"/>
                </a:solidFill>
                <a:latin typeface="Arial" panose="020B0604020202020204" pitchFamily="34" charset="0"/>
              </a:defRPr>
            </a:lvl1pPr>
            <a:lvl2pPr marL="742950" indent="-285750">
              <a:spcBef>
                <a:spcPct val="20000"/>
              </a:spcBef>
              <a:buChar char="–"/>
              <a:tabLst>
                <a:tab pos="682625" algn="l"/>
                <a:tab pos="1833563" algn="l"/>
              </a:tabLst>
              <a:defRPr sz="2400">
                <a:solidFill>
                  <a:schemeClr val="tx1"/>
                </a:solidFill>
                <a:latin typeface="Arial" panose="020B0604020202020204" pitchFamily="34" charset="0"/>
              </a:defRPr>
            </a:lvl2pPr>
            <a:lvl3pPr marL="1143000" indent="-228600">
              <a:spcBef>
                <a:spcPct val="20000"/>
              </a:spcBef>
              <a:buChar char="•"/>
              <a:tabLst>
                <a:tab pos="682625" algn="l"/>
                <a:tab pos="1833563" algn="l"/>
              </a:tabLst>
              <a:defRPr sz="2000">
                <a:solidFill>
                  <a:schemeClr val="tx1"/>
                </a:solidFill>
                <a:latin typeface="Arial" panose="020B0604020202020204" pitchFamily="34" charset="0"/>
              </a:defRPr>
            </a:lvl3pPr>
            <a:lvl4pPr marL="1600200" indent="-228600">
              <a:spcBef>
                <a:spcPct val="20000"/>
              </a:spcBef>
              <a:buChar char="–"/>
              <a:tabLst>
                <a:tab pos="682625" algn="l"/>
                <a:tab pos="1833563" algn="l"/>
              </a:tabLst>
              <a:defRPr sz="2000">
                <a:solidFill>
                  <a:schemeClr val="tx1"/>
                </a:solidFill>
                <a:latin typeface="Arial" panose="020B0604020202020204" pitchFamily="34" charset="0"/>
              </a:defRPr>
            </a:lvl4pPr>
            <a:lvl5pPr marL="2057400" indent="-228600">
              <a:spcBef>
                <a:spcPct val="20000"/>
              </a:spcBef>
              <a:buChar char="»"/>
              <a:tabLst>
                <a:tab pos="682625" algn="l"/>
                <a:tab pos="1833563"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9pPr>
          </a:lstStyle>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p:txBody>
      </p:sp>
      <p:sp>
        <p:nvSpPr>
          <p:cNvPr id="6" name="Rectangle 5">
            <a:extLst>
              <a:ext uri="{FF2B5EF4-FFF2-40B4-BE49-F238E27FC236}">
                <a16:creationId xmlns:a16="http://schemas.microsoft.com/office/drawing/2014/main" id="{42F745D5-6B4D-193A-54D4-676759A5CCBC}"/>
              </a:ext>
            </a:extLst>
          </p:cNvPr>
          <p:cNvSpPr>
            <a:spLocks noChangeArrowheads="1"/>
          </p:cNvSpPr>
          <p:nvPr/>
        </p:nvSpPr>
        <p:spPr bwMode="ltGray">
          <a:xfrm>
            <a:off x="1046163" y="3537892"/>
            <a:ext cx="4059237" cy="304800"/>
          </a:xfrm>
          <a:prstGeom prst="rect">
            <a:avLst/>
          </a:prstGeom>
          <a:solidFill>
            <a:srgbClr val="FF5050">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7" name="Rectangle 6">
            <a:extLst>
              <a:ext uri="{FF2B5EF4-FFF2-40B4-BE49-F238E27FC236}">
                <a16:creationId xmlns:a16="http://schemas.microsoft.com/office/drawing/2014/main" id="{55404A92-0209-3584-7460-02B9F2335930}"/>
              </a:ext>
            </a:extLst>
          </p:cNvPr>
          <p:cNvSpPr>
            <a:spLocks noChangeArrowheads="1"/>
          </p:cNvSpPr>
          <p:nvPr/>
        </p:nvSpPr>
        <p:spPr bwMode="blackWhite">
          <a:xfrm>
            <a:off x="955675" y="2383780"/>
            <a:ext cx="7239000" cy="176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tabLst>
                <a:tab pos="682625" algn="l"/>
                <a:tab pos="1833563" algn="l"/>
              </a:tabLst>
              <a:defRPr sz="2800">
                <a:solidFill>
                  <a:schemeClr val="tx1"/>
                </a:solidFill>
                <a:latin typeface="Arial" panose="020B0604020202020204" pitchFamily="34" charset="0"/>
              </a:defRPr>
            </a:lvl1pPr>
            <a:lvl2pPr marL="742950" indent="-285750">
              <a:spcBef>
                <a:spcPct val="20000"/>
              </a:spcBef>
              <a:buChar char="–"/>
              <a:tabLst>
                <a:tab pos="682625" algn="l"/>
                <a:tab pos="1833563" algn="l"/>
              </a:tabLst>
              <a:defRPr sz="2400">
                <a:solidFill>
                  <a:schemeClr val="tx1"/>
                </a:solidFill>
                <a:latin typeface="Arial" panose="020B0604020202020204" pitchFamily="34" charset="0"/>
              </a:defRPr>
            </a:lvl2pPr>
            <a:lvl3pPr marL="1143000" indent="-228600">
              <a:spcBef>
                <a:spcPct val="20000"/>
              </a:spcBef>
              <a:buChar char="•"/>
              <a:tabLst>
                <a:tab pos="682625" algn="l"/>
                <a:tab pos="1833563" algn="l"/>
              </a:tabLst>
              <a:defRPr sz="2000">
                <a:solidFill>
                  <a:schemeClr val="tx1"/>
                </a:solidFill>
                <a:latin typeface="Arial" panose="020B0604020202020204" pitchFamily="34" charset="0"/>
              </a:defRPr>
            </a:lvl3pPr>
            <a:lvl4pPr marL="1600200" indent="-228600">
              <a:spcBef>
                <a:spcPct val="20000"/>
              </a:spcBef>
              <a:buChar char="–"/>
              <a:tabLst>
                <a:tab pos="682625" algn="l"/>
                <a:tab pos="1833563" algn="l"/>
              </a:tabLst>
              <a:defRPr sz="2000">
                <a:solidFill>
                  <a:schemeClr val="tx1"/>
                </a:solidFill>
                <a:latin typeface="Arial" panose="020B0604020202020204" pitchFamily="34" charset="0"/>
              </a:defRPr>
            </a:lvl4pPr>
            <a:lvl5pPr marL="2057400" indent="-228600">
              <a:spcBef>
                <a:spcPct val="20000"/>
              </a:spcBef>
              <a:buChar char="»"/>
              <a:tabLst>
                <a:tab pos="682625" algn="l"/>
                <a:tab pos="1833563"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latin typeface="Courier New" panose="02070309020205020404" pitchFamily="49" charset="0"/>
              </a:rPr>
              <a:t>SELECT	</a:t>
            </a:r>
            <a:r>
              <a:rPr lang="en-US" altLang="en-US" sz="1800" b="1" i="1">
                <a:solidFill>
                  <a:srgbClr val="000000"/>
                </a:solidFill>
                <a:latin typeface="Courier New" panose="02070309020205020404" pitchFamily="49" charset="0"/>
              </a:rPr>
              <a:t>column</a:t>
            </a:r>
            <a:r>
              <a:rPr lang="en-US" altLang="en-US" sz="1800" b="1">
                <a:solidFill>
                  <a:srgbClr val="000000"/>
                </a:solidFill>
                <a:latin typeface="Courier New" panose="02070309020205020404" pitchFamily="49" charset="0"/>
              </a:rPr>
              <a:t>, </a:t>
            </a:r>
            <a:r>
              <a:rPr lang="en-US" altLang="en-US" sz="1800" b="1" i="1">
                <a:solidFill>
                  <a:srgbClr val="000000"/>
                </a:solidFill>
                <a:latin typeface="Courier New" panose="02070309020205020404" pitchFamily="49" charset="0"/>
              </a:rPr>
              <a:t>group_function</a:t>
            </a:r>
            <a:endParaRPr lang="en-US" altLang="en-US" sz="1800" b="1">
              <a:solidFill>
                <a:srgbClr val="000000"/>
              </a:solidFill>
              <a:latin typeface="Courier New" panose="02070309020205020404" pitchFamily="49" charset="0"/>
            </a:endParaRPr>
          </a:p>
          <a:p>
            <a:pPr>
              <a:spcBef>
                <a:spcPct val="0"/>
              </a:spcBef>
              <a:buFontTx/>
              <a:buNone/>
            </a:pPr>
            <a:r>
              <a:rPr lang="en-US" altLang="en-US" sz="1800" b="1">
                <a:solidFill>
                  <a:srgbClr val="000000"/>
                </a:solidFill>
                <a:latin typeface="Courier New" panose="02070309020205020404" pitchFamily="49" charset="0"/>
              </a:rPr>
              <a:t>FROM		</a:t>
            </a:r>
            <a:r>
              <a:rPr lang="en-US" altLang="en-US" sz="1800" b="1" i="1">
                <a:solidFill>
                  <a:srgbClr val="000000"/>
                </a:solidFill>
                <a:latin typeface="Courier New" panose="02070309020205020404" pitchFamily="49" charset="0"/>
              </a:rPr>
              <a:t>table</a:t>
            </a:r>
            <a:endParaRPr lang="en-US" altLang="en-US" sz="1800" b="1">
              <a:solidFill>
                <a:srgbClr val="000000"/>
              </a:solidFill>
              <a:latin typeface="Courier New" panose="02070309020205020404" pitchFamily="49" charset="0"/>
            </a:endParaRPr>
          </a:p>
          <a:p>
            <a:pPr>
              <a:spcBef>
                <a:spcPct val="0"/>
              </a:spcBef>
              <a:buFontTx/>
              <a:buNone/>
            </a:pPr>
            <a:r>
              <a:rPr lang="en-US" altLang="en-US" sz="1800" b="1">
                <a:solidFill>
                  <a:srgbClr val="000000"/>
                </a:solidFill>
                <a:latin typeface="Courier New" panose="02070309020205020404" pitchFamily="49" charset="0"/>
              </a:rPr>
              <a:t>[WHERE	</a:t>
            </a:r>
            <a:r>
              <a:rPr lang="en-US" altLang="en-US" sz="1800" b="1" i="1">
                <a:solidFill>
                  <a:srgbClr val="000000"/>
                </a:solidFill>
                <a:latin typeface="Courier New" panose="02070309020205020404" pitchFamily="49" charset="0"/>
              </a:rPr>
              <a:t>condition</a:t>
            </a:r>
            <a:r>
              <a:rPr lang="en-US" altLang="en-US" sz="1800" b="1">
                <a:solidFill>
                  <a:srgbClr val="000000"/>
                </a:solidFill>
                <a:latin typeface="Courier New" panose="02070309020205020404" pitchFamily="49" charset="0"/>
              </a:rPr>
              <a:t>]</a:t>
            </a:r>
          </a:p>
          <a:p>
            <a:pPr>
              <a:spcBef>
                <a:spcPct val="0"/>
              </a:spcBef>
              <a:buFontTx/>
              <a:buNone/>
            </a:pPr>
            <a:r>
              <a:rPr lang="en-US" altLang="en-US" sz="1800" b="1">
                <a:solidFill>
                  <a:srgbClr val="000000"/>
                </a:solidFill>
                <a:latin typeface="Courier New" panose="02070309020205020404" pitchFamily="49" charset="0"/>
              </a:rPr>
              <a:t>[GROUP BY	</a:t>
            </a:r>
            <a:r>
              <a:rPr lang="en-US" altLang="en-US" sz="1800" b="1" i="1">
                <a:solidFill>
                  <a:srgbClr val="000000"/>
                </a:solidFill>
                <a:latin typeface="Courier New" panose="02070309020205020404" pitchFamily="49" charset="0"/>
              </a:rPr>
              <a:t>group_by_expression</a:t>
            </a:r>
            <a:r>
              <a:rPr lang="en-US" altLang="en-US" sz="1800" b="1">
                <a:solidFill>
                  <a:srgbClr val="000000"/>
                </a:solidFill>
                <a:latin typeface="Courier New" panose="02070309020205020404" pitchFamily="49" charset="0"/>
              </a:rPr>
              <a:t>]</a:t>
            </a:r>
            <a:endParaRPr lang="en-US" altLang="en-US" sz="1800" b="1" i="1">
              <a:solidFill>
                <a:srgbClr val="000000"/>
              </a:solidFill>
              <a:latin typeface="Courier New" panose="02070309020205020404" pitchFamily="49" charset="0"/>
            </a:endParaRPr>
          </a:p>
          <a:p>
            <a:pPr>
              <a:spcBef>
                <a:spcPct val="0"/>
              </a:spcBef>
              <a:buFontTx/>
              <a:buNone/>
            </a:pPr>
            <a:r>
              <a:rPr lang="en-US" altLang="en-US" sz="1800" b="1">
                <a:solidFill>
                  <a:srgbClr val="000000"/>
                </a:solidFill>
                <a:latin typeface="Courier New" panose="02070309020205020404" pitchFamily="49" charset="0"/>
              </a:rPr>
              <a:t>[HAVING	</a:t>
            </a:r>
            <a:r>
              <a:rPr lang="en-US" altLang="en-US" sz="1800" b="1" i="1">
                <a:solidFill>
                  <a:srgbClr val="000000"/>
                </a:solidFill>
                <a:latin typeface="Courier New" panose="02070309020205020404" pitchFamily="49" charset="0"/>
              </a:rPr>
              <a:t>group_condition</a:t>
            </a:r>
            <a:r>
              <a:rPr lang="en-US" altLang="en-US" sz="1800" b="1">
                <a:solidFill>
                  <a:srgbClr val="000000"/>
                </a:solidFill>
                <a:latin typeface="Courier New" panose="02070309020205020404" pitchFamily="49" charset="0"/>
              </a:rPr>
              <a:t>]</a:t>
            </a:r>
          </a:p>
          <a:p>
            <a:pPr>
              <a:spcBef>
                <a:spcPct val="0"/>
              </a:spcBef>
              <a:buFontTx/>
              <a:buNone/>
            </a:pPr>
            <a:r>
              <a:rPr lang="en-US" altLang="en-US" sz="1800" b="1">
                <a:solidFill>
                  <a:srgbClr val="000000"/>
                </a:solidFill>
                <a:latin typeface="Courier New" panose="02070309020205020404" pitchFamily="49" charset="0"/>
              </a:rPr>
              <a:t>[ORDER BY	</a:t>
            </a:r>
            <a:r>
              <a:rPr lang="en-US" altLang="en-US" sz="1800" b="1" i="1">
                <a:solidFill>
                  <a:srgbClr val="000000"/>
                </a:solidFill>
                <a:latin typeface="Courier New" panose="02070309020205020404" pitchFamily="49" charset="0"/>
              </a:rPr>
              <a:t>column</a:t>
            </a:r>
            <a:r>
              <a:rPr lang="en-US" altLang="en-US" sz="1800" b="1">
                <a:solidFill>
                  <a:srgbClr val="000000"/>
                </a:solidFill>
                <a:latin typeface="Courier New" panose="02070309020205020404" pitchFamily="49" charset="0"/>
              </a:rPr>
              <a:t>];</a:t>
            </a:r>
          </a:p>
        </p:txBody>
      </p:sp>
      <p:sp>
        <p:nvSpPr>
          <p:cNvPr id="20" name="Footer Placeholder 2">
            <a:extLst>
              <a:ext uri="{FF2B5EF4-FFF2-40B4-BE49-F238E27FC236}">
                <a16:creationId xmlns:a16="http://schemas.microsoft.com/office/drawing/2014/main" id="{7DB45F60-1BDF-53C9-36BB-34F42C0828E9}"/>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Tree>
    <p:extLst>
      <p:ext uri="{BB962C8B-B14F-4D97-AF65-F5344CB8AC3E}">
        <p14:creationId xmlns:p14="http://schemas.microsoft.com/office/powerpoint/2010/main" val="341997850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5FDCED-5836-052C-2F56-E9B8BEECF2D9}"/>
            </a:ext>
          </a:extLst>
        </p:cNvPr>
        <p:cNvGrpSpPr/>
        <p:nvPr/>
      </p:nvGrpSpPr>
      <p:grpSpPr>
        <a:xfrm>
          <a:off x="0" y="0"/>
          <a:ext cx="0" cy="0"/>
          <a:chOff x="0" y="0"/>
          <a:chExt cx="0" cy="0"/>
        </a:xfrm>
      </p:grpSpPr>
      <p:sp>
        <p:nvSpPr>
          <p:cNvPr id="38914" name="Rectangle 2">
            <a:extLst>
              <a:ext uri="{FF2B5EF4-FFF2-40B4-BE49-F238E27FC236}">
                <a16:creationId xmlns:a16="http://schemas.microsoft.com/office/drawing/2014/main" id="{8AA02F9E-BD45-E1CC-9568-12BAD6BB0E36}"/>
              </a:ext>
            </a:extLst>
          </p:cNvPr>
          <p:cNvSpPr>
            <a:spLocks noGrp="1" noChangeArrowheads="1"/>
          </p:cNvSpPr>
          <p:nvPr>
            <p:ph type="title"/>
          </p:nvPr>
        </p:nvSpPr>
        <p:spPr>
          <a:xfrm>
            <a:off x="323850" y="208384"/>
            <a:ext cx="6480398" cy="533400"/>
          </a:xfrm>
        </p:spPr>
        <p:txBody>
          <a:bodyPr/>
          <a:lstStyle/>
          <a:p>
            <a:pPr eaLnBrk="1" hangingPunct="1"/>
            <a:br>
              <a:rPr lang="en-US" altLang="en-US" sz="2800" b="1" u="sng" dirty="0">
                <a:solidFill>
                  <a:srgbClr val="D34817"/>
                </a:solidFill>
                <a:latin typeface="Cambria" panose="02040503050406030204" pitchFamily="18" charset="0"/>
                <a:ea typeface="Cambria" panose="02040503050406030204" pitchFamily="18" charset="0"/>
              </a:rPr>
            </a:br>
            <a:br>
              <a:rPr lang="en-US" altLang="en-US" sz="2800" b="1" u="sng" dirty="0">
                <a:solidFill>
                  <a:srgbClr val="D34817"/>
                </a:solidFill>
                <a:latin typeface="Cambria" panose="02040503050406030204" pitchFamily="18" charset="0"/>
                <a:ea typeface="Cambria" panose="02040503050406030204" pitchFamily="18" charset="0"/>
              </a:rPr>
            </a:br>
            <a:r>
              <a:rPr lang="en-US" altLang="en-US" sz="2800" b="1" u="sng" dirty="0">
                <a:solidFill>
                  <a:srgbClr val="D34817"/>
                </a:solidFill>
                <a:latin typeface="Cambria" panose="02040503050406030204" pitchFamily="18" charset="0"/>
                <a:ea typeface="Cambria" panose="02040503050406030204" pitchFamily="18" charset="0"/>
              </a:rPr>
              <a:t>HAVING clause</a:t>
            </a:r>
          </a:p>
        </p:txBody>
      </p:sp>
      <p:sp>
        <p:nvSpPr>
          <p:cNvPr id="38915" name="Rectangle 3">
            <a:extLst>
              <a:ext uri="{FF2B5EF4-FFF2-40B4-BE49-F238E27FC236}">
                <a16:creationId xmlns:a16="http://schemas.microsoft.com/office/drawing/2014/main" id="{7B0615BD-B1E3-50C9-DE56-94D60EFC273B}"/>
              </a:ext>
            </a:extLst>
          </p:cNvPr>
          <p:cNvSpPr>
            <a:spLocks noGrp="1" noChangeArrowheads="1"/>
          </p:cNvSpPr>
          <p:nvPr>
            <p:ph sz="quarter" idx="1"/>
          </p:nvPr>
        </p:nvSpPr>
        <p:spPr>
          <a:xfrm>
            <a:off x="425450" y="741784"/>
            <a:ext cx="8394700" cy="4343400"/>
          </a:xfrm>
        </p:spPr>
        <p:txBody>
          <a:bodyPr/>
          <a:lstStyle/>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28600" indent="-228600" eaLnBrk="1" hangingPunct="1"/>
            <a:endParaRPr lang="en-US" altLang="en-US" sz="2800" dirty="0"/>
          </a:p>
        </p:txBody>
      </p:sp>
      <p:sp>
        <p:nvSpPr>
          <p:cNvPr id="2" name="Slide Number Placeholder 23">
            <a:extLst>
              <a:ext uri="{FF2B5EF4-FFF2-40B4-BE49-F238E27FC236}">
                <a16:creationId xmlns:a16="http://schemas.microsoft.com/office/drawing/2014/main" id="{E52AA6BF-2DF9-E57F-4B90-B005BAF92150}"/>
              </a:ext>
            </a:extLst>
          </p:cNvPr>
          <p:cNvSpPr>
            <a:spLocks noGrp="1"/>
          </p:cNvSpPr>
          <p:nvPr>
            <p:ph type="sldNum" sz="quarter" idx="12"/>
          </p:nvPr>
        </p:nvSpPr>
        <p:spPr>
          <a:xfrm>
            <a:off x="8532440" y="6166335"/>
            <a:ext cx="427833"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16</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3" name="Rectangle 2">
            <a:extLst>
              <a:ext uri="{FF2B5EF4-FFF2-40B4-BE49-F238E27FC236}">
                <a16:creationId xmlns:a16="http://schemas.microsoft.com/office/drawing/2014/main" id="{4530F330-DB93-4FE7-D624-BA6C0A0B6691}"/>
              </a:ext>
            </a:extLst>
          </p:cNvPr>
          <p:cNvSpPr>
            <a:spLocks noChangeArrowheads="1"/>
          </p:cNvSpPr>
          <p:nvPr/>
        </p:nvSpPr>
        <p:spPr bwMode="blackWhite">
          <a:xfrm>
            <a:off x="927100" y="741784"/>
            <a:ext cx="7289800" cy="1190625"/>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682625" algn="l"/>
                <a:tab pos="1833563" algn="l"/>
              </a:tabLst>
              <a:defRPr sz="2800">
                <a:solidFill>
                  <a:schemeClr val="tx1"/>
                </a:solidFill>
                <a:latin typeface="Arial" panose="020B0604020202020204" pitchFamily="34" charset="0"/>
              </a:defRPr>
            </a:lvl1pPr>
            <a:lvl2pPr marL="742950" indent="-285750">
              <a:spcBef>
                <a:spcPct val="20000"/>
              </a:spcBef>
              <a:buChar char="–"/>
              <a:tabLst>
                <a:tab pos="682625" algn="l"/>
                <a:tab pos="1833563" algn="l"/>
              </a:tabLst>
              <a:defRPr sz="2400">
                <a:solidFill>
                  <a:schemeClr val="tx1"/>
                </a:solidFill>
                <a:latin typeface="Arial" panose="020B0604020202020204" pitchFamily="34" charset="0"/>
              </a:defRPr>
            </a:lvl2pPr>
            <a:lvl3pPr marL="1143000" indent="-228600">
              <a:spcBef>
                <a:spcPct val="20000"/>
              </a:spcBef>
              <a:buChar char="•"/>
              <a:tabLst>
                <a:tab pos="682625" algn="l"/>
                <a:tab pos="1833563" algn="l"/>
              </a:tabLst>
              <a:defRPr sz="2000">
                <a:solidFill>
                  <a:schemeClr val="tx1"/>
                </a:solidFill>
                <a:latin typeface="Arial" panose="020B0604020202020204" pitchFamily="34" charset="0"/>
              </a:defRPr>
            </a:lvl3pPr>
            <a:lvl4pPr marL="1600200" indent="-228600">
              <a:spcBef>
                <a:spcPct val="20000"/>
              </a:spcBef>
              <a:buChar char="–"/>
              <a:tabLst>
                <a:tab pos="682625" algn="l"/>
                <a:tab pos="1833563" algn="l"/>
              </a:tabLst>
              <a:defRPr sz="2000">
                <a:solidFill>
                  <a:schemeClr val="tx1"/>
                </a:solidFill>
                <a:latin typeface="Arial" panose="020B0604020202020204" pitchFamily="34" charset="0"/>
              </a:defRPr>
            </a:lvl4pPr>
            <a:lvl5pPr marL="2057400" indent="-228600">
              <a:spcBef>
                <a:spcPct val="20000"/>
              </a:spcBef>
              <a:buChar char="»"/>
              <a:tabLst>
                <a:tab pos="682625" algn="l"/>
                <a:tab pos="1833563"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9pPr>
          </a:lstStyle>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p:txBody>
      </p:sp>
      <p:sp>
        <p:nvSpPr>
          <p:cNvPr id="8" name="Rectangle 3">
            <a:extLst>
              <a:ext uri="{FF2B5EF4-FFF2-40B4-BE49-F238E27FC236}">
                <a16:creationId xmlns:a16="http://schemas.microsoft.com/office/drawing/2014/main" id="{F7F8C342-853D-7289-C28D-F5C502A871AA}"/>
              </a:ext>
            </a:extLst>
          </p:cNvPr>
          <p:cNvSpPr>
            <a:spLocks noChangeArrowheads="1"/>
          </p:cNvSpPr>
          <p:nvPr/>
        </p:nvSpPr>
        <p:spPr bwMode="blackWhite">
          <a:xfrm>
            <a:off x="954088" y="2153667"/>
            <a:ext cx="7289800" cy="1190625"/>
          </a:xfrm>
          <a:prstGeom prst="rect">
            <a:avLst/>
          </a:prstGeom>
          <a:solidFill>
            <a:srgbClr val="EAEAEA"/>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682625" algn="l"/>
                <a:tab pos="1833563" algn="l"/>
              </a:tabLst>
              <a:defRPr sz="2800">
                <a:solidFill>
                  <a:schemeClr val="tx1"/>
                </a:solidFill>
                <a:latin typeface="Arial" panose="020B0604020202020204" pitchFamily="34" charset="0"/>
              </a:defRPr>
            </a:lvl1pPr>
            <a:lvl2pPr marL="742950" indent="-285750">
              <a:spcBef>
                <a:spcPct val="20000"/>
              </a:spcBef>
              <a:buChar char="–"/>
              <a:tabLst>
                <a:tab pos="682625" algn="l"/>
                <a:tab pos="1833563" algn="l"/>
              </a:tabLst>
              <a:defRPr sz="2400">
                <a:solidFill>
                  <a:schemeClr val="tx1"/>
                </a:solidFill>
                <a:latin typeface="Arial" panose="020B0604020202020204" pitchFamily="34" charset="0"/>
              </a:defRPr>
            </a:lvl2pPr>
            <a:lvl3pPr marL="1143000" indent="-228600">
              <a:spcBef>
                <a:spcPct val="20000"/>
              </a:spcBef>
              <a:buChar char="•"/>
              <a:tabLst>
                <a:tab pos="682625" algn="l"/>
                <a:tab pos="1833563" algn="l"/>
              </a:tabLst>
              <a:defRPr sz="2000">
                <a:solidFill>
                  <a:schemeClr val="tx1"/>
                </a:solidFill>
                <a:latin typeface="Arial" panose="020B0604020202020204" pitchFamily="34" charset="0"/>
              </a:defRPr>
            </a:lvl3pPr>
            <a:lvl4pPr marL="1600200" indent="-228600">
              <a:spcBef>
                <a:spcPct val="20000"/>
              </a:spcBef>
              <a:buChar char="–"/>
              <a:tabLst>
                <a:tab pos="682625" algn="l"/>
                <a:tab pos="1833563" algn="l"/>
              </a:tabLst>
              <a:defRPr sz="2000">
                <a:solidFill>
                  <a:schemeClr val="tx1"/>
                </a:solidFill>
                <a:latin typeface="Arial" panose="020B0604020202020204" pitchFamily="34" charset="0"/>
              </a:defRPr>
            </a:lvl4pPr>
            <a:lvl5pPr marL="2057400" indent="-228600">
              <a:spcBef>
                <a:spcPct val="20000"/>
              </a:spcBef>
              <a:buChar char="»"/>
              <a:tabLst>
                <a:tab pos="682625" algn="l"/>
                <a:tab pos="1833563"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9pPr>
          </a:lstStyle>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p:txBody>
      </p:sp>
      <p:grpSp>
        <p:nvGrpSpPr>
          <p:cNvPr id="9" name="Group 5">
            <a:extLst>
              <a:ext uri="{FF2B5EF4-FFF2-40B4-BE49-F238E27FC236}">
                <a16:creationId xmlns:a16="http://schemas.microsoft.com/office/drawing/2014/main" id="{8B8A29F9-7830-3556-2F9B-1453C356C276}"/>
              </a:ext>
            </a:extLst>
          </p:cNvPr>
          <p:cNvGrpSpPr>
            <a:grpSpLocks/>
          </p:cNvGrpSpPr>
          <p:nvPr/>
        </p:nvGrpSpPr>
        <p:grpSpPr bwMode="auto">
          <a:xfrm>
            <a:off x="1691680" y="1580009"/>
            <a:ext cx="3259137" cy="1704975"/>
            <a:chOff x="1035" y="2030"/>
            <a:chExt cx="2053" cy="1074"/>
          </a:xfrm>
        </p:grpSpPr>
        <p:sp>
          <p:nvSpPr>
            <p:cNvPr id="10" name="Rectangle 6">
              <a:extLst>
                <a:ext uri="{FF2B5EF4-FFF2-40B4-BE49-F238E27FC236}">
                  <a16:creationId xmlns:a16="http://schemas.microsoft.com/office/drawing/2014/main" id="{AE422711-E9A6-2F87-6BF8-B68F4CACD8DC}"/>
                </a:ext>
              </a:extLst>
            </p:cNvPr>
            <p:cNvSpPr>
              <a:spLocks noChangeArrowheads="1"/>
            </p:cNvSpPr>
            <p:nvPr/>
          </p:nvSpPr>
          <p:spPr bwMode="ltGray">
            <a:xfrm>
              <a:off x="1035" y="2030"/>
              <a:ext cx="2053" cy="192"/>
            </a:xfrm>
            <a:prstGeom prst="rect">
              <a:avLst/>
            </a:prstGeom>
            <a:solidFill>
              <a:srgbClr val="FF5050">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11" name="Rectangle 7">
              <a:extLst>
                <a:ext uri="{FF2B5EF4-FFF2-40B4-BE49-F238E27FC236}">
                  <a16:creationId xmlns:a16="http://schemas.microsoft.com/office/drawing/2014/main" id="{7D279991-829E-E441-3361-32E0790083BD}"/>
                </a:ext>
              </a:extLst>
            </p:cNvPr>
            <p:cNvSpPr>
              <a:spLocks noChangeArrowheads="1"/>
            </p:cNvSpPr>
            <p:nvPr/>
          </p:nvSpPr>
          <p:spPr bwMode="ltGray">
            <a:xfrm>
              <a:off x="1539" y="2431"/>
              <a:ext cx="797" cy="673"/>
            </a:xfrm>
            <a:prstGeom prst="rect">
              <a:avLst/>
            </a:prstGeom>
            <a:solidFill>
              <a:srgbClr val="FF5050">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grpSp>
      <p:sp>
        <p:nvSpPr>
          <p:cNvPr id="12" name="Rectangle 8">
            <a:extLst>
              <a:ext uri="{FF2B5EF4-FFF2-40B4-BE49-F238E27FC236}">
                <a16:creationId xmlns:a16="http://schemas.microsoft.com/office/drawing/2014/main" id="{561F192F-41A9-583B-CA07-139FBDF91ED4}"/>
              </a:ext>
            </a:extLst>
          </p:cNvPr>
          <p:cNvSpPr>
            <a:spLocks noChangeArrowheads="1"/>
          </p:cNvSpPr>
          <p:nvPr/>
        </p:nvSpPr>
        <p:spPr bwMode="blackWhite">
          <a:xfrm>
            <a:off x="914400" y="729084"/>
            <a:ext cx="7315200" cy="1216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tabLst>
                <a:tab pos="682625" algn="l"/>
                <a:tab pos="1833563" algn="l"/>
              </a:tabLst>
              <a:defRPr sz="2800">
                <a:solidFill>
                  <a:schemeClr val="tx1"/>
                </a:solidFill>
                <a:latin typeface="Arial" panose="020B0604020202020204" pitchFamily="34" charset="0"/>
              </a:defRPr>
            </a:lvl1pPr>
            <a:lvl2pPr marL="742950" indent="-285750">
              <a:spcBef>
                <a:spcPct val="20000"/>
              </a:spcBef>
              <a:buChar char="–"/>
              <a:tabLst>
                <a:tab pos="682625" algn="l"/>
                <a:tab pos="1833563" algn="l"/>
              </a:tabLst>
              <a:defRPr sz="2400">
                <a:solidFill>
                  <a:schemeClr val="tx1"/>
                </a:solidFill>
                <a:latin typeface="Arial" panose="020B0604020202020204" pitchFamily="34" charset="0"/>
              </a:defRPr>
            </a:lvl2pPr>
            <a:lvl3pPr marL="1143000" indent="-228600">
              <a:spcBef>
                <a:spcPct val="20000"/>
              </a:spcBef>
              <a:buChar char="•"/>
              <a:tabLst>
                <a:tab pos="682625" algn="l"/>
                <a:tab pos="1833563" algn="l"/>
              </a:tabLst>
              <a:defRPr sz="2000">
                <a:solidFill>
                  <a:schemeClr val="tx1"/>
                </a:solidFill>
                <a:latin typeface="Arial" panose="020B0604020202020204" pitchFamily="34" charset="0"/>
              </a:defRPr>
            </a:lvl3pPr>
            <a:lvl4pPr marL="1600200" indent="-228600">
              <a:spcBef>
                <a:spcPct val="20000"/>
              </a:spcBef>
              <a:buChar char="–"/>
              <a:tabLst>
                <a:tab pos="682625" algn="l"/>
                <a:tab pos="1833563" algn="l"/>
              </a:tabLst>
              <a:defRPr sz="2000">
                <a:solidFill>
                  <a:schemeClr val="tx1"/>
                </a:solidFill>
                <a:latin typeface="Arial" panose="020B0604020202020204" pitchFamily="34" charset="0"/>
              </a:defRPr>
            </a:lvl4pPr>
            <a:lvl5pPr marL="2057400" indent="-228600">
              <a:spcBef>
                <a:spcPct val="20000"/>
              </a:spcBef>
              <a:buChar char="»"/>
              <a:tabLst>
                <a:tab pos="682625" algn="l"/>
                <a:tab pos="1833563"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9pPr>
          </a:lstStyle>
          <a:p>
            <a:pPr>
              <a:spcBef>
                <a:spcPct val="0"/>
              </a:spcBef>
              <a:buFontTx/>
              <a:buNone/>
            </a:pPr>
            <a:r>
              <a:rPr lang="en-US" altLang="en-US" sz="1800" b="1" dirty="0">
                <a:solidFill>
                  <a:srgbClr val="000000"/>
                </a:solidFill>
                <a:latin typeface="Courier New" panose="02070309020205020404" pitchFamily="49" charset="0"/>
              </a:rPr>
              <a:t>SQL&gt; SELECT   </a:t>
            </a:r>
            <a:r>
              <a:rPr lang="en-US" altLang="en-US" sz="1800" b="1" dirty="0" err="1">
                <a:solidFill>
                  <a:srgbClr val="000000"/>
                </a:solidFill>
                <a:latin typeface="Courier New" panose="02070309020205020404" pitchFamily="49" charset="0"/>
              </a:rPr>
              <a:t>deptno</a:t>
            </a:r>
            <a:r>
              <a:rPr lang="en-US" altLang="en-US" sz="1800" b="1" dirty="0">
                <a:solidFill>
                  <a:srgbClr val="000000"/>
                </a:solidFill>
                <a:latin typeface="Courier New" panose="02070309020205020404" pitchFamily="49" charset="0"/>
              </a:rPr>
              <a:t>, max(</a:t>
            </a:r>
            <a:r>
              <a:rPr lang="en-US" altLang="en-US" sz="1800" b="1" dirty="0" err="1">
                <a:solidFill>
                  <a:srgbClr val="000000"/>
                </a:solidFill>
                <a:latin typeface="Courier New" panose="02070309020205020404" pitchFamily="49" charset="0"/>
              </a:rPr>
              <a:t>sal</a:t>
            </a:r>
            <a:r>
              <a:rPr lang="en-US" altLang="en-US" sz="1800" b="1" dirty="0">
                <a:solidFill>
                  <a:srgbClr val="000000"/>
                </a:solidFill>
                <a:latin typeface="Courier New" panose="02070309020205020404" pitchFamily="49" charset="0"/>
              </a:rPr>
              <a:t>)</a:t>
            </a:r>
          </a:p>
          <a:p>
            <a:pPr>
              <a:spcBef>
                <a:spcPct val="0"/>
              </a:spcBef>
              <a:buFontTx/>
              <a:buNone/>
            </a:pPr>
            <a:r>
              <a:rPr lang="en-US" altLang="en-US" sz="1800" b="1" dirty="0">
                <a:solidFill>
                  <a:srgbClr val="000000"/>
                </a:solidFill>
                <a:latin typeface="Courier New" panose="02070309020205020404" pitchFamily="49" charset="0"/>
              </a:rPr>
              <a:t>  2  FROM     emp</a:t>
            </a:r>
          </a:p>
          <a:p>
            <a:pPr>
              <a:spcBef>
                <a:spcPct val="0"/>
              </a:spcBef>
              <a:buFontTx/>
              <a:buNone/>
            </a:pPr>
            <a:r>
              <a:rPr lang="en-US" altLang="en-US" sz="1800" b="1" dirty="0">
                <a:solidFill>
                  <a:srgbClr val="000000"/>
                </a:solidFill>
                <a:latin typeface="Courier New" panose="02070309020205020404" pitchFamily="49" charset="0"/>
              </a:rPr>
              <a:t>  3  GROUP BY </a:t>
            </a:r>
            <a:r>
              <a:rPr lang="en-US" altLang="en-US" sz="1800" b="1" dirty="0" err="1">
                <a:solidFill>
                  <a:srgbClr val="000000"/>
                </a:solidFill>
                <a:latin typeface="Courier New" panose="02070309020205020404" pitchFamily="49" charset="0"/>
              </a:rPr>
              <a:t>deptno</a:t>
            </a:r>
            <a:endParaRPr lang="en-US" altLang="en-US" sz="1800" b="1" dirty="0">
              <a:solidFill>
                <a:srgbClr val="000000"/>
              </a:solidFill>
              <a:latin typeface="Courier New" panose="02070309020205020404" pitchFamily="49" charset="0"/>
            </a:endParaRPr>
          </a:p>
          <a:p>
            <a:pPr>
              <a:spcBef>
                <a:spcPct val="0"/>
              </a:spcBef>
              <a:buFontTx/>
              <a:buNone/>
            </a:pPr>
            <a:r>
              <a:rPr lang="en-US" altLang="en-US" sz="1800" b="1" dirty="0">
                <a:solidFill>
                  <a:srgbClr val="000000"/>
                </a:solidFill>
                <a:latin typeface="Courier New" panose="02070309020205020404" pitchFamily="49" charset="0"/>
              </a:rPr>
              <a:t>  4  HAVING   max(</a:t>
            </a:r>
            <a:r>
              <a:rPr lang="en-US" altLang="en-US" sz="1800" b="1" dirty="0" err="1">
                <a:solidFill>
                  <a:srgbClr val="000000"/>
                </a:solidFill>
                <a:latin typeface="Courier New" panose="02070309020205020404" pitchFamily="49" charset="0"/>
              </a:rPr>
              <a:t>sal</a:t>
            </a:r>
            <a:r>
              <a:rPr lang="en-US" altLang="en-US" sz="1800" b="1" dirty="0">
                <a:solidFill>
                  <a:srgbClr val="000000"/>
                </a:solidFill>
                <a:latin typeface="Courier New" panose="02070309020205020404" pitchFamily="49" charset="0"/>
              </a:rPr>
              <a:t>)&gt;2900;</a:t>
            </a:r>
          </a:p>
        </p:txBody>
      </p:sp>
      <p:sp>
        <p:nvSpPr>
          <p:cNvPr id="13" name="Rectangle 9">
            <a:extLst>
              <a:ext uri="{FF2B5EF4-FFF2-40B4-BE49-F238E27FC236}">
                <a16:creationId xmlns:a16="http://schemas.microsoft.com/office/drawing/2014/main" id="{66D2E66E-DD97-2E57-71C7-D0B85813397F}"/>
              </a:ext>
            </a:extLst>
          </p:cNvPr>
          <p:cNvSpPr>
            <a:spLocks noChangeArrowheads="1"/>
          </p:cNvSpPr>
          <p:nvPr/>
        </p:nvSpPr>
        <p:spPr bwMode="blackWhite">
          <a:xfrm>
            <a:off x="941388" y="2140967"/>
            <a:ext cx="7315200" cy="1216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tabLst>
                <a:tab pos="682625" algn="l"/>
                <a:tab pos="1833563" algn="l"/>
              </a:tabLst>
              <a:defRPr sz="2800">
                <a:solidFill>
                  <a:schemeClr val="tx1"/>
                </a:solidFill>
                <a:latin typeface="Arial" panose="020B0604020202020204" pitchFamily="34" charset="0"/>
              </a:defRPr>
            </a:lvl1pPr>
            <a:lvl2pPr marL="742950" indent="-285750">
              <a:spcBef>
                <a:spcPct val="20000"/>
              </a:spcBef>
              <a:buChar char="–"/>
              <a:tabLst>
                <a:tab pos="682625" algn="l"/>
                <a:tab pos="1833563" algn="l"/>
              </a:tabLst>
              <a:defRPr sz="2400">
                <a:solidFill>
                  <a:schemeClr val="tx1"/>
                </a:solidFill>
                <a:latin typeface="Arial" panose="020B0604020202020204" pitchFamily="34" charset="0"/>
              </a:defRPr>
            </a:lvl2pPr>
            <a:lvl3pPr marL="1143000" indent="-228600">
              <a:spcBef>
                <a:spcPct val="20000"/>
              </a:spcBef>
              <a:buChar char="•"/>
              <a:tabLst>
                <a:tab pos="682625" algn="l"/>
                <a:tab pos="1833563" algn="l"/>
              </a:tabLst>
              <a:defRPr sz="2000">
                <a:solidFill>
                  <a:schemeClr val="tx1"/>
                </a:solidFill>
                <a:latin typeface="Arial" panose="020B0604020202020204" pitchFamily="34" charset="0"/>
              </a:defRPr>
            </a:lvl3pPr>
            <a:lvl4pPr marL="1600200" indent="-228600">
              <a:spcBef>
                <a:spcPct val="20000"/>
              </a:spcBef>
              <a:buChar char="–"/>
              <a:tabLst>
                <a:tab pos="682625" algn="l"/>
                <a:tab pos="1833563" algn="l"/>
              </a:tabLst>
              <a:defRPr sz="2000">
                <a:solidFill>
                  <a:schemeClr val="tx1"/>
                </a:solidFill>
                <a:latin typeface="Arial" panose="020B0604020202020204" pitchFamily="34" charset="0"/>
              </a:defRPr>
            </a:lvl4pPr>
            <a:lvl5pPr marL="2057400" indent="-228600">
              <a:spcBef>
                <a:spcPct val="20000"/>
              </a:spcBef>
              <a:buChar char="»"/>
              <a:tabLst>
                <a:tab pos="682625" algn="l"/>
                <a:tab pos="1833563"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9pPr>
          </a:lstStyle>
          <a:p>
            <a:pPr>
              <a:spcBef>
                <a:spcPct val="0"/>
              </a:spcBef>
              <a:buFontTx/>
              <a:buNone/>
            </a:pPr>
            <a:r>
              <a:rPr lang="en-US" altLang="en-US" sz="1800" b="1" dirty="0">
                <a:solidFill>
                  <a:srgbClr val="000000"/>
                </a:solidFill>
                <a:latin typeface="Courier New" panose="02070309020205020404" pitchFamily="49" charset="0"/>
              </a:rPr>
              <a:t>   DEPTNO  MAX(SAL)</a:t>
            </a:r>
          </a:p>
          <a:p>
            <a:pPr>
              <a:spcBef>
                <a:spcPct val="0"/>
              </a:spcBef>
              <a:buFontTx/>
              <a:buNone/>
            </a:pPr>
            <a:r>
              <a:rPr lang="en-US" altLang="en-US" sz="1800" b="1" dirty="0">
                <a:solidFill>
                  <a:srgbClr val="000000"/>
                </a:solidFill>
                <a:latin typeface="Courier New" panose="02070309020205020404" pitchFamily="49" charset="0"/>
              </a:rPr>
              <a:t>--------- ---------</a:t>
            </a:r>
          </a:p>
          <a:p>
            <a:pPr>
              <a:spcBef>
                <a:spcPct val="0"/>
              </a:spcBef>
              <a:buFontTx/>
              <a:buNone/>
            </a:pPr>
            <a:r>
              <a:rPr lang="en-US" altLang="en-US" sz="1800" b="1" dirty="0">
                <a:solidFill>
                  <a:srgbClr val="000000"/>
                </a:solidFill>
                <a:latin typeface="Courier New" panose="02070309020205020404" pitchFamily="49" charset="0"/>
              </a:rPr>
              <a:t>       10      5000</a:t>
            </a:r>
          </a:p>
          <a:p>
            <a:pPr>
              <a:spcBef>
                <a:spcPct val="0"/>
              </a:spcBef>
              <a:buFontTx/>
              <a:buNone/>
            </a:pPr>
            <a:r>
              <a:rPr lang="en-US" altLang="en-US" sz="1800" b="1" dirty="0">
                <a:solidFill>
                  <a:srgbClr val="000000"/>
                </a:solidFill>
                <a:latin typeface="Courier New" panose="02070309020205020404" pitchFamily="49" charset="0"/>
              </a:rPr>
              <a:t>       20      3000</a:t>
            </a:r>
          </a:p>
        </p:txBody>
      </p:sp>
      <p:sp>
        <p:nvSpPr>
          <p:cNvPr id="14" name="Rectangle 3">
            <a:extLst>
              <a:ext uri="{FF2B5EF4-FFF2-40B4-BE49-F238E27FC236}">
                <a16:creationId xmlns:a16="http://schemas.microsoft.com/office/drawing/2014/main" id="{91492C34-A986-59CD-E614-23F8C9B3D5C3}"/>
              </a:ext>
            </a:extLst>
          </p:cNvPr>
          <p:cNvSpPr>
            <a:spLocks noChangeArrowheads="1"/>
          </p:cNvSpPr>
          <p:nvPr/>
        </p:nvSpPr>
        <p:spPr bwMode="blackWhite">
          <a:xfrm>
            <a:off x="889000" y="3509342"/>
            <a:ext cx="7518400" cy="1955800"/>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682625" algn="l"/>
                <a:tab pos="1833563" algn="l"/>
              </a:tabLst>
              <a:defRPr sz="2800">
                <a:solidFill>
                  <a:schemeClr val="tx1"/>
                </a:solidFill>
                <a:latin typeface="Arial" panose="020B0604020202020204" pitchFamily="34" charset="0"/>
              </a:defRPr>
            </a:lvl1pPr>
            <a:lvl2pPr marL="742950" indent="-285750">
              <a:spcBef>
                <a:spcPct val="20000"/>
              </a:spcBef>
              <a:buChar char="–"/>
              <a:tabLst>
                <a:tab pos="682625" algn="l"/>
                <a:tab pos="1833563" algn="l"/>
              </a:tabLst>
              <a:defRPr sz="2400">
                <a:solidFill>
                  <a:schemeClr val="tx1"/>
                </a:solidFill>
                <a:latin typeface="Arial" panose="020B0604020202020204" pitchFamily="34" charset="0"/>
              </a:defRPr>
            </a:lvl2pPr>
            <a:lvl3pPr marL="1143000" indent="-228600">
              <a:spcBef>
                <a:spcPct val="20000"/>
              </a:spcBef>
              <a:buChar char="•"/>
              <a:tabLst>
                <a:tab pos="682625" algn="l"/>
                <a:tab pos="1833563" algn="l"/>
              </a:tabLst>
              <a:defRPr sz="2000">
                <a:solidFill>
                  <a:schemeClr val="tx1"/>
                </a:solidFill>
                <a:latin typeface="Arial" panose="020B0604020202020204" pitchFamily="34" charset="0"/>
              </a:defRPr>
            </a:lvl3pPr>
            <a:lvl4pPr marL="1600200" indent="-228600">
              <a:spcBef>
                <a:spcPct val="20000"/>
              </a:spcBef>
              <a:buChar char="–"/>
              <a:tabLst>
                <a:tab pos="682625" algn="l"/>
                <a:tab pos="1833563" algn="l"/>
              </a:tabLst>
              <a:defRPr sz="2000">
                <a:solidFill>
                  <a:schemeClr val="tx1"/>
                </a:solidFill>
                <a:latin typeface="Arial" panose="020B0604020202020204" pitchFamily="34" charset="0"/>
              </a:defRPr>
            </a:lvl4pPr>
            <a:lvl5pPr marL="2057400" indent="-228600">
              <a:spcBef>
                <a:spcPct val="20000"/>
              </a:spcBef>
              <a:buChar char="»"/>
              <a:tabLst>
                <a:tab pos="682625" algn="l"/>
                <a:tab pos="1833563"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9pPr>
          </a:lstStyle>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p:txBody>
      </p:sp>
      <p:sp>
        <p:nvSpPr>
          <p:cNvPr id="15" name="Rectangle 4">
            <a:extLst>
              <a:ext uri="{FF2B5EF4-FFF2-40B4-BE49-F238E27FC236}">
                <a16:creationId xmlns:a16="http://schemas.microsoft.com/office/drawing/2014/main" id="{62402D63-566E-208F-6FD5-65A68D8CC351}"/>
              </a:ext>
            </a:extLst>
          </p:cNvPr>
          <p:cNvSpPr>
            <a:spLocks noChangeArrowheads="1"/>
          </p:cNvSpPr>
          <p:nvPr/>
        </p:nvSpPr>
        <p:spPr bwMode="blackWhite">
          <a:xfrm>
            <a:off x="952500" y="3868117"/>
            <a:ext cx="7315200" cy="1216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tabLst>
                <a:tab pos="682625" algn="l"/>
                <a:tab pos="1833563" algn="l"/>
              </a:tabLst>
              <a:defRPr sz="2800">
                <a:solidFill>
                  <a:schemeClr val="tx1"/>
                </a:solidFill>
                <a:latin typeface="Arial" panose="020B0604020202020204" pitchFamily="34" charset="0"/>
              </a:defRPr>
            </a:lvl1pPr>
            <a:lvl2pPr marL="742950" indent="-285750">
              <a:spcBef>
                <a:spcPct val="20000"/>
              </a:spcBef>
              <a:buChar char="–"/>
              <a:tabLst>
                <a:tab pos="682625" algn="l"/>
                <a:tab pos="1833563" algn="l"/>
              </a:tabLst>
              <a:defRPr sz="2400">
                <a:solidFill>
                  <a:schemeClr val="tx1"/>
                </a:solidFill>
                <a:latin typeface="Arial" panose="020B0604020202020204" pitchFamily="34" charset="0"/>
              </a:defRPr>
            </a:lvl2pPr>
            <a:lvl3pPr marL="1143000" indent="-228600">
              <a:spcBef>
                <a:spcPct val="20000"/>
              </a:spcBef>
              <a:buChar char="•"/>
              <a:tabLst>
                <a:tab pos="682625" algn="l"/>
                <a:tab pos="1833563" algn="l"/>
              </a:tabLst>
              <a:defRPr sz="2000">
                <a:solidFill>
                  <a:schemeClr val="tx1"/>
                </a:solidFill>
                <a:latin typeface="Arial" panose="020B0604020202020204" pitchFamily="34" charset="0"/>
              </a:defRPr>
            </a:lvl3pPr>
            <a:lvl4pPr marL="1600200" indent="-228600">
              <a:spcBef>
                <a:spcPct val="20000"/>
              </a:spcBef>
              <a:buChar char="–"/>
              <a:tabLst>
                <a:tab pos="682625" algn="l"/>
                <a:tab pos="1833563" algn="l"/>
              </a:tabLst>
              <a:defRPr sz="2000">
                <a:solidFill>
                  <a:schemeClr val="tx1"/>
                </a:solidFill>
                <a:latin typeface="Arial" panose="020B0604020202020204" pitchFamily="34" charset="0"/>
              </a:defRPr>
            </a:lvl4pPr>
            <a:lvl5pPr marL="2057400" indent="-228600">
              <a:spcBef>
                <a:spcPct val="20000"/>
              </a:spcBef>
              <a:buChar char="»"/>
              <a:tabLst>
                <a:tab pos="682625" algn="l"/>
                <a:tab pos="1833563"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latin typeface="Courier New" panose="02070309020205020404" pitchFamily="49" charset="0"/>
              </a:rPr>
              <a:t>SQL&gt; SELECT    job, SUM(sal) PAYROLL</a:t>
            </a:r>
          </a:p>
          <a:p>
            <a:pPr>
              <a:spcBef>
                <a:spcPct val="0"/>
              </a:spcBef>
              <a:buFontTx/>
              <a:buNone/>
            </a:pPr>
            <a:r>
              <a:rPr lang="en-US" altLang="en-US" sz="1800" b="1">
                <a:solidFill>
                  <a:srgbClr val="000000"/>
                </a:solidFill>
                <a:latin typeface="Courier New" panose="02070309020205020404" pitchFamily="49" charset="0"/>
              </a:rPr>
              <a:t>  2  FROM      emp</a:t>
            </a:r>
          </a:p>
          <a:p>
            <a:pPr>
              <a:spcBef>
                <a:spcPct val="0"/>
              </a:spcBef>
              <a:buFontTx/>
              <a:buNone/>
            </a:pPr>
            <a:r>
              <a:rPr lang="en-US" altLang="en-US" sz="1800" b="1">
                <a:solidFill>
                  <a:srgbClr val="000000"/>
                </a:solidFill>
                <a:latin typeface="Courier New" panose="02070309020205020404" pitchFamily="49" charset="0"/>
              </a:rPr>
              <a:t>  3  WHERE	  job NOT LIKE 'SALES%'</a:t>
            </a:r>
          </a:p>
          <a:p>
            <a:pPr>
              <a:spcBef>
                <a:spcPct val="0"/>
              </a:spcBef>
              <a:buFontTx/>
              <a:buNone/>
            </a:pPr>
            <a:r>
              <a:rPr lang="en-US" altLang="en-US" sz="1800" b="1">
                <a:solidFill>
                  <a:srgbClr val="000000"/>
                </a:solidFill>
                <a:latin typeface="Courier New" panose="02070309020205020404" pitchFamily="49" charset="0"/>
              </a:rPr>
              <a:t>  4  GROUP BY  job</a:t>
            </a:r>
          </a:p>
          <a:p>
            <a:pPr>
              <a:spcBef>
                <a:spcPct val="0"/>
              </a:spcBef>
              <a:buFontTx/>
              <a:buNone/>
            </a:pPr>
            <a:r>
              <a:rPr lang="en-US" altLang="en-US" sz="1800" b="1">
                <a:solidFill>
                  <a:srgbClr val="000000"/>
                </a:solidFill>
                <a:latin typeface="Courier New" panose="02070309020205020404" pitchFamily="49" charset="0"/>
              </a:rPr>
              <a:t>  5  HAVING    SUM(sal)&gt;5000</a:t>
            </a:r>
          </a:p>
          <a:p>
            <a:pPr>
              <a:spcBef>
                <a:spcPct val="0"/>
              </a:spcBef>
              <a:buFontTx/>
              <a:buNone/>
            </a:pPr>
            <a:r>
              <a:rPr lang="en-US" altLang="en-US" sz="1800" b="1">
                <a:solidFill>
                  <a:srgbClr val="000000"/>
                </a:solidFill>
                <a:latin typeface="Courier New" panose="02070309020205020404" pitchFamily="49" charset="0"/>
              </a:rPr>
              <a:t>  6  ORDER BY  SUM(sal);</a:t>
            </a:r>
          </a:p>
        </p:txBody>
      </p:sp>
      <p:sp>
        <p:nvSpPr>
          <p:cNvPr id="16" name="Rectangle 5">
            <a:extLst>
              <a:ext uri="{FF2B5EF4-FFF2-40B4-BE49-F238E27FC236}">
                <a16:creationId xmlns:a16="http://schemas.microsoft.com/office/drawing/2014/main" id="{0C3C3AD6-8359-1F73-E67B-6DD8058139BC}"/>
              </a:ext>
            </a:extLst>
          </p:cNvPr>
          <p:cNvSpPr>
            <a:spLocks noChangeArrowheads="1"/>
          </p:cNvSpPr>
          <p:nvPr/>
        </p:nvSpPr>
        <p:spPr bwMode="blackWhite">
          <a:xfrm>
            <a:off x="896938" y="5529932"/>
            <a:ext cx="7515225" cy="1190625"/>
          </a:xfrm>
          <a:prstGeom prst="rect">
            <a:avLst/>
          </a:prstGeom>
          <a:solidFill>
            <a:srgbClr val="EAEAEA"/>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682625" algn="l"/>
                <a:tab pos="1833563" algn="l"/>
              </a:tabLst>
              <a:defRPr sz="2800">
                <a:solidFill>
                  <a:schemeClr val="tx1"/>
                </a:solidFill>
                <a:latin typeface="Arial" panose="020B0604020202020204" pitchFamily="34" charset="0"/>
              </a:defRPr>
            </a:lvl1pPr>
            <a:lvl2pPr marL="742950" indent="-285750">
              <a:spcBef>
                <a:spcPct val="20000"/>
              </a:spcBef>
              <a:buChar char="–"/>
              <a:tabLst>
                <a:tab pos="682625" algn="l"/>
                <a:tab pos="1833563" algn="l"/>
              </a:tabLst>
              <a:defRPr sz="2400">
                <a:solidFill>
                  <a:schemeClr val="tx1"/>
                </a:solidFill>
                <a:latin typeface="Arial" panose="020B0604020202020204" pitchFamily="34" charset="0"/>
              </a:defRPr>
            </a:lvl2pPr>
            <a:lvl3pPr marL="1143000" indent="-228600">
              <a:spcBef>
                <a:spcPct val="20000"/>
              </a:spcBef>
              <a:buChar char="•"/>
              <a:tabLst>
                <a:tab pos="682625" algn="l"/>
                <a:tab pos="1833563" algn="l"/>
              </a:tabLst>
              <a:defRPr sz="2000">
                <a:solidFill>
                  <a:schemeClr val="tx1"/>
                </a:solidFill>
                <a:latin typeface="Arial" panose="020B0604020202020204" pitchFamily="34" charset="0"/>
              </a:defRPr>
            </a:lvl3pPr>
            <a:lvl4pPr marL="1600200" indent="-228600">
              <a:spcBef>
                <a:spcPct val="20000"/>
              </a:spcBef>
              <a:buChar char="–"/>
              <a:tabLst>
                <a:tab pos="682625" algn="l"/>
                <a:tab pos="1833563" algn="l"/>
              </a:tabLst>
              <a:defRPr sz="2000">
                <a:solidFill>
                  <a:schemeClr val="tx1"/>
                </a:solidFill>
                <a:latin typeface="Arial" panose="020B0604020202020204" pitchFamily="34" charset="0"/>
              </a:defRPr>
            </a:lvl4pPr>
            <a:lvl5pPr marL="2057400" indent="-228600">
              <a:spcBef>
                <a:spcPct val="20000"/>
              </a:spcBef>
              <a:buChar char="»"/>
              <a:tabLst>
                <a:tab pos="682625" algn="l"/>
                <a:tab pos="1833563"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9pPr>
          </a:lstStyle>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p:txBody>
      </p:sp>
      <p:sp>
        <p:nvSpPr>
          <p:cNvPr id="17" name="Rectangle 6">
            <a:extLst>
              <a:ext uri="{FF2B5EF4-FFF2-40B4-BE49-F238E27FC236}">
                <a16:creationId xmlns:a16="http://schemas.microsoft.com/office/drawing/2014/main" id="{555C878C-5374-A2D1-1603-4E4692E52352}"/>
              </a:ext>
            </a:extLst>
          </p:cNvPr>
          <p:cNvSpPr>
            <a:spLocks noChangeArrowheads="1"/>
          </p:cNvSpPr>
          <p:nvPr/>
        </p:nvSpPr>
        <p:spPr bwMode="blackWhite">
          <a:xfrm>
            <a:off x="884238" y="5517232"/>
            <a:ext cx="7315200" cy="1216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tabLst>
                <a:tab pos="682625" algn="l"/>
                <a:tab pos="1833563" algn="l"/>
              </a:tabLst>
              <a:defRPr sz="2800">
                <a:solidFill>
                  <a:schemeClr val="tx1"/>
                </a:solidFill>
                <a:latin typeface="Arial" panose="020B0604020202020204" pitchFamily="34" charset="0"/>
              </a:defRPr>
            </a:lvl1pPr>
            <a:lvl2pPr marL="742950" indent="-285750">
              <a:spcBef>
                <a:spcPct val="20000"/>
              </a:spcBef>
              <a:buChar char="–"/>
              <a:tabLst>
                <a:tab pos="682625" algn="l"/>
                <a:tab pos="1833563" algn="l"/>
              </a:tabLst>
              <a:defRPr sz="2400">
                <a:solidFill>
                  <a:schemeClr val="tx1"/>
                </a:solidFill>
                <a:latin typeface="Arial" panose="020B0604020202020204" pitchFamily="34" charset="0"/>
              </a:defRPr>
            </a:lvl2pPr>
            <a:lvl3pPr marL="1143000" indent="-228600">
              <a:spcBef>
                <a:spcPct val="20000"/>
              </a:spcBef>
              <a:buChar char="•"/>
              <a:tabLst>
                <a:tab pos="682625" algn="l"/>
                <a:tab pos="1833563" algn="l"/>
              </a:tabLst>
              <a:defRPr sz="2000">
                <a:solidFill>
                  <a:schemeClr val="tx1"/>
                </a:solidFill>
                <a:latin typeface="Arial" panose="020B0604020202020204" pitchFamily="34" charset="0"/>
              </a:defRPr>
            </a:lvl3pPr>
            <a:lvl4pPr marL="1600200" indent="-228600">
              <a:spcBef>
                <a:spcPct val="20000"/>
              </a:spcBef>
              <a:buChar char="–"/>
              <a:tabLst>
                <a:tab pos="682625" algn="l"/>
                <a:tab pos="1833563" algn="l"/>
              </a:tabLst>
              <a:defRPr sz="2000">
                <a:solidFill>
                  <a:schemeClr val="tx1"/>
                </a:solidFill>
                <a:latin typeface="Arial" panose="020B0604020202020204" pitchFamily="34" charset="0"/>
              </a:defRPr>
            </a:lvl4pPr>
            <a:lvl5pPr marL="2057400" indent="-228600">
              <a:spcBef>
                <a:spcPct val="20000"/>
              </a:spcBef>
              <a:buChar char="»"/>
              <a:tabLst>
                <a:tab pos="682625" algn="l"/>
                <a:tab pos="1833563"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latin typeface="Courier New" panose="02070309020205020404" pitchFamily="49" charset="0"/>
              </a:rPr>
              <a:t>JOB         PAYROLL</a:t>
            </a:r>
          </a:p>
          <a:p>
            <a:pPr>
              <a:spcBef>
                <a:spcPct val="0"/>
              </a:spcBef>
              <a:buFontTx/>
              <a:buNone/>
            </a:pPr>
            <a:r>
              <a:rPr lang="en-US" altLang="en-US" sz="1800" b="1">
                <a:solidFill>
                  <a:srgbClr val="000000"/>
                </a:solidFill>
                <a:latin typeface="Courier New" panose="02070309020205020404" pitchFamily="49" charset="0"/>
              </a:rPr>
              <a:t>--------- ---------</a:t>
            </a:r>
          </a:p>
          <a:p>
            <a:pPr>
              <a:spcBef>
                <a:spcPct val="0"/>
              </a:spcBef>
              <a:buFontTx/>
              <a:buNone/>
            </a:pPr>
            <a:r>
              <a:rPr lang="en-US" altLang="en-US" sz="1800" b="1">
                <a:solidFill>
                  <a:srgbClr val="000000"/>
                </a:solidFill>
                <a:latin typeface="Courier New" panose="02070309020205020404" pitchFamily="49" charset="0"/>
              </a:rPr>
              <a:t>ANALYST        6000</a:t>
            </a:r>
          </a:p>
          <a:p>
            <a:pPr>
              <a:spcBef>
                <a:spcPct val="0"/>
              </a:spcBef>
              <a:buFontTx/>
              <a:buNone/>
            </a:pPr>
            <a:r>
              <a:rPr lang="en-US" altLang="en-US" sz="1800" b="1">
                <a:solidFill>
                  <a:srgbClr val="000000"/>
                </a:solidFill>
                <a:latin typeface="Courier New" panose="02070309020205020404" pitchFamily="49" charset="0"/>
              </a:rPr>
              <a:t>MANAGER        8275</a:t>
            </a:r>
          </a:p>
        </p:txBody>
      </p:sp>
    </p:spTree>
    <p:extLst>
      <p:ext uri="{BB962C8B-B14F-4D97-AF65-F5344CB8AC3E}">
        <p14:creationId xmlns:p14="http://schemas.microsoft.com/office/powerpoint/2010/main" val="124353279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up)">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C6241-1DBD-A551-2248-553BE8FBC75A}"/>
            </a:ext>
          </a:extLst>
        </p:cNvPr>
        <p:cNvGrpSpPr/>
        <p:nvPr/>
      </p:nvGrpSpPr>
      <p:grpSpPr>
        <a:xfrm>
          <a:off x="0" y="0"/>
          <a:ext cx="0" cy="0"/>
          <a:chOff x="0" y="0"/>
          <a:chExt cx="0" cy="0"/>
        </a:xfrm>
      </p:grpSpPr>
      <p:sp>
        <p:nvSpPr>
          <p:cNvPr id="38914" name="Rectangle 2">
            <a:extLst>
              <a:ext uri="{FF2B5EF4-FFF2-40B4-BE49-F238E27FC236}">
                <a16:creationId xmlns:a16="http://schemas.microsoft.com/office/drawing/2014/main" id="{4E2E45DA-C13E-AA2B-1C88-661C79CB9D80}"/>
              </a:ext>
            </a:extLst>
          </p:cNvPr>
          <p:cNvSpPr>
            <a:spLocks noGrp="1" noChangeArrowheads="1"/>
          </p:cNvSpPr>
          <p:nvPr>
            <p:ph type="title"/>
          </p:nvPr>
        </p:nvSpPr>
        <p:spPr>
          <a:xfrm>
            <a:off x="323850" y="208384"/>
            <a:ext cx="6480398" cy="533400"/>
          </a:xfrm>
        </p:spPr>
        <p:txBody>
          <a:bodyPr/>
          <a:lstStyle/>
          <a:p>
            <a:pPr eaLnBrk="1" hangingPunct="1"/>
            <a:br>
              <a:rPr lang="en-US" altLang="en-US" sz="2800" b="1" u="sng" dirty="0">
                <a:solidFill>
                  <a:srgbClr val="D34817"/>
                </a:solidFill>
                <a:latin typeface="Cambria" panose="02040503050406030204" pitchFamily="18" charset="0"/>
                <a:ea typeface="Cambria" panose="02040503050406030204" pitchFamily="18" charset="0"/>
              </a:rPr>
            </a:br>
            <a:br>
              <a:rPr lang="en-US" altLang="en-US" sz="2800" b="1" u="sng" dirty="0">
                <a:solidFill>
                  <a:srgbClr val="D34817"/>
                </a:solidFill>
                <a:latin typeface="Cambria" panose="02040503050406030204" pitchFamily="18" charset="0"/>
                <a:ea typeface="Cambria" panose="02040503050406030204" pitchFamily="18" charset="0"/>
              </a:rPr>
            </a:br>
            <a:r>
              <a:rPr lang="en-US" altLang="en-US" sz="2800" b="1" u="sng" dirty="0">
                <a:solidFill>
                  <a:srgbClr val="D34817"/>
                </a:solidFill>
                <a:latin typeface="Cambria" panose="02040503050406030204" pitchFamily="18" charset="0"/>
                <a:ea typeface="Cambria" panose="02040503050406030204" pitchFamily="18" charset="0"/>
              </a:rPr>
              <a:t>Nesting Group Functions</a:t>
            </a:r>
          </a:p>
        </p:txBody>
      </p:sp>
      <p:sp>
        <p:nvSpPr>
          <p:cNvPr id="38915" name="Rectangle 3">
            <a:extLst>
              <a:ext uri="{FF2B5EF4-FFF2-40B4-BE49-F238E27FC236}">
                <a16:creationId xmlns:a16="http://schemas.microsoft.com/office/drawing/2014/main" id="{2633327E-5570-C5F7-DBF1-C8FA927B3168}"/>
              </a:ext>
            </a:extLst>
          </p:cNvPr>
          <p:cNvSpPr>
            <a:spLocks noGrp="1" noChangeArrowheads="1"/>
          </p:cNvSpPr>
          <p:nvPr>
            <p:ph sz="quarter" idx="1"/>
          </p:nvPr>
        </p:nvSpPr>
        <p:spPr>
          <a:xfrm>
            <a:off x="425450" y="741784"/>
            <a:ext cx="8394700" cy="4343400"/>
          </a:xfrm>
        </p:spPr>
        <p:txBody>
          <a:bodyPr/>
          <a:lstStyle/>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28600" indent="-228600" eaLnBrk="1" hangingPunct="1"/>
            <a:endParaRPr lang="en-US" altLang="en-US" sz="2800" dirty="0"/>
          </a:p>
        </p:txBody>
      </p:sp>
      <p:sp>
        <p:nvSpPr>
          <p:cNvPr id="2" name="Slide Number Placeholder 23">
            <a:extLst>
              <a:ext uri="{FF2B5EF4-FFF2-40B4-BE49-F238E27FC236}">
                <a16:creationId xmlns:a16="http://schemas.microsoft.com/office/drawing/2014/main" id="{CF4BB47D-AEFB-A22A-4118-9C018B89EADC}"/>
              </a:ext>
            </a:extLst>
          </p:cNvPr>
          <p:cNvSpPr>
            <a:spLocks noGrp="1"/>
          </p:cNvSpPr>
          <p:nvPr>
            <p:ph type="sldNum" sz="quarter" idx="12"/>
          </p:nvPr>
        </p:nvSpPr>
        <p:spPr>
          <a:xfrm>
            <a:off x="8532440" y="6166335"/>
            <a:ext cx="427833"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17</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4" name="Rectangle 3">
            <a:extLst>
              <a:ext uri="{FF2B5EF4-FFF2-40B4-BE49-F238E27FC236}">
                <a16:creationId xmlns:a16="http://schemas.microsoft.com/office/drawing/2014/main" id="{DD547E28-A1D1-A4F5-2A31-CED8334D568F}"/>
              </a:ext>
            </a:extLst>
          </p:cNvPr>
          <p:cNvSpPr txBox="1">
            <a:spLocks noChangeArrowheads="1"/>
          </p:cNvSpPr>
          <p:nvPr/>
        </p:nvSpPr>
        <p:spPr bwMode="auto">
          <a:xfrm>
            <a:off x="137740" y="741784"/>
            <a:ext cx="8394700" cy="35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7688"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6963"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285750" indent="-285750" algn="just">
              <a:buSzPct val="50000"/>
              <a:buFont typeface="Wingdings" panose="05000000000000000000" pitchFamily="2" charset="2"/>
              <a:buChar char="l"/>
            </a:pPr>
            <a:r>
              <a:rPr lang="en-US" altLang="en-US" sz="2400" dirty="0">
                <a:latin typeface="Cambria" panose="02040503050406030204" pitchFamily="18" charset="0"/>
                <a:ea typeface="Cambria" panose="02040503050406030204" pitchFamily="18" charset="0"/>
                <a:cs typeface="Calibri" panose="020F0502020204030204" pitchFamily="34" charset="0"/>
              </a:rPr>
              <a:t>Display the maximum average salary.</a:t>
            </a:r>
          </a:p>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12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p:txBody>
      </p:sp>
      <p:sp>
        <p:nvSpPr>
          <p:cNvPr id="20" name="Footer Placeholder 2">
            <a:extLst>
              <a:ext uri="{FF2B5EF4-FFF2-40B4-BE49-F238E27FC236}">
                <a16:creationId xmlns:a16="http://schemas.microsoft.com/office/drawing/2014/main" id="{D9A4CB49-621A-0BE4-EF69-DD26A8B5D928}"/>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3" name="Rectangle 2">
            <a:extLst>
              <a:ext uri="{FF2B5EF4-FFF2-40B4-BE49-F238E27FC236}">
                <a16:creationId xmlns:a16="http://schemas.microsoft.com/office/drawing/2014/main" id="{9C097E3B-2D8D-1EFB-42BD-D76BD2E99554}"/>
              </a:ext>
            </a:extLst>
          </p:cNvPr>
          <p:cNvSpPr>
            <a:spLocks noChangeArrowheads="1"/>
          </p:cNvSpPr>
          <p:nvPr/>
        </p:nvSpPr>
        <p:spPr bwMode="blackWhite">
          <a:xfrm>
            <a:off x="889000" y="1368640"/>
            <a:ext cx="7289800" cy="927100"/>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682625" algn="l"/>
                <a:tab pos="1833563" algn="l"/>
              </a:tabLst>
              <a:defRPr sz="2800">
                <a:solidFill>
                  <a:schemeClr val="tx1"/>
                </a:solidFill>
                <a:latin typeface="Arial" panose="020B0604020202020204" pitchFamily="34" charset="0"/>
              </a:defRPr>
            </a:lvl1pPr>
            <a:lvl2pPr marL="742950" indent="-285750">
              <a:spcBef>
                <a:spcPct val="20000"/>
              </a:spcBef>
              <a:buChar char="–"/>
              <a:tabLst>
                <a:tab pos="682625" algn="l"/>
                <a:tab pos="1833563" algn="l"/>
              </a:tabLst>
              <a:defRPr sz="2400">
                <a:solidFill>
                  <a:schemeClr val="tx1"/>
                </a:solidFill>
                <a:latin typeface="Arial" panose="020B0604020202020204" pitchFamily="34" charset="0"/>
              </a:defRPr>
            </a:lvl2pPr>
            <a:lvl3pPr marL="1143000" indent="-228600">
              <a:spcBef>
                <a:spcPct val="20000"/>
              </a:spcBef>
              <a:buChar char="•"/>
              <a:tabLst>
                <a:tab pos="682625" algn="l"/>
                <a:tab pos="1833563" algn="l"/>
              </a:tabLst>
              <a:defRPr sz="2000">
                <a:solidFill>
                  <a:schemeClr val="tx1"/>
                </a:solidFill>
                <a:latin typeface="Arial" panose="020B0604020202020204" pitchFamily="34" charset="0"/>
              </a:defRPr>
            </a:lvl3pPr>
            <a:lvl4pPr marL="1600200" indent="-228600">
              <a:spcBef>
                <a:spcPct val="20000"/>
              </a:spcBef>
              <a:buChar char="–"/>
              <a:tabLst>
                <a:tab pos="682625" algn="l"/>
                <a:tab pos="1833563" algn="l"/>
              </a:tabLst>
              <a:defRPr sz="2000">
                <a:solidFill>
                  <a:schemeClr val="tx1"/>
                </a:solidFill>
                <a:latin typeface="Arial" panose="020B0604020202020204" pitchFamily="34" charset="0"/>
              </a:defRPr>
            </a:lvl4pPr>
            <a:lvl5pPr marL="2057400" indent="-228600">
              <a:spcBef>
                <a:spcPct val="20000"/>
              </a:spcBef>
              <a:buChar char="»"/>
              <a:tabLst>
                <a:tab pos="682625" algn="l"/>
                <a:tab pos="1833563"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9pPr>
          </a:lstStyle>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p:txBody>
      </p:sp>
      <p:sp>
        <p:nvSpPr>
          <p:cNvPr id="8" name="Rectangle 3">
            <a:extLst>
              <a:ext uri="{FF2B5EF4-FFF2-40B4-BE49-F238E27FC236}">
                <a16:creationId xmlns:a16="http://schemas.microsoft.com/office/drawing/2014/main" id="{EB27F7EB-68B6-15E2-B8EB-32E0F995811C}"/>
              </a:ext>
            </a:extLst>
          </p:cNvPr>
          <p:cNvSpPr>
            <a:spLocks noChangeArrowheads="1"/>
          </p:cNvSpPr>
          <p:nvPr/>
        </p:nvSpPr>
        <p:spPr bwMode="blackWhite">
          <a:xfrm>
            <a:off x="915988" y="2721190"/>
            <a:ext cx="7289800" cy="1003300"/>
          </a:xfrm>
          <a:prstGeom prst="rect">
            <a:avLst/>
          </a:prstGeom>
          <a:solidFill>
            <a:srgbClr val="EAEAEA"/>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682625" algn="l"/>
                <a:tab pos="1833563" algn="l"/>
              </a:tabLst>
              <a:defRPr sz="2800">
                <a:solidFill>
                  <a:schemeClr val="tx1"/>
                </a:solidFill>
                <a:latin typeface="Arial" panose="020B0604020202020204" pitchFamily="34" charset="0"/>
              </a:defRPr>
            </a:lvl1pPr>
            <a:lvl2pPr marL="742950" indent="-285750">
              <a:spcBef>
                <a:spcPct val="20000"/>
              </a:spcBef>
              <a:buChar char="–"/>
              <a:tabLst>
                <a:tab pos="682625" algn="l"/>
                <a:tab pos="1833563" algn="l"/>
              </a:tabLst>
              <a:defRPr sz="2400">
                <a:solidFill>
                  <a:schemeClr val="tx1"/>
                </a:solidFill>
                <a:latin typeface="Arial" panose="020B0604020202020204" pitchFamily="34" charset="0"/>
              </a:defRPr>
            </a:lvl2pPr>
            <a:lvl3pPr marL="1143000" indent="-228600">
              <a:spcBef>
                <a:spcPct val="20000"/>
              </a:spcBef>
              <a:buChar char="•"/>
              <a:tabLst>
                <a:tab pos="682625" algn="l"/>
                <a:tab pos="1833563" algn="l"/>
              </a:tabLst>
              <a:defRPr sz="2000">
                <a:solidFill>
                  <a:schemeClr val="tx1"/>
                </a:solidFill>
                <a:latin typeface="Arial" panose="020B0604020202020204" pitchFamily="34" charset="0"/>
              </a:defRPr>
            </a:lvl3pPr>
            <a:lvl4pPr marL="1600200" indent="-228600">
              <a:spcBef>
                <a:spcPct val="20000"/>
              </a:spcBef>
              <a:buChar char="–"/>
              <a:tabLst>
                <a:tab pos="682625" algn="l"/>
                <a:tab pos="1833563" algn="l"/>
              </a:tabLst>
              <a:defRPr sz="2000">
                <a:solidFill>
                  <a:schemeClr val="tx1"/>
                </a:solidFill>
                <a:latin typeface="Arial" panose="020B0604020202020204" pitchFamily="34" charset="0"/>
              </a:defRPr>
            </a:lvl4pPr>
            <a:lvl5pPr marL="2057400" indent="-228600">
              <a:spcBef>
                <a:spcPct val="20000"/>
              </a:spcBef>
              <a:buChar char="»"/>
              <a:tabLst>
                <a:tab pos="682625" algn="l"/>
                <a:tab pos="1833563"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9pPr>
          </a:lstStyle>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p:txBody>
      </p:sp>
      <p:grpSp>
        <p:nvGrpSpPr>
          <p:cNvPr id="9" name="Group 5">
            <a:extLst>
              <a:ext uri="{FF2B5EF4-FFF2-40B4-BE49-F238E27FC236}">
                <a16:creationId xmlns:a16="http://schemas.microsoft.com/office/drawing/2014/main" id="{152B84BC-8480-1498-79D4-55477B875A47}"/>
              </a:ext>
            </a:extLst>
          </p:cNvPr>
          <p:cNvGrpSpPr>
            <a:grpSpLocks/>
          </p:cNvGrpSpPr>
          <p:nvPr/>
        </p:nvGrpSpPr>
        <p:grpSpPr bwMode="auto">
          <a:xfrm>
            <a:off x="938213" y="1405153"/>
            <a:ext cx="3767137" cy="2274887"/>
            <a:chOff x="615" y="1579"/>
            <a:chExt cx="2373" cy="1433"/>
          </a:xfrm>
        </p:grpSpPr>
        <p:sp>
          <p:nvSpPr>
            <p:cNvPr id="10" name="Rectangle 6">
              <a:extLst>
                <a:ext uri="{FF2B5EF4-FFF2-40B4-BE49-F238E27FC236}">
                  <a16:creationId xmlns:a16="http://schemas.microsoft.com/office/drawing/2014/main" id="{3B62FBD0-C219-13FA-EE32-515E00ACCFEA}"/>
                </a:ext>
              </a:extLst>
            </p:cNvPr>
            <p:cNvSpPr>
              <a:spLocks noChangeArrowheads="1"/>
            </p:cNvSpPr>
            <p:nvPr/>
          </p:nvSpPr>
          <p:spPr bwMode="ltGray">
            <a:xfrm>
              <a:off x="1803" y="1579"/>
              <a:ext cx="1185" cy="197"/>
            </a:xfrm>
            <a:prstGeom prst="rect">
              <a:avLst/>
            </a:prstGeom>
            <a:solidFill>
              <a:srgbClr val="FF5050">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11" name="Rectangle 7">
              <a:extLst>
                <a:ext uri="{FF2B5EF4-FFF2-40B4-BE49-F238E27FC236}">
                  <a16:creationId xmlns:a16="http://schemas.microsoft.com/office/drawing/2014/main" id="{642289D0-E2F5-2A37-51B6-906AE68D9204}"/>
                </a:ext>
              </a:extLst>
            </p:cNvPr>
            <p:cNvSpPr>
              <a:spLocks noChangeArrowheads="1"/>
            </p:cNvSpPr>
            <p:nvPr/>
          </p:nvSpPr>
          <p:spPr bwMode="ltGray">
            <a:xfrm>
              <a:off x="615" y="2431"/>
              <a:ext cx="1173" cy="581"/>
            </a:xfrm>
            <a:prstGeom prst="rect">
              <a:avLst/>
            </a:prstGeom>
            <a:solidFill>
              <a:srgbClr val="FF5050">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grpSp>
      <p:sp>
        <p:nvSpPr>
          <p:cNvPr id="12" name="Rectangle 8">
            <a:extLst>
              <a:ext uri="{FF2B5EF4-FFF2-40B4-BE49-F238E27FC236}">
                <a16:creationId xmlns:a16="http://schemas.microsoft.com/office/drawing/2014/main" id="{4C8424D7-5DEF-1ABD-251F-024CCBCE1517}"/>
              </a:ext>
            </a:extLst>
          </p:cNvPr>
          <p:cNvSpPr>
            <a:spLocks noChangeArrowheads="1"/>
          </p:cNvSpPr>
          <p:nvPr/>
        </p:nvSpPr>
        <p:spPr bwMode="blackWhite">
          <a:xfrm>
            <a:off x="914400" y="1232115"/>
            <a:ext cx="7315200" cy="1216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tabLst>
                <a:tab pos="682625" algn="l"/>
                <a:tab pos="1833563" algn="l"/>
              </a:tabLst>
              <a:defRPr sz="2800">
                <a:solidFill>
                  <a:schemeClr val="tx1"/>
                </a:solidFill>
                <a:latin typeface="Arial" panose="020B0604020202020204" pitchFamily="34" charset="0"/>
              </a:defRPr>
            </a:lvl1pPr>
            <a:lvl2pPr marL="742950" indent="-285750">
              <a:spcBef>
                <a:spcPct val="20000"/>
              </a:spcBef>
              <a:buChar char="–"/>
              <a:tabLst>
                <a:tab pos="682625" algn="l"/>
                <a:tab pos="1833563" algn="l"/>
              </a:tabLst>
              <a:defRPr sz="2400">
                <a:solidFill>
                  <a:schemeClr val="tx1"/>
                </a:solidFill>
                <a:latin typeface="Arial" panose="020B0604020202020204" pitchFamily="34" charset="0"/>
              </a:defRPr>
            </a:lvl2pPr>
            <a:lvl3pPr marL="1143000" indent="-228600">
              <a:spcBef>
                <a:spcPct val="20000"/>
              </a:spcBef>
              <a:buChar char="•"/>
              <a:tabLst>
                <a:tab pos="682625" algn="l"/>
                <a:tab pos="1833563" algn="l"/>
              </a:tabLst>
              <a:defRPr sz="2000">
                <a:solidFill>
                  <a:schemeClr val="tx1"/>
                </a:solidFill>
                <a:latin typeface="Arial" panose="020B0604020202020204" pitchFamily="34" charset="0"/>
              </a:defRPr>
            </a:lvl3pPr>
            <a:lvl4pPr marL="1600200" indent="-228600">
              <a:spcBef>
                <a:spcPct val="20000"/>
              </a:spcBef>
              <a:buChar char="–"/>
              <a:tabLst>
                <a:tab pos="682625" algn="l"/>
                <a:tab pos="1833563" algn="l"/>
              </a:tabLst>
              <a:defRPr sz="2000">
                <a:solidFill>
                  <a:schemeClr val="tx1"/>
                </a:solidFill>
                <a:latin typeface="Arial" panose="020B0604020202020204" pitchFamily="34" charset="0"/>
              </a:defRPr>
            </a:lvl4pPr>
            <a:lvl5pPr marL="2057400" indent="-228600">
              <a:spcBef>
                <a:spcPct val="20000"/>
              </a:spcBef>
              <a:buChar char="»"/>
              <a:tabLst>
                <a:tab pos="682625" algn="l"/>
                <a:tab pos="1833563"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latin typeface="Courier New" panose="02070309020205020404" pitchFamily="49" charset="0"/>
              </a:rPr>
              <a:t>SQL&gt; SELECT   max(avg(sal))</a:t>
            </a:r>
          </a:p>
          <a:p>
            <a:pPr>
              <a:spcBef>
                <a:spcPct val="0"/>
              </a:spcBef>
              <a:buFontTx/>
              <a:buNone/>
            </a:pPr>
            <a:r>
              <a:rPr lang="en-US" altLang="en-US" sz="1800" b="1">
                <a:solidFill>
                  <a:srgbClr val="000000"/>
                </a:solidFill>
                <a:latin typeface="Courier New" panose="02070309020205020404" pitchFamily="49" charset="0"/>
              </a:rPr>
              <a:t>  2  FROM     emp</a:t>
            </a:r>
          </a:p>
          <a:p>
            <a:pPr>
              <a:spcBef>
                <a:spcPct val="0"/>
              </a:spcBef>
              <a:buFontTx/>
              <a:buNone/>
            </a:pPr>
            <a:r>
              <a:rPr lang="en-US" altLang="en-US" sz="1800" b="1">
                <a:solidFill>
                  <a:srgbClr val="000000"/>
                </a:solidFill>
                <a:latin typeface="Courier New" panose="02070309020205020404" pitchFamily="49" charset="0"/>
              </a:rPr>
              <a:t>  3  GROUP BY deptno;</a:t>
            </a:r>
          </a:p>
        </p:txBody>
      </p:sp>
      <p:sp>
        <p:nvSpPr>
          <p:cNvPr id="13" name="Rectangle 9">
            <a:extLst>
              <a:ext uri="{FF2B5EF4-FFF2-40B4-BE49-F238E27FC236}">
                <a16:creationId xmlns:a16="http://schemas.microsoft.com/office/drawing/2014/main" id="{F635564C-6D23-348B-9937-C0ABB2767B7F}"/>
              </a:ext>
            </a:extLst>
          </p:cNvPr>
          <p:cNvSpPr>
            <a:spLocks noChangeArrowheads="1"/>
          </p:cNvSpPr>
          <p:nvPr/>
        </p:nvSpPr>
        <p:spPr bwMode="blackWhite">
          <a:xfrm>
            <a:off x="903288" y="2610065"/>
            <a:ext cx="7315200" cy="1216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tabLst>
                <a:tab pos="682625" algn="l"/>
                <a:tab pos="1833563" algn="l"/>
              </a:tabLst>
              <a:defRPr sz="2800">
                <a:solidFill>
                  <a:schemeClr val="tx1"/>
                </a:solidFill>
                <a:latin typeface="Arial" panose="020B0604020202020204" pitchFamily="34" charset="0"/>
              </a:defRPr>
            </a:lvl1pPr>
            <a:lvl2pPr marL="742950" indent="-285750">
              <a:spcBef>
                <a:spcPct val="20000"/>
              </a:spcBef>
              <a:buChar char="–"/>
              <a:tabLst>
                <a:tab pos="682625" algn="l"/>
                <a:tab pos="1833563" algn="l"/>
              </a:tabLst>
              <a:defRPr sz="2400">
                <a:solidFill>
                  <a:schemeClr val="tx1"/>
                </a:solidFill>
                <a:latin typeface="Arial" panose="020B0604020202020204" pitchFamily="34" charset="0"/>
              </a:defRPr>
            </a:lvl2pPr>
            <a:lvl3pPr marL="1143000" indent="-228600">
              <a:spcBef>
                <a:spcPct val="20000"/>
              </a:spcBef>
              <a:buChar char="•"/>
              <a:tabLst>
                <a:tab pos="682625" algn="l"/>
                <a:tab pos="1833563" algn="l"/>
              </a:tabLst>
              <a:defRPr sz="2000">
                <a:solidFill>
                  <a:schemeClr val="tx1"/>
                </a:solidFill>
                <a:latin typeface="Arial" panose="020B0604020202020204" pitchFamily="34" charset="0"/>
              </a:defRPr>
            </a:lvl3pPr>
            <a:lvl4pPr marL="1600200" indent="-228600">
              <a:spcBef>
                <a:spcPct val="20000"/>
              </a:spcBef>
              <a:buChar char="–"/>
              <a:tabLst>
                <a:tab pos="682625" algn="l"/>
                <a:tab pos="1833563" algn="l"/>
              </a:tabLst>
              <a:defRPr sz="2000">
                <a:solidFill>
                  <a:schemeClr val="tx1"/>
                </a:solidFill>
                <a:latin typeface="Arial" panose="020B0604020202020204" pitchFamily="34" charset="0"/>
              </a:defRPr>
            </a:lvl4pPr>
            <a:lvl5pPr marL="2057400" indent="-228600">
              <a:spcBef>
                <a:spcPct val="20000"/>
              </a:spcBef>
              <a:buChar char="»"/>
              <a:tabLst>
                <a:tab pos="682625" algn="l"/>
                <a:tab pos="1833563"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latin typeface="Courier New" panose="02070309020205020404" pitchFamily="49" charset="0"/>
              </a:rPr>
              <a:t>MAX(AVG(SAL))</a:t>
            </a:r>
          </a:p>
          <a:p>
            <a:pPr>
              <a:spcBef>
                <a:spcPct val="0"/>
              </a:spcBef>
              <a:buFontTx/>
              <a:buNone/>
            </a:pPr>
            <a:r>
              <a:rPr lang="en-US" altLang="en-US" sz="1800" b="1">
                <a:solidFill>
                  <a:srgbClr val="000000"/>
                </a:solidFill>
                <a:latin typeface="Courier New" panose="02070309020205020404" pitchFamily="49" charset="0"/>
              </a:rPr>
              <a:t>-------------</a:t>
            </a:r>
          </a:p>
          <a:p>
            <a:pPr>
              <a:spcBef>
                <a:spcPct val="0"/>
              </a:spcBef>
              <a:buFontTx/>
              <a:buNone/>
            </a:pPr>
            <a:r>
              <a:rPr lang="en-US" altLang="en-US" sz="1800" b="1">
                <a:solidFill>
                  <a:srgbClr val="000000"/>
                </a:solidFill>
                <a:latin typeface="Courier New" panose="02070309020205020404" pitchFamily="49" charset="0"/>
              </a:rPr>
              <a:t>    2916.6667</a:t>
            </a:r>
          </a:p>
        </p:txBody>
      </p:sp>
    </p:spTree>
    <p:extLst>
      <p:ext uri="{BB962C8B-B14F-4D97-AF65-F5344CB8AC3E}">
        <p14:creationId xmlns:p14="http://schemas.microsoft.com/office/powerpoint/2010/main" val="180336658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up)">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947A97-9905-8E46-F870-1549DC1AFD9C}"/>
            </a:ext>
          </a:extLst>
        </p:cNvPr>
        <p:cNvGrpSpPr/>
        <p:nvPr/>
      </p:nvGrpSpPr>
      <p:grpSpPr>
        <a:xfrm>
          <a:off x="0" y="0"/>
          <a:ext cx="0" cy="0"/>
          <a:chOff x="0" y="0"/>
          <a:chExt cx="0" cy="0"/>
        </a:xfrm>
      </p:grpSpPr>
      <p:sp>
        <p:nvSpPr>
          <p:cNvPr id="38914" name="Rectangle 2">
            <a:extLst>
              <a:ext uri="{FF2B5EF4-FFF2-40B4-BE49-F238E27FC236}">
                <a16:creationId xmlns:a16="http://schemas.microsoft.com/office/drawing/2014/main" id="{C0659A58-DF2A-C249-BB4C-5D72114819F3}"/>
              </a:ext>
            </a:extLst>
          </p:cNvPr>
          <p:cNvSpPr>
            <a:spLocks noGrp="1" noChangeArrowheads="1"/>
          </p:cNvSpPr>
          <p:nvPr>
            <p:ph type="title"/>
          </p:nvPr>
        </p:nvSpPr>
        <p:spPr>
          <a:xfrm>
            <a:off x="323850" y="208384"/>
            <a:ext cx="6480398" cy="533400"/>
          </a:xfrm>
        </p:spPr>
        <p:txBody>
          <a:bodyPr/>
          <a:lstStyle/>
          <a:p>
            <a:pPr eaLnBrk="1" hangingPunct="1"/>
            <a:br>
              <a:rPr lang="en-US" altLang="en-US" sz="2800" b="1" u="sng" dirty="0">
                <a:solidFill>
                  <a:srgbClr val="D34817"/>
                </a:solidFill>
                <a:latin typeface="Cambria" panose="02040503050406030204" pitchFamily="18" charset="0"/>
                <a:ea typeface="Cambria" panose="02040503050406030204" pitchFamily="18" charset="0"/>
              </a:rPr>
            </a:br>
            <a:br>
              <a:rPr lang="en-US" altLang="en-US" sz="2800" b="1" u="sng" dirty="0">
                <a:solidFill>
                  <a:srgbClr val="D34817"/>
                </a:solidFill>
                <a:latin typeface="Cambria" panose="02040503050406030204" pitchFamily="18" charset="0"/>
                <a:ea typeface="Cambria" panose="02040503050406030204" pitchFamily="18" charset="0"/>
              </a:rPr>
            </a:br>
            <a:r>
              <a:rPr lang="en-US" altLang="en-US" sz="2800" b="1" u="sng" dirty="0">
                <a:solidFill>
                  <a:srgbClr val="D34817"/>
                </a:solidFill>
                <a:latin typeface="Cambria" panose="02040503050406030204" pitchFamily="18" charset="0"/>
                <a:ea typeface="Cambria" panose="02040503050406030204" pitchFamily="18" charset="0"/>
              </a:rPr>
              <a:t>Extended GROUP BY Clauses</a:t>
            </a:r>
          </a:p>
        </p:txBody>
      </p:sp>
      <p:sp>
        <p:nvSpPr>
          <p:cNvPr id="38915" name="Rectangle 3">
            <a:extLst>
              <a:ext uri="{FF2B5EF4-FFF2-40B4-BE49-F238E27FC236}">
                <a16:creationId xmlns:a16="http://schemas.microsoft.com/office/drawing/2014/main" id="{888D0634-DBDE-C59B-E570-47266E06EC6A}"/>
              </a:ext>
            </a:extLst>
          </p:cNvPr>
          <p:cNvSpPr>
            <a:spLocks noGrp="1" noChangeArrowheads="1"/>
          </p:cNvSpPr>
          <p:nvPr>
            <p:ph sz="quarter" idx="1"/>
          </p:nvPr>
        </p:nvSpPr>
        <p:spPr>
          <a:xfrm>
            <a:off x="425450" y="741784"/>
            <a:ext cx="8394700" cy="4343400"/>
          </a:xfrm>
        </p:spPr>
        <p:txBody>
          <a:bodyPr/>
          <a:lstStyle/>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28600" indent="-228600" eaLnBrk="1" hangingPunct="1"/>
            <a:endParaRPr lang="en-US" altLang="en-US" sz="2800" dirty="0"/>
          </a:p>
        </p:txBody>
      </p:sp>
      <p:sp>
        <p:nvSpPr>
          <p:cNvPr id="2" name="Slide Number Placeholder 23">
            <a:extLst>
              <a:ext uri="{FF2B5EF4-FFF2-40B4-BE49-F238E27FC236}">
                <a16:creationId xmlns:a16="http://schemas.microsoft.com/office/drawing/2014/main" id="{C7D5FC52-8225-1422-F10B-EF89E1128F01}"/>
              </a:ext>
            </a:extLst>
          </p:cNvPr>
          <p:cNvSpPr>
            <a:spLocks noGrp="1"/>
          </p:cNvSpPr>
          <p:nvPr>
            <p:ph type="sldNum" sz="quarter" idx="12"/>
          </p:nvPr>
        </p:nvSpPr>
        <p:spPr>
          <a:xfrm>
            <a:off x="8532440" y="6166335"/>
            <a:ext cx="427833"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18</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4" name="Rectangle 3">
            <a:extLst>
              <a:ext uri="{FF2B5EF4-FFF2-40B4-BE49-F238E27FC236}">
                <a16:creationId xmlns:a16="http://schemas.microsoft.com/office/drawing/2014/main" id="{F35DBD1D-6B7A-F6AF-4306-0BB12DA922F8}"/>
              </a:ext>
            </a:extLst>
          </p:cNvPr>
          <p:cNvSpPr txBox="1">
            <a:spLocks noChangeArrowheads="1"/>
          </p:cNvSpPr>
          <p:nvPr/>
        </p:nvSpPr>
        <p:spPr bwMode="auto">
          <a:xfrm>
            <a:off x="353764" y="669776"/>
            <a:ext cx="8394700" cy="12470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7688"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6963"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285750" indent="-285750" algn="just">
              <a:buSzPct val="50000"/>
              <a:buFont typeface="Wingdings" panose="05000000000000000000" pitchFamily="2" charset="2"/>
              <a:buChar char="l"/>
            </a:pPr>
            <a:r>
              <a:rPr lang="en-US" altLang="en-US" sz="2400" dirty="0">
                <a:solidFill>
                  <a:srgbClr val="0033CC"/>
                </a:solidFill>
                <a:latin typeface="Cambria" panose="02040503050406030204" pitchFamily="18" charset="0"/>
                <a:ea typeface="Cambria" panose="02040503050406030204" pitchFamily="18" charset="0"/>
                <a:cs typeface="Calibri" panose="020F0502020204030204" pitchFamily="34" charset="0"/>
              </a:rPr>
              <a:t>ROLLUP</a:t>
            </a:r>
            <a:r>
              <a:rPr lang="en-US" altLang="en-US" sz="2400" dirty="0">
                <a:latin typeface="Cambria" panose="02040503050406030204" pitchFamily="18" charset="0"/>
                <a:ea typeface="Cambria" panose="02040503050406030204" pitchFamily="18" charset="0"/>
                <a:cs typeface="Calibri" panose="020F0502020204030204" pitchFamily="34" charset="0"/>
              </a:rPr>
              <a:t> extends the </a:t>
            </a:r>
            <a:r>
              <a:rPr lang="en-US" altLang="en-US" sz="2400" dirty="0">
                <a:solidFill>
                  <a:srgbClr val="0033CC"/>
                </a:solidFill>
                <a:latin typeface="Cambria" panose="02040503050406030204" pitchFamily="18" charset="0"/>
                <a:ea typeface="Cambria" panose="02040503050406030204" pitchFamily="18" charset="0"/>
                <a:cs typeface="Calibri" panose="020F0502020204030204" pitchFamily="34" charset="0"/>
              </a:rPr>
              <a:t>GROUP BY</a:t>
            </a:r>
            <a:r>
              <a:rPr lang="en-US" altLang="en-US" sz="2400" dirty="0">
                <a:latin typeface="Cambria" panose="02040503050406030204" pitchFamily="18" charset="0"/>
                <a:ea typeface="Cambria" panose="02040503050406030204" pitchFamily="18" charset="0"/>
                <a:cs typeface="Calibri" panose="020F0502020204030204" pitchFamily="34" charset="0"/>
              </a:rPr>
              <a:t> clause to return a row containing a subtotal for each group of rows, plus a row containing a grand total for all the groups.</a:t>
            </a:r>
          </a:p>
        </p:txBody>
      </p:sp>
      <p:sp>
        <p:nvSpPr>
          <p:cNvPr id="20" name="Footer Placeholder 2">
            <a:extLst>
              <a:ext uri="{FF2B5EF4-FFF2-40B4-BE49-F238E27FC236}">
                <a16:creationId xmlns:a16="http://schemas.microsoft.com/office/drawing/2014/main" id="{85B04951-A574-C541-FF0A-72874491CBDB}"/>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5" name="Rectangle 2">
            <a:extLst>
              <a:ext uri="{FF2B5EF4-FFF2-40B4-BE49-F238E27FC236}">
                <a16:creationId xmlns:a16="http://schemas.microsoft.com/office/drawing/2014/main" id="{E3EA1A40-7C9E-7992-A8B7-2883A9989E36}"/>
              </a:ext>
            </a:extLst>
          </p:cNvPr>
          <p:cNvSpPr>
            <a:spLocks noChangeArrowheads="1"/>
          </p:cNvSpPr>
          <p:nvPr/>
        </p:nvSpPr>
        <p:spPr bwMode="blackWhite">
          <a:xfrm>
            <a:off x="687387" y="2051770"/>
            <a:ext cx="3740150" cy="927100"/>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682625" algn="l"/>
                <a:tab pos="1833563" algn="l"/>
              </a:tabLst>
              <a:defRPr sz="2800">
                <a:solidFill>
                  <a:schemeClr val="tx1"/>
                </a:solidFill>
                <a:latin typeface="Arial" panose="020B0604020202020204" pitchFamily="34" charset="0"/>
              </a:defRPr>
            </a:lvl1pPr>
            <a:lvl2pPr marL="742950" indent="-285750">
              <a:spcBef>
                <a:spcPct val="20000"/>
              </a:spcBef>
              <a:buChar char="–"/>
              <a:tabLst>
                <a:tab pos="682625" algn="l"/>
                <a:tab pos="1833563" algn="l"/>
              </a:tabLst>
              <a:defRPr sz="2400">
                <a:solidFill>
                  <a:schemeClr val="tx1"/>
                </a:solidFill>
                <a:latin typeface="Arial" panose="020B0604020202020204" pitchFamily="34" charset="0"/>
              </a:defRPr>
            </a:lvl2pPr>
            <a:lvl3pPr marL="1143000" indent="-228600">
              <a:spcBef>
                <a:spcPct val="20000"/>
              </a:spcBef>
              <a:buChar char="•"/>
              <a:tabLst>
                <a:tab pos="682625" algn="l"/>
                <a:tab pos="1833563" algn="l"/>
              </a:tabLst>
              <a:defRPr sz="2000">
                <a:solidFill>
                  <a:schemeClr val="tx1"/>
                </a:solidFill>
                <a:latin typeface="Arial" panose="020B0604020202020204" pitchFamily="34" charset="0"/>
              </a:defRPr>
            </a:lvl3pPr>
            <a:lvl4pPr marL="1600200" indent="-228600">
              <a:spcBef>
                <a:spcPct val="20000"/>
              </a:spcBef>
              <a:buChar char="–"/>
              <a:tabLst>
                <a:tab pos="682625" algn="l"/>
                <a:tab pos="1833563" algn="l"/>
              </a:tabLst>
              <a:defRPr sz="2000">
                <a:solidFill>
                  <a:schemeClr val="tx1"/>
                </a:solidFill>
                <a:latin typeface="Arial" panose="020B0604020202020204" pitchFamily="34" charset="0"/>
              </a:defRPr>
            </a:lvl4pPr>
            <a:lvl5pPr marL="2057400" indent="-228600">
              <a:spcBef>
                <a:spcPct val="20000"/>
              </a:spcBef>
              <a:buChar char="»"/>
              <a:tabLst>
                <a:tab pos="682625" algn="l"/>
                <a:tab pos="1833563"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9pPr>
          </a:lstStyle>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p:txBody>
      </p:sp>
      <p:sp>
        <p:nvSpPr>
          <p:cNvPr id="6" name="Rectangle 8">
            <a:extLst>
              <a:ext uri="{FF2B5EF4-FFF2-40B4-BE49-F238E27FC236}">
                <a16:creationId xmlns:a16="http://schemas.microsoft.com/office/drawing/2014/main" id="{2497C496-545A-29A0-E629-A67C8B57E791}"/>
              </a:ext>
            </a:extLst>
          </p:cNvPr>
          <p:cNvSpPr>
            <a:spLocks noChangeArrowheads="1"/>
          </p:cNvSpPr>
          <p:nvPr/>
        </p:nvSpPr>
        <p:spPr bwMode="blackWhite">
          <a:xfrm>
            <a:off x="712787" y="1916832"/>
            <a:ext cx="3859213" cy="1216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tabLst>
                <a:tab pos="682625" algn="l"/>
                <a:tab pos="1833563" algn="l"/>
              </a:tabLst>
              <a:defRPr sz="2800">
                <a:solidFill>
                  <a:schemeClr val="tx1"/>
                </a:solidFill>
                <a:latin typeface="Arial" panose="020B0604020202020204" pitchFamily="34" charset="0"/>
              </a:defRPr>
            </a:lvl1pPr>
            <a:lvl2pPr marL="742950" indent="-285750">
              <a:spcBef>
                <a:spcPct val="20000"/>
              </a:spcBef>
              <a:buChar char="–"/>
              <a:tabLst>
                <a:tab pos="682625" algn="l"/>
                <a:tab pos="1833563" algn="l"/>
              </a:tabLst>
              <a:defRPr sz="2400">
                <a:solidFill>
                  <a:schemeClr val="tx1"/>
                </a:solidFill>
                <a:latin typeface="Arial" panose="020B0604020202020204" pitchFamily="34" charset="0"/>
              </a:defRPr>
            </a:lvl2pPr>
            <a:lvl3pPr marL="1143000" indent="-228600">
              <a:spcBef>
                <a:spcPct val="20000"/>
              </a:spcBef>
              <a:buChar char="•"/>
              <a:tabLst>
                <a:tab pos="682625" algn="l"/>
                <a:tab pos="1833563" algn="l"/>
              </a:tabLst>
              <a:defRPr sz="2000">
                <a:solidFill>
                  <a:schemeClr val="tx1"/>
                </a:solidFill>
                <a:latin typeface="Arial" panose="020B0604020202020204" pitchFamily="34" charset="0"/>
              </a:defRPr>
            </a:lvl3pPr>
            <a:lvl4pPr marL="1600200" indent="-228600">
              <a:spcBef>
                <a:spcPct val="20000"/>
              </a:spcBef>
              <a:buChar char="–"/>
              <a:tabLst>
                <a:tab pos="682625" algn="l"/>
                <a:tab pos="1833563" algn="l"/>
              </a:tabLst>
              <a:defRPr sz="2000">
                <a:solidFill>
                  <a:schemeClr val="tx1"/>
                </a:solidFill>
                <a:latin typeface="Arial" panose="020B0604020202020204" pitchFamily="34" charset="0"/>
              </a:defRPr>
            </a:lvl4pPr>
            <a:lvl5pPr marL="2057400" indent="-228600">
              <a:spcBef>
                <a:spcPct val="20000"/>
              </a:spcBef>
              <a:buChar char="»"/>
              <a:tabLst>
                <a:tab pos="682625" algn="l"/>
                <a:tab pos="1833563"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9pPr>
          </a:lstStyle>
          <a:p>
            <a:pPr>
              <a:spcBef>
                <a:spcPct val="0"/>
              </a:spcBef>
              <a:buFontTx/>
              <a:buNone/>
            </a:pPr>
            <a:r>
              <a:rPr lang="en-US" altLang="en-US" sz="1800" b="1" dirty="0">
                <a:solidFill>
                  <a:srgbClr val="000000"/>
                </a:solidFill>
                <a:latin typeface="Courier New" panose="02070309020205020404" pitchFamily="49" charset="0"/>
              </a:rPr>
              <a:t> SELECT   </a:t>
            </a:r>
            <a:r>
              <a:rPr lang="en-US" altLang="en-US" sz="1800" b="1" dirty="0" err="1">
                <a:solidFill>
                  <a:srgbClr val="000000"/>
                </a:solidFill>
                <a:latin typeface="Courier New" panose="02070309020205020404" pitchFamily="49" charset="0"/>
              </a:rPr>
              <a:t>deptno</a:t>
            </a:r>
            <a:r>
              <a:rPr lang="en-US" altLang="en-US" sz="1800" b="1" dirty="0">
                <a:solidFill>
                  <a:srgbClr val="000000"/>
                </a:solidFill>
                <a:latin typeface="Courier New" panose="02070309020205020404" pitchFamily="49" charset="0"/>
              </a:rPr>
              <a:t>, SUM(</a:t>
            </a:r>
            <a:r>
              <a:rPr lang="en-US" altLang="en-US" sz="1800" b="1" dirty="0" err="1">
                <a:solidFill>
                  <a:srgbClr val="000000"/>
                </a:solidFill>
                <a:latin typeface="Courier New" panose="02070309020205020404" pitchFamily="49" charset="0"/>
              </a:rPr>
              <a:t>sal</a:t>
            </a:r>
            <a:r>
              <a:rPr lang="en-US" altLang="en-US" sz="1800" b="1" dirty="0">
                <a:solidFill>
                  <a:srgbClr val="000000"/>
                </a:solidFill>
                <a:latin typeface="Courier New" panose="02070309020205020404" pitchFamily="49" charset="0"/>
              </a:rPr>
              <a:t>)</a:t>
            </a:r>
          </a:p>
          <a:p>
            <a:pPr>
              <a:spcBef>
                <a:spcPct val="0"/>
              </a:spcBef>
              <a:buFontTx/>
              <a:buNone/>
            </a:pPr>
            <a:r>
              <a:rPr lang="en-US" altLang="en-US" sz="1800" b="1" dirty="0">
                <a:solidFill>
                  <a:srgbClr val="000000"/>
                </a:solidFill>
                <a:latin typeface="Courier New" panose="02070309020205020404" pitchFamily="49" charset="0"/>
              </a:rPr>
              <a:t> FROM     emp</a:t>
            </a:r>
          </a:p>
          <a:p>
            <a:pPr>
              <a:spcBef>
                <a:spcPct val="0"/>
              </a:spcBef>
              <a:buFontTx/>
              <a:buNone/>
            </a:pPr>
            <a:r>
              <a:rPr lang="en-US" altLang="en-US" sz="1800" b="1" dirty="0">
                <a:solidFill>
                  <a:srgbClr val="000000"/>
                </a:solidFill>
                <a:latin typeface="Courier New" panose="02070309020205020404" pitchFamily="49" charset="0"/>
              </a:rPr>
              <a:t> GROUP BY </a:t>
            </a:r>
            <a:r>
              <a:rPr lang="en-US" altLang="en-US" sz="1800" b="1" dirty="0" err="1">
                <a:solidFill>
                  <a:srgbClr val="000000"/>
                </a:solidFill>
                <a:latin typeface="Courier New" panose="02070309020205020404" pitchFamily="49" charset="0"/>
              </a:rPr>
              <a:t>deptno</a:t>
            </a:r>
            <a:r>
              <a:rPr lang="en-US" altLang="en-US" sz="1800" b="1" dirty="0">
                <a:solidFill>
                  <a:srgbClr val="000000"/>
                </a:solidFill>
                <a:latin typeface="Courier New" panose="02070309020205020404" pitchFamily="49" charset="0"/>
              </a:rPr>
              <a:t>;</a:t>
            </a:r>
          </a:p>
        </p:txBody>
      </p:sp>
      <p:sp>
        <p:nvSpPr>
          <p:cNvPr id="7" name="Rectangle 2">
            <a:extLst>
              <a:ext uri="{FF2B5EF4-FFF2-40B4-BE49-F238E27FC236}">
                <a16:creationId xmlns:a16="http://schemas.microsoft.com/office/drawing/2014/main" id="{B56BD1D5-DAD2-7E5C-4F9E-817097A4BA4F}"/>
              </a:ext>
            </a:extLst>
          </p:cNvPr>
          <p:cNvSpPr>
            <a:spLocks noChangeArrowheads="1"/>
          </p:cNvSpPr>
          <p:nvPr/>
        </p:nvSpPr>
        <p:spPr bwMode="blackWhite">
          <a:xfrm>
            <a:off x="4635500" y="2051770"/>
            <a:ext cx="3740150" cy="927100"/>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682625" algn="l"/>
                <a:tab pos="1833563" algn="l"/>
              </a:tabLst>
              <a:defRPr sz="2800">
                <a:solidFill>
                  <a:schemeClr val="tx1"/>
                </a:solidFill>
                <a:latin typeface="Arial" panose="020B0604020202020204" pitchFamily="34" charset="0"/>
              </a:defRPr>
            </a:lvl1pPr>
            <a:lvl2pPr marL="742950" indent="-285750">
              <a:spcBef>
                <a:spcPct val="20000"/>
              </a:spcBef>
              <a:buChar char="–"/>
              <a:tabLst>
                <a:tab pos="682625" algn="l"/>
                <a:tab pos="1833563" algn="l"/>
              </a:tabLst>
              <a:defRPr sz="2400">
                <a:solidFill>
                  <a:schemeClr val="tx1"/>
                </a:solidFill>
                <a:latin typeface="Arial" panose="020B0604020202020204" pitchFamily="34" charset="0"/>
              </a:defRPr>
            </a:lvl2pPr>
            <a:lvl3pPr marL="1143000" indent="-228600">
              <a:spcBef>
                <a:spcPct val="20000"/>
              </a:spcBef>
              <a:buChar char="•"/>
              <a:tabLst>
                <a:tab pos="682625" algn="l"/>
                <a:tab pos="1833563" algn="l"/>
              </a:tabLst>
              <a:defRPr sz="2000">
                <a:solidFill>
                  <a:schemeClr val="tx1"/>
                </a:solidFill>
                <a:latin typeface="Arial" panose="020B0604020202020204" pitchFamily="34" charset="0"/>
              </a:defRPr>
            </a:lvl3pPr>
            <a:lvl4pPr marL="1600200" indent="-228600">
              <a:spcBef>
                <a:spcPct val="20000"/>
              </a:spcBef>
              <a:buChar char="–"/>
              <a:tabLst>
                <a:tab pos="682625" algn="l"/>
                <a:tab pos="1833563" algn="l"/>
              </a:tabLst>
              <a:defRPr sz="2000">
                <a:solidFill>
                  <a:schemeClr val="tx1"/>
                </a:solidFill>
                <a:latin typeface="Arial" panose="020B0604020202020204" pitchFamily="34" charset="0"/>
              </a:defRPr>
            </a:lvl4pPr>
            <a:lvl5pPr marL="2057400" indent="-228600">
              <a:spcBef>
                <a:spcPct val="20000"/>
              </a:spcBef>
              <a:buChar char="»"/>
              <a:tabLst>
                <a:tab pos="682625" algn="l"/>
                <a:tab pos="1833563"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9pPr>
          </a:lstStyle>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p:txBody>
      </p:sp>
      <p:sp>
        <p:nvSpPr>
          <p:cNvPr id="14" name="Rectangle 8">
            <a:extLst>
              <a:ext uri="{FF2B5EF4-FFF2-40B4-BE49-F238E27FC236}">
                <a16:creationId xmlns:a16="http://schemas.microsoft.com/office/drawing/2014/main" id="{296EB365-4D76-DAA3-074E-C9B5724179D6}"/>
              </a:ext>
            </a:extLst>
          </p:cNvPr>
          <p:cNvSpPr>
            <a:spLocks noChangeArrowheads="1"/>
          </p:cNvSpPr>
          <p:nvPr/>
        </p:nvSpPr>
        <p:spPr bwMode="blackWhite">
          <a:xfrm>
            <a:off x="4660900" y="1916832"/>
            <a:ext cx="3857625" cy="1216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tabLst>
                <a:tab pos="682625" algn="l"/>
                <a:tab pos="1833563" algn="l"/>
              </a:tabLst>
              <a:defRPr sz="2800">
                <a:solidFill>
                  <a:schemeClr val="tx1"/>
                </a:solidFill>
                <a:latin typeface="Arial" panose="020B0604020202020204" pitchFamily="34" charset="0"/>
              </a:defRPr>
            </a:lvl1pPr>
            <a:lvl2pPr marL="742950" indent="-285750">
              <a:spcBef>
                <a:spcPct val="20000"/>
              </a:spcBef>
              <a:buChar char="–"/>
              <a:tabLst>
                <a:tab pos="682625" algn="l"/>
                <a:tab pos="1833563" algn="l"/>
              </a:tabLst>
              <a:defRPr sz="2400">
                <a:solidFill>
                  <a:schemeClr val="tx1"/>
                </a:solidFill>
                <a:latin typeface="Arial" panose="020B0604020202020204" pitchFamily="34" charset="0"/>
              </a:defRPr>
            </a:lvl2pPr>
            <a:lvl3pPr marL="1143000" indent="-228600">
              <a:spcBef>
                <a:spcPct val="20000"/>
              </a:spcBef>
              <a:buChar char="•"/>
              <a:tabLst>
                <a:tab pos="682625" algn="l"/>
                <a:tab pos="1833563" algn="l"/>
              </a:tabLst>
              <a:defRPr sz="2000">
                <a:solidFill>
                  <a:schemeClr val="tx1"/>
                </a:solidFill>
                <a:latin typeface="Arial" panose="020B0604020202020204" pitchFamily="34" charset="0"/>
              </a:defRPr>
            </a:lvl3pPr>
            <a:lvl4pPr marL="1600200" indent="-228600">
              <a:spcBef>
                <a:spcPct val="20000"/>
              </a:spcBef>
              <a:buChar char="–"/>
              <a:tabLst>
                <a:tab pos="682625" algn="l"/>
                <a:tab pos="1833563" algn="l"/>
              </a:tabLst>
              <a:defRPr sz="2000">
                <a:solidFill>
                  <a:schemeClr val="tx1"/>
                </a:solidFill>
                <a:latin typeface="Arial" panose="020B0604020202020204" pitchFamily="34" charset="0"/>
              </a:defRPr>
            </a:lvl4pPr>
            <a:lvl5pPr marL="2057400" indent="-228600">
              <a:spcBef>
                <a:spcPct val="20000"/>
              </a:spcBef>
              <a:buChar char="»"/>
              <a:tabLst>
                <a:tab pos="682625" algn="l"/>
                <a:tab pos="1833563"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latin typeface="Courier New" panose="02070309020205020404" pitchFamily="49" charset="0"/>
              </a:rPr>
              <a:t> SELECT   deptno, SUM(sal)</a:t>
            </a:r>
          </a:p>
          <a:p>
            <a:pPr>
              <a:spcBef>
                <a:spcPct val="0"/>
              </a:spcBef>
              <a:buFontTx/>
              <a:buNone/>
            </a:pPr>
            <a:r>
              <a:rPr lang="en-US" altLang="en-US" sz="1800" b="1">
                <a:solidFill>
                  <a:srgbClr val="000000"/>
                </a:solidFill>
                <a:latin typeface="Courier New" panose="02070309020205020404" pitchFamily="49" charset="0"/>
              </a:rPr>
              <a:t> FROM     emp</a:t>
            </a:r>
          </a:p>
          <a:p>
            <a:pPr>
              <a:spcBef>
                <a:spcPct val="0"/>
              </a:spcBef>
              <a:buFontTx/>
              <a:buNone/>
            </a:pPr>
            <a:r>
              <a:rPr lang="en-US" altLang="en-US" sz="1800" b="1">
                <a:solidFill>
                  <a:srgbClr val="000000"/>
                </a:solidFill>
                <a:latin typeface="Courier New" panose="02070309020205020404" pitchFamily="49" charset="0"/>
              </a:rPr>
              <a:t> GROUP BY ROLLUP(deptno);</a:t>
            </a:r>
          </a:p>
        </p:txBody>
      </p:sp>
      <p:graphicFrame>
        <p:nvGraphicFramePr>
          <p:cNvPr id="15" name="Table 14">
            <a:extLst>
              <a:ext uri="{FF2B5EF4-FFF2-40B4-BE49-F238E27FC236}">
                <a16:creationId xmlns:a16="http://schemas.microsoft.com/office/drawing/2014/main" id="{1D4EDBF3-AC9F-0681-216D-D3F6A5F6ED4C}"/>
              </a:ext>
            </a:extLst>
          </p:cNvPr>
          <p:cNvGraphicFramePr>
            <a:graphicFrameLocks noGrp="1"/>
          </p:cNvGraphicFramePr>
          <p:nvPr>
            <p:extLst>
              <p:ext uri="{D42A27DB-BD31-4B8C-83A1-F6EECF244321}">
                <p14:modId xmlns:p14="http://schemas.microsoft.com/office/powerpoint/2010/main" val="1607517808"/>
              </p:ext>
            </p:extLst>
          </p:nvPr>
        </p:nvGraphicFramePr>
        <p:xfrm>
          <a:off x="4991100" y="3234457"/>
          <a:ext cx="2841626" cy="1798370"/>
        </p:xfrm>
        <a:graphic>
          <a:graphicData uri="http://schemas.openxmlformats.org/drawingml/2006/table">
            <a:tbl>
              <a:tblPr/>
              <a:tblGrid>
                <a:gridCol w="1420813">
                  <a:extLst>
                    <a:ext uri="{9D8B030D-6E8A-4147-A177-3AD203B41FA5}">
                      <a16:colId xmlns:a16="http://schemas.microsoft.com/office/drawing/2014/main" val="20000"/>
                    </a:ext>
                  </a:extLst>
                </a:gridCol>
                <a:gridCol w="1420813">
                  <a:extLst>
                    <a:ext uri="{9D8B030D-6E8A-4147-A177-3AD203B41FA5}">
                      <a16:colId xmlns:a16="http://schemas.microsoft.com/office/drawing/2014/main" val="20001"/>
                    </a:ext>
                  </a:extLst>
                </a:gridCol>
              </a:tblGrid>
              <a:tr h="365830">
                <a:tc>
                  <a:txBody>
                    <a:bodyPr/>
                    <a:lstStyle/>
                    <a:p>
                      <a:pPr algn="ctr" fontAlgn="b"/>
                      <a:r>
                        <a:rPr lang="en-US" sz="2000" b="1">
                          <a:solidFill>
                            <a:srgbClr val="FFFFFF"/>
                          </a:solidFill>
                          <a:effectLst/>
                          <a:latin typeface="Cambria" panose="02040503050406030204" pitchFamily="18" charset="0"/>
                          <a:ea typeface="Cambria" panose="02040503050406030204" pitchFamily="18" charset="0"/>
                        </a:rPr>
                        <a:t>DEPTNO</a:t>
                      </a:r>
                    </a:p>
                  </a:txBody>
                  <a:tcPr marL="68560" marR="68560" marT="45729" marB="45729" anchor="b">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879CBD"/>
                    </a:solidFill>
                  </a:tcPr>
                </a:tc>
                <a:tc>
                  <a:txBody>
                    <a:bodyPr/>
                    <a:lstStyle/>
                    <a:p>
                      <a:pPr algn="ctr" fontAlgn="b"/>
                      <a:r>
                        <a:rPr lang="en-US" sz="2000" b="1">
                          <a:solidFill>
                            <a:srgbClr val="FFFFFF"/>
                          </a:solidFill>
                          <a:effectLst/>
                          <a:latin typeface="Cambria" panose="02040503050406030204" pitchFamily="18" charset="0"/>
                          <a:ea typeface="Cambria" panose="02040503050406030204" pitchFamily="18" charset="0"/>
                        </a:rPr>
                        <a:t>SUM(SAL)</a:t>
                      </a:r>
                    </a:p>
                  </a:txBody>
                  <a:tcPr marL="68560" marR="68560" marT="45729" marB="45729" anchor="b">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879CBD"/>
                    </a:solidFill>
                  </a:tcPr>
                </a:tc>
                <a:extLst>
                  <a:ext uri="{0D108BD9-81ED-4DB2-BD59-A6C34878D82A}">
                    <a16:rowId xmlns:a16="http://schemas.microsoft.com/office/drawing/2014/main" val="10000"/>
                  </a:ext>
                </a:extLst>
              </a:tr>
              <a:tr h="320102">
                <a:tc>
                  <a:txBody>
                    <a:bodyPr/>
                    <a:lstStyle/>
                    <a:p>
                      <a:pPr algn="ctr"/>
                      <a:r>
                        <a:rPr lang="en-US" sz="2000" dirty="0">
                          <a:effectLst/>
                          <a:latin typeface="Cambria" panose="02040503050406030204" pitchFamily="18" charset="0"/>
                          <a:ea typeface="Cambria" panose="02040503050406030204" pitchFamily="18" charset="0"/>
                        </a:rPr>
                        <a:t>10</a:t>
                      </a:r>
                    </a:p>
                  </a:txBody>
                  <a:tcPr marL="68560" marR="68560" marT="22864" marB="22864"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pPr algn="ctr"/>
                      <a:r>
                        <a:rPr lang="en-US" sz="2000">
                          <a:effectLst/>
                          <a:latin typeface="Cambria" panose="02040503050406030204" pitchFamily="18" charset="0"/>
                          <a:ea typeface="Cambria" panose="02040503050406030204" pitchFamily="18" charset="0"/>
                        </a:rPr>
                        <a:t>8750</a:t>
                      </a:r>
                    </a:p>
                  </a:txBody>
                  <a:tcPr marL="68560" marR="68560" marT="22864" marB="22864"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extLst>
                  <a:ext uri="{0D108BD9-81ED-4DB2-BD59-A6C34878D82A}">
                    <a16:rowId xmlns:a16="http://schemas.microsoft.com/office/drawing/2014/main" val="10001"/>
                  </a:ext>
                </a:extLst>
              </a:tr>
              <a:tr h="320102">
                <a:tc>
                  <a:txBody>
                    <a:bodyPr/>
                    <a:lstStyle/>
                    <a:p>
                      <a:pPr algn="ctr"/>
                      <a:r>
                        <a:rPr lang="en-US" sz="2000">
                          <a:effectLst/>
                          <a:latin typeface="Cambria" panose="02040503050406030204" pitchFamily="18" charset="0"/>
                          <a:ea typeface="Cambria" panose="02040503050406030204" pitchFamily="18" charset="0"/>
                        </a:rPr>
                        <a:t>20</a:t>
                      </a:r>
                    </a:p>
                  </a:txBody>
                  <a:tcPr marL="68560" marR="68560" marT="22864" marB="22864"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pPr algn="ctr"/>
                      <a:r>
                        <a:rPr lang="en-US" sz="2000">
                          <a:effectLst/>
                          <a:latin typeface="Cambria" panose="02040503050406030204" pitchFamily="18" charset="0"/>
                          <a:ea typeface="Cambria" panose="02040503050406030204" pitchFamily="18" charset="0"/>
                        </a:rPr>
                        <a:t>10875</a:t>
                      </a:r>
                    </a:p>
                  </a:txBody>
                  <a:tcPr marL="68560" marR="68560" marT="22864" marB="22864"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extLst>
                  <a:ext uri="{0D108BD9-81ED-4DB2-BD59-A6C34878D82A}">
                    <a16:rowId xmlns:a16="http://schemas.microsoft.com/office/drawing/2014/main" val="10002"/>
                  </a:ext>
                </a:extLst>
              </a:tr>
              <a:tr h="320102">
                <a:tc>
                  <a:txBody>
                    <a:bodyPr/>
                    <a:lstStyle/>
                    <a:p>
                      <a:pPr algn="ctr"/>
                      <a:r>
                        <a:rPr lang="en-US" sz="2000">
                          <a:effectLst/>
                          <a:latin typeface="Cambria" panose="02040503050406030204" pitchFamily="18" charset="0"/>
                          <a:ea typeface="Cambria" panose="02040503050406030204" pitchFamily="18" charset="0"/>
                        </a:rPr>
                        <a:t>30</a:t>
                      </a:r>
                    </a:p>
                  </a:txBody>
                  <a:tcPr marL="68560" marR="68560" marT="22864" marB="22864"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pPr algn="ctr"/>
                      <a:r>
                        <a:rPr lang="en-US" sz="2000">
                          <a:effectLst/>
                          <a:latin typeface="Cambria" panose="02040503050406030204" pitchFamily="18" charset="0"/>
                          <a:ea typeface="Cambria" panose="02040503050406030204" pitchFamily="18" charset="0"/>
                        </a:rPr>
                        <a:t>9400</a:t>
                      </a:r>
                    </a:p>
                  </a:txBody>
                  <a:tcPr marL="68560" marR="68560" marT="22864" marB="22864"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extLst>
                  <a:ext uri="{0D108BD9-81ED-4DB2-BD59-A6C34878D82A}">
                    <a16:rowId xmlns:a16="http://schemas.microsoft.com/office/drawing/2014/main" val="10003"/>
                  </a:ext>
                </a:extLst>
              </a:tr>
              <a:tr h="320102">
                <a:tc>
                  <a:txBody>
                    <a:bodyPr/>
                    <a:lstStyle/>
                    <a:p>
                      <a:pPr algn="ctr"/>
                      <a:r>
                        <a:rPr lang="en-US" sz="2000">
                          <a:effectLst/>
                          <a:latin typeface="Cambria" panose="02040503050406030204" pitchFamily="18" charset="0"/>
                          <a:ea typeface="Cambria" panose="02040503050406030204" pitchFamily="18" charset="0"/>
                        </a:rPr>
                        <a:t>-</a:t>
                      </a:r>
                    </a:p>
                  </a:txBody>
                  <a:tcPr marL="68560" marR="68560" marT="22864" marB="22864"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4F4F4"/>
                    </a:solidFill>
                  </a:tcPr>
                </a:tc>
                <a:tc>
                  <a:txBody>
                    <a:bodyPr/>
                    <a:lstStyle/>
                    <a:p>
                      <a:pPr algn="ctr"/>
                      <a:r>
                        <a:rPr lang="en-US" sz="2000" b="1" dirty="0">
                          <a:solidFill>
                            <a:srgbClr val="FF0000"/>
                          </a:solidFill>
                          <a:effectLst/>
                          <a:latin typeface="Cambria" panose="02040503050406030204" pitchFamily="18" charset="0"/>
                          <a:ea typeface="Cambria" panose="02040503050406030204" pitchFamily="18" charset="0"/>
                        </a:rPr>
                        <a:t>29025</a:t>
                      </a:r>
                    </a:p>
                  </a:txBody>
                  <a:tcPr marL="68560" marR="68560" marT="22864" marB="22864"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4F4F4"/>
                    </a:solidFill>
                  </a:tcPr>
                </a:tc>
                <a:extLst>
                  <a:ext uri="{0D108BD9-81ED-4DB2-BD59-A6C34878D82A}">
                    <a16:rowId xmlns:a16="http://schemas.microsoft.com/office/drawing/2014/main" val="10004"/>
                  </a:ext>
                </a:extLst>
              </a:tr>
            </a:tbl>
          </a:graphicData>
        </a:graphic>
      </p:graphicFrame>
      <p:graphicFrame>
        <p:nvGraphicFramePr>
          <p:cNvPr id="16" name="Table 15">
            <a:extLst>
              <a:ext uri="{FF2B5EF4-FFF2-40B4-BE49-F238E27FC236}">
                <a16:creationId xmlns:a16="http://schemas.microsoft.com/office/drawing/2014/main" id="{96937860-B3B0-DF95-0C3B-B4B12A9A5B3A}"/>
              </a:ext>
            </a:extLst>
          </p:cNvPr>
          <p:cNvGraphicFramePr>
            <a:graphicFrameLocks noGrp="1"/>
          </p:cNvGraphicFramePr>
          <p:nvPr>
            <p:extLst>
              <p:ext uri="{D42A27DB-BD31-4B8C-83A1-F6EECF244321}">
                <p14:modId xmlns:p14="http://schemas.microsoft.com/office/powerpoint/2010/main" val="3489230349"/>
              </p:ext>
            </p:extLst>
          </p:nvPr>
        </p:nvGraphicFramePr>
        <p:xfrm>
          <a:off x="1171575" y="3234457"/>
          <a:ext cx="2771776" cy="1447584"/>
        </p:xfrm>
        <a:graphic>
          <a:graphicData uri="http://schemas.openxmlformats.org/drawingml/2006/table">
            <a:tbl>
              <a:tblPr/>
              <a:tblGrid>
                <a:gridCol w="1385888">
                  <a:extLst>
                    <a:ext uri="{9D8B030D-6E8A-4147-A177-3AD203B41FA5}">
                      <a16:colId xmlns:a16="http://schemas.microsoft.com/office/drawing/2014/main" val="20000"/>
                    </a:ext>
                  </a:extLst>
                </a:gridCol>
                <a:gridCol w="1385888">
                  <a:extLst>
                    <a:ext uri="{9D8B030D-6E8A-4147-A177-3AD203B41FA5}">
                      <a16:colId xmlns:a16="http://schemas.microsoft.com/office/drawing/2014/main" val="20001"/>
                    </a:ext>
                  </a:extLst>
                </a:gridCol>
              </a:tblGrid>
              <a:tr h="365651">
                <a:tc>
                  <a:txBody>
                    <a:bodyPr/>
                    <a:lstStyle/>
                    <a:p>
                      <a:pPr algn="ctr" fontAlgn="b"/>
                      <a:r>
                        <a:rPr lang="en-US" sz="2000" b="1" dirty="0">
                          <a:solidFill>
                            <a:srgbClr val="FFFFFF"/>
                          </a:solidFill>
                          <a:effectLst/>
                          <a:latin typeface="Cambria" panose="02040503050406030204" pitchFamily="18" charset="0"/>
                          <a:ea typeface="Cambria" panose="02040503050406030204" pitchFamily="18" charset="0"/>
                        </a:rPr>
                        <a:t>DEPTNO</a:t>
                      </a:r>
                    </a:p>
                  </a:txBody>
                  <a:tcPr marL="68613" marR="68613" marT="45678" marB="45678" anchor="b">
                    <a:lnL>
                      <a:noFill/>
                    </a:lnL>
                    <a:lnR>
                      <a:noFill/>
                    </a:lnR>
                    <a:lnT>
                      <a:noFill/>
                    </a:lnT>
                    <a:lnB w="7620" cap="flat" cmpd="sng" algn="ctr">
                      <a:solidFill>
                        <a:srgbClr val="FFFFFF"/>
                      </a:solidFill>
                      <a:prstDash val="solid"/>
                      <a:round/>
                      <a:headEnd type="none" w="med" len="med"/>
                      <a:tailEnd type="none" w="med" len="med"/>
                    </a:lnB>
                    <a:solidFill>
                      <a:srgbClr val="879CBD"/>
                    </a:solidFill>
                  </a:tcPr>
                </a:tc>
                <a:tc>
                  <a:txBody>
                    <a:bodyPr/>
                    <a:lstStyle/>
                    <a:p>
                      <a:pPr algn="ctr" fontAlgn="b"/>
                      <a:r>
                        <a:rPr lang="en-US" sz="2000" b="1">
                          <a:solidFill>
                            <a:srgbClr val="FFFFFF"/>
                          </a:solidFill>
                          <a:effectLst/>
                          <a:latin typeface="Cambria" panose="02040503050406030204" pitchFamily="18" charset="0"/>
                          <a:ea typeface="Cambria" panose="02040503050406030204" pitchFamily="18" charset="0"/>
                        </a:rPr>
                        <a:t>SUM(SAL)</a:t>
                      </a:r>
                    </a:p>
                  </a:txBody>
                  <a:tcPr marL="68613" marR="68613" marT="45678" marB="45678" anchor="b">
                    <a:lnL>
                      <a:noFill/>
                    </a:lnL>
                    <a:lnR>
                      <a:noFill/>
                    </a:lnR>
                    <a:lnT>
                      <a:noFill/>
                    </a:lnT>
                    <a:lnB w="7620" cap="flat" cmpd="sng" algn="ctr">
                      <a:solidFill>
                        <a:srgbClr val="FFFFFF"/>
                      </a:solidFill>
                      <a:prstDash val="solid"/>
                      <a:round/>
                      <a:headEnd type="none" w="med" len="med"/>
                      <a:tailEnd type="none" w="med" len="med"/>
                    </a:lnB>
                    <a:solidFill>
                      <a:srgbClr val="879CBD"/>
                    </a:solidFill>
                  </a:tcPr>
                </a:tc>
                <a:extLst>
                  <a:ext uri="{0D108BD9-81ED-4DB2-BD59-A6C34878D82A}">
                    <a16:rowId xmlns:a16="http://schemas.microsoft.com/office/drawing/2014/main" val="10000"/>
                  </a:ext>
                </a:extLst>
              </a:tr>
              <a:tr h="319971">
                <a:tc>
                  <a:txBody>
                    <a:bodyPr/>
                    <a:lstStyle/>
                    <a:p>
                      <a:pPr algn="ctr"/>
                      <a:r>
                        <a:rPr lang="en-US" sz="2000">
                          <a:effectLst/>
                          <a:latin typeface="Cambria" panose="02040503050406030204" pitchFamily="18" charset="0"/>
                          <a:ea typeface="Cambria" panose="02040503050406030204" pitchFamily="18" charset="0"/>
                        </a:rPr>
                        <a:t>30</a:t>
                      </a:r>
                    </a:p>
                  </a:txBody>
                  <a:tcPr marL="68613" marR="68613" marT="22838" marB="22838" anchor="ctr">
                    <a:lnL>
                      <a:noFill/>
                    </a:lnL>
                    <a:lnR>
                      <a:noFill/>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pPr algn="ctr"/>
                      <a:r>
                        <a:rPr lang="en-US" sz="2000">
                          <a:effectLst/>
                          <a:latin typeface="Cambria" panose="02040503050406030204" pitchFamily="18" charset="0"/>
                          <a:ea typeface="Cambria" panose="02040503050406030204" pitchFamily="18" charset="0"/>
                        </a:rPr>
                        <a:t>9400</a:t>
                      </a:r>
                    </a:p>
                  </a:txBody>
                  <a:tcPr marL="68613" marR="68613" marT="22838" marB="22838" anchor="ctr">
                    <a:lnL>
                      <a:noFill/>
                    </a:lnL>
                    <a:lnR>
                      <a:noFill/>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extLst>
                  <a:ext uri="{0D108BD9-81ED-4DB2-BD59-A6C34878D82A}">
                    <a16:rowId xmlns:a16="http://schemas.microsoft.com/office/drawing/2014/main" val="10001"/>
                  </a:ext>
                </a:extLst>
              </a:tr>
              <a:tr h="319971">
                <a:tc>
                  <a:txBody>
                    <a:bodyPr/>
                    <a:lstStyle/>
                    <a:p>
                      <a:pPr algn="ctr"/>
                      <a:r>
                        <a:rPr lang="en-US" sz="2000">
                          <a:effectLst/>
                          <a:latin typeface="Cambria" panose="02040503050406030204" pitchFamily="18" charset="0"/>
                          <a:ea typeface="Cambria" panose="02040503050406030204" pitchFamily="18" charset="0"/>
                        </a:rPr>
                        <a:t>20</a:t>
                      </a:r>
                    </a:p>
                  </a:txBody>
                  <a:tcPr marL="68613" marR="68613" marT="22838" marB="22838" anchor="ctr">
                    <a:lnL>
                      <a:noFill/>
                    </a:lnL>
                    <a:lnR>
                      <a:noFill/>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pPr algn="ctr"/>
                      <a:r>
                        <a:rPr lang="en-US" sz="2000">
                          <a:effectLst/>
                          <a:latin typeface="Cambria" panose="02040503050406030204" pitchFamily="18" charset="0"/>
                          <a:ea typeface="Cambria" panose="02040503050406030204" pitchFamily="18" charset="0"/>
                        </a:rPr>
                        <a:t>10875</a:t>
                      </a:r>
                    </a:p>
                  </a:txBody>
                  <a:tcPr marL="68613" marR="68613" marT="22838" marB="22838" anchor="ctr">
                    <a:lnL>
                      <a:noFill/>
                    </a:lnL>
                    <a:lnR>
                      <a:noFill/>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extLst>
                  <a:ext uri="{0D108BD9-81ED-4DB2-BD59-A6C34878D82A}">
                    <a16:rowId xmlns:a16="http://schemas.microsoft.com/office/drawing/2014/main" val="10002"/>
                  </a:ext>
                </a:extLst>
              </a:tr>
              <a:tr h="319971">
                <a:tc>
                  <a:txBody>
                    <a:bodyPr/>
                    <a:lstStyle/>
                    <a:p>
                      <a:pPr algn="ctr"/>
                      <a:r>
                        <a:rPr lang="en-US" sz="2000">
                          <a:effectLst/>
                          <a:latin typeface="Cambria" panose="02040503050406030204" pitchFamily="18" charset="0"/>
                          <a:ea typeface="Cambria" panose="02040503050406030204" pitchFamily="18" charset="0"/>
                        </a:rPr>
                        <a:t>10</a:t>
                      </a:r>
                    </a:p>
                  </a:txBody>
                  <a:tcPr marL="68613" marR="68613" marT="22838" marB="22838" anchor="ctr">
                    <a:lnL>
                      <a:noFill/>
                    </a:lnL>
                    <a:lnR>
                      <a:noFill/>
                    </a:lnR>
                    <a:lnT w="7620" cap="flat" cmpd="sng" algn="ctr">
                      <a:solidFill>
                        <a:srgbClr val="FFFFFF"/>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4F4F4"/>
                    </a:solidFill>
                  </a:tcPr>
                </a:tc>
                <a:tc>
                  <a:txBody>
                    <a:bodyPr/>
                    <a:lstStyle/>
                    <a:p>
                      <a:pPr algn="ctr"/>
                      <a:r>
                        <a:rPr lang="en-US" sz="2000" dirty="0">
                          <a:effectLst/>
                          <a:latin typeface="Cambria" panose="02040503050406030204" pitchFamily="18" charset="0"/>
                          <a:ea typeface="Cambria" panose="02040503050406030204" pitchFamily="18" charset="0"/>
                        </a:rPr>
                        <a:t>8750</a:t>
                      </a:r>
                    </a:p>
                  </a:txBody>
                  <a:tcPr marL="68613" marR="68613" marT="22838" marB="22838" anchor="ctr">
                    <a:lnL>
                      <a:noFill/>
                    </a:lnL>
                    <a:lnR>
                      <a:noFill/>
                    </a:lnR>
                    <a:lnT w="7620" cap="flat" cmpd="sng" algn="ctr">
                      <a:solidFill>
                        <a:srgbClr val="FFFFFF"/>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4F4F4"/>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780958186"/>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C311E2-E5D5-117E-8878-00F5D246F96C}"/>
            </a:ext>
          </a:extLst>
        </p:cNvPr>
        <p:cNvGrpSpPr/>
        <p:nvPr/>
      </p:nvGrpSpPr>
      <p:grpSpPr>
        <a:xfrm>
          <a:off x="0" y="0"/>
          <a:ext cx="0" cy="0"/>
          <a:chOff x="0" y="0"/>
          <a:chExt cx="0" cy="0"/>
        </a:xfrm>
      </p:grpSpPr>
      <p:sp>
        <p:nvSpPr>
          <p:cNvPr id="38914" name="Rectangle 2">
            <a:extLst>
              <a:ext uri="{FF2B5EF4-FFF2-40B4-BE49-F238E27FC236}">
                <a16:creationId xmlns:a16="http://schemas.microsoft.com/office/drawing/2014/main" id="{2DD79B7B-643A-6655-A862-9009B7106813}"/>
              </a:ext>
            </a:extLst>
          </p:cNvPr>
          <p:cNvSpPr>
            <a:spLocks noGrp="1" noChangeArrowheads="1"/>
          </p:cNvSpPr>
          <p:nvPr>
            <p:ph type="title"/>
          </p:nvPr>
        </p:nvSpPr>
        <p:spPr>
          <a:xfrm>
            <a:off x="323850" y="208384"/>
            <a:ext cx="6480398" cy="533400"/>
          </a:xfrm>
        </p:spPr>
        <p:txBody>
          <a:bodyPr/>
          <a:lstStyle/>
          <a:p>
            <a:pPr eaLnBrk="1" hangingPunct="1"/>
            <a:br>
              <a:rPr lang="en-US" altLang="en-US" sz="2800" b="1" u="sng" dirty="0">
                <a:solidFill>
                  <a:srgbClr val="D34817"/>
                </a:solidFill>
                <a:latin typeface="Cambria" panose="02040503050406030204" pitchFamily="18" charset="0"/>
                <a:ea typeface="Cambria" panose="02040503050406030204" pitchFamily="18" charset="0"/>
              </a:rPr>
            </a:br>
            <a:br>
              <a:rPr lang="en-US" altLang="en-US" sz="2800" b="1" u="sng" dirty="0">
                <a:solidFill>
                  <a:srgbClr val="D34817"/>
                </a:solidFill>
                <a:latin typeface="Cambria" panose="02040503050406030204" pitchFamily="18" charset="0"/>
                <a:ea typeface="Cambria" panose="02040503050406030204" pitchFamily="18" charset="0"/>
              </a:rPr>
            </a:br>
            <a:r>
              <a:rPr lang="en-US" altLang="en-US" sz="2800" b="1" u="sng" dirty="0">
                <a:solidFill>
                  <a:srgbClr val="D34817"/>
                </a:solidFill>
                <a:latin typeface="Cambria" panose="02040503050406030204" pitchFamily="18" charset="0"/>
                <a:ea typeface="Cambria" panose="02040503050406030204" pitchFamily="18" charset="0"/>
              </a:rPr>
              <a:t>Extended GROUP BY Clauses</a:t>
            </a:r>
          </a:p>
        </p:txBody>
      </p:sp>
      <p:sp>
        <p:nvSpPr>
          <p:cNvPr id="38915" name="Rectangle 3">
            <a:extLst>
              <a:ext uri="{FF2B5EF4-FFF2-40B4-BE49-F238E27FC236}">
                <a16:creationId xmlns:a16="http://schemas.microsoft.com/office/drawing/2014/main" id="{831948BC-99CB-847F-B7D8-A2CC2ABDDB67}"/>
              </a:ext>
            </a:extLst>
          </p:cNvPr>
          <p:cNvSpPr>
            <a:spLocks noGrp="1" noChangeArrowheads="1"/>
          </p:cNvSpPr>
          <p:nvPr>
            <p:ph sz="quarter" idx="1"/>
          </p:nvPr>
        </p:nvSpPr>
        <p:spPr>
          <a:xfrm>
            <a:off x="425450" y="741784"/>
            <a:ext cx="8394700" cy="4343400"/>
          </a:xfrm>
        </p:spPr>
        <p:txBody>
          <a:bodyPr/>
          <a:lstStyle/>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28600" indent="-228600" eaLnBrk="1" hangingPunct="1"/>
            <a:endParaRPr lang="en-US" altLang="en-US" sz="2800" dirty="0"/>
          </a:p>
        </p:txBody>
      </p:sp>
      <p:sp>
        <p:nvSpPr>
          <p:cNvPr id="2" name="Slide Number Placeholder 23">
            <a:extLst>
              <a:ext uri="{FF2B5EF4-FFF2-40B4-BE49-F238E27FC236}">
                <a16:creationId xmlns:a16="http://schemas.microsoft.com/office/drawing/2014/main" id="{3DF69A24-76A1-1D88-AF4C-4ABF4B8BDAD9}"/>
              </a:ext>
            </a:extLst>
          </p:cNvPr>
          <p:cNvSpPr>
            <a:spLocks noGrp="1"/>
          </p:cNvSpPr>
          <p:nvPr>
            <p:ph type="sldNum" sz="quarter" idx="12"/>
          </p:nvPr>
        </p:nvSpPr>
        <p:spPr>
          <a:xfrm>
            <a:off x="8532440" y="6166335"/>
            <a:ext cx="427833"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19</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4" name="Rectangle 3">
            <a:extLst>
              <a:ext uri="{FF2B5EF4-FFF2-40B4-BE49-F238E27FC236}">
                <a16:creationId xmlns:a16="http://schemas.microsoft.com/office/drawing/2014/main" id="{A274D2A0-8DBF-7A96-1F07-237F190021DF}"/>
              </a:ext>
            </a:extLst>
          </p:cNvPr>
          <p:cNvSpPr txBox="1">
            <a:spLocks noChangeArrowheads="1"/>
          </p:cNvSpPr>
          <p:nvPr/>
        </p:nvSpPr>
        <p:spPr bwMode="auto">
          <a:xfrm>
            <a:off x="353764" y="669776"/>
            <a:ext cx="8394700" cy="12470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7688"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6963"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285750" indent="-285750" algn="just">
              <a:buSzPct val="50000"/>
              <a:buFont typeface="Wingdings" panose="05000000000000000000" pitchFamily="2" charset="2"/>
              <a:buChar char="l"/>
            </a:pPr>
            <a:r>
              <a:rPr lang="en-US" altLang="en-US" sz="2400" dirty="0">
                <a:latin typeface="Cambria" panose="02040503050406030204" pitchFamily="18" charset="0"/>
                <a:ea typeface="Cambria" panose="02040503050406030204" pitchFamily="18" charset="0"/>
                <a:cs typeface="Calibri" panose="020F0502020204030204" pitchFamily="34" charset="0"/>
              </a:rPr>
              <a:t>Multiple columns can be passed to ROLLUP.</a:t>
            </a:r>
          </a:p>
          <a:p>
            <a:pPr marL="285750" indent="-285750" algn="just">
              <a:buSzPct val="50000"/>
              <a:buFont typeface="Wingdings" panose="05000000000000000000" pitchFamily="2" charset="2"/>
              <a:buChar char="l"/>
            </a:pPr>
            <a:r>
              <a:rPr lang="en-US" altLang="en-US" sz="2400" dirty="0">
                <a:latin typeface="Cambria" panose="02040503050406030204" pitchFamily="18" charset="0"/>
                <a:ea typeface="Cambria" panose="02040503050406030204" pitchFamily="18" charset="0"/>
                <a:cs typeface="Calibri" panose="020F0502020204030204" pitchFamily="34" charset="0"/>
              </a:rPr>
              <a:t>The order of ROWS is significant. </a:t>
            </a:r>
          </a:p>
        </p:txBody>
      </p:sp>
      <p:sp>
        <p:nvSpPr>
          <p:cNvPr id="3" name="Rectangle 2">
            <a:extLst>
              <a:ext uri="{FF2B5EF4-FFF2-40B4-BE49-F238E27FC236}">
                <a16:creationId xmlns:a16="http://schemas.microsoft.com/office/drawing/2014/main" id="{992982F8-0243-0172-C5C4-C2DD8C9A4CFE}"/>
              </a:ext>
            </a:extLst>
          </p:cNvPr>
          <p:cNvSpPr>
            <a:spLocks noChangeArrowheads="1"/>
          </p:cNvSpPr>
          <p:nvPr/>
        </p:nvSpPr>
        <p:spPr bwMode="blackWhite">
          <a:xfrm>
            <a:off x="270321" y="1590258"/>
            <a:ext cx="4271962" cy="927100"/>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682625" algn="l"/>
                <a:tab pos="1833563" algn="l"/>
              </a:tabLst>
              <a:defRPr sz="2800">
                <a:solidFill>
                  <a:schemeClr val="tx1"/>
                </a:solidFill>
                <a:latin typeface="Arial" panose="020B0604020202020204" pitchFamily="34" charset="0"/>
              </a:defRPr>
            </a:lvl1pPr>
            <a:lvl2pPr marL="742950" indent="-285750">
              <a:spcBef>
                <a:spcPct val="20000"/>
              </a:spcBef>
              <a:buChar char="–"/>
              <a:tabLst>
                <a:tab pos="682625" algn="l"/>
                <a:tab pos="1833563" algn="l"/>
              </a:tabLst>
              <a:defRPr sz="2400">
                <a:solidFill>
                  <a:schemeClr val="tx1"/>
                </a:solidFill>
                <a:latin typeface="Arial" panose="020B0604020202020204" pitchFamily="34" charset="0"/>
              </a:defRPr>
            </a:lvl2pPr>
            <a:lvl3pPr marL="1143000" indent="-228600">
              <a:spcBef>
                <a:spcPct val="20000"/>
              </a:spcBef>
              <a:buChar char="•"/>
              <a:tabLst>
                <a:tab pos="682625" algn="l"/>
                <a:tab pos="1833563" algn="l"/>
              </a:tabLst>
              <a:defRPr sz="2000">
                <a:solidFill>
                  <a:schemeClr val="tx1"/>
                </a:solidFill>
                <a:latin typeface="Arial" panose="020B0604020202020204" pitchFamily="34" charset="0"/>
              </a:defRPr>
            </a:lvl3pPr>
            <a:lvl4pPr marL="1600200" indent="-228600">
              <a:spcBef>
                <a:spcPct val="20000"/>
              </a:spcBef>
              <a:buChar char="–"/>
              <a:tabLst>
                <a:tab pos="682625" algn="l"/>
                <a:tab pos="1833563" algn="l"/>
              </a:tabLst>
              <a:defRPr sz="2000">
                <a:solidFill>
                  <a:schemeClr val="tx1"/>
                </a:solidFill>
                <a:latin typeface="Arial" panose="020B0604020202020204" pitchFamily="34" charset="0"/>
              </a:defRPr>
            </a:lvl4pPr>
            <a:lvl5pPr marL="2057400" indent="-228600">
              <a:spcBef>
                <a:spcPct val="20000"/>
              </a:spcBef>
              <a:buChar char="»"/>
              <a:tabLst>
                <a:tab pos="682625" algn="l"/>
                <a:tab pos="1833563"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9pPr>
          </a:lstStyle>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p:txBody>
      </p:sp>
      <p:sp>
        <p:nvSpPr>
          <p:cNvPr id="8" name="Rectangle 8">
            <a:extLst>
              <a:ext uri="{FF2B5EF4-FFF2-40B4-BE49-F238E27FC236}">
                <a16:creationId xmlns:a16="http://schemas.microsoft.com/office/drawing/2014/main" id="{E94ACB7A-CDA3-0E97-B622-66396D65A44F}"/>
              </a:ext>
            </a:extLst>
          </p:cNvPr>
          <p:cNvSpPr>
            <a:spLocks noChangeArrowheads="1"/>
          </p:cNvSpPr>
          <p:nvPr/>
        </p:nvSpPr>
        <p:spPr bwMode="blackWhite">
          <a:xfrm>
            <a:off x="284608" y="1455320"/>
            <a:ext cx="4408488" cy="1216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tabLst>
                <a:tab pos="682625" algn="l"/>
                <a:tab pos="1833563" algn="l"/>
              </a:tabLst>
              <a:defRPr sz="2800">
                <a:solidFill>
                  <a:schemeClr val="tx1"/>
                </a:solidFill>
                <a:latin typeface="Arial" panose="020B0604020202020204" pitchFamily="34" charset="0"/>
              </a:defRPr>
            </a:lvl1pPr>
            <a:lvl2pPr marL="742950" indent="-285750">
              <a:spcBef>
                <a:spcPct val="20000"/>
              </a:spcBef>
              <a:buChar char="–"/>
              <a:tabLst>
                <a:tab pos="682625" algn="l"/>
                <a:tab pos="1833563" algn="l"/>
              </a:tabLst>
              <a:defRPr sz="2400">
                <a:solidFill>
                  <a:schemeClr val="tx1"/>
                </a:solidFill>
                <a:latin typeface="Arial" panose="020B0604020202020204" pitchFamily="34" charset="0"/>
              </a:defRPr>
            </a:lvl2pPr>
            <a:lvl3pPr marL="1143000" indent="-228600">
              <a:spcBef>
                <a:spcPct val="20000"/>
              </a:spcBef>
              <a:buChar char="•"/>
              <a:tabLst>
                <a:tab pos="682625" algn="l"/>
                <a:tab pos="1833563" algn="l"/>
              </a:tabLst>
              <a:defRPr sz="2000">
                <a:solidFill>
                  <a:schemeClr val="tx1"/>
                </a:solidFill>
                <a:latin typeface="Arial" panose="020B0604020202020204" pitchFamily="34" charset="0"/>
              </a:defRPr>
            </a:lvl3pPr>
            <a:lvl4pPr marL="1600200" indent="-228600">
              <a:spcBef>
                <a:spcPct val="20000"/>
              </a:spcBef>
              <a:buChar char="–"/>
              <a:tabLst>
                <a:tab pos="682625" algn="l"/>
                <a:tab pos="1833563" algn="l"/>
              </a:tabLst>
              <a:defRPr sz="2000">
                <a:solidFill>
                  <a:schemeClr val="tx1"/>
                </a:solidFill>
                <a:latin typeface="Arial" panose="020B0604020202020204" pitchFamily="34" charset="0"/>
              </a:defRPr>
            </a:lvl4pPr>
            <a:lvl5pPr marL="2057400" indent="-228600">
              <a:spcBef>
                <a:spcPct val="20000"/>
              </a:spcBef>
              <a:buChar char="»"/>
              <a:tabLst>
                <a:tab pos="682625" algn="l"/>
                <a:tab pos="1833563"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latin typeface="Courier New" panose="02070309020205020404" pitchFamily="49" charset="0"/>
              </a:rPr>
              <a:t> SELECT   deptno,job,SUM(sal)</a:t>
            </a:r>
          </a:p>
          <a:p>
            <a:pPr>
              <a:spcBef>
                <a:spcPct val="0"/>
              </a:spcBef>
              <a:buFontTx/>
              <a:buNone/>
            </a:pPr>
            <a:r>
              <a:rPr lang="en-US" altLang="en-US" sz="1800" b="1">
                <a:solidFill>
                  <a:srgbClr val="000000"/>
                </a:solidFill>
                <a:latin typeface="Courier New" panose="02070309020205020404" pitchFamily="49" charset="0"/>
              </a:rPr>
              <a:t> FROM     emp</a:t>
            </a:r>
          </a:p>
          <a:p>
            <a:pPr>
              <a:spcBef>
                <a:spcPct val="0"/>
              </a:spcBef>
              <a:buFontTx/>
              <a:buNone/>
            </a:pPr>
            <a:r>
              <a:rPr lang="en-US" altLang="en-US" sz="1800" b="1">
                <a:solidFill>
                  <a:srgbClr val="000000"/>
                </a:solidFill>
                <a:latin typeface="Courier New" panose="02070309020205020404" pitchFamily="49" charset="0"/>
              </a:rPr>
              <a:t> GROUP BY ROLLUP(deptno,job)</a:t>
            </a:r>
          </a:p>
        </p:txBody>
      </p:sp>
      <p:sp>
        <p:nvSpPr>
          <p:cNvPr id="9" name="Rectangle 2">
            <a:extLst>
              <a:ext uri="{FF2B5EF4-FFF2-40B4-BE49-F238E27FC236}">
                <a16:creationId xmlns:a16="http://schemas.microsoft.com/office/drawing/2014/main" id="{382B9691-7692-4559-A44F-E18AF421AB5D}"/>
              </a:ext>
            </a:extLst>
          </p:cNvPr>
          <p:cNvSpPr>
            <a:spLocks noChangeArrowheads="1"/>
          </p:cNvSpPr>
          <p:nvPr/>
        </p:nvSpPr>
        <p:spPr bwMode="blackWhite">
          <a:xfrm>
            <a:off x="4693096" y="1572795"/>
            <a:ext cx="4198937" cy="927100"/>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682625" algn="l"/>
                <a:tab pos="1833563" algn="l"/>
              </a:tabLst>
              <a:defRPr sz="2800">
                <a:solidFill>
                  <a:schemeClr val="tx1"/>
                </a:solidFill>
                <a:latin typeface="Arial" panose="020B0604020202020204" pitchFamily="34" charset="0"/>
              </a:defRPr>
            </a:lvl1pPr>
            <a:lvl2pPr marL="742950" indent="-285750">
              <a:spcBef>
                <a:spcPct val="20000"/>
              </a:spcBef>
              <a:buChar char="–"/>
              <a:tabLst>
                <a:tab pos="682625" algn="l"/>
                <a:tab pos="1833563" algn="l"/>
              </a:tabLst>
              <a:defRPr sz="2400">
                <a:solidFill>
                  <a:schemeClr val="tx1"/>
                </a:solidFill>
                <a:latin typeface="Arial" panose="020B0604020202020204" pitchFamily="34" charset="0"/>
              </a:defRPr>
            </a:lvl2pPr>
            <a:lvl3pPr marL="1143000" indent="-228600">
              <a:spcBef>
                <a:spcPct val="20000"/>
              </a:spcBef>
              <a:buChar char="•"/>
              <a:tabLst>
                <a:tab pos="682625" algn="l"/>
                <a:tab pos="1833563" algn="l"/>
              </a:tabLst>
              <a:defRPr sz="2000">
                <a:solidFill>
                  <a:schemeClr val="tx1"/>
                </a:solidFill>
                <a:latin typeface="Arial" panose="020B0604020202020204" pitchFamily="34" charset="0"/>
              </a:defRPr>
            </a:lvl3pPr>
            <a:lvl4pPr marL="1600200" indent="-228600">
              <a:spcBef>
                <a:spcPct val="20000"/>
              </a:spcBef>
              <a:buChar char="–"/>
              <a:tabLst>
                <a:tab pos="682625" algn="l"/>
                <a:tab pos="1833563" algn="l"/>
              </a:tabLst>
              <a:defRPr sz="2000">
                <a:solidFill>
                  <a:schemeClr val="tx1"/>
                </a:solidFill>
                <a:latin typeface="Arial" panose="020B0604020202020204" pitchFamily="34" charset="0"/>
              </a:defRPr>
            </a:lvl4pPr>
            <a:lvl5pPr marL="2057400" indent="-228600">
              <a:spcBef>
                <a:spcPct val="20000"/>
              </a:spcBef>
              <a:buChar char="»"/>
              <a:tabLst>
                <a:tab pos="682625" algn="l"/>
                <a:tab pos="1833563"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9pPr>
          </a:lstStyle>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p:txBody>
      </p:sp>
      <p:sp>
        <p:nvSpPr>
          <p:cNvPr id="10" name="Rectangle 8">
            <a:extLst>
              <a:ext uri="{FF2B5EF4-FFF2-40B4-BE49-F238E27FC236}">
                <a16:creationId xmlns:a16="http://schemas.microsoft.com/office/drawing/2014/main" id="{2F9F90F5-43B3-CC18-569C-34A01A21DF91}"/>
              </a:ext>
            </a:extLst>
          </p:cNvPr>
          <p:cNvSpPr>
            <a:spLocks noChangeArrowheads="1"/>
          </p:cNvSpPr>
          <p:nvPr/>
        </p:nvSpPr>
        <p:spPr bwMode="blackWhite">
          <a:xfrm>
            <a:off x="4702621" y="1437858"/>
            <a:ext cx="4333875" cy="1216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tabLst>
                <a:tab pos="682625" algn="l"/>
                <a:tab pos="1833563" algn="l"/>
              </a:tabLst>
              <a:defRPr sz="2800">
                <a:solidFill>
                  <a:schemeClr val="tx1"/>
                </a:solidFill>
                <a:latin typeface="Arial" panose="020B0604020202020204" pitchFamily="34" charset="0"/>
              </a:defRPr>
            </a:lvl1pPr>
            <a:lvl2pPr marL="742950" indent="-285750">
              <a:spcBef>
                <a:spcPct val="20000"/>
              </a:spcBef>
              <a:buChar char="–"/>
              <a:tabLst>
                <a:tab pos="682625" algn="l"/>
                <a:tab pos="1833563" algn="l"/>
              </a:tabLst>
              <a:defRPr sz="2400">
                <a:solidFill>
                  <a:schemeClr val="tx1"/>
                </a:solidFill>
                <a:latin typeface="Arial" panose="020B0604020202020204" pitchFamily="34" charset="0"/>
              </a:defRPr>
            </a:lvl2pPr>
            <a:lvl3pPr marL="1143000" indent="-228600">
              <a:spcBef>
                <a:spcPct val="20000"/>
              </a:spcBef>
              <a:buChar char="•"/>
              <a:tabLst>
                <a:tab pos="682625" algn="l"/>
                <a:tab pos="1833563" algn="l"/>
              </a:tabLst>
              <a:defRPr sz="2000">
                <a:solidFill>
                  <a:schemeClr val="tx1"/>
                </a:solidFill>
                <a:latin typeface="Arial" panose="020B0604020202020204" pitchFamily="34" charset="0"/>
              </a:defRPr>
            </a:lvl3pPr>
            <a:lvl4pPr marL="1600200" indent="-228600">
              <a:spcBef>
                <a:spcPct val="20000"/>
              </a:spcBef>
              <a:buChar char="–"/>
              <a:tabLst>
                <a:tab pos="682625" algn="l"/>
                <a:tab pos="1833563" algn="l"/>
              </a:tabLst>
              <a:defRPr sz="2000">
                <a:solidFill>
                  <a:schemeClr val="tx1"/>
                </a:solidFill>
                <a:latin typeface="Arial" panose="020B0604020202020204" pitchFamily="34" charset="0"/>
              </a:defRPr>
            </a:lvl4pPr>
            <a:lvl5pPr marL="2057400" indent="-228600">
              <a:spcBef>
                <a:spcPct val="20000"/>
              </a:spcBef>
              <a:buChar char="»"/>
              <a:tabLst>
                <a:tab pos="682625" algn="l"/>
                <a:tab pos="1833563"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latin typeface="Courier New" panose="02070309020205020404" pitchFamily="49" charset="0"/>
              </a:rPr>
              <a:t> SELECT deptno,job,SUM(sal)</a:t>
            </a:r>
          </a:p>
          <a:p>
            <a:pPr>
              <a:spcBef>
                <a:spcPct val="0"/>
              </a:spcBef>
              <a:buFontTx/>
              <a:buNone/>
            </a:pPr>
            <a:r>
              <a:rPr lang="en-US" altLang="en-US" sz="1800" b="1">
                <a:solidFill>
                  <a:srgbClr val="000000"/>
                </a:solidFill>
                <a:latin typeface="Courier New" panose="02070309020205020404" pitchFamily="49" charset="0"/>
              </a:rPr>
              <a:t> FROM     emp</a:t>
            </a:r>
          </a:p>
          <a:p>
            <a:pPr>
              <a:spcBef>
                <a:spcPct val="0"/>
              </a:spcBef>
              <a:buFontTx/>
              <a:buNone/>
            </a:pPr>
            <a:r>
              <a:rPr lang="en-US" altLang="en-US" sz="1800" b="1">
                <a:solidFill>
                  <a:srgbClr val="000000"/>
                </a:solidFill>
                <a:latin typeface="Courier New" panose="02070309020205020404" pitchFamily="49" charset="0"/>
              </a:rPr>
              <a:t> GROUP BY ROLLUP(job,deptno);</a:t>
            </a:r>
          </a:p>
        </p:txBody>
      </p:sp>
      <p:graphicFrame>
        <p:nvGraphicFramePr>
          <p:cNvPr id="11" name="Table 10">
            <a:extLst>
              <a:ext uri="{FF2B5EF4-FFF2-40B4-BE49-F238E27FC236}">
                <a16:creationId xmlns:a16="http://schemas.microsoft.com/office/drawing/2014/main" id="{069A896B-8DE8-556F-67C9-F0191C1D9527}"/>
              </a:ext>
            </a:extLst>
          </p:cNvPr>
          <p:cNvGraphicFramePr>
            <a:graphicFrameLocks noGrp="1"/>
          </p:cNvGraphicFramePr>
          <p:nvPr>
            <p:extLst>
              <p:ext uri="{D42A27DB-BD31-4B8C-83A1-F6EECF244321}">
                <p14:modId xmlns:p14="http://schemas.microsoft.com/office/powerpoint/2010/main" val="307578273"/>
              </p:ext>
            </p:extLst>
          </p:nvPr>
        </p:nvGraphicFramePr>
        <p:xfrm>
          <a:off x="533846" y="2631658"/>
          <a:ext cx="3910012" cy="4099382"/>
        </p:xfrm>
        <a:graphic>
          <a:graphicData uri="http://schemas.openxmlformats.org/drawingml/2006/table">
            <a:tbl>
              <a:tblPr/>
              <a:tblGrid>
                <a:gridCol w="1114019">
                  <a:extLst>
                    <a:ext uri="{9D8B030D-6E8A-4147-A177-3AD203B41FA5}">
                      <a16:colId xmlns:a16="http://schemas.microsoft.com/office/drawing/2014/main" val="20000"/>
                    </a:ext>
                  </a:extLst>
                </a:gridCol>
                <a:gridCol w="1511819">
                  <a:extLst>
                    <a:ext uri="{9D8B030D-6E8A-4147-A177-3AD203B41FA5}">
                      <a16:colId xmlns:a16="http://schemas.microsoft.com/office/drawing/2014/main" val="20001"/>
                    </a:ext>
                  </a:extLst>
                </a:gridCol>
                <a:gridCol w="1284174">
                  <a:extLst>
                    <a:ext uri="{9D8B030D-6E8A-4147-A177-3AD203B41FA5}">
                      <a16:colId xmlns:a16="http://schemas.microsoft.com/office/drawing/2014/main" val="20002"/>
                    </a:ext>
                  </a:extLst>
                </a:gridCol>
              </a:tblGrid>
              <a:tr h="286712">
                <a:tc>
                  <a:txBody>
                    <a:bodyPr/>
                    <a:lstStyle/>
                    <a:p>
                      <a:pPr fontAlgn="b"/>
                      <a:r>
                        <a:rPr lang="en-US" sz="1600" b="1">
                          <a:solidFill>
                            <a:srgbClr val="FFFFFF"/>
                          </a:solidFill>
                          <a:effectLst/>
                        </a:rPr>
                        <a:t>DEPTNO</a:t>
                      </a:r>
                    </a:p>
                  </a:txBody>
                  <a:tcPr marL="68564" marR="68564" marT="45709" marB="45709" anchor="b">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879CBD"/>
                    </a:solidFill>
                  </a:tcPr>
                </a:tc>
                <a:tc>
                  <a:txBody>
                    <a:bodyPr/>
                    <a:lstStyle/>
                    <a:p>
                      <a:pPr fontAlgn="b"/>
                      <a:r>
                        <a:rPr lang="en-US" sz="1600" b="1">
                          <a:solidFill>
                            <a:srgbClr val="FFFFFF"/>
                          </a:solidFill>
                          <a:effectLst/>
                        </a:rPr>
                        <a:t>JOB</a:t>
                      </a:r>
                    </a:p>
                  </a:txBody>
                  <a:tcPr marL="68564" marR="68564" marT="45709" marB="45709" anchor="b">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879CBD"/>
                    </a:solidFill>
                  </a:tcPr>
                </a:tc>
                <a:tc>
                  <a:txBody>
                    <a:bodyPr/>
                    <a:lstStyle/>
                    <a:p>
                      <a:pPr fontAlgn="b"/>
                      <a:r>
                        <a:rPr lang="en-US" sz="1600" b="1" dirty="0">
                          <a:solidFill>
                            <a:srgbClr val="FFFFFF"/>
                          </a:solidFill>
                          <a:effectLst/>
                        </a:rPr>
                        <a:t>SUM(SAL)</a:t>
                      </a:r>
                    </a:p>
                  </a:txBody>
                  <a:tcPr marL="68564" marR="68564" marT="45709" marB="45709" anchor="b">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879CBD"/>
                    </a:solidFill>
                  </a:tcPr>
                </a:tc>
                <a:extLst>
                  <a:ext uri="{0D108BD9-81ED-4DB2-BD59-A6C34878D82A}">
                    <a16:rowId xmlns:a16="http://schemas.microsoft.com/office/drawing/2014/main" val="10000"/>
                  </a:ext>
                </a:extLst>
              </a:tr>
              <a:tr h="250873">
                <a:tc>
                  <a:txBody>
                    <a:bodyPr/>
                    <a:lstStyle/>
                    <a:p>
                      <a:r>
                        <a:rPr lang="en-US" sz="1600">
                          <a:effectLst/>
                        </a:rPr>
                        <a:t>10</a:t>
                      </a:r>
                    </a:p>
                  </a:txBody>
                  <a:tcPr marL="68564" marR="68564" marT="22854" marB="22854"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600">
                          <a:effectLst/>
                        </a:rPr>
                        <a:t>CLERK</a:t>
                      </a:r>
                    </a:p>
                  </a:txBody>
                  <a:tcPr marL="68564" marR="68564" marT="22854" marB="22854"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600">
                          <a:effectLst/>
                        </a:rPr>
                        <a:t>1300</a:t>
                      </a:r>
                    </a:p>
                  </a:txBody>
                  <a:tcPr marL="68564" marR="68564" marT="22854" marB="22854"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extLst>
                  <a:ext uri="{0D108BD9-81ED-4DB2-BD59-A6C34878D82A}">
                    <a16:rowId xmlns:a16="http://schemas.microsoft.com/office/drawing/2014/main" val="10001"/>
                  </a:ext>
                </a:extLst>
              </a:tr>
              <a:tr h="250873">
                <a:tc>
                  <a:txBody>
                    <a:bodyPr/>
                    <a:lstStyle/>
                    <a:p>
                      <a:r>
                        <a:rPr lang="en-US" sz="1600">
                          <a:effectLst/>
                        </a:rPr>
                        <a:t>10</a:t>
                      </a:r>
                    </a:p>
                  </a:txBody>
                  <a:tcPr marL="68564" marR="68564" marT="22854" marB="22854"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600">
                          <a:effectLst/>
                        </a:rPr>
                        <a:t>MANAGER</a:t>
                      </a:r>
                    </a:p>
                  </a:txBody>
                  <a:tcPr marL="68564" marR="68564" marT="22854" marB="22854"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600">
                          <a:effectLst/>
                        </a:rPr>
                        <a:t>2450</a:t>
                      </a:r>
                    </a:p>
                  </a:txBody>
                  <a:tcPr marL="68564" marR="68564" marT="22854" marB="22854"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extLst>
                  <a:ext uri="{0D108BD9-81ED-4DB2-BD59-A6C34878D82A}">
                    <a16:rowId xmlns:a16="http://schemas.microsoft.com/office/drawing/2014/main" val="10002"/>
                  </a:ext>
                </a:extLst>
              </a:tr>
              <a:tr h="250873">
                <a:tc>
                  <a:txBody>
                    <a:bodyPr/>
                    <a:lstStyle/>
                    <a:p>
                      <a:r>
                        <a:rPr lang="en-US" sz="1600">
                          <a:effectLst/>
                        </a:rPr>
                        <a:t>10</a:t>
                      </a:r>
                    </a:p>
                  </a:txBody>
                  <a:tcPr marL="68564" marR="68564" marT="22854" marB="22854"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600">
                          <a:effectLst/>
                        </a:rPr>
                        <a:t>PRESIDENT</a:t>
                      </a:r>
                    </a:p>
                  </a:txBody>
                  <a:tcPr marL="68564" marR="68564" marT="22854" marB="22854"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600">
                          <a:effectLst/>
                        </a:rPr>
                        <a:t>5000</a:t>
                      </a:r>
                    </a:p>
                  </a:txBody>
                  <a:tcPr marL="68564" marR="68564" marT="22854" marB="22854"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extLst>
                  <a:ext uri="{0D108BD9-81ED-4DB2-BD59-A6C34878D82A}">
                    <a16:rowId xmlns:a16="http://schemas.microsoft.com/office/drawing/2014/main" val="10003"/>
                  </a:ext>
                </a:extLst>
              </a:tr>
              <a:tr h="250873">
                <a:tc>
                  <a:txBody>
                    <a:bodyPr/>
                    <a:lstStyle/>
                    <a:p>
                      <a:r>
                        <a:rPr lang="en-US" sz="1600">
                          <a:effectLst/>
                        </a:rPr>
                        <a:t>10</a:t>
                      </a:r>
                    </a:p>
                  </a:txBody>
                  <a:tcPr marL="68564" marR="68564" marT="22854" marB="22854"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600">
                          <a:effectLst/>
                        </a:rPr>
                        <a:t>-</a:t>
                      </a:r>
                    </a:p>
                  </a:txBody>
                  <a:tcPr marL="68564" marR="68564" marT="22854" marB="22854"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600" dirty="0">
                          <a:effectLst/>
                        </a:rPr>
                        <a:t>8750</a:t>
                      </a:r>
                    </a:p>
                  </a:txBody>
                  <a:tcPr marL="68564" marR="68564" marT="22854" marB="22854"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extLst>
                  <a:ext uri="{0D108BD9-81ED-4DB2-BD59-A6C34878D82A}">
                    <a16:rowId xmlns:a16="http://schemas.microsoft.com/office/drawing/2014/main" val="10004"/>
                  </a:ext>
                </a:extLst>
              </a:tr>
              <a:tr h="250873">
                <a:tc>
                  <a:txBody>
                    <a:bodyPr/>
                    <a:lstStyle/>
                    <a:p>
                      <a:r>
                        <a:rPr lang="en-US" sz="1600">
                          <a:effectLst/>
                        </a:rPr>
                        <a:t>20</a:t>
                      </a:r>
                    </a:p>
                  </a:txBody>
                  <a:tcPr marL="68564" marR="68564" marT="22854" marB="22854"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600">
                          <a:effectLst/>
                        </a:rPr>
                        <a:t>CLERK</a:t>
                      </a:r>
                    </a:p>
                  </a:txBody>
                  <a:tcPr marL="68564" marR="68564" marT="22854" marB="22854"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600">
                          <a:effectLst/>
                        </a:rPr>
                        <a:t>1900</a:t>
                      </a:r>
                    </a:p>
                  </a:txBody>
                  <a:tcPr marL="68564" marR="68564" marT="22854" marB="22854"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extLst>
                  <a:ext uri="{0D108BD9-81ED-4DB2-BD59-A6C34878D82A}">
                    <a16:rowId xmlns:a16="http://schemas.microsoft.com/office/drawing/2014/main" val="10005"/>
                  </a:ext>
                </a:extLst>
              </a:tr>
              <a:tr h="250873">
                <a:tc>
                  <a:txBody>
                    <a:bodyPr/>
                    <a:lstStyle/>
                    <a:p>
                      <a:r>
                        <a:rPr lang="en-US" sz="1600">
                          <a:effectLst/>
                        </a:rPr>
                        <a:t>20</a:t>
                      </a:r>
                    </a:p>
                  </a:txBody>
                  <a:tcPr marL="68564" marR="68564" marT="22854" marB="22854"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600">
                          <a:effectLst/>
                        </a:rPr>
                        <a:t>ANALYST</a:t>
                      </a:r>
                    </a:p>
                  </a:txBody>
                  <a:tcPr marL="68564" marR="68564" marT="22854" marB="22854"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600">
                          <a:effectLst/>
                        </a:rPr>
                        <a:t>6000</a:t>
                      </a:r>
                    </a:p>
                  </a:txBody>
                  <a:tcPr marL="68564" marR="68564" marT="22854" marB="22854"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extLst>
                  <a:ext uri="{0D108BD9-81ED-4DB2-BD59-A6C34878D82A}">
                    <a16:rowId xmlns:a16="http://schemas.microsoft.com/office/drawing/2014/main" val="10006"/>
                  </a:ext>
                </a:extLst>
              </a:tr>
              <a:tr h="250873">
                <a:tc>
                  <a:txBody>
                    <a:bodyPr/>
                    <a:lstStyle/>
                    <a:p>
                      <a:r>
                        <a:rPr lang="en-US" sz="1600">
                          <a:effectLst/>
                        </a:rPr>
                        <a:t>20</a:t>
                      </a:r>
                    </a:p>
                  </a:txBody>
                  <a:tcPr marL="68564" marR="68564" marT="22854" marB="22854"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600">
                          <a:effectLst/>
                        </a:rPr>
                        <a:t>MANAGER</a:t>
                      </a:r>
                    </a:p>
                  </a:txBody>
                  <a:tcPr marL="68564" marR="68564" marT="22854" marB="22854"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600">
                          <a:effectLst/>
                        </a:rPr>
                        <a:t>2975</a:t>
                      </a:r>
                    </a:p>
                  </a:txBody>
                  <a:tcPr marL="68564" marR="68564" marT="22854" marB="22854"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extLst>
                  <a:ext uri="{0D108BD9-81ED-4DB2-BD59-A6C34878D82A}">
                    <a16:rowId xmlns:a16="http://schemas.microsoft.com/office/drawing/2014/main" val="10007"/>
                  </a:ext>
                </a:extLst>
              </a:tr>
              <a:tr h="250873">
                <a:tc>
                  <a:txBody>
                    <a:bodyPr/>
                    <a:lstStyle/>
                    <a:p>
                      <a:r>
                        <a:rPr lang="en-US" sz="1600">
                          <a:effectLst/>
                        </a:rPr>
                        <a:t>20</a:t>
                      </a:r>
                    </a:p>
                  </a:txBody>
                  <a:tcPr marL="68564" marR="68564" marT="22854" marB="22854"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600">
                          <a:effectLst/>
                        </a:rPr>
                        <a:t>-</a:t>
                      </a:r>
                    </a:p>
                  </a:txBody>
                  <a:tcPr marL="68564" marR="68564" marT="22854" marB="22854"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600">
                          <a:effectLst/>
                        </a:rPr>
                        <a:t>10875</a:t>
                      </a:r>
                    </a:p>
                  </a:txBody>
                  <a:tcPr marL="68564" marR="68564" marT="22854" marB="22854"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extLst>
                  <a:ext uri="{0D108BD9-81ED-4DB2-BD59-A6C34878D82A}">
                    <a16:rowId xmlns:a16="http://schemas.microsoft.com/office/drawing/2014/main" val="10008"/>
                  </a:ext>
                </a:extLst>
              </a:tr>
              <a:tr h="250873">
                <a:tc>
                  <a:txBody>
                    <a:bodyPr/>
                    <a:lstStyle/>
                    <a:p>
                      <a:r>
                        <a:rPr lang="en-US" sz="1600">
                          <a:effectLst/>
                        </a:rPr>
                        <a:t>30</a:t>
                      </a:r>
                    </a:p>
                  </a:txBody>
                  <a:tcPr marL="68564" marR="68564" marT="22854" marB="22854"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600">
                          <a:effectLst/>
                        </a:rPr>
                        <a:t>CLERK</a:t>
                      </a:r>
                    </a:p>
                  </a:txBody>
                  <a:tcPr marL="68564" marR="68564" marT="22854" marB="22854"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600">
                          <a:effectLst/>
                        </a:rPr>
                        <a:t>950</a:t>
                      </a:r>
                    </a:p>
                  </a:txBody>
                  <a:tcPr marL="68564" marR="68564" marT="22854" marB="22854"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extLst>
                  <a:ext uri="{0D108BD9-81ED-4DB2-BD59-A6C34878D82A}">
                    <a16:rowId xmlns:a16="http://schemas.microsoft.com/office/drawing/2014/main" val="10009"/>
                  </a:ext>
                </a:extLst>
              </a:tr>
              <a:tr h="250873">
                <a:tc>
                  <a:txBody>
                    <a:bodyPr/>
                    <a:lstStyle/>
                    <a:p>
                      <a:r>
                        <a:rPr lang="en-US" sz="1600">
                          <a:effectLst/>
                        </a:rPr>
                        <a:t>30</a:t>
                      </a:r>
                    </a:p>
                  </a:txBody>
                  <a:tcPr marL="68564" marR="68564" marT="22854" marB="22854"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600">
                          <a:effectLst/>
                        </a:rPr>
                        <a:t>MANAGER</a:t>
                      </a:r>
                    </a:p>
                  </a:txBody>
                  <a:tcPr marL="68564" marR="68564" marT="22854" marB="22854"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600">
                          <a:effectLst/>
                        </a:rPr>
                        <a:t>2850</a:t>
                      </a:r>
                    </a:p>
                  </a:txBody>
                  <a:tcPr marL="68564" marR="68564" marT="22854" marB="22854"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extLst>
                  <a:ext uri="{0D108BD9-81ED-4DB2-BD59-A6C34878D82A}">
                    <a16:rowId xmlns:a16="http://schemas.microsoft.com/office/drawing/2014/main" val="10010"/>
                  </a:ext>
                </a:extLst>
              </a:tr>
              <a:tr h="250873">
                <a:tc>
                  <a:txBody>
                    <a:bodyPr/>
                    <a:lstStyle/>
                    <a:p>
                      <a:r>
                        <a:rPr lang="en-US" sz="1600">
                          <a:effectLst/>
                        </a:rPr>
                        <a:t>30</a:t>
                      </a:r>
                    </a:p>
                  </a:txBody>
                  <a:tcPr marL="68564" marR="68564" marT="22854" marB="22854"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600">
                          <a:effectLst/>
                        </a:rPr>
                        <a:t>SALESMAN</a:t>
                      </a:r>
                    </a:p>
                  </a:txBody>
                  <a:tcPr marL="68564" marR="68564" marT="22854" marB="22854"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600">
                          <a:effectLst/>
                        </a:rPr>
                        <a:t>5600</a:t>
                      </a:r>
                    </a:p>
                  </a:txBody>
                  <a:tcPr marL="68564" marR="68564" marT="22854" marB="22854"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extLst>
                  <a:ext uri="{0D108BD9-81ED-4DB2-BD59-A6C34878D82A}">
                    <a16:rowId xmlns:a16="http://schemas.microsoft.com/office/drawing/2014/main" val="10011"/>
                  </a:ext>
                </a:extLst>
              </a:tr>
              <a:tr h="250873">
                <a:tc>
                  <a:txBody>
                    <a:bodyPr/>
                    <a:lstStyle/>
                    <a:p>
                      <a:r>
                        <a:rPr lang="en-US" sz="1600">
                          <a:effectLst/>
                        </a:rPr>
                        <a:t>30</a:t>
                      </a:r>
                    </a:p>
                  </a:txBody>
                  <a:tcPr marL="68564" marR="68564" marT="22854" marB="22854"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600">
                          <a:effectLst/>
                        </a:rPr>
                        <a:t>-</a:t>
                      </a:r>
                    </a:p>
                  </a:txBody>
                  <a:tcPr marL="68564" marR="68564" marT="22854" marB="22854"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600">
                          <a:effectLst/>
                        </a:rPr>
                        <a:t>9400</a:t>
                      </a:r>
                    </a:p>
                  </a:txBody>
                  <a:tcPr marL="68564" marR="68564" marT="22854" marB="22854"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extLst>
                  <a:ext uri="{0D108BD9-81ED-4DB2-BD59-A6C34878D82A}">
                    <a16:rowId xmlns:a16="http://schemas.microsoft.com/office/drawing/2014/main" val="10012"/>
                  </a:ext>
                </a:extLst>
              </a:tr>
              <a:tr h="250873">
                <a:tc>
                  <a:txBody>
                    <a:bodyPr/>
                    <a:lstStyle/>
                    <a:p>
                      <a:r>
                        <a:rPr lang="en-US" sz="1600">
                          <a:effectLst/>
                        </a:rPr>
                        <a:t>-</a:t>
                      </a:r>
                    </a:p>
                  </a:txBody>
                  <a:tcPr marL="68564" marR="68564" marT="22854" marB="22854"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4F4F4"/>
                    </a:solidFill>
                  </a:tcPr>
                </a:tc>
                <a:tc>
                  <a:txBody>
                    <a:bodyPr/>
                    <a:lstStyle/>
                    <a:p>
                      <a:r>
                        <a:rPr lang="en-US" sz="1600">
                          <a:effectLst/>
                        </a:rPr>
                        <a:t>-</a:t>
                      </a:r>
                    </a:p>
                  </a:txBody>
                  <a:tcPr marL="68564" marR="68564" marT="22854" marB="22854"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4F4F4"/>
                    </a:solidFill>
                  </a:tcPr>
                </a:tc>
                <a:tc>
                  <a:txBody>
                    <a:bodyPr/>
                    <a:lstStyle/>
                    <a:p>
                      <a:r>
                        <a:rPr lang="en-US" sz="1600" dirty="0">
                          <a:effectLst/>
                        </a:rPr>
                        <a:t>29025</a:t>
                      </a:r>
                    </a:p>
                  </a:txBody>
                  <a:tcPr marL="68564" marR="68564" marT="22854" marB="22854"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4F4F4"/>
                    </a:solidFill>
                  </a:tcPr>
                </a:tc>
                <a:extLst>
                  <a:ext uri="{0D108BD9-81ED-4DB2-BD59-A6C34878D82A}">
                    <a16:rowId xmlns:a16="http://schemas.microsoft.com/office/drawing/2014/main" val="10013"/>
                  </a:ext>
                </a:extLst>
              </a:tr>
            </a:tbl>
          </a:graphicData>
        </a:graphic>
      </p:graphicFrame>
      <p:graphicFrame>
        <p:nvGraphicFramePr>
          <p:cNvPr id="12" name="Table 11">
            <a:extLst>
              <a:ext uri="{FF2B5EF4-FFF2-40B4-BE49-F238E27FC236}">
                <a16:creationId xmlns:a16="http://schemas.microsoft.com/office/drawing/2014/main" id="{E48BFC55-099D-AF88-E7A3-5CA3EC42F361}"/>
              </a:ext>
            </a:extLst>
          </p:cNvPr>
          <p:cNvGraphicFramePr>
            <a:graphicFrameLocks noGrp="1"/>
          </p:cNvGraphicFramePr>
          <p:nvPr>
            <p:extLst>
              <p:ext uri="{D42A27DB-BD31-4B8C-83A1-F6EECF244321}">
                <p14:modId xmlns:p14="http://schemas.microsoft.com/office/powerpoint/2010/main" val="2056392428"/>
              </p:ext>
            </p:extLst>
          </p:nvPr>
        </p:nvGraphicFramePr>
        <p:xfrm>
          <a:off x="5148064" y="2603083"/>
          <a:ext cx="3131194" cy="3778245"/>
        </p:xfrm>
        <a:graphic>
          <a:graphicData uri="http://schemas.openxmlformats.org/drawingml/2006/table">
            <a:tbl>
              <a:tblPr/>
              <a:tblGrid>
                <a:gridCol w="936104">
                  <a:extLst>
                    <a:ext uri="{9D8B030D-6E8A-4147-A177-3AD203B41FA5}">
                      <a16:colId xmlns:a16="http://schemas.microsoft.com/office/drawing/2014/main" val="20000"/>
                    </a:ext>
                  </a:extLst>
                </a:gridCol>
                <a:gridCol w="1080120">
                  <a:extLst>
                    <a:ext uri="{9D8B030D-6E8A-4147-A177-3AD203B41FA5}">
                      <a16:colId xmlns:a16="http://schemas.microsoft.com/office/drawing/2014/main" val="20001"/>
                    </a:ext>
                  </a:extLst>
                </a:gridCol>
                <a:gridCol w="1114970">
                  <a:extLst>
                    <a:ext uri="{9D8B030D-6E8A-4147-A177-3AD203B41FA5}">
                      <a16:colId xmlns:a16="http://schemas.microsoft.com/office/drawing/2014/main" val="20002"/>
                    </a:ext>
                  </a:extLst>
                </a:gridCol>
              </a:tblGrid>
              <a:tr h="328545">
                <a:tc>
                  <a:txBody>
                    <a:bodyPr/>
                    <a:lstStyle/>
                    <a:p>
                      <a:pPr fontAlgn="b"/>
                      <a:r>
                        <a:rPr lang="en-US" sz="1600" b="1">
                          <a:solidFill>
                            <a:srgbClr val="FFFFFF"/>
                          </a:solidFill>
                          <a:effectLst/>
                        </a:rPr>
                        <a:t>DEPTNO</a:t>
                      </a:r>
                    </a:p>
                  </a:txBody>
                  <a:tcPr marL="61623" marR="61623" marT="41068" marB="41068" anchor="b">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879CBD"/>
                    </a:solidFill>
                  </a:tcPr>
                </a:tc>
                <a:tc>
                  <a:txBody>
                    <a:bodyPr/>
                    <a:lstStyle/>
                    <a:p>
                      <a:pPr fontAlgn="b"/>
                      <a:r>
                        <a:rPr lang="en-US" sz="1600" b="1" dirty="0">
                          <a:solidFill>
                            <a:srgbClr val="FFFFFF"/>
                          </a:solidFill>
                          <a:effectLst/>
                        </a:rPr>
                        <a:t>JOB</a:t>
                      </a:r>
                    </a:p>
                  </a:txBody>
                  <a:tcPr marL="61623" marR="61623" marT="41068" marB="41068" anchor="b">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879CBD"/>
                    </a:solidFill>
                  </a:tcPr>
                </a:tc>
                <a:tc>
                  <a:txBody>
                    <a:bodyPr/>
                    <a:lstStyle/>
                    <a:p>
                      <a:pPr fontAlgn="b"/>
                      <a:r>
                        <a:rPr lang="en-US" sz="1600" b="1">
                          <a:solidFill>
                            <a:srgbClr val="FFFFFF"/>
                          </a:solidFill>
                          <a:effectLst/>
                        </a:rPr>
                        <a:t>SUM(SAL)</a:t>
                      </a:r>
                    </a:p>
                  </a:txBody>
                  <a:tcPr marL="61623" marR="61623" marT="41068" marB="41068" anchor="b">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879CBD"/>
                    </a:solidFill>
                  </a:tcPr>
                </a:tc>
                <a:extLst>
                  <a:ext uri="{0D108BD9-81ED-4DB2-BD59-A6C34878D82A}">
                    <a16:rowId xmlns:a16="http://schemas.microsoft.com/office/drawing/2014/main" val="10000"/>
                  </a:ext>
                </a:extLst>
              </a:tr>
              <a:tr h="287475">
                <a:tc>
                  <a:txBody>
                    <a:bodyPr/>
                    <a:lstStyle/>
                    <a:p>
                      <a:r>
                        <a:rPr lang="en-US" sz="1600">
                          <a:effectLst/>
                        </a:rPr>
                        <a:t>10</a:t>
                      </a:r>
                    </a:p>
                  </a:txBody>
                  <a:tcPr marL="61623" marR="61623" marT="20534" marB="20534"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600">
                          <a:effectLst/>
                        </a:rPr>
                        <a:t>CLERK</a:t>
                      </a:r>
                    </a:p>
                  </a:txBody>
                  <a:tcPr marL="61623" marR="61623" marT="20534" marB="20534"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600">
                          <a:effectLst/>
                        </a:rPr>
                        <a:t>1300</a:t>
                      </a:r>
                    </a:p>
                  </a:txBody>
                  <a:tcPr marL="61623" marR="61623" marT="20534" marB="20534"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extLst>
                  <a:ext uri="{0D108BD9-81ED-4DB2-BD59-A6C34878D82A}">
                    <a16:rowId xmlns:a16="http://schemas.microsoft.com/office/drawing/2014/main" val="10001"/>
                  </a:ext>
                </a:extLst>
              </a:tr>
              <a:tr h="287475">
                <a:tc>
                  <a:txBody>
                    <a:bodyPr/>
                    <a:lstStyle/>
                    <a:p>
                      <a:r>
                        <a:rPr lang="en-US" sz="1600">
                          <a:effectLst/>
                        </a:rPr>
                        <a:t>20</a:t>
                      </a:r>
                    </a:p>
                  </a:txBody>
                  <a:tcPr marL="61623" marR="61623" marT="20534" marB="20534"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600">
                          <a:effectLst/>
                        </a:rPr>
                        <a:t>CLERK</a:t>
                      </a:r>
                    </a:p>
                  </a:txBody>
                  <a:tcPr marL="61623" marR="61623" marT="20534" marB="20534"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600">
                          <a:effectLst/>
                        </a:rPr>
                        <a:t>1900</a:t>
                      </a:r>
                    </a:p>
                  </a:txBody>
                  <a:tcPr marL="61623" marR="61623" marT="20534" marB="20534"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extLst>
                  <a:ext uri="{0D108BD9-81ED-4DB2-BD59-A6C34878D82A}">
                    <a16:rowId xmlns:a16="http://schemas.microsoft.com/office/drawing/2014/main" val="10002"/>
                  </a:ext>
                </a:extLst>
              </a:tr>
              <a:tr h="287475">
                <a:tc>
                  <a:txBody>
                    <a:bodyPr/>
                    <a:lstStyle/>
                    <a:p>
                      <a:r>
                        <a:rPr lang="en-US" sz="1600" dirty="0">
                          <a:effectLst/>
                        </a:rPr>
                        <a:t>30</a:t>
                      </a:r>
                    </a:p>
                  </a:txBody>
                  <a:tcPr marL="61623" marR="61623" marT="20534" marB="20534"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600">
                          <a:effectLst/>
                        </a:rPr>
                        <a:t>CLERK</a:t>
                      </a:r>
                    </a:p>
                  </a:txBody>
                  <a:tcPr marL="61623" marR="61623" marT="20534" marB="20534"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600">
                          <a:effectLst/>
                        </a:rPr>
                        <a:t>950</a:t>
                      </a:r>
                    </a:p>
                  </a:txBody>
                  <a:tcPr marL="61623" marR="61623" marT="20534" marB="20534"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extLst>
                  <a:ext uri="{0D108BD9-81ED-4DB2-BD59-A6C34878D82A}">
                    <a16:rowId xmlns:a16="http://schemas.microsoft.com/office/drawing/2014/main" val="10003"/>
                  </a:ext>
                </a:extLst>
              </a:tr>
              <a:tr h="287475">
                <a:tc>
                  <a:txBody>
                    <a:bodyPr/>
                    <a:lstStyle/>
                    <a:p>
                      <a:r>
                        <a:rPr lang="en-US" sz="1600">
                          <a:effectLst/>
                        </a:rPr>
                        <a:t>-</a:t>
                      </a:r>
                    </a:p>
                  </a:txBody>
                  <a:tcPr marL="61623" marR="61623" marT="20534" marB="20534"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600">
                          <a:effectLst/>
                        </a:rPr>
                        <a:t>CLERK</a:t>
                      </a:r>
                    </a:p>
                  </a:txBody>
                  <a:tcPr marL="61623" marR="61623" marT="20534" marB="20534"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600">
                          <a:effectLst/>
                        </a:rPr>
                        <a:t>4150</a:t>
                      </a:r>
                    </a:p>
                  </a:txBody>
                  <a:tcPr marL="61623" marR="61623" marT="20534" marB="20534"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extLst>
                  <a:ext uri="{0D108BD9-81ED-4DB2-BD59-A6C34878D82A}">
                    <a16:rowId xmlns:a16="http://schemas.microsoft.com/office/drawing/2014/main" val="10004"/>
                  </a:ext>
                </a:extLst>
              </a:tr>
              <a:tr h="287475">
                <a:tc>
                  <a:txBody>
                    <a:bodyPr/>
                    <a:lstStyle/>
                    <a:p>
                      <a:r>
                        <a:rPr lang="en-US" sz="1600">
                          <a:effectLst/>
                        </a:rPr>
                        <a:t>20</a:t>
                      </a:r>
                    </a:p>
                  </a:txBody>
                  <a:tcPr marL="61623" marR="61623" marT="20534" marB="20534"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600">
                          <a:effectLst/>
                        </a:rPr>
                        <a:t>ANALYST</a:t>
                      </a:r>
                    </a:p>
                  </a:txBody>
                  <a:tcPr marL="61623" marR="61623" marT="20534" marB="20534"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600">
                          <a:effectLst/>
                        </a:rPr>
                        <a:t>6000</a:t>
                      </a:r>
                    </a:p>
                  </a:txBody>
                  <a:tcPr marL="61623" marR="61623" marT="20534" marB="20534"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extLst>
                  <a:ext uri="{0D108BD9-81ED-4DB2-BD59-A6C34878D82A}">
                    <a16:rowId xmlns:a16="http://schemas.microsoft.com/office/drawing/2014/main" val="10005"/>
                  </a:ext>
                </a:extLst>
              </a:tr>
              <a:tr h="287475">
                <a:tc>
                  <a:txBody>
                    <a:bodyPr/>
                    <a:lstStyle/>
                    <a:p>
                      <a:r>
                        <a:rPr lang="en-US" sz="1600">
                          <a:effectLst/>
                        </a:rPr>
                        <a:t>-</a:t>
                      </a:r>
                    </a:p>
                  </a:txBody>
                  <a:tcPr marL="61623" marR="61623" marT="20534" marB="20534"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600">
                          <a:effectLst/>
                        </a:rPr>
                        <a:t>ANALYST</a:t>
                      </a:r>
                    </a:p>
                  </a:txBody>
                  <a:tcPr marL="61623" marR="61623" marT="20534" marB="20534"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600">
                          <a:effectLst/>
                        </a:rPr>
                        <a:t>6000</a:t>
                      </a:r>
                    </a:p>
                  </a:txBody>
                  <a:tcPr marL="61623" marR="61623" marT="20534" marB="20534"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extLst>
                  <a:ext uri="{0D108BD9-81ED-4DB2-BD59-A6C34878D82A}">
                    <a16:rowId xmlns:a16="http://schemas.microsoft.com/office/drawing/2014/main" val="10006"/>
                  </a:ext>
                </a:extLst>
              </a:tr>
              <a:tr h="287475">
                <a:tc>
                  <a:txBody>
                    <a:bodyPr/>
                    <a:lstStyle/>
                    <a:p>
                      <a:r>
                        <a:rPr lang="en-US" sz="1600">
                          <a:effectLst/>
                        </a:rPr>
                        <a:t>10</a:t>
                      </a:r>
                    </a:p>
                  </a:txBody>
                  <a:tcPr marL="61623" marR="61623" marT="20534" marB="20534"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600">
                          <a:effectLst/>
                        </a:rPr>
                        <a:t>MANAGER</a:t>
                      </a:r>
                    </a:p>
                  </a:txBody>
                  <a:tcPr marL="61623" marR="61623" marT="20534" marB="20534"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600">
                          <a:effectLst/>
                        </a:rPr>
                        <a:t>2450</a:t>
                      </a:r>
                    </a:p>
                  </a:txBody>
                  <a:tcPr marL="61623" marR="61623" marT="20534" marB="20534"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extLst>
                  <a:ext uri="{0D108BD9-81ED-4DB2-BD59-A6C34878D82A}">
                    <a16:rowId xmlns:a16="http://schemas.microsoft.com/office/drawing/2014/main" val="10007"/>
                  </a:ext>
                </a:extLst>
              </a:tr>
              <a:tr h="287475">
                <a:tc>
                  <a:txBody>
                    <a:bodyPr/>
                    <a:lstStyle/>
                    <a:p>
                      <a:r>
                        <a:rPr lang="en-US" sz="1600">
                          <a:effectLst/>
                        </a:rPr>
                        <a:t>20</a:t>
                      </a:r>
                    </a:p>
                  </a:txBody>
                  <a:tcPr marL="61623" marR="61623" marT="20534" marB="20534"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600">
                          <a:effectLst/>
                        </a:rPr>
                        <a:t>MANAGER</a:t>
                      </a:r>
                    </a:p>
                  </a:txBody>
                  <a:tcPr marL="61623" marR="61623" marT="20534" marB="20534"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600">
                          <a:effectLst/>
                        </a:rPr>
                        <a:t>2975</a:t>
                      </a:r>
                    </a:p>
                  </a:txBody>
                  <a:tcPr marL="61623" marR="61623" marT="20534" marB="20534"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extLst>
                  <a:ext uri="{0D108BD9-81ED-4DB2-BD59-A6C34878D82A}">
                    <a16:rowId xmlns:a16="http://schemas.microsoft.com/office/drawing/2014/main" val="10008"/>
                  </a:ext>
                </a:extLst>
              </a:tr>
              <a:tr h="287475">
                <a:tc>
                  <a:txBody>
                    <a:bodyPr/>
                    <a:lstStyle/>
                    <a:p>
                      <a:r>
                        <a:rPr lang="en-US" sz="1600">
                          <a:effectLst/>
                        </a:rPr>
                        <a:t>30</a:t>
                      </a:r>
                    </a:p>
                  </a:txBody>
                  <a:tcPr marL="61623" marR="61623" marT="20534" marB="20534"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600">
                          <a:effectLst/>
                        </a:rPr>
                        <a:t>MANAGER</a:t>
                      </a:r>
                    </a:p>
                  </a:txBody>
                  <a:tcPr marL="61623" marR="61623" marT="20534" marB="20534"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600">
                          <a:effectLst/>
                        </a:rPr>
                        <a:t>2850</a:t>
                      </a:r>
                    </a:p>
                  </a:txBody>
                  <a:tcPr marL="61623" marR="61623" marT="20534" marB="20534"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extLst>
                  <a:ext uri="{0D108BD9-81ED-4DB2-BD59-A6C34878D82A}">
                    <a16:rowId xmlns:a16="http://schemas.microsoft.com/office/drawing/2014/main" val="10009"/>
                  </a:ext>
                </a:extLst>
              </a:tr>
              <a:tr h="287475">
                <a:tc>
                  <a:txBody>
                    <a:bodyPr/>
                    <a:lstStyle/>
                    <a:p>
                      <a:r>
                        <a:rPr lang="en-US" sz="1600">
                          <a:effectLst/>
                        </a:rPr>
                        <a:t>-</a:t>
                      </a:r>
                    </a:p>
                  </a:txBody>
                  <a:tcPr marL="61623" marR="61623" marT="20534" marB="20534"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600">
                          <a:effectLst/>
                        </a:rPr>
                        <a:t>MANAGER</a:t>
                      </a:r>
                    </a:p>
                  </a:txBody>
                  <a:tcPr marL="61623" marR="61623" marT="20534" marB="20534"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600">
                          <a:effectLst/>
                        </a:rPr>
                        <a:t>8275</a:t>
                      </a:r>
                    </a:p>
                  </a:txBody>
                  <a:tcPr marL="61623" marR="61623" marT="20534" marB="20534"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extLst>
                  <a:ext uri="{0D108BD9-81ED-4DB2-BD59-A6C34878D82A}">
                    <a16:rowId xmlns:a16="http://schemas.microsoft.com/office/drawing/2014/main" val="10010"/>
                  </a:ext>
                </a:extLst>
              </a:tr>
              <a:tr h="287475">
                <a:tc>
                  <a:txBody>
                    <a:bodyPr/>
                    <a:lstStyle/>
                    <a:p>
                      <a:r>
                        <a:rPr lang="en-US" sz="1600" dirty="0">
                          <a:effectLst/>
                        </a:rPr>
                        <a:t>-</a:t>
                      </a:r>
                    </a:p>
                  </a:txBody>
                  <a:tcPr marL="61623" marR="61623" marT="20534" marB="20534"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600" dirty="0">
                          <a:effectLst/>
                        </a:rPr>
                        <a:t>-</a:t>
                      </a:r>
                    </a:p>
                  </a:txBody>
                  <a:tcPr marL="61623" marR="61623" marT="20534" marB="20534"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600" dirty="0">
                          <a:effectLst/>
                        </a:rPr>
                        <a:t>-</a:t>
                      </a:r>
                    </a:p>
                  </a:txBody>
                  <a:tcPr marL="61623" marR="61623" marT="20534" marB="20534"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extLst>
                  <a:ext uri="{0D108BD9-81ED-4DB2-BD59-A6C34878D82A}">
                    <a16:rowId xmlns:a16="http://schemas.microsoft.com/office/drawing/2014/main" val="10011"/>
                  </a:ext>
                </a:extLst>
              </a:tr>
              <a:tr h="287475">
                <a:tc>
                  <a:txBody>
                    <a:bodyPr/>
                    <a:lstStyle/>
                    <a:p>
                      <a:r>
                        <a:rPr lang="en-US" sz="1600">
                          <a:effectLst/>
                        </a:rPr>
                        <a:t>-</a:t>
                      </a:r>
                    </a:p>
                  </a:txBody>
                  <a:tcPr marL="61623" marR="61623" marT="20534" marB="20534"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4F4F4"/>
                    </a:solidFill>
                  </a:tcPr>
                </a:tc>
                <a:tc>
                  <a:txBody>
                    <a:bodyPr/>
                    <a:lstStyle/>
                    <a:p>
                      <a:r>
                        <a:rPr lang="en-US" sz="1600">
                          <a:effectLst/>
                        </a:rPr>
                        <a:t>-</a:t>
                      </a:r>
                    </a:p>
                  </a:txBody>
                  <a:tcPr marL="61623" marR="61623" marT="20534" marB="20534"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4F4F4"/>
                    </a:solidFill>
                  </a:tcPr>
                </a:tc>
                <a:tc>
                  <a:txBody>
                    <a:bodyPr/>
                    <a:lstStyle/>
                    <a:p>
                      <a:r>
                        <a:rPr lang="en-US" sz="1600" dirty="0">
                          <a:effectLst/>
                        </a:rPr>
                        <a:t>29025</a:t>
                      </a:r>
                    </a:p>
                  </a:txBody>
                  <a:tcPr marL="61623" marR="61623" marT="20534" marB="20534"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4F4F4"/>
                    </a:solidFill>
                  </a:tcPr>
                </a:tc>
                <a:extLst>
                  <a:ext uri="{0D108BD9-81ED-4DB2-BD59-A6C34878D82A}">
                    <a16:rowId xmlns:a16="http://schemas.microsoft.com/office/drawing/2014/main" val="10012"/>
                  </a:ext>
                </a:extLst>
              </a:tr>
            </a:tbl>
          </a:graphicData>
        </a:graphic>
      </p:graphicFrame>
    </p:spTree>
    <p:extLst>
      <p:ext uri="{BB962C8B-B14F-4D97-AF65-F5344CB8AC3E}">
        <p14:creationId xmlns:p14="http://schemas.microsoft.com/office/powerpoint/2010/main" val="2750674450"/>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DFE252-4428-8D49-7E34-9590C338B8E5}"/>
            </a:ext>
          </a:extLst>
        </p:cNvPr>
        <p:cNvGrpSpPr/>
        <p:nvPr/>
      </p:nvGrpSpPr>
      <p:grpSpPr>
        <a:xfrm>
          <a:off x="0" y="0"/>
          <a:ext cx="0" cy="0"/>
          <a:chOff x="0" y="0"/>
          <a:chExt cx="0" cy="0"/>
        </a:xfrm>
      </p:grpSpPr>
      <p:sp>
        <p:nvSpPr>
          <p:cNvPr id="38914" name="Rectangle 2">
            <a:extLst>
              <a:ext uri="{FF2B5EF4-FFF2-40B4-BE49-F238E27FC236}">
                <a16:creationId xmlns:a16="http://schemas.microsoft.com/office/drawing/2014/main" id="{6C28F160-9B15-5DF4-15CF-C2B1682526AE}"/>
              </a:ext>
            </a:extLst>
          </p:cNvPr>
          <p:cNvSpPr>
            <a:spLocks noGrp="1" noChangeArrowheads="1"/>
          </p:cNvSpPr>
          <p:nvPr>
            <p:ph type="title"/>
          </p:nvPr>
        </p:nvSpPr>
        <p:spPr>
          <a:xfrm>
            <a:off x="323850" y="208384"/>
            <a:ext cx="6480398" cy="533400"/>
          </a:xfrm>
        </p:spPr>
        <p:txBody>
          <a:bodyPr/>
          <a:lstStyle/>
          <a:p>
            <a:pPr eaLnBrk="1" hangingPunct="1"/>
            <a:br>
              <a:rPr lang="en-US" altLang="en-US" sz="2800" b="1" u="sng" dirty="0">
                <a:solidFill>
                  <a:srgbClr val="D34817"/>
                </a:solidFill>
                <a:latin typeface="Cambria" panose="02040503050406030204" pitchFamily="18" charset="0"/>
                <a:ea typeface="Cambria" panose="02040503050406030204" pitchFamily="18" charset="0"/>
              </a:rPr>
            </a:br>
            <a:br>
              <a:rPr lang="en-US" altLang="en-US" sz="2800" b="1" u="sng" dirty="0">
                <a:solidFill>
                  <a:srgbClr val="D34817"/>
                </a:solidFill>
                <a:latin typeface="Cambria" panose="02040503050406030204" pitchFamily="18" charset="0"/>
                <a:ea typeface="Cambria" panose="02040503050406030204" pitchFamily="18" charset="0"/>
              </a:rPr>
            </a:br>
            <a:r>
              <a:rPr lang="en-US" altLang="en-US" sz="2800" b="1" u="sng" dirty="0">
                <a:solidFill>
                  <a:srgbClr val="D34817"/>
                </a:solidFill>
                <a:latin typeface="Cambria" panose="02040503050406030204" pitchFamily="18" charset="0"/>
                <a:ea typeface="Cambria" panose="02040503050406030204" pitchFamily="18" charset="0"/>
              </a:rPr>
              <a:t>Extended GROUP BY Clauses</a:t>
            </a:r>
          </a:p>
        </p:txBody>
      </p:sp>
      <p:sp>
        <p:nvSpPr>
          <p:cNvPr id="38915" name="Rectangle 3">
            <a:extLst>
              <a:ext uri="{FF2B5EF4-FFF2-40B4-BE49-F238E27FC236}">
                <a16:creationId xmlns:a16="http://schemas.microsoft.com/office/drawing/2014/main" id="{D27559A7-F99C-08B5-705C-D4D1EC0C94E4}"/>
              </a:ext>
            </a:extLst>
          </p:cNvPr>
          <p:cNvSpPr>
            <a:spLocks noGrp="1" noChangeArrowheads="1"/>
          </p:cNvSpPr>
          <p:nvPr>
            <p:ph sz="quarter" idx="1"/>
          </p:nvPr>
        </p:nvSpPr>
        <p:spPr>
          <a:xfrm>
            <a:off x="425450" y="741784"/>
            <a:ext cx="8394700" cy="4343400"/>
          </a:xfrm>
        </p:spPr>
        <p:txBody>
          <a:bodyPr/>
          <a:lstStyle/>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28600" indent="-228600" eaLnBrk="1" hangingPunct="1"/>
            <a:endParaRPr lang="en-US" altLang="en-US" sz="2800" dirty="0"/>
          </a:p>
        </p:txBody>
      </p:sp>
      <p:sp>
        <p:nvSpPr>
          <p:cNvPr id="2" name="Slide Number Placeholder 23">
            <a:extLst>
              <a:ext uri="{FF2B5EF4-FFF2-40B4-BE49-F238E27FC236}">
                <a16:creationId xmlns:a16="http://schemas.microsoft.com/office/drawing/2014/main" id="{88B4ECB8-1810-CC03-E8DF-637535E5F510}"/>
              </a:ext>
            </a:extLst>
          </p:cNvPr>
          <p:cNvSpPr>
            <a:spLocks noGrp="1"/>
          </p:cNvSpPr>
          <p:nvPr>
            <p:ph type="sldNum" sz="quarter" idx="12"/>
          </p:nvPr>
        </p:nvSpPr>
        <p:spPr>
          <a:xfrm>
            <a:off x="8532440" y="6166335"/>
            <a:ext cx="427833"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20</a:t>
            </a:fld>
            <a:endParaRPr kumimoji="0" lang="en-US" sz="1400" b="0" i="0" u="none" strike="noStrike" kern="1200" cap="none" spc="0" normalizeH="0" baseline="0" noProof="0" dirty="0">
              <a:ln>
                <a:noFill/>
              </a:ln>
              <a:solidFill>
                <a:srgbClr val="FFFFFF"/>
              </a:solidFill>
              <a:effectLst/>
              <a:uLnTx/>
              <a:uFillTx/>
              <a:latin typeface="Franklin Gothic Book"/>
              <a:ea typeface="+mj-ea"/>
              <a:cs typeface="+mj-cs"/>
            </a:endParaRPr>
          </a:p>
        </p:txBody>
      </p:sp>
      <p:sp>
        <p:nvSpPr>
          <p:cNvPr id="4" name="Rectangle 3">
            <a:extLst>
              <a:ext uri="{FF2B5EF4-FFF2-40B4-BE49-F238E27FC236}">
                <a16:creationId xmlns:a16="http://schemas.microsoft.com/office/drawing/2014/main" id="{99371B59-6095-165F-2123-94D0DCD4B9CB}"/>
              </a:ext>
            </a:extLst>
          </p:cNvPr>
          <p:cNvSpPr txBox="1">
            <a:spLocks noChangeArrowheads="1"/>
          </p:cNvSpPr>
          <p:nvPr/>
        </p:nvSpPr>
        <p:spPr bwMode="auto">
          <a:xfrm>
            <a:off x="353764" y="669776"/>
            <a:ext cx="8394700" cy="12470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7688"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6963"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285750" indent="-285750" algn="just">
              <a:buSzPct val="50000"/>
              <a:buFont typeface="Wingdings" panose="05000000000000000000" pitchFamily="2" charset="2"/>
              <a:buChar char="l"/>
            </a:pPr>
            <a:r>
              <a:rPr lang="en-US" altLang="en-US" sz="2400" dirty="0">
                <a:solidFill>
                  <a:srgbClr val="0033CC"/>
                </a:solidFill>
                <a:latin typeface="Cambria" panose="02040503050406030204" pitchFamily="18" charset="0"/>
                <a:ea typeface="Cambria" panose="02040503050406030204" pitchFamily="18" charset="0"/>
                <a:cs typeface="Calibri" panose="020F0502020204030204" pitchFamily="34" charset="0"/>
              </a:rPr>
              <a:t>CUBE</a:t>
            </a:r>
            <a:r>
              <a:rPr lang="en-US" altLang="en-US" sz="2400" dirty="0">
                <a:latin typeface="Cambria" panose="02040503050406030204" pitchFamily="18" charset="0"/>
                <a:ea typeface="Cambria" panose="02040503050406030204" pitchFamily="18" charset="0"/>
                <a:cs typeface="Calibri" panose="020F0502020204030204" pitchFamily="34" charset="0"/>
              </a:rPr>
              <a:t> extends the GROUP BY clause to return rows containing a subtotal for all combinations of the values in the columns, plus a row containing the grand total.</a:t>
            </a:r>
          </a:p>
          <a:p>
            <a:pPr marL="285750" indent="-285750" algn="just">
              <a:buSzPct val="50000"/>
              <a:buFont typeface="Wingdings" panose="05000000000000000000" pitchFamily="2" charset="2"/>
              <a:buChar char="l"/>
            </a:pPr>
            <a:r>
              <a:rPr lang="en-US" altLang="en-US" sz="2400" dirty="0">
                <a:latin typeface="Cambria" panose="02040503050406030204" pitchFamily="18" charset="0"/>
                <a:ea typeface="Cambria" panose="02040503050406030204" pitchFamily="18" charset="0"/>
                <a:cs typeface="Calibri" panose="020F0502020204030204" pitchFamily="34" charset="0"/>
              </a:rPr>
              <a:t>Unlike ROLLUP, the order of columns in a CUBE is not significant.</a:t>
            </a:r>
          </a:p>
        </p:txBody>
      </p:sp>
      <p:sp>
        <p:nvSpPr>
          <p:cNvPr id="5" name="Footer Placeholder 2">
            <a:extLst>
              <a:ext uri="{FF2B5EF4-FFF2-40B4-BE49-F238E27FC236}">
                <a16:creationId xmlns:a16="http://schemas.microsoft.com/office/drawing/2014/main" id="{9C5DF211-5BE2-9958-1B8C-1F9342210371}"/>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Tree>
    <p:extLst>
      <p:ext uri="{BB962C8B-B14F-4D97-AF65-F5344CB8AC3E}">
        <p14:creationId xmlns:p14="http://schemas.microsoft.com/office/powerpoint/2010/main" val="2824306961"/>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F27433-4787-4A89-3B87-815430548AFE}"/>
            </a:ext>
          </a:extLst>
        </p:cNvPr>
        <p:cNvGrpSpPr/>
        <p:nvPr/>
      </p:nvGrpSpPr>
      <p:grpSpPr>
        <a:xfrm>
          <a:off x="0" y="0"/>
          <a:ext cx="0" cy="0"/>
          <a:chOff x="0" y="0"/>
          <a:chExt cx="0" cy="0"/>
        </a:xfrm>
      </p:grpSpPr>
      <p:sp>
        <p:nvSpPr>
          <p:cNvPr id="67586" name="Rectangle 2">
            <a:extLst>
              <a:ext uri="{FF2B5EF4-FFF2-40B4-BE49-F238E27FC236}">
                <a16:creationId xmlns:a16="http://schemas.microsoft.com/office/drawing/2014/main" id="{B7D20203-047A-6DC2-CD72-EB1E6439BF54}"/>
              </a:ext>
            </a:extLst>
          </p:cNvPr>
          <p:cNvSpPr>
            <a:spLocks noChangeArrowheads="1"/>
          </p:cNvSpPr>
          <p:nvPr/>
        </p:nvSpPr>
        <p:spPr bwMode="blackWhite">
          <a:xfrm>
            <a:off x="336550" y="182266"/>
            <a:ext cx="4235450" cy="927100"/>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682625" algn="l"/>
                <a:tab pos="1833563" algn="l"/>
              </a:tabLst>
              <a:defRPr sz="2800">
                <a:solidFill>
                  <a:schemeClr val="tx1"/>
                </a:solidFill>
                <a:latin typeface="Arial" panose="020B0604020202020204" pitchFamily="34" charset="0"/>
              </a:defRPr>
            </a:lvl1pPr>
            <a:lvl2pPr marL="742950" indent="-285750">
              <a:spcBef>
                <a:spcPct val="20000"/>
              </a:spcBef>
              <a:buChar char="–"/>
              <a:tabLst>
                <a:tab pos="682625" algn="l"/>
                <a:tab pos="1833563" algn="l"/>
              </a:tabLst>
              <a:defRPr sz="2400">
                <a:solidFill>
                  <a:schemeClr val="tx1"/>
                </a:solidFill>
                <a:latin typeface="Arial" panose="020B0604020202020204" pitchFamily="34" charset="0"/>
              </a:defRPr>
            </a:lvl2pPr>
            <a:lvl3pPr marL="1143000" indent="-228600">
              <a:spcBef>
                <a:spcPct val="20000"/>
              </a:spcBef>
              <a:buChar char="•"/>
              <a:tabLst>
                <a:tab pos="682625" algn="l"/>
                <a:tab pos="1833563" algn="l"/>
              </a:tabLst>
              <a:defRPr sz="2000">
                <a:solidFill>
                  <a:schemeClr val="tx1"/>
                </a:solidFill>
                <a:latin typeface="Arial" panose="020B0604020202020204" pitchFamily="34" charset="0"/>
              </a:defRPr>
            </a:lvl3pPr>
            <a:lvl4pPr marL="1600200" indent="-228600">
              <a:spcBef>
                <a:spcPct val="20000"/>
              </a:spcBef>
              <a:buChar char="–"/>
              <a:tabLst>
                <a:tab pos="682625" algn="l"/>
                <a:tab pos="1833563" algn="l"/>
              </a:tabLst>
              <a:defRPr sz="2000">
                <a:solidFill>
                  <a:schemeClr val="tx1"/>
                </a:solidFill>
                <a:latin typeface="Arial" panose="020B0604020202020204" pitchFamily="34" charset="0"/>
              </a:defRPr>
            </a:lvl4pPr>
            <a:lvl5pPr marL="2057400" indent="-228600">
              <a:spcBef>
                <a:spcPct val="20000"/>
              </a:spcBef>
              <a:buChar char="»"/>
              <a:tabLst>
                <a:tab pos="682625" algn="l"/>
                <a:tab pos="1833563"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9pPr>
          </a:lstStyle>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p:txBody>
      </p:sp>
      <p:sp>
        <p:nvSpPr>
          <p:cNvPr id="67587" name="Rectangle 8">
            <a:extLst>
              <a:ext uri="{FF2B5EF4-FFF2-40B4-BE49-F238E27FC236}">
                <a16:creationId xmlns:a16="http://schemas.microsoft.com/office/drawing/2014/main" id="{D9221C86-7614-7936-C054-67332067F805}"/>
              </a:ext>
            </a:extLst>
          </p:cNvPr>
          <p:cNvSpPr>
            <a:spLocks noChangeArrowheads="1"/>
          </p:cNvSpPr>
          <p:nvPr/>
        </p:nvSpPr>
        <p:spPr bwMode="blackWhite">
          <a:xfrm>
            <a:off x="288925" y="7938"/>
            <a:ext cx="4283075" cy="1216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tabLst>
                <a:tab pos="682625" algn="l"/>
                <a:tab pos="1833563" algn="l"/>
              </a:tabLst>
              <a:defRPr sz="2800">
                <a:solidFill>
                  <a:schemeClr val="tx1"/>
                </a:solidFill>
                <a:latin typeface="Arial" panose="020B0604020202020204" pitchFamily="34" charset="0"/>
              </a:defRPr>
            </a:lvl1pPr>
            <a:lvl2pPr marL="742950" indent="-285750">
              <a:spcBef>
                <a:spcPct val="20000"/>
              </a:spcBef>
              <a:buChar char="–"/>
              <a:tabLst>
                <a:tab pos="682625" algn="l"/>
                <a:tab pos="1833563" algn="l"/>
              </a:tabLst>
              <a:defRPr sz="2400">
                <a:solidFill>
                  <a:schemeClr val="tx1"/>
                </a:solidFill>
                <a:latin typeface="Arial" panose="020B0604020202020204" pitchFamily="34" charset="0"/>
              </a:defRPr>
            </a:lvl2pPr>
            <a:lvl3pPr marL="1143000" indent="-228600">
              <a:spcBef>
                <a:spcPct val="20000"/>
              </a:spcBef>
              <a:buChar char="•"/>
              <a:tabLst>
                <a:tab pos="682625" algn="l"/>
                <a:tab pos="1833563" algn="l"/>
              </a:tabLst>
              <a:defRPr sz="2000">
                <a:solidFill>
                  <a:schemeClr val="tx1"/>
                </a:solidFill>
                <a:latin typeface="Arial" panose="020B0604020202020204" pitchFamily="34" charset="0"/>
              </a:defRPr>
            </a:lvl3pPr>
            <a:lvl4pPr marL="1600200" indent="-228600">
              <a:spcBef>
                <a:spcPct val="20000"/>
              </a:spcBef>
              <a:buChar char="–"/>
              <a:tabLst>
                <a:tab pos="682625" algn="l"/>
                <a:tab pos="1833563" algn="l"/>
              </a:tabLst>
              <a:defRPr sz="2000">
                <a:solidFill>
                  <a:schemeClr val="tx1"/>
                </a:solidFill>
                <a:latin typeface="Arial" panose="020B0604020202020204" pitchFamily="34" charset="0"/>
              </a:defRPr>
            </a:lvl4pPr>
            <a:lvl5pPr marL="2057400" indent="-228600">
              <a:spcBef>
                <a:spcPct val="20000"/>
              </a:spcBef>
              <a:buChar char="»"/>
              <a:tabLst>
                <a:tab pos="682625" algn="l"/>
                <a:tab pos="1833563"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latin typeface="Courier New" panose="02070309020205020404" pitchFamily="49" charset="0"/>
              </a:rPr>
              <a:t> SELECT   deptno, job,SUM(sal)</a:t>
            </a:r>
          </a:p>
          <a:p>
            <a:pPr>
              <a:spcBef>
                <a:spcPct val="0"/>
              </a:spcBef>
              <a:buFontTx/>
              <a:buNone/>
            </a:pPr>
            <a:r>
              <a:rPr lang="en-US" altLang="en-US" sz="1800" b="1">
                <a:solidFill>
                  <a:srgbClr val="000000"/>
                </a:solidFill>
                <a:latin typeface="Courier New" panose="02070309020205020404" pitchFamily="49" charset="0"/>
              </a:rPr>
              <a:t> FROM     emp</a:t>
            </a:r>
          </a:p>
          <a:p>
            <a:pPr>
              <a:spcBef>
                <a:spcPct val="0"/>
              </a:spcBef>
              <a:buFontTx/>
              <a:buNone/>
            </a:pPr>
            <a:r>
              <a:rPr lang="en-US" altLang="en-US" sz="1800" b="1">
                <a:solidFill>
                  <a:srgbClr val="000000"/>
                </a:solidFill>
                <a:latin typeface="Courier New" panose="02070309020205020404" pitchFamily="49" charset="0"/>
              </a:rPr>
              <a:t> GROUP BY CUBE(deptno,job);</a:t>
            </a:r>
          </a:p>
        </p:txBody>
      </p:sp>
      <p:graphicFrame>
        <p:nvGraphicFramePr>
          <p:cNvPr id="5" name="Table 4">
            <a:extLst>
              <a:ext uri="{FF2B5EF4-FFF2-40B4-BE49-F238E27FC236}">
                <a16:creationId xmlns:a16="http://schemas.microsoft.com/office/drawing/2014/main" id="{8C651DFE-0F84-F35D-1F28-D851CA0A808C}"/>
              </a:ext>
            </a:extLst>
          </p:cNvPr>
          <p:cNvGraphicFramePr>
            <a:graphicFrameLocks noGrp="1"/>
          </p:cNvGraphicFramePr>
          <p:nvPr/>
        </p:nvGraphicFramePr>
        <p:xfrm>
          <a:off x="407988" y="1271291"/>
          <a:ext cx="3587750" cy="5326061"/>
        </p:xfrm>
        <a:graphic>
          <a:graphicData uri="http://schemas.openxmlformats.org/drawingml/2006/table">
            <a:tbl>
              <a:tblPr/>
              <a:tblGrid>
                <a:gridCol w="995141">
                  <a:extLst>
                    <a:ext uri="{9D8B030D-6E8A-4147-A177-3AD203B41FA5}">
                      <a16:colId xmlns:a16="http://schemas.microsoft.com/office/drawing/2014/main" val="20000"/>
                    </a:ext>
                  </a:extLst>
                </a:gridCol>
                <a:gridCol w="1368321">
                  <a:extLst>
                    <a:ext uri="{9D8B030D-6E8A-4147-A177-3AD203B41FA5}">
                      <a16:colId xmlns:a16="http://schemas.microsoft.com/office/drawing/2014/main" val="20001"/>
                    </a:ext>
                  </a:extLst>
                </a:gridCol>
                <a:gridCol w="1224288">
                  <a:extLst>
                    <a:ext uri="{9D8B030D-6E8A-4147-A177-3AD203B41FA5}">
                      <a16:colId xmlns:a16="http://schemas.microsoft.com/office/drawing/2014/main" val="20002"/>
                    </a:ext>
                  </a:extLst>
                </a:gridCol>
              </a:tblGrid>
              <a:tr h="313133">
                <a:tc>
                  <a:txBody>
                    <a:bodyPr/>
                    <a:lstStyle/>
                    <a:p>
                      <a:pPr fontAlgn="b"/>
                      <a:r>
                        <a:rPr lang="en-US" sz="1600" b="1">
                          <a:solidFill>
                            <a:srgbClr val="FFFFFF"/>
                          </a:solidFill>
                          <a:effectLst/>
                        </a:rPr>
                        <a:t>DEPTNO</a:t>
                      </a:r>
                    </a:p>
                  </a:txBody>
                  <a:tcPr marL="51967" marR="51967" marT="34636" marB="34636" anchor="b">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879CBD"/>
                    </a:solidFill>
                  </a:tcPr>
                </a:tc>
                <a:tc>
                  <a:txBody>
                    <a:bodyPr/>
                    <a:lstStyle/>
                    <a:p>
                      <a:pPr fontAlgn="b"/>
                      <a:r>
                        <a:rPr lang="en-US" sz="1600" b="1">
                          <a:solidFill>
                            <a:srgbClr val="FFFFFF"/>
                          </a:solidFill>
                          <a:effectLst/>
                        </a:rPr>
                        <a:t>JOB</a:t>
                      </a:r>
                    </a:p>
                  </a:txBody>
                  <a:tcPr marL="51967" marR="51967" marT="34636" marB="34636" anchor="b">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879CBD"/>
                    </a:solidFill>
                  </a:tcPr>
                </a:tc>
                <a:tc>
                  <a:txBody>
                    <a:bodyPr/>
                    <a:lstStyle/>
                    <a:p>
                      <a:pPr fontAlgn="b"/>
                      <a:r>
                        <a:rPr lang="en-US" sz="1600" b="1">
                          <a:solidFill>
                            <a:srgbClr val="FFFFFF"/>
                          </a:solidFill>
                          <a:effectLst/>
                        </a:rPr>
                        <a:t>SUM(SAL)</a:t>
                      </a:r>
                    </a:p>
                  </a:txBody>
                  <a:tcPr marL="51967" marR="51967" marT="34636" marB="34636" anchor="b">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879CBD"/>
                    </a:solidFill>
                  </a:tcPr>
                </a:tc>
                <a:extLst>
                  <a:ext uri="{0D108BD9-81ED-4DB2-BD59-A6C34878D82A}">
                    <a16:rowId xmlns:a16="http://schemas.microsoft.com/office/drawing/2014/main" val="10000"/>
                  </a:ext>
                </a:extLst>
              </a:tr>
              <a:tr h="278496">
                <a:tc>
                  <a:txBody>
                    <a:bodyPr/>
                    <a:lstStyle/>
                    <a:p>
                      <a:r>
                        <a:rPr lang="en-US" sz="1600">
                          <a:effectLst/>
                        </a:rPr>
                        <a:t>-</a:t>
                      </a:r>
                    </a:p>
                  </a:txBody>
                  <a:tcPr marL="51967" marR="51967" marT="17317" marB="17317"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600">
                          <a:effectLst/>
                        </a:rPr>
                        <a:t>-</a:t>
                      </a:r>
                    </a:p>
                  </a:txBody>
                  <a:tcPr marL="51967" marR="51967" marT="17317" marB="17317"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600">
                          <a:effectLst/>
                        </a:rPr>
                        <a:t>29025</a:t>
                      </a:r>
                    </a:p>
                  </a:txBody>
                  <a:tcPr marL="51967" marR="51967" marT="17317" marB="17317"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extLst>
                  <a:ext uri="{0D108BD9-81ED-4DB2-BD59-A6C34878D82A}">
                    <a16:rowId xmlns:a16="http://schemas.microsoft.com/office/drawing/2014/main" val="10001"/>
                  </a:ext>
                </a:extLst>
              </a:tr>
              <a:tr h="278496">
                <a:tc>
                  <a:txBody>
                    <a:bodyPr/>
                    <a:lstStyle/>
                    <a:p>
                      <a:r>
                        <a:rPr lang="en-US" sz="1600">
                          <a:effectLst/>
                        </a:rPr>
                        <a:t>10</a:t>
                      </a:r>
                    </a:p>
                  </a:txBody>
                  <a:tcPr marL="51967" marR="51967" marT="17317" marB="17317"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600">
                          <a:effectLst/>
                        </a:rPr>
                        <a:t>-</a:t>
                      </a:r>
                    </a:p>
                  </a:txBody>
                  <a:tcPr marL="51967" marR="51967" marT="17317" marB="17317"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600">
                          <a:effectLst/>
                        </a:rPr>
                        <a:t>8750</a:t>
                      </a:r>
                    </a:p>
                  </a:txBody>
                  <a:tcPr marL="51967" marR="51967" marT="17317" marB="17317"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extLst>
                  <a:ext uri="{0D108BD9-81ED-4DB2-BD59-A6C34878D82A}">
                    <a16:rowId xmlns:a16="http://schemas.microsoft.com/office/drawing/2014/main" val="10002"/>
                  </a:ext>
                </a:extLst>
              </a:tr>
              <a:tr h="278496">
                <a:tc>
                  <a:txBody>
                    <a:bodyPr/>
                    <a:lstStyle/>
                    <a:p>
                      <a:r>
                        <a:rPr lang="en-US" sz="1600">
                          <a:effectLst/>
                        </a:rPr>
                        <a:t>20</a:t>
                      </a:r>
                    </a:p>
                  </a:txBody>
                  <a:tcPr marL="51967" marR="51967" marT="17317" marB="17317"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600" dirty="0">
                          <a:effectLst/>
                        </a:rPr>
                        <a:t>-</a:t>
                      </a:r>
                    </a:p>
                  </a:txBody>
                  <a:tcPr marL="51967" marR="51967" marT="17317" marB="17317"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600">
                          <a:effectLst/>
                        </a:rPr>
                        <a:t>10875</a:t>
                      </a:r>
                    </a:p>
                  </a:txBody>
                  <a:tcPr marL="51967" marR="51967" marT="17317" marB="17317"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extLst>
                  <a:ext uri="{0D108BD9-81ED-4DB2-BD59-A6C34878D82A}">
                    <a16:rowId xmlns:a16="http://schemas.microsoft.com/office/drawing/2014/main" val="10003"/>
                  </a:ext>
                </a:extLst>
              </a:tr>
              <a:tr h="278496">
                <a:tc>
                  <a:txBody>
                    <a:bodyPr/>
                    <a:lstStyle/>
                    <a:p>
                      <a:r>
                        <a:rPr lang="en-US" sz="1600">
                          <a:effectLst/>
                        </a:rPr>
                        <a:t>30</a:t>
                      </a:r>
                    </a:p>
                  </a:txBody>
                  <a:tcPr marL="51967" marR="51967" marT="17317" marB="17317"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600">
                          <a:effectLst/>
                        </a:rPr>
                        <a:t>-</a:t>
                      </a:r>
                    </a:p>
                  </a:txBody>
                  <a:tcPr marL="51967" marR="51967" marT="17317" marB="17317"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600">
                          <a:effectLst/>
                        </a:rPr>
                        <a:t>9400</a:t>
                      </a:r>
                    </a:p>
                  </a:txBody>
                  <a:tcPr marL="51967" marR="51967" marT="17317" marB="17317"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extLst>
                  <a:ext uri="{0D108BD9-81ED-4DB2-BD59-A6C34878D82A}">
                    <a16:rowId xmlns:a16="http://schemas.microsoft.com/office/drawing/2014/main" val="10004"/>
                  </a:ext>
                </a:extLst>
              </a:tr>
              <a:tr h="278496">
                <a:tc>
                  <a:txBody>
                    <a:bodyPr/>
                    <a:lstStyle/>
                    <a:p>
                      <a:r>
                        <a:rPr lang="en-US" sz="1600">
                          <a:effectLst/>
                        </a:rPr>
                        <a:t>-</a:t>
                      </a:r>
                    </a:p>
                  </a:txBody>
                  <a:tcPr marL="51967" marR="51967" marT="17317" marB="17317"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600">
                          <a:effectLst/>
                        </a:rPr>
                        <a:t>CLERK</a:t>
                      </a:r>
                    </a:p>
                  </a:txBody>
                  <a:tcPr marL="51967" marR="51967" marT="17317" marB="17317"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600">
                          <a:effectLst/>
                        </a:rPr>
                        <a:t>4150</a:t>
                      </a:r>
                    </a:p>
                  </a:txBody>
                  <a:tcPr marL="51967" marR="51967" marT="17317" marB="17317"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extLst>
                  <a:ext uri="{0D108BD9-81ED-4DB2-BD59-A6C34878D82A}">
                    <a16:rowId xmlns:a16="http://schemas.microsoft.com/office/drawing/2014/main" val="10005"/>
                  </a:ext>
                </a:extLst>
              </a:tr>
              <a:tr h="278496">
                <a:tc>
                  <a:txBody>
                    <a:bodyPr/>
                    <a:lstStyle/>
                    <a:p>
                      <a:r>
                        <a:rPr lang="en-US" sz="1600">
                          <a:effectLst/>
                        </a:rPr>
                        <a:t>10</a:t>
                      </a:r>
                    </a:p>
                  </a:txBody>
                  <a:tcPr marL="51967" marR="51967" marT="17317" marB="17317"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600">
                          <a:effectLst/>
                        </a:rPr>
                        <a:t>CLERK</a:t>
                      </a:r>
                    </a:p>
                  </a:txBody>
                  <a:tcPr marL="51967" marR="51967" marT="17317" marB="17317"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600">
                          <a:effectLst/>
                        </a:rPr>
                        <a:t>1300</a:t>
                      </a:r>
                    </a:p>
                  </a:txBody>
                  <a:tcPr marL="51967" marR="51967" marT="17317" marB="17317"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extLst>
                  <a:ext uri="{0D108BD9-81ED-4DB2-BD59-A6C34878D82A}">
                    <a16:rowId xmlns:a16="http://schemas.microsoft.com/office/drawing/2014/main" val="10006"/>
                  </a:ext>
                </a:extLst>
              </a:tr>
              <a:tr h="278496">
                <a:tc>
                  <a:txBody>
                    <a:bodyPr/>
                    <a:lstStyle/>
                    <a:p>
                      <a:r>
                        <a:rPr lang="en-US" sz="1600">
                          <a:effectLst/>
                        </a:rPr>
                        <a:t>20</a:t>
                      </a:r>
                    </a:p>
                  </a:txBody>
                  <a:tcPr marL="51967" marR="51967" marT="17317" marB="17317"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600">
                          <a:effectLst/>
                        </a:rPr>
                        <a:t>CLERK</a:t>
                      </a:r>
                    </a:p>
                  </a:txBody>
                  <a:tcPr marL="51967" marR="51967" marT="17317" marB="17317"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600">
                          <a:effectLst/>
                        </a:rPr>
                        <a:t>1900</a:t>
                      </a:r>
                    </a:p>
                  </a:txBody>
                  <a:tcPr marL="51967" marR="51967" marT="17317" marB="17317"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extLst>
                  <a:ext uri="{0D108BD9-81ED-4DB2-BD59-A6C34878D82A}">
                    <a16:rowId xmlns:a16="http://schemas.microsoft.com/office/drawing/2014/main" val="10007"/>
                  </a:ext>
                </a:extLst>
              </a:tr>
              <a:tr h="278496">
                <a:tc>
                  <a:txBody>
                    <a:bodyPr/>
                    <a:lstStyle/>
                    <a:p>
                      <a:r>
                        <a:rPr lang="en-US" sz="1600">
                          <a:effectLst/>
                        </a:rPr>
                        <a:t>30</a:t>
                      </a:r>
                    </a:p>
                  </a:txBody>
                  <a:tcPr marL="51967" marR="51967" marT="17317" marB="17317"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600">
                          <a:effectLst/>
                        </a:rPr>
                        <a:t>CLERK</a:t>
                      </a:r>
                    </a:p>
                  </a:txBody>
                  <a:tcPr marL="51967" marR="51967" marT="17317" marB="17317"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600">
                          <a:effectLst/>
                        </a:rPr>
                        <a:t>950</a:t>
                      </a:r>
                    </a:p>
                  </a:txBody>
                  <a:tcPr marL="51967" marR="51967" marT="17317" marB="17317"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extLst>
                  <a:ext uri="{0D108BD9-81ED-4DB2-BD59-A6C34878D82A}">
                    <a16:rowId xmlns:a16="http://schemas.microsoft.com/office/drawing/2014/main" val="10008"/>
                  </a:ext>
                </a:extLst>
              </a:tr>
              <a:tr h="278496">
                <a:tc>
                  <a:txBody>
                    <a:bodyPr/>
                    <a:lstStyle/>
                    <a:p>
                      <a:r>
                        <a:rPr lang="en-US" sz="1600">
                          <a:effectLst/>
                        </a:rPr>
                        <a:t>-</a:t>
                      </a:r>
                    </a:p>
                  </a:txBody>
                  <a:tcPr marL="51967" marR="51967" marT="17317" marB="17317"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600">
                          <a:effectLst/>
                        </a:rPr>
                        <a:t>ANALYST</a:t>
                      </a:r>
                    </a:p>
                  </a:txBody>
                  <a:tcPr marL="51967" marR="51967" marT="17317" marB="17317"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600">
                          <a:effectLst/>
                        </a:rPr>
                        <a:t>6000</a:t>
                      </a:r>
                    </a:p>
                  </a:txBody>
                  <a:tcPr marL="51967" marR="51967" marT="17317" marB="17317"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extLst>
                  <a:ext uri="{0D108BD9-81ED-4DB2-BD59-A6C34878D82A}">
                    <a16:rowId xmlns:a16="http://schemas.microsoft.com/office/drawing/2014/main" val="10009"/>
                  </a:ext>
                </a:extLst>
              </a:tr>
              <a:tr h="278496">
                <a:tc>
                  <a:txBody>
                    <a:bodyPr/>
                    <a:lstStyle/>
                    <a:p>
                      <a:r>
                        <a:rPr lang="en-US" sz="1600">
                          <a:effectLst/>
                        </a:rPr>
                        <a:t>20</a:t>
                      </a:r>
                    </a:p>
                  </a:txBody>
                  <a:tcPr marL="51967" marR="51967" marT="17317" marB="17317"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600">
                          <a:effectLst/>
                        </a:rPr>
                        <a:t>ANALYST</a:t>
                      </a:r>
                    </a:p>
                  </a:txBody>
                  <a:tcPr marL="51967" marR="51967" marT="17317" marB="17317"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600">
                          <a:effectLst/>
                        </a:rPr>
                        <a:t>6000</a:t>
                      </a:r>
                    </a:p>
                  </a:txBody>
                  <a:tcPr marL="51967" marR="51967" marT="17317" marB="17317"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extLst>
                  <a:ext uri="{0D108BD9-81ED-4DB2-BD59-A6C34878D82A}">
                    <a16:rowId xmlns:a16="http://schemas.microsoft.com/office/drawing/2014/main" val="10010"/>
                  </a:ext>
                </a:extLst>
              </a:tr>
              <a:tr h="278496">
                <a:tc>
                  <a:txBody>
                    <a:bodyPr/>
                    <a:lstStyle/>
                    <a:p>
                      <a:r>
                        <a:rPr lang="en-US" sz="1600">
                          <a:effectLst/>
                        </a:rPr>
                        <a:t>-</a:t>
                      </a:r>
                    </a:p>
                  </a:txBody>
                  <a:tcPr marL="51967" marR="51967" marT="17317" marB="17317"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600">
                          <a:effectLst/>
                        </a:rPr>
                        <a:t>MANAGER</a:t>
                      </a:r>
                    </a:p>
                  </a:txBody>
                  <a:tcPr marL="51967" marR="51967" marT="17317" marB="17317"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600">
                          <a:effectLst/>
                        </a:rPr>
                        <a:t>8275</a:t>
                      </a:r>
                    </a:p>
                  </a:txBody>
                  <a:tcPr marL="51967" marR="51967" marT="17317" marB="17317"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extLst>
                  <a:ext uri="{0D108BD9-81ED-4DB2-BD59-A6C34878D82A}">
                    <a16:rowId xmlns:a16="http://schemas.microsoft.com/office/drawing/2014/main" val="10011"/>
                  </a:ext>
                </a:extLst>
              </a:tr>
              <a:tr h="278496">
                <a:tc>
                  <a:txBody>
                    <a:bodyPr/>
                    <a:lstStyle/>
                    <a:p>
                      <a:r>
                        <a:rPr lang="en-US" sz="1600">
                          <a:effectLst/>
                        </a:rPr>
                        <a:t>10</a:t>
                      </a:r>
                    </a:p>
                  </a:txBody>
                  <a:tcPr marL="51967" marR="51967" marT="17317" marB="17317"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600">
                          <a:effectLst/>
                        </a:rPr>
                        <a:t>MANAGER</a:t>
                      </a:r>
                    </a:p>
                  </a:txBody>
                  <a:tcPr marL="51967" marR="51967" marT="17317" marB="17317"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600">
                          <a:effectLst/>
                        </a:rPr>
                        <a:t>2450</a:t>
                      </a:r>
                    </a:p>
                  </a:txBody>
                  <a:tcPr marL="51967" marR="51967" marT="17317" marB="17317"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extLst>
                  <a:ext uri="{0D108BD9-81ED-4DB2-BD59-A6C34878D82A}">
                    <a16:rowId xmlns:a16="http://schemas.microsoft.com/office/drawing/2014/main" val="10012"/>
                  </a:ext>
                </a:extLst>
              </a:tr>
              <a:tr h="278496">
                <a:tc>
                  <a:txBody>
                    <a:bodyPr/>
                    <a:lstStyle/>
                    <a:p>
                      <a:r>
                        <a:rPr lang="en-US" sz="1600">
                          <a:effectLst/>
                        </a:rPr>
                        <a:t>20</a:t>
                      </a:r>
                    </a:p>
                  </a:txBody>
                  <a:tcPr marL="51967" marR="51967" marT="17317" marB="17317"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600">
                          <a:effectLst/>
                        </a:rPr>
                        <a:t>MANAGER</a:t>
                      </a:r>
                    </a:p>
                  </a:txBody>
                  <a:tcPr marL="51967" marR="51967" marT="17317" marB="17317"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600">
                          <a:effectLst/>
                        </a:rPr>
                        <a:t>2975</a:t>
                      </a:r>
                    </a:p>
                  </a:txBody>
                  <a:tcPr marL="51967" marR="51967" marT="17317" marB="17317"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extLst>
                  <a:ext uri="{0D108BD9-81ED-4DB2-BD59-A6C34878D82A}">
                    <a16:rowId xmlns:a16="http://schemas.microsoft.com/office/drawing/2014/main" val="10013"/>
                  </a:ext>
                </a:extLst>
              </a:tr>
              <a:tr h="278496">
                <a:tc>
                  <a:txBody>
                    <a:bodyPr/>
                    <a:lstStyle/>
                    <a:p>
                      <a:r>
                        <a:rPr lang="en-US" sz="1600">
                          <a:effectLst/>
                        </a:rPr>
                        <a:t>30</a:t>
                      </a:r>
                    </a:p>
                  </a:txBody>
                  <a:tcPr marL="51967" marR="51967" marT="17317" marB="17317"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600">
                          <a:effectLst/>
                        </a:rPr>
                        <a:t>MANAGER</a:t>
                      </a:r>
                    </a:p>
                  </a:txBody>
                  <a:tcPr marL="51967" marR="51967" marT="17317" marB="17317"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600">
                          <a:effectLst/>
                        </a:rPr>
                        <a:t>2850</a:t>
                      </a:r>
                    </a:p>
                  </a:txBody>
                  <a:tcPr marL="51967" marR="51967" marT="17317" marB="17317"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extLst>
                  <a:ext uri="{0D108BD9-81ED-4DB2-BD59-A6C34878D82A}">
                    <a16:rowId xmlns:a16="http://schemas.microsoft.com/office/drawing/2014/main" val="10014"/>
                  </a:ext>
                </a:extLst>
              </a:tr>
              <a:tr h="278496">
                <a:tc>
                  <a:txBody>
                    <a:bodyPr/>
                    <a:lstStyle/>
                    <a:p>
                      <a:r>
                        <a:rPr lang="en-US" sz="1600">
                          <a:effectLst/>
                        </a:rPr>
                        <a:t>-</a:t>
                      </a:r>
                    </a:p>
                  </a:txBody>
                  <a:tcPr marL="51967" marR="51967" marT="17317" marB="17317"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600">
                          <a:effectLst/>
                        </a:rPr>
                        <a:t>SALESMAN</a:t>
                      </a:r>
                    </a:p>
                  </a:txBody>
                  <a:tcPr marL="51967" marR="51967" marT="17317" marB="17317"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600">
                          <a:effectLst/>
                        </a:rPr>
                        <a:t>5600</a:t>
                      </a:r>
                    </a:p>
                  </a:txBody>
                  <a:tcPr marL="51967" marR="51967" marT="17317" marB="17317"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extLst>
                  <a:ext uri="{0D108BD9-81ED-4DB2-BD59-A6C34878D82A}">
                    <a16:rowId xmlns:a16="http://schemas.microsoft.com/office/drawing/2014/main" val="10015"/>
                  </a:ext>
                </a:extLst>
              </a:tr>
              <a:tr h="278496">
                <a:tc>
                  <a:txBody>
                    <a:bodyPr/>
                    <a:lstStyle/>
                    <a:p>
                      <a:r>
                        <a:rPr lang="en-US" sz="1600">
                          <a:effectLst/>
                        </a:rPr>
                        <a:t>30</a:t>
                      </a:r>
                    </a:p>
                  </a:txBody>
                  <a:tcPr marL="51967" marR="51967" marT="17317" marB="17317"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600">
                          <a:effectLst/>
                        </a:rPr>
                        <a:t>SALESMAN</a:t>
                      </a:r>
                    </a:p>
                  </a:txBody>
                  <a:tcPr marL="51967" marR="51967" marT="17317" marB="17317"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600">
                          <a:effectLst/>
                        </a:rPr>
                        <a:t>5600</a:t>
                      </a:r>
                    </a:p>
                  </a:txBody>
                  <a:tcPr marL="51967" marR="51967" marT="17317" marB="17317"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extLst>
                  <a:ext uri="{0D108BD9-81ED-4DB2-BD59-A6C34878D82A}">
                    <a16:rowId xmlns:a16="http://schemas.microsoft.com/office/drawing/2014/main" val="10016"/>
                  </a:ext>
                </a:extLst>
              </a:tr>
              <a:tr h="278496">
                <a:tc>
                  <a:txBody>
                    <a:bodyPr/>
                    <a:lstStyle/>
                    <a:p>
                      <a:r>
                        <a:rPr lang="en-US" sz="1600">
                          <a:effectLst/>
                        </a:rPr>
                        <a:t>-</a:t>
                      </a:r>
                    </a:p>
                  </a:txBody>
                  <a:tcPr marL="51967" marR="51967" marT="17317" marB="17317"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600">
                          <a:effectLst/>
                        </a:rPr>
                        <a:t>PRESIDENT</a:t>
                      </a:r>
                    </a:p>
                  </a:txBody>
                  <a:tcPr marL="51967" marR="51967" marT="17317" marB="17317"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600">
                          <a:effectLst/>
                        </a:rPr>
                        <a:t>5000</a:t>
                      </a:r>
                    </a:p>
                  </a:txBody>
                  <a:tcPr marL="51967" marR="51967" marT="17317" marB="17317"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extLst>
                  <a:ext uri="{0D108BD9-81ED-4DB2-BD59-A6C34878D82A}">
                    <a16:rowId xmlns:a16="http://schemas.microsoft.com/office/drawing/2014/main" val="10017"/>
                  </a:ext>
                </a:extLst>
              </a:tr>
              <a:tr h="278496">
                <a:tc>
                  <a:txBody>
                    <a:bodyPr/>
                    <a:lstStyle/>
                    <a:p>
                      <a:r>
                        <a:rPr lang="en-US" sz="1600">
                          <a:effectLst/>
                        </a:rPr>
                        <a:t>10</a:t>
                      </a:r>
                    </a:p>
                  </a:txBody>
                  <a:tcPr marL="51967" marR="51967" marT="17317" marB="17317"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4F4F4"/>
                    </a:solidFill>
                  </a:tcPr>
                </a:tc>
                <a:tc>
                  <a:txBody>
                    <a:bodyPr/>
                    <a:lstStyle/>
                    <a:p>
                      <a:r>
                        <a:rPr lang="en-US" sz="1600">
                          <a:effectLst/>
                        </a:rPr>
                        <a:t>PRESIDENT</a:t>
                      </a:r>
                    </a:p>
                  </a:txBody>
                  <a:tcPr marL="51967" marR="51967" marT="17317" marB="17317"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4F4F4"/>
                    </a:solidFill>
                  </a:tcPr>
                </a:tc>
                <a:tc>
                  <a:txBody>
                    <a:bodyPr/>
                    <a:lstStyle/>
                    <a:p>
                      <a:r>
                        <a:rPr lang="en-US" sz="1600" dirty="0">
                          <a:effectLst/>
                        </a:rPr>
                        <a:t>5000</a:t>
                      </a:r>
                    </a:p>
                  </a:txBody>
                  <a:tcPr marL="51967" marR="51967" marT="17317" marB="17317"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4F4F4"/>
                    </a:solidFill>
                  </a:tcPr>
                </a:tc>
                <a:extLst>
                  <a:ext uri="{0D108BD9-81ED-4DB2-BD59-A6C34878D82A}">
                    <a16:rowId xmlns:a16="http://schemas.microsoft.com/office/drawing/2014/main" val="10018"/>
                  </a:ext>
                </a:extLst>
              </a:tr>
            </a:tbl>
          </a:graphicData>
        </a:graphic>
      </p:graphicFrame>
      <p:sp>
        <p:nvSpPr>
          <p:cNvPr id="67670" name="Rectangle 2">
            <a:extLst>
              <a:ext uri="{FF2B5EF4-FFF2-40B4-BE49-F238E27FC236}">
                <a16:creationId xmlns:a16="http://schemas.microsoft.com/office/drawing/2014/main" id="{FBF04339-5597-9960-C4EE-544AC236A626}"/>
              </a:ext>
            </a:extLst>
          </p:cNvPr>
          <p:cNvSpPr>
            <a:spLocks noChangeArrowheads="1"/>
          </p:cNvSpPr>
          <p:nvPr/>
        </p:nvSpPr>
        <p:spPr bwMode="blackWhite">
          <a:xfrm>
            <a:off x="4722813" y="190204"/>
            <a:ext cx="4270375" cy="927100"/>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682625" algn="l"/>
                <a:tab pos="1833563" algn="l"/>
              </a:tabLst>
              <a:defRPr sz="2800">
                <a:solidFill>
                  <a:schemeClr val="tx1"/>
                </a:solidFill>
                <a:latin typeface="Arial" panose="020B0604020202020204" pitchFamily="34" charset="0"/>
              </a:defRPr>
            </a:lvl1pPr>
            <a:lvl2pPr marL="742950" indent="-285750">
              <a:spcBef>
                <a:spcPct val="20000"/>
              </a:spcBef>
              <a:buChar char="–"/>
              <a:tabLst>
                <a:tab pos="682625" algn="l"/>
                <a:tab pos="1833563" algn="l"/>
              </a:tabLst>
              <a:defRPr sz="2400">
                <a:solidFill>
                  <a:schemeClr val="tx1"/>
                </a:solidFill>
                <a:latin typeface="Arial" panose="020B0604020202020204" pitchFamily="34" charset="0"/>
              </a:defRPr>
            </a:lvl2pPr>
            <a:lvl3pPr marL="1143000" indent="-228600">
              <a:spcBef>
                <a:spcPct val="20000"/>
              </a:spcBef>
              <a:buChar char="•"/>
              <a:tabLst>
                <a:tab pos="682625" algn="l"/>
                <a:tab pos="1833563" algn="l"/>
              </a:tabLst>
              <a:defRPr sz="2000">
                <a:solidFill>
                  <a:schemeClr val="tx1"/>
                </a:solidFill>
                <a:latin typeface="Arial" panose="020B0604020202020204" pitchFamily="34" charset="0"/>
              </a:defRPr>
            </a:lvl3pPr>
            <a:lvl4pPr marL="1600200" indent="-228600">
              <a:spcBef>
                <a:spcPct val="20000"/>
              </a:spcBef>
              <a:buChar char="–"/>
              <a:tabLst>
                <a:tab pos="682625" algn="l"/>
                <a:tab pos="1833563" algn="l"/>
              </a:tabLst>
              <a:defRPr sz="2000">
                <a:solidFill>
                  <a:schemeClr val="tx1"/>
                </a:solidFill>
                <a:latin typeface="Arial" panose="020B0604020202020204" pitchFamily="34" charset="0"/>
              </a:defRPr>
            </a:lvl4pPr>
            <a:lvl5pPr marL="2057400" indent="-228600">
              <a:spcBef>
                <a:spcPct val="20000"/>
              </a:spcBef>
              <a:buChar char="»"/>
              <a:tabLst>
                <a:tab pos="682625" algn="l"/>
                <a:tab pos="1833563"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9pPr>
          </a:lstStyle>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p:txBody>
      </p:sp>
      <p:sp>
        <p:nvSpPr>
          <p:cNvPr id="67671" name="Rectangle 8">
            <a:extLst>
              <a:ext uri="{FF2B5EF4-FFF2-40B4-BE49-F238E27FC236}">
                <a16:creationId xmlns:a16="http://schemas.microsoft.com/office/drawing/2014/main" id="{FC6EF954-3878-5B30-F748-BD9E7A1F5004}"/>
              </a:ext>
            </a:extLst>
          </p:cNvPr>
          <p:cNvSpPr>
            <a:spLocks noChangeArrowheads="1"/>
          </p:cNvSpPr>
          <p:nvPr/>
        </p:nvSpPr>
        <p:spPr bwMode="blackWhite">
          <a:xfrm>
            <a:off x="4737100" y="15875"/>
            <a:ext cx="4406900" cy="1216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tabLst>
                <a:tab pos="682625" algn="l"/>
                <a:tab pos="1833563" algn="l"/>
              </a:tabLst>
              <a:defRPr sz="2800">
                <a:solidFill>
                  <a:schemeClr val="tx1"/>
                </a:solidFill>
                <a:latin typeface="Arial" panose="020B0604020202020204" pitchFamily="34" charset="0"/>
              </a:defRPr>
            </a:lvl1pPr>
            <a:lvl2pPr marL="742950" indent="-285750">
              <a:spcBef>
                <a:spcPct val="20000"/>
              </a:spcBef>
              <a:buChar char="–"/>
              <a:tabLst>
                <a:tab pos="682625" algn="l"/>
                <a:tab pos="1833563" algn="l"/>
              </a:tabLst>
              <a:defRPr sz="2400">
                <a:solidFill>
                  <a:schemeClr val="tx1"/>
                </a:solidFill>
                <a:latin typeface="Arial" panose="020B0604020202020204" pitchFamily="34" charset="0"/>
              </a:defRPr>
            </a:lvl2pPr>
            <a:lvl3pPr marL="1143000" indent="-228600">
              <a:spcBef>
                <a:spcPct val="20000"/>
              </a:spcBef>
              <a:buChar char="•"/>
              <a:tabLst>
                <a:tab pos="682625" algn="l"/>
                <a:tab pos="1833563" algn="l"/>
              </a:tabLst>
              <a:defRPr sz="2000">
                <a:solidFill>
                  <a:schemeClr val="tx1"/>
                </a:solidFill>
                <a:latin typeface="Arial" panose="020B0604020202020204" pitchFamily="34" charset="0"/>
              </a:defRPr>
            </a:lvl3pPr>
            <a:lvl4pPr marL="1600200" indent="-228600">
              <a:spcBef>
                <a:spcPct val="20000"/>
              </a:spcBef>
              <a:buChar char="–"/>
              <a:tabLst>
                <a:tab pos="682625" algn="l"/>
                <a:tab pos="1833563" algn="l"/>
              </a:tabLst>
              <a:defRPr sz="2000">
                <a:solidFill>
                  <a:schemeClr val="tx1"/>
                </a:solidFill>
                <a:latin typeface="Arial" panose="020B0604020202020204" pitchFamily="34" charset="0"/>
              </a:defRPr>
            </a:lvl4pPr>
            <a:lvl5pPr marL="2057400" indent="-228600">
              <a:spcBef>
                <a:spcPct val="20000"/>
              </a:spcBef>
              <a:buChar char="»"/>
              <a:tabLst>
                <a:tab pos="682625" algn="l"/>
                <a:tab pos="1833563"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latin typeface="Courier New" panose="02070309020205020404" pitchFamily="49" charset="0"/>
              </a:rPr>
              <a:t> SELECT   deptno,job,SUM(sal)</a:t>
            </a:r>
          </a:p>
          <a:p>
            <a:pPr>
              <a:spcBef>
                <a:spcPct val="0"/>
              </a:spcBef>
              <a:buFontTx/>
              <a:buNone/>
            </a:pPr>
            <a:r>
              <a:rPr lang="en-US" altLang="en-US" sz="1800" b="1">
                <a:solidFill>
                  <a:srgbClr val="000000"/>
                </a:solidFill>
                <a:latin typeface="Courier New" panose="02070309020205020404" pitchFamily="49" charset="0"/>
              </a:rPr>
              <a:t> FROM     emp</a:t>
            </a:r>
          </a:p>
          <a:p>
            <a:pPr>
              <a:spcBef>
                <a:spcPct val="0"/>
              </a:spcBef>
              <a:buFontTx/>
              <a:buNone/>
            </a:pPr>
            <a:r>
              <a:rPr lang="en-US" altLang="en-US" sz="1800" b="1">
                <a:solidFill>
                  <a:srgbClr val="000000"/>
                </a:solidFill>
                <a:latin typeface="Courier New" panose="02070309020205020404" pitchFamily="49" charset="0"/>
              </a:rPr>
              <a:t> GROUP BY ROLLUP(deptno,job)</a:t>
            </a:r>
          </a:p>
        </p:txBody>
      </p:sp>
      <p:graphicFrame>
        <p:nvGraphicFramePr>
          <p:cNvPr id="8" name="Table 7">
            <a:extLst>
              <a:ext uri="{FF2B5EF4-FFF2-40B4-BE49-F238E27FC236}">
                <a16:creationId xmlns:a16="http://schemas.microsoft.com/office/drawing/2014/main" id="{FE806D88-6800-DFA9-ED68-70028CC9AA7C}"/>
              </a:ext>
            </a:extLst>
          </p:cNvPr>
          <p:cNvGraphicFramePr>
            <a:graphicFrameLocks noGrp="1"/>
          </p:cNvGraphicFramePr>
          <p:nvPr/>
        </p:nvGraphicFramePr>
        <p:xfrm>
          <a:off x="4932363" y="1287166"/>
          <a:ext cx="3910012" cy="4100509"/>
        </p:xfrm>
        <a:graphic>
          <a:graphicData uri="http://schemas.openxmlformats.org/drawingml/2006/table">
            <a:tbl>
              <a:tblPr/>
              <a:tblGrid>
                <a:gridCol w="1114019">
                  <a:extLst>
                    <a:ext uri="{9D8B030D-6E8A-4147-A177-3AD203B41FA5}">
                      <a16:colId xmlns:a16="http://schemas.microsoft.com/office/drawing/2014/main" val="20000"/>
                    </a:ext>
                  </a:extLst>
                </a:gridCol>
                <a:gridCol w="1511819">
                  <a:extLst>
                    <a:ext uri="{9D8B030D-6E8A-4147-A177-3AD203B41FA5}">
                      <a16:colId xmlns:a16="http://schemas.microsoft.com/office/drawing/2014/main" val="20001"/>
                    </a:ext>
                  </a:extLst>
                </a:gridCol>
                <a:gridCol w="1284174">
                  <a:extLst>
                    <a:ext uri="{9D8B030D-6E8A-4147-A177-3AD203B41FA5}">
                      <a16:colId xmlns:a16="http://schemas.microsoft.com/office/drawing/2014/main" val="20002"/>
                    </a:ext>
                  </a:extLst>
                </a:gridCol>
              </a:tblGrid>
              <a:tr h="335358">
                <a:tc>
                  <a:txBody>
                    <a:bodyPr/>
                    <a:lstStyle/>
                    <a:p>
                      <a:pPr fontAlgn="b"/>
                      <a:r>
                        <a:rPr lang="en-US" sz="1600" b="1">
                          <a:solidFill>
                            <a:srgbClr val="FFFFFF"/>
                          </a:solidFill>
                          <a:effectLst/>
                        </a:rPr>
                        <a:t>DEPTNO</a:t>
                      </a:r>
                    </a:p>
                  </a:txBody>
                  <a:tcPr marL="68564" marR="68564" marT="45731" marB="45731" anchor="b">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879CBD"/>
                    </a:solidFill>
                  </a:tcPr>
                </a:tc>
                <a:tc>
                  <a:txBody>
                    <a:bodyPr/>
                    <a:lstStyle/>
                    <a:p>
                      <a:pPr fontAlgn="b"/>
                      <a:r>
                        <a:rPr lang="en-US" sz="1600" b="1">
                          <a:solidFill>
                            <a:srgbClr val="FFFFFF"/>
                          </a:solidFill>
                          <a:effectLst/>
                        </a:rPr>
                        <a:t>JOB</a:t>
                      </a:r>
                    </a:p>
                  </a:txBody>
                  <a:tcPr marL="68564" marR="68564" marT="45731" marB="45731" anchor="b">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879CBD"/>
                    </a:solidFill>
                  </a:tcPr>
                </a:tc>
                <a:tc>
                  <a:txBody>
                    <a:bodyPr/>
                    <a:lstStyle/>
                    <a:p>
                      <a:pPr fontAlgn="b"/>
                      <a:r>
                        <a:rPr lang="en-US" sz="1600" b="1" dirty="0">
                          <a:solidFill>
                            <a:srgbClr val="FFFFFF"/>
                          </a:solidFill>
                          <a:effectLst/>
                        </a:rPr>
                        <a:t>SUM(SAL)</a:t>
                      </a:r>
                    </a:p>
                  </a:txBody>
                  <a:tcPr marL="68564" marR="68564" marT="45731" marB="45731" anchor="b">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879CBD"/>
                    </a:solidFill>
                  </a:tcPr>
                </a:tc>
                <a:extLst>
                  <a:ext uri="{0D108BD9-81ED-4DB2-BD59-A6C34878D82A}">
                    <a16:rowId xmlns:a16="http://schemas.microsoft.com/office/drawing/2014/main" val="10000"/>
                  </a:ext>
                </a:extLst>
              </a:tr>
              <a:tr h="289627">
                <a:tc>
                  <a:txBody>
                    <a:bodyPr/>
                    <a:lstStyle/>
                    <a:p>
                      <a:r>
                        <a:rPr lang="en-US" sz="1600">
                          <a:effectLst/>
                        </a:rPr>
                        <a:t>10</a:t>
                      </a:r>
                    </a:p>
                  </a:txBody>
                  <a:tcPr marL="68564" marR="68564" marT="22865" marB="22865"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600">
                          <a:effectLst/>
                        </a:rPr>
                        <a:t>CLERK</a:t>
                      </a:r>
                    </a:p>
                  </a:txBody>
                  <a:tcPr marL="68564" marR="68564" marT="22865" marB="22865"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600">
                          <a:effectLst/>
                        </a:rPr>
                        <a:t>1300</a:t>
                      </a:r>
                    </a:p>
                  </a:txBody>
                  <a:tcPr marL="68564" marR="68564" marT="22865" marB="22865"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extLst>
                  <a:ext uri="{0D108BD9-81ED-4DB2-BD59-A6C34878D82A}">
                    <a16:rowId xmlns:a16="http://schemas.microsoft.com/office/drawing/2014/main" val="10001"/>
                  </a:ext>
                </a:extLst>
              </a:tr>
              <a:tr h="289627">
                <a:tc>
                  <a:txBody>
                    <a:bodyPr/>
                    <a:lstStyle/>
                    <a:p>
                      <a:r>
                        <a:rPr lang="en-US" sz="1600">
                          <a:effectLst/>
                        </a:rPr>
                        <a:t>10</a:t>
                      </a:r>
                    </a:p>
                  </a:txBody>
                  <a:tcPr marL="68564" marR="68564" marT="22865" marB="22865"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600" dirty="0">
                          <a:effectLst/>
                        </a:rPr>
                        <a:t>MANAGER</a:t>
                      </a:r>
                    </a:p>
                  </a:txBody>
                  <a:tcPr marL="68564" marR="68564" marT="22865" marB="22865"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600">
                          <a:effectLst/>
                        </a:rPr>
                        <a:t>2450</a:t>
                      </a:r>
                    </a:p>
                  </a:txBody>
                  <a:tcPr marL="68564" marR="68564" marT="22865" marB="22865"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extLst>
                  <a:ext uri="{0D108BD9-81ED-4DB2-BD59-A6C34878D82A}">
                    <a16:rowId xmlns:a16="http://schemas.microsoft.com/office/drawing/2014/main" val="10002"/>
                  </a:ext>
                </a:extLst>
              </a:tr>
              <a:tr h="289627">
                <a:tc>
                  <a:txBody>
                    <a:bodyPr/>
                    <a:lstStyle/>
                    <a:p>
                      <a:r>
                        <a:rPr lang="en-US" sz="1600">
                          <a:effectLst/>
                        </a:rPr>
                        <a:t>10</a:t>
                      </a:r>
                    </a:p>
                  </a:txBody>
                  <a:tcPr marL="68564" marR="68564" marT="22865" marB="22865"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600">
                          <a:effectLst/>
                        </a:rPr>
                        <a:t>PRESIDENT</a:t>
                      </a:r>
                    </a:p>
                  </a:txBody>
                  <a:tcPr marL="68564" marR="68564" marT="22865" marB="22865"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600">
                          <a:effectLst/>
                        </a:rPr>
                        <a:t>5000</a:t>
                      </a:r>
                    </a:p>
                  </a:txBody>
                  <a:tcPr marL="68564" marR="68564" marT="22865" marB="22865"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extLst>
                  <a:ext uri="{0D108BD9-81ED-4DB2-BD59-A6C34878D82A}">
                    <a16:rowId xmlns:a16="http://schemas.microsoft.com/office/drawing/2014/main" val="10003"/>
                  </a:ext>
                </a:extLst>
              </a:tr>
              <a:tr h="289627">
                <a:tc>
                  <a:txBody>
                    <a:bodyPr/>
                    <a:lstStyle/>
                    <a:p>
                      <a:r>
                        <a:rPr lang="en-US" sz="1600">
                          <a:effectLst/>
                        </a:rPr>
                        <a:t>10</a:t>
                      </a:r>
                    </a:p>
                  </a:txBody>
                  <a:tcPr marL="68564" marR="68564" marT="22865" marB="22865"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600">
                          <a:effectLst/>
                        </a:rPr>
                        <a:t>-</a:t>
                      </a:r>
                    </a:p>
                  </a:txBody>
                  <a:tcPr marL="68564" marR="68564" marT="22865" marB="22865"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600">
                          <a:effectLst/>
                        </a:rPr>
                        <a:t>8750</a:t>
                      </a:r>
                    </a:p>
                  </a:txBody>
                  <a:tcPr marL="68564" marR="68564" marT="22865" marB="22865"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extLst>
                  <a:ext uri="{0D108BD9-81ED-4DB2-BD59-A6C34878D82A}">
                    <a16:rowId xmlns:a16="http://schemas.microsoft.com/office/drawing/2014/main" val="10004"/>
                  </a:ext>
                </a:extLst>
              </a:tr>
              <a:tr h="289627">
                <a:tc>
                  <a:txBody>
                    <a:bodyPr/>
                    <a:lstStyle/>
                    <a:p>
                      <a:r>
                        <a:rPr lang="en-US" sz="1600">
                          <a:effectLst/>
                        </a:rPr>
                        <a:t>20</a:t>
                      </a:r>
                    </a:p>
                  </a:txBody>
                  <a:tcPr marL="68564" marR="68564" marT="22865" marB="22865"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600">
                          <a:effectLst/>
                        </a:rPr>
                        <a:t>CLERK</a:t>
                      </a:r>
                    </a:p>
                  </a:txBody>
                  <a:tcPr marL="68564" marR="68564" marT="22865" marB="22865"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600">
                          <a:effectLst/>
                        </a:rPr>
                        <a:t>1900</a:t>
                      </a:r>
                    </a:p>
                  </a:txBody>
                  <a:tcPr marL="68564" marR="68564" marT="22865" marB="22865"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extLst>
                  <a:ext uri="{0D108BD9-81ED-4DB2-BD59-A6C34878D82A}">
                    <a16:rowId xmlns:a16="http://schemas.microsoft.com/office/drawing/2014/main" val="10005"/>
                  </a:ext>
                </a:extLst>
              </a:tr>
              <a:tr h="289627">
                <a:tc>
                  <a:txBody>
                    <a:bodyPr/>
                    <a:lstStyle/>
                    <a:p>
                      <a:r>
                        <a:rPr lang="en-US" sz="1600">
                          <a:effectLst/>
                        </a:rPr>
                        <a:t>20</a:t>
                      </a:r>
                    </a:p>
                  </a:txBody>
                  <a:tcPr marL="68564" marR="68564" marT="22865" marB="22865"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600">
                          <a:effectLst/>
                        </a:rPr>
                        <a:t>ANALYST</a:t>
                      </a:r>
                    </a:p>
                  </a:txBody>
                  <a:tcPr marL="68564" marR="68564" marT="22865" marB="22865"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600">
                          <a:effectLst/>
                        </a:rPr>
                        <a:t>6000</a:t>
                      </a:r>
                    </a:p>
                  </a:txBody>
                  <a:tcPr marL="68564" marR="68564" marT="22865" marB="22865"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extLst>
                  <a:ext uri="{0D108BD9-81ED-4DB2-BD59-A6C34878D82A}">
                    <a16:rowId xmlns:a16="http://schemas.microsoft.com/office/drawing/2014/main" val="10006"/>
                  </a:ext>
                </a:extLst>
              </a:tr>
              <a:tr h="289627">
                <a:tc>
                  <a:txBody>
                    <a:bodyPr/>
                    <a:lstStyle/>
                    <a:p>
                      <a:r>
                        <a:rPr lang="en-US" sz="1600">
                          <a:effectLst/>
                        </a:rPr>
                        <a:t>20</a:t>
                      </a:r>
                    </a:p>
                  </a:txBody>
                  <a:tcPr marL="68564" marR="68564" marT="22865" marB="22865"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600">
                          <a:effectLst/>
                        </a:rPr>
                        <a:t>MANAGER</a:t>
                      </a:r>
                    </a:p>
                  </a:txBody>
                  <a:tcPr marL="68564" marR="68564" marT="22865" marB="22865"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600">
                          <a:effectLst/>
                        </a:rPr>
                        <a:t>2975</a:t>
                      </a:r>
                    </a:p>
                  </a:txBody>
                  <a:tcPr marL="68564" marR="68564" marT="22865" marB="22865"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extLst>
                  <a:ext uri="{0D108BD9-81ED-4DB2-BD59-A6C34878D82A}">
                    <a16:rowId xmlns:a16="http://schemas.microsoft.com/office/drawing/2014/main" val="10007"/>
                  </a:ext>
                </a:extLst>
              </a:tr>
              <a:tr h="289627">
                <a:tc>
                  <a:txBody>
                    <a:bodyPr/>
                    <a:lstStyle/>
                    <a:p>
                      <a:r>
                        <a:rPr lang="en-US" sz="1600">
                          <a:effectLst/>
                        </a:rPr>
                        <a:t>20</a:t>
                      </a:r>
                    </a:p>
                  </a:txBody>
                  <a:tcPr marL="68564" marR="68564" marT="22865" marB="22865"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600">
                          <a:effectLst/>
                        </a:rPr>
                        <a:t>-</a:t>
                      </a:r>
                    </a:p>
                  </a:txBody>
                  <a:tcPr marL="68564" marR="68564" marT="22865" marB="22865"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600">
                          <a:effectLst/>
                        </a:rPr>
                        <a:t>10875</a:t>
                      </a:r>
                    </a:p>
                  </a:txBody>
                  <a:tcPr marL="68564" marR="68564" marT="22865" marB="22865"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extLst>
                  <a:ext uri="{0D108BD9-81ED-4DB2-BD59-A6C34878D82A}">
                    <a16:rowId xmlns:a16="http://schemas.microsoft.com/office/drawing/2014/main" val="10008"/>
                  </a:ext>
                </a:extLst>
              </a:tr>
              <a:tr h="289627">
                <a:tc>
                  <a:txBody>
                    <a:bodyPr/>
                    <a:lstStyle/>
                    <a:p>
                      <a:r>
                        <a:rPr lang="en-US" sz="1600">
                          <a:effectLst/>
                        </a:rPr>
                        <a:t>30</a:t>
                      </a:r>
                    </a:p>
                  </a:txBody>
                  <a:tcPr marL="68564" marR="68564" marT="22865" marB="22865"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600">
                          <a:effectLst/>
                        </a:rPr>
                        <a:t>CLERK</a:t>
                      </a:r>
                    </a:p>
                  </a:txBody>
                  <a:tcPr marL="68564" marR="68564" marT="22865" marB="22865"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600">
                          <a:effectLst/>
                        </a:rPr>
                        <a:t>950</a:t>
                      </a:r>
                    </a:p>
                  </a:txBody>
                  <a:tcPr marL="68564" marR="68564" marT="22865" marB="22865"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extLst>
                  <a:ext uri="{0D108BD9-81ED-4DB2-BD59-A6C34878D82A}">
                    <a16:rowId xmlns:a16="http://schemas.microsoft.com/office/drawing/2014/main" val="10009"/>
                  </a:ext>
                </a:extLst>
              </a:tr>
              <a:tr h="289627">
                <a:tc>
                  <a:txBody>
                    <a:bodyPr/>
                    <a:lstStyle/>
                    <a:p>
                      <a:r>
                        <a:rPr lang="en-US" sz="1600">
                          <a:effectLst/>
                        </a:rPr>
                        <a:t>30</a:t>
                      </a:r>
                    </a:p>
                  </a:txBody>
                  <a:tcPr marL="68564" marR="68564" marT="22865" marB="22865"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600">
                          <a:effectLst/>
                        </a:rPr>
                        <a:t>MANAGER</a:t>
                      </a:r>
                    </a:p>
                  </a:txBody>
                  <a:tcPr marL="68564" marR="68564" marT="22865" marB="22865"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600">
                          <a:effectLst/>
                        </a:rPr>
                        <a:t>2850</a:t>
                      </a:r>
                    </a:p>
                  </a:txBody>
                  <a:tcPr marL="68564" marR="68564" marT="22865" marB="22865"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extLst>
                  <a:ext uri="{0D108BD9-81ED-4DB2-BD59-A6C34878D82A}">
                    <a16:rowId xmlns:a16="http://schemas.microsoft.com/office/drawing/2014/main" val="10010"/>
                  </a:ext>
                </a:extLst>
              </a:tr>
              <a:tr h="289627">
                <a:tc>
                  <a:txBody>
                    <a:bodyPr/>
                    <a:lstStyle/>
                    <a:p>
                      <a:r>
                        <a:rPr lang="en-US" sz="1600">
                          <a:effectLst/>
                        </a:rPr>
                        <a:t>30</a:t>
                      </a:r>
                    </a:p>
                  </a:txBody>
                  <a:tcPr marL="68564" marR="68564" marT="22865" marB="22865"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600">
                          <a:effectLst/>
                        </a:rPr>
                        <a:t>SALESMAN</a:t>
                      </a:r>
                    </a:p>
                  </a:txBody>
                  <a:tcPr marL="68564" marR="68564" marT="22865" marB="22865"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600">
                          <a:effectLst/>
                        </a:rPr>
                        <a:t>5600</a:t>
                      </a:r>
                    </a:p>
                  </a:txBody>
                  <a:tcPr marL="68564" marR="68564" marT="22865" marB="22865"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extLst>
                  <a:ext uri="{0D108BD9-81ED-4DB2-BD59-A6C34878D82A}">
                    <a16:rowId xmlns:a16="http://schemas.microsoft.com/office/drawing/2014/main" val="10011"/>
                  </a:ext>
                </a:extLst>
              </a:tr>
              <a:tr h="289627">
                <a:tc>
                  <a:txBody>
                    <a:bodyPr/>
                    <a:lstStyle/>
                    <a:p>
                      <a:r>
                        <a:rPr lang="en-US" sz="1600">
                          <a:effectLst/>
                        </a:rPr>
                        <a:t>30</a:t>
                      </a:r>
                    </a:p>
                  </a:txBody>
                  <a:tcPr marL="68564" marR="68564" marT="22865" marB="22865"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600">
                          <a:effectLst/>
                        </a:rPr>
                        <a:t>-</a:t>
                      </a:r>
                    </a:p>
                  </a:txBody>
                  <a:tcPr marL="68564" marR="68564" marT="22865" marB="22865"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1600">
                          <a:effectLst/>
                        </a:rPr>
                        <a:t>9400</a:t>
                      </a:r>
                    </a:p>
                  </a:txBody>
                  <a:tcPr marL="68564" marR="68564" marT="22865" marB="22865"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extLst>
                  <a:ext uri="{0D108BD9-81ED-4DB2-BD59-A6C34878D82A}">
                    <a16:rowId xmlns:a16="http://schemas.microsoft.com/office/drawing/2014/main" val="10012"/>
                  </a:ext>
                </a:extLst>
              </a:tr>
              <a:tr h="289627">
                <a:tc>
                  <a:txBody>
                    <a:bodyPr/>
                    <a:lstStyle/>
                    <a:p>
                      <a:r>
                        <a:rPr lang="en-US" sz="1600">
                          <a:effectLst/>
                        </a:rPr>
                        <a:t>-</a:t>
                      </a:r>
                    </a:p>
                  </a:txBody>
                  <a:tcPr marL="68564" marR="68564" marT="22865" marB="22865"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4F4F4"/>
                    </a:solidFill>
                  </a:tcPr>
                </a:tc>
                <a:tc>
                  <a:txBody>
                    <a:bodyPr/>
                    <a:lstStyle/>
                    <a:p>
                      <a:r>
                        <a:rPr lang="en-US" sz="1600">
                          <a:effectLst/>
                        </a:rPr>
                        <a:t>-</a:t>
                      </a:r>
                    </a:p>
                  </a:txBody>
                  <a:tcPr marL="68564" marR="68564" marT="22865" marB="22865"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4F4F4"/>
                    </a:solidFill>
                  </a:tcPr>
                </a:tc>
                <a:tc>
                  <a:txBody>
                    <a:bodyPr/>
                    <a:lstStyle/>
                    <a:p>
                      <a:r>
                        <a:rPr lang="en-US" sz="1600" dirty="0">
                          <a:effectLst/>
                        </a:rPr>
                        <a:t>29025</a:t>
                      </a:r>
                    </a:p>
                  </a:txBody>
                  <a:tcPr marL="68564" marR="68564" marT="22865" marB="22865"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4F4F4"/>
                    </a:solidFill>
                  </a:tcPr>
                </a:tc>
                <a:extLst>
                  <a:ext uri="{0D108BD9-81ED-4DB2-BD59-A6C34878D82A}">
                    <a16:rowId xmlns:a16="http://schemas.microsoft.com/office/drawing/2014/main" val="10013"/>
                  </a:ext>
                </a:extLst>
              </a:tr>
            </a:tbl>
          </a:graphicData>
        </a:graphic>
      </p:graphicFrame>
      <p:sp>
        <p:nvSpPr>
          <p:cNvPr id="2" name="Slide Number Placeholder 23">
            <a:extLst>
              <a:ext uri="{FF2B5EF4-FFF2-40B4-BE49-F238E27FC236}">
                <a16:creationId xmlns:a16="http://schemas.microsoft.com/office/drawing/2014/main" id="{16A7560E-0B38-9CAF-5FB9-48500FFD429F}"/>
              </a:ext>
            </a:extLst>
          </p:cNvPr>
          <p:cNvSpPr>
            <a:spLocks noGrp="1"/>
          </p:cNvSpPr>
          <p:nvPr>
            <p:ph type="sldNum" sz="quarter" idx="12"/>
          </p:nvPr>
        </p:nvSpPr>
        <p:spPr>
          <a:xfrm>
            <a:off x="8532440" y="6166335"/>
            <a:ext cx="427833"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21</a:t>
            </a:fld>
            <a:endParaRPr kumimoji="0" lang="en-US" sz="1400" b="0" i="0" u="none" strike="noStrike" kern="1200" cap="none" spc="0" normalizeH="0" baseline="0" noProof="0" dirty="0">
              <a:ln>
                <a:noFill/>
              </a:ln>
              <a:solidFill>
                <a:srgbClr val="FFFFFF"/>
              </a:solidFill>
              <a:effectLst/>
              <a:uLnTx/>
              <a:uFillTx/>
              <a:latin typeface="Franklin Gothic Book"/>
              <a:ea typeface="+mj-ea"/>
              <a:cs typeface="+mj-cs"/>
            </a:endParaRPr>
          </a:p>
        </p:txBody>
      </p:sp>
    </p:spTree>
    <p:extLst>
      <p:ext uri="{BB962C8B-B14F-4D97-AF65-F5344CB8AC3E}">
        <p14:creationId xmlns:p14="http://schemas.microsoft.com/office/powerpoint/2010/main" val="4131838098"/>
      </p:ext>
    </p:extLst>
  </p:cSld>
  <p:clrMapOvr>
    <a:masterClrMapping/>
  </p:clrMapOvr>
  <p:transition spd="slow"/>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3A97E3-4D7B-6DEB-9016-FFA55D83FD77}"/>
            </a:ext>
          </a:extLst>
        </p:cNvPr>
        <p:cNvGrpSpPr/>
        <p:nvPr/>
      </p:nvGrpSpPr>
      <p:grpSpPr>
        <a:xfrm>
          <a:off x="0" y="0"/>
          <a:ext cx="0" cy="0"/>
          <a:chOff x="0" y="0"/>
          <a:chExt cx="0" cy="0"/>
        </a:xfrm>
      </p:grpSpPr>
      <p:sp>
        <p:nvSpPr>
          <p:cNvPr id="38914" name="Rectangle 2">
            <a:extLst>
              <a:ext uri="{FF2B5EF4-FFF2-40B4-BE49-F238E27FC236}">
                <a16:creationId xmlns:a16="http://schemas.microsoft.com/office/drawing/2014/main" id="{D4EF2C89-3318-4702-FDD1-53D7E3224174}"/>
              </a:ext>
            </a:extLst>
          </p:cNvPr>
          <p:cNvSpPr>
            <a:spLocks noGrp="1" noChangeArrowheads="1"/>
          </p:cNvSpPr>
          <p:nvPr>
            <p:ph type="title"/>
          </p:nvPr>
        </p:nvSpPr>
        <p:spPr>
          <a:xfrm>
            <a:off x="323850" y="208384"/>
            <a:ext cx="6480398" cy="533400"/>
          </a:xfrm>
        </p:spPr>
        <p:txBody>
          <a:bodyPr/>
          <a:lstStyle/>
          <a:p>
            <a:pPr eaLnBrk="1" hangingPunct="1"/>
            <a:br>
              <a:rPr lang="en-US" altLang="en-US" sz="2800" b="1" u="sng" dirty="0">
                <a:solidFill>
                  <a:srgbClr val="D34817"/>
                </a:solidFill>
                <a:latin typeface="Cambria" panose="02040503050406030204" pitchFamily="18" charset="0"/>
                <a:ea typeface="Cambria" panose="02040503050406030204" pitchFamily="18" charset="0"/>
              </a:rPr>
            </a:br>
            <a:br>
              <a:rPr lang="en-US" altLang="en-US" sz="2800" b="1" u="sng" dirty="0">
                <a:solidFill>
                  <a:srgbClr val="D34817"/>
                </a:solidFill>
                <a:latin typeface="Cambria" panose="02040503050406030204" pitchFamily="18" charset="0"/>
                <a:ea typeface="Cambria" panose="02040503050406030204" pitchFamily="18" charset="0"/>
              </a:rPr>
            </a:br>
            <a:r>
              <a:rPr lang="en-US" altLang="en-US" sz="2800" b="1" u="sng" dirty="0">
                <a:solidFill>
                  <a:srgbClr val="D34817"/>
                </a:solidFill>
                <a:latin typeface="Cambria" panose="02040503050406030204" pitchFamily="18" charset="0"/>
                <a:ea typeface="Cambria" panose="02040503050406030204" pitchFamily="18" charset="0"/>
              </a:rPr>
              <a:t>Extended GROUP BY Clauses</a:t>
            </a:r>
          </a:p>
        </p:txBody>
      </p:sp>
      <p:sp>
        <p:nvSpPr>
          <p:cNvPr id="38915" name="Rectangle 3">
            <a:extLst>
              <a:ext uri="{FF2B5EF4-FFF2-40B4-BE49-F238E27FC236}">
                <a16:creationId xmlns:a16="http://schemas.microsoft.com/office/drawing/2014/main" id="{6C87965E-449B-BD3C-C676-1CAC7231D530}"/>
              </a:ext>
            </a:extLst>
          </p:cNvPr>
          <p:cNvSpPr>
            <a:spLocks noGrp="1" noChangeArrowheads="1"/>
          </p:cNvSpPr>
          <p:nvPr>
            <p:ph sz="quarter" idx="1"/>
          </p:nvPr>
        </p:nvSpPr>
        <p:spPr>
          <a:xfrm>
            <a:off x="425450" y="741784"/>
            <a:ext cx="8394700" cy="4343400"/>
          </a:xfrm>
        </p:spPr>
        <p:txBody>
          <a:bodyPr/>
          <a:lstStyle/>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28600" indent="-228600" eaLnBrk="1" hangingPunct="1"/>
            <a:endParaRPr lang="en-US" altLang="en-US" sz="2800" dirty="0"/>
          </a:p>
        </p:txBody>
      </p:sp>
      <p:sp>
        <p:nvSpPr>
          <p:cNvPr id="2" name="Slide Number Placeholder 23">
            <a:extLst>
              <a:ext uri="{FF2B5EF4-FFF2-40B4-BE49-F238E27FC236}">
                <a16:creationId xmlns:a16="http://schemas.microsoft.com/office/drawing/2014/main" id="{7EFAE956-BD2A-981E-E5B3-B12A19384DBD}"/>
              </a:ext>
            </a:extLst>
          </p:cNvPr>
          <p:cNvSpPr>
            <a:spLocks noGrp="1"/>
          </p:cNvSpPr>
          <p:nvPr>
            <p:ph type="sldNum" sz="quarter" idx="12"/>
          </p:nvPr>
        </p:nvSpPr>
        <p:spPr>
          <a:xfrm>
            <a:off x="8532440" y="6166335"/>
            <a:ext cx="427833"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22</a:t>
            </a:fld>
            <a:endParaRPr kumimoji="0" lang="en-US" sz="1400" b="0" i="0" u="none" strike="noStrike" kern="1200" cap="none" spc="0" normalizeH="0" baseline="0" noProof="0" dirty="0">
              <a:ln>
                <a:noFill/>
              </a:ln>
              <a:solidFill>
                <a:srgbClr val="FFFFFF"/>
              </a:solidFill>
              <a:effectLst/>
              <a:uLnTx/>
              <a:uFillTx/>
              <a:latin typeface="Franklin Gothic Book"/>
              <a:ea typeface="+mj-ea"/>
              <a:cs typeface="+mj-cs"/>
            </a:endParaRPr>
          </a:p>
        </p:txBody>
      </p:sp>
      <p:sp>
        <p:nvSpPr>
          <p:cNvPr id="4" name="Rectangle 3">
            <a:extLst>
              <a:ext uri="{FF2B5EF4-FFF2-40B4-BE49-F238E27FC236}">
                <a16:creationId xmlns:a16="http://schemas.microsoft.com/office/drawing/2014/main" id="{58B2850A-7463-B099-F5E9-A0EF47B23BB0}"/>
              </a:ext>
            </a:extLst>
          </p:cNvPr>
          <p:cNvSpPr txBox="1">
            <a:spLocks noChangeArrowheads="1"/>
          </p:cNvSpPr>
          <p:nvPr/>
        </p:nvSpPr>
        <p:spPr bwMode="auto">
          <a:xfrm>
            <a:off x="353764" y="669776"/>
            <a:ext cx="83947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7688"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6963"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285750" indent="-285750" algn="just">
              <a:buSzPct val="50000"/>
              <a:buFont typeface="Wingdings" panose="05000000000000000000" pitchFamily="2" charset="2"/>
              <a:buChar char="l"/>
            </a:pPr>
            <a:r>
              <a:rPr lang="en-US" altLang="en-US" sz="2400" dirty="0">
                <a:solidFill>
                  <a:srgbClr val="0033CC"/>
                </a:solidFill>
                <a:latin typeface="Cambria" panose="02040503050406030204" pitchFamily="18" charset="0"/>
                <a:ea typeface="Cambria" panose="02040503050406030204" pitchFamily="18" charset="0"/>
                <a:cs typeface="Calibri" panose="020F0502020204030204" pitchFamily="34" charset="0"/>
              </a:rPr>
              <a:t>GROUPING SETS </a:t>
            </a:r>
            <a:r>
              <a:rPr lang="en-US" altLang="en-US" sz="2400" dirty="0">
                <a:latin typeface="Cambria" panose="02040503050406030204" pitchFamily="18" charset="0"/>
                <a:ea typeface="Cambria" panose="02040503050406030204" pitchFamily="18" charset="0"/>
                <a:cs typeface="Calibri" panose="020F0502020204030204" pitchFamily="34" charset="0"/>
              </a:rPr>
              <a:t>is used to get the sub-total rows only.</a:t>
            </a:r>
          </a:p>
        </p:txBody>
      </p:sp>
      <p:sp>
        <p:nvSpPr>
          <p:cNvPr id="5" name="Footer Placeholder 2">
            <a:extLst>
              <a:ext uri="{FF2B5EF4-FFF2-40B4-BE49-F238E27FC236}">
                <a16:creationId xmlns:a16="http://schemas.microsoft.com/office/drawing/2014/main" id="{D35DFFA5-ECBF-2C48-5166-BD7845EEA9EE}"/>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graphicFrame>
        <p:nvGraphicFramePr>
          <p:cNvPr id="3" name="Table 2">
            <a:extLst>
              <a:ext uri="{FF2B5EF4-FFF2-40B4-BE49-F238E27FC236}">
                <a16:creationId xmlns:a16="http://schemas.microsoft.com/office/drawing/2014/main" id="{3377E912-1DE4-A5D2-3C0C-41B2E5A0EE4B}"/>
              </a:ext>
            </a:extLst>
          </p:cNvPr>
          <p:cNvGraphicFramePr>
            <a:graphicFrameLocks noGrp="1"/>
          </p:cNvGraphicFramePr>
          <p:nvPr>
            <p:extLst>
              <p:ext uri="{D42A27DB-BD31-4B8C-83A1-F6EECF244321}">
                <p14:modId xmlns:p14="http://schemas.microsoft.com/office/powerpoint/2010/main" val="2773192850"/>
              </p:ext>
            </p:extLst>
          </p:nvPr>
        </p:nvGraphicFramePr>
        <p:xfrm>
          <a:off x="2322140" y="2851547"/>
          <a:ext cx="4498974" cy="3200600"/>
        </p:xfrm>
        <a:graphic>
          <a:graphicData uri="http://schemas.openxmlformats.org/drawingml/2006/table">
            <a:tbl>
              <a:tblPr/>
              <a:tblGrid>
                <a:gridCol w="1499658">
                  <a:extLst>
                    <a:ext uri="{9D8B030D-6E8A-4147-A177-3AD203B41FA5}">
                      <a16:colId xmlns:a16="http://schemas.microsoft.com/office/drawing/2014/main" val="20000"/>
                    </a:ext>
                  </a:extLst>
                </a:gridCol>
                <a:gridCol w="1499658">
                  <a:extLst>
                    <a:ext uri="{9D8B030D-6E8A-4147-A177-3AD203B41FA5}">
                      <a16:colId xmlns:a16="http://schemas.microsoft.com/office/drawing/2014/main" val="20001"/>
                    </a:ext>
                  </a:extLst>
                </a:gridCol>
                <a:gridCol w="1499658">
                  <a:extLst>
                    <a:ext uri="{9D8B030D-6E8A-4147-A177-3AD203B41FA5}">
                      <a16:colId xmlns:a16="http://schemas.microsoft.com/office/drawing/2014/main" val="20002"/>
                    </a:ext>
                  </a:extLst>
                </a:gridCol>
              </a:tblGrid>
              <a:tr h="365919">
                <a:tc>
                  <a:txBody>
                    <a:bodyPr/>
                    <a:lstStyle/>
                    <a:p>
                      <a:pPr fontAlgn="b"/>
                      <a:r>
                        <a:rPr lang="en-US" sz="2000" b="1">
                          <a:solidFill>
                            <a:srgbClr val="FFFFFF"/>
                          </a:solidFill>
                          <a:effectLst/>
                          <a:latin typeface="Cambria" panose="02040503050406030204" pitchFamily="18" charset="0"/>
                          <a:ea typeface="Cambria" panose="02040503050406030204" pitchFamily="18" charset="0"/>
                        </a:rPr>
                        <a:t>Deptno</a:t>
                      </a:r>
                    </a:p>
                  </a:txBody>
                  <a:tcPr marL="68585" marR="68585" marT="45740" marB="45740" anchor="b">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879CBD"/>
                    </a:solidFill>
                  </a:tcPr>
                </a:tc>
                <a:tc>
                  <a:txBody>
                    <a:bodyPr/>
                    <a:lstStyle/>
                    <a:p>
                      <a:pPr fontAlgn="b"/>
                      <a:r>
                        <a:rPr lang="en-US" sz="2000" b="1">
                          <a:solidFill>
                            <a:srgbClr val="FFFFFF"/>
                          </a:solidFill>
                          <a:effectLst/>
                          <a:latin typeface="Cambria" panose="02040503050406030204" pitchFamily="18" charset="0"/>
                          <a:ea typeface="Cambria" panose="02040503050406030204" pitchFamily="18" charset="0"/>
                        </a:rPr>
                        <a:t>Job</a:t>
                      </a:r>
                    </a:p>
                  </a:txBody>
                  <a:tcPr marL="68585" marR="68585" marT="45740" marB="45740" anchor="b">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879CBD"/>
                    </a:solidFill>
                  </a:tcPr>
                </a:tc>
                <a:tc>
                  <a:txBody>
                    <a:bodyPr/>
                    <a:lstStyle/>
                    <a:p>
                      <a:pPr fontAlgn="b"/>
                      <a:r>
                        <a:rPr lang="en-US" sz="2000" b="1">
                          <a:solidFill>
                            <a:srgbClr val="FFFFFF"/>
                          </a:solidFill>
                          <a:effectLst/>
                          <a:latin typeface="Cambria" panose="02040503050406030204" pitchFamily="18" charset="0"/>
                          <a:ea typeface="Cambria" panose="02040503050406030204" pitchFamily="18" charset="0"/>
                        </a:rPr>
                        <a:t>SUM(SAL)</a:t>
                      </a:r>
                    </a:p>
                  </a:txBody>
                  <a:tcPr marL="68585" marR="68585" marT="45740" marB="45740" anchor="b">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879CBD"/>
                    </a:solidFill>
                  </a:tcPr>
                </a:tc>
                <a:extLst>
                  <a:ext uri="{0D108BD9-81ED-4DB2-BD59-A6C34878D82A}">
                    <a16:rowId xmlns:a16="http://schemas.microsoft.com/office/drawing/2014/main" val="10000"/>
                  </a:ext>
                </a:extLst>
              </a:tr>
              <a:tr h="320179">
                <a:tc>
                  <a:txBody>
                    <a:bodyPr/>
                    <a:lstStyle/>
                    <a:p>
                      <a:r>
                        <a:rPr lang="en-US" sz="2000">
                          <a:effectLst/>
                          <a:latin typeface="Cambria" panose="02040503050406030204" pitchFamily="18" charset="0"/>
                          <a:ea typeface="Cambria" panose="02040503050406030204" pitchFamily="18" charset="0"/>
                        </a:rPr>
                        <a:t>All Depts.</a:t>
                      </a:r>
                    </a:p>
                  </a:txBody>
                  <a:tcPr marL="68585" marR="68585" marT="22870" marB="2287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2000">
                          <a:effectLst/>
                          <a:latin typeface="Cambria" panose="02040503050406030204" pitchFamily="18" charset="0"/>
                          <a:ea typeface="Cambria" panose="02040503050406030204" pitchFamily="18" charset="0"/>
                        </a:rPr>
                        <a:t>CLERK</a:t>
                      </a:r>
                    </a:p>
                  </a:txBody>
                  <a:tcPr marL="68585" marR="68585" marT="22870" marB="2287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2000" dirty="0">
                          <a:effectLst/>
                          <a:latin typeface="Cambria" panose="02040503050406030204" pitchFamily="18" charset="0"/>
                          <a:ea typeface="Cambria" panose="02040503050406030204" pitchFamily="18" charset="0"/>
                        </a:rPr>
                        <a:t>4150</a:t>
                      </a:r>
                    </a:p>
                  </a:txBody>
                  <a:tcPr marL="68585" marR="68585" marT="22870" marB="2287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extLst>
                  <a:ext uri="{0D108BD9-81ED-4DB2-BD59-A6C34878D82A}">
                    <a16:rowId xmlns:a16="http://schemas.microsoft.com/office/drawing/2014/main" val="10001"/>
                  </a:ext>
                </a:extLst>
              </a:tr>
              <a:tr h="320179">
                <a:tc>
                  <a:txBody>
                    <a:bodyPr/>
                    <a:lstStyle/>
                    <a:p>
                      <a:r>
                        <a:rPr lang="en-US" sz="2000" dirty="0">
                          <a:effectLst/>
                          <a:latin typeface="Cambria" panose="02040503050406030204" pitchFamily="18" charset="0"/>
                          <a:ea typeface="Cambria" panose="02040503050406030204" pitchFamily="18" charset="0"/>
                        </a:rPr>
                        <a:t>All Depts.</a:t>
                      </a:r>
                    </a:p>
                  </a:txBody>
                  <a:tcPr marL="68585" marR="68585" marT="22870" marB="2287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2000">
                          <a:effectLst/>
                          <a:latin typeface="Cambria" panose="02040503050406030204" pitchFamily="18" charset="0"/>
                          <a:ea typeface="Cambria" panose="02040503050406030204" pitchFamily="18" charset="0"/>
                        </a:rPr>
                        <a:t>SALESMAN</a:t>
                      </a:r>
                    </a:p>
                  </a:txBody>
                  <a:tcPr marL="68585" marR="68585" marT="22870" marB="2287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2000">
                          <a:effectLst/>
                          <a:latin typeface="Cambria" panose="02040503050406030204" pitchFamily="18" charset="0"/>
                          <a:ea typeface="Cambria" panose="02040503050406030204" pitchFamily="18" charset="0"/>
                        </a:rPr>
                        <a:t>5600</a:t>
                      </a:r>
                    </a:p>
                  </a:txBody>
                  <a:tcPr marL="68585" marR="68585" marT="22870" marB="2287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extLst>
                  <a:ext uri="{0D108BD9-81ED-4DB2-BD59-A6C34878D82A}">
                    <a16:rowId xmlns:a16="http://schemas.microsoft.com/office/drawing/2014/main" val="10002"/>
                  </a:ext>
                </a:extLst>
              </a:tr>
              <a:tr h="320179">
                <a:tc>
                  <a:txBody>
                    <a:bodyPr/>
                    <a:lstStyle/>
                    <a:p>
                      <a:r>
                        <a:rPr lang="en-US" sz="2000">
                          <a:effectLst/>
                          <a:latin typeface="Cambria" panose="02040503050406030204" pitchFamily="18" charset="0"/>
                          <a:ea typeface="Cambria" panose="02040503050406030204" pitchFamily="18" charset="0"/>
                        </a:rPr>
                        <a:t>All Depts.</a:t>
                      </a:r>
                    </a:p>
                  </a:txBody>
                  <a:tcPr marL="68585" marR="68585" marT="22870" marB="2287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2000">
                          <a:effectLst/>
                          <a:latin typeface="Cambria" panose="02040503050406030204" pitchFamily="18" charset="0"/>
                          <a:ea typeface="Cambria" panose="02040503050406030204" pitchFamily="18" charset="0"/>
                        </a:rPr>
                        <a:t>PRESIDENT</a:t>
                      </a:r>
                    </a:p>
                  </a:txBody>
                  <a:tcPr marL="68585" marR="68585" marT="22870" marB="2287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2000">
                          <a:effectLst/>
                          <a:latin typeface="Cambria" panose="02040503050406030204" pitchFamily="18" charset="0"/>
                          <a:ea typeface="Cambria" panose="02040503050406030204" pitchFamily="18" charset="0"/>
                        </a:rPr>
                        <a:t>5000</a:t>
                      </a:r>
                    </a:p>
                  </a:txBody>
                  <a:tcPr marL="68585" marR="68585" marT="22870" marB="2287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extLst>
                  <a:ext uri="{0D108BD9-81ED-4DB2-BD59-A6C34878D82A}">
                    <a16:rowId xmlns:a16="http://schemas.microsoft.com/office/drawing/2014/main" val="10003"/>
                  </a:ext>
                </a:extLst>
              </a:tr>
              <a:tr h="320179">
                <a:tc>
                  <a:txBody>
                    <a:bodyPr/>
                    <a:lstStyle/>
                    <a:p>
                      <a:r>
                        <a:rPr lang="en-US" sz="2000">
                          <a:effectLst/>
                          <a:latin typeface="Cambria" panose="02040503050406030204" pitchFamily="18" charset="0"/>
                          <a:ea typeface="Cambria" panose="02040503050406030204" pitchFamily="18" charset="0"/>
                        </a:rPr>
                        <a:t>All Depts.</a:t>
                      </a:r>
                    </a:p>
                  </a:txBody>
                  <a:tcPr marL="68585" marR="68585" marT="22870" marB="2287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2000">
                          <a:effectLst/>
                          <a:latin typeface="Cambria" panose="02040503050406030204" pitchFamily="18" charset="0"/>
                          <a:ea typeface="Cambria" panose="02040503050406030204" pitchFamily="18" charset="0"/>
                        </a:rPr>
                        <a:t>MANAGER</a:t>
                      </a:r>
                    </a:p>
                  </a:txBody>
                  <a:tcPr marL="68585" marR="68585" marT="22870" marB="2287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2000">
                          <a:effectLst/>
                          <a:latin typeface="Cambria" panose="02040503050406030204" pitchFamily="18" charset="0"/>
                          <a:ea typeface="Cambria" panose="02040503050406030204" pitchFamily="18" charset="0"/>
                        </a:rPr>
                        <a:t>8275</a:t>
                      </a:r>
                    </a:p>
                  </a:txBody>
                  <a:tcPr marL="68585" marR="68585" marT="22870" marB="2287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extLst>
                  <a:ext uri="{0D108BD9-81ED-4DB2-BD59-A6C34878D82A}">
                    <a16:rowId xmlns:a16="http://schemas.microsoft.com/office/drawing/2014/main" val="10004"/>
                  </a:ext>
                </a:extLst>
              </a:tr>
              <a:tr h="320179">
                <a:tc>
                  <a:txBody>
                    <a:bodyPr/>
                    <a:lstStyle/>
                    <a:p>
                      <a:r>
                        <a:rPr lang="en-US" sz="2000">
                          <a:effectLst/>
                          <a:latin typeface="Cambria" panose="02040503050406030204" pitchFamily="18" charset="0"/>
                          <a:ea typeface="Cambria" panose="02040503050406030204" pitchFamily="18" charset="0"/>
                        </a:rPr>
                        <a:t>All Depts.</a:t>
                      </a:r>
                    </a:p>
                  </a:txBody>
                  <a:tcPr marL="68585" marR="68585" marT="22870" marB="2287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2000">
                          <a:effectLst/>
                          <a:latin typeface="Cambria" panose="02040503050406030204" pitchFamily="18" charset="0"/>
                          <a:ea typeface="Cambria" panose="02040503050406030204" pitchFamily="18" charset="0"/>
                        </a:rPr>
                        <a:t>ANALYST</a:t>
                      </a:r>
                    </a:p>
                  </a:txBody>
                  <a:tcPr marL="68585" marR="68585" marT="22870" marB="2287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2000">
                          <a:effectLst/>
                          <a:latin typeface="Cambria" panose="02040503050406030204" pitchFamily="18" charset="0"/>
                          <a:ea typeface="Cambria" panose="02040503050406030204" pitchFamily="18" charset="0"/>
                        </a:rPr>
                        <a:t>6000</a:t>
                      </a:r>
                    </a:p>
                  </a:txBody>
                  <a:tcPr marL="68585" marR="68585" marT="22870" marB="2287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extLst>
                  <a:ext uri="{0D108BD9-81ED-4DB2-BD59-A6C34878D82A}">
                    <a16:rowId xmlns:a16="http://schemas.microsoft.com/office/drawing/2014/main" val="10005"/>
                  </a:ext>
                </a:extLst>
              </a:tr>
              <a:tr h="320179">
                <a:tc>
                  <a:txBody>
                    <a:bodyPr/>
                    <a:lstStyle/>
                    <a:p>
                      <a:r>
                        <a:rPr lang="en-US" sz="2000">
                          <a:effectLst/>
                          <a:latin typeface="Cambria" panose="02040503050406030204" pitchFamily="18" charset="0"/>
                          <a:ea typeface="Cambria" panose="02040503050406030204" pitchFamily="18" charset="0"/>
                        </a:rPr>
                        <a:t>30</a:t>
                      </a:r>
                    </a:p>
                  </a:txBody>
                  <a:tcPr marL="68585" marR="68585" marT="22870" marB="2287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2000">
                          <a:effectLst/>
                          <a:latin typeface="Cambria" panose="02040503050406030204" pitchFamily="18" charset="0"/>
                          <a:ea typeface="Cambria" panose="02040503050406030204" pitchFamily="18" charset="0"/>
                        </a:rPr>
                        <a:t>All Jobs</a:t>
                      </a:r>
                    </a:p>
                  </a:txBody>
                  <a:tcPr marL="68585" marR="68585" marT="22870" marB="2287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2000">
                          <a:effectLst/>
                          <a:latin typeface="Cambria" panose="02040503050406030204" pitchFamily="18" charset="0"/>
                          <a:ea typeface="Cambria" panose="02040503050406030204" pitchFamily="18" charset="0"/>
                        </a:rPr>
                        <a:t>9400</a:t>
                      </a:r>
                    </a:p>
                  </a:txBody>
                  <a:tcPr marL="68585" marR="68585" marT="22870" marB="2287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extLst>
                  <a:ext uri="{0D108BD9-81ED-4DB2-BD59-A6C34878D82A}">
                    <a16:rowId xmlns:a16="http://schemas.microsoft.com/office/drawing/2014/main" val="10006"/>
                  </a:ext>
                </a:extLst>
              </a:tr>
              <a:tr h="320179">
                <a:tc>
                  <a:txBody>
                    <a:bodyPr/>
                    <a:lstStyle/>
                    <a:p>
                      <a:r>
                        <a:rPr lang="en-US" sz="2000">
                          <a:effectLst/>
                          <a:latin typeface="Cambria" panose="02040503050406030204" pitchFamily="18" charset="0"/>
                          <a:ea typeface="Cambria" panose="02040503050406030204" pitchFamily="18" charset="0"/>
                        </a:rPr>
                        <a:t>20</a:t>
                      </a:r>
                    </a:p>
                  </a:txBody>
                  <a:tcPr marL="68585" marR="68585" marT="22870" marB="2287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2000">
                          <a:effectLst/>
                          <a:latin typeface="Cambria" panose="02040503050406030204" pitchFamily="18" charset="0"/>
                          <a:ea typeface="Cambria" panose="02040503050406030204" pitchFamily="18" charset="0"/>
                        </a:rPr>
                        <a:t>All Jobs</a:t>
                      </a:r>
                    </a:p>
                  </a:txBody>
                  <a:tcPr marL="68585" marR="68585" marT="22870" marB="2287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2000">
                          <a:effectLst/>
                          <a:latin typeface="Cambria" panose="02040503050406030204" pitchFamily="18" charset="0"/>
                          <a:ea typeface="Cambria" panose="02040503050406030204" pitchFamily="18" charset="0"/>
                        </a:rPr>
                        <a:t>10875</a:t>
                      </a:r>
                    </a:p>
                  </a:txBody>
                  <a:tcPr marL="68585" marR="68585" marT="22870" marB="2287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extLst>
                  <a:ext uri="{0D108BD9-81ED-4DB2-BD59-A6C34878D82A}">
                    <a16:rowId xmlns:a16="http://schemas.microsoft.com/office/drawing/2014/main" val="10007"/>
                  </a:ext>
                </a:extLst>
              </a:tr>
              <a:tr h="320179">
                <a:tc>
                  <a:txBody>
                    <a:bodyPr/>
                    <a:lstStyle/>
                    <a:p>
                      <a:r>
                        <a:rPr lang="en-US" sz="2000">
                          <a:effectLst/>
                          <a:latin typeface="Cambria" panose="02040503050406030204" pitchFamily="18" charset="0"/>
                          <a:ea typeface="Cambria" panose="02040503050406030204" pitchFamily="18" charset="0"/>
                        </a:rPr>
                        <a:t>10</a:t>
                      </a:r>
                    </a:p>
                  </a:txBody>
                  <a:tcPr marL="68585" marR="68585" marT="22870" marB="2287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4F4F4"/>
                    </a:solidFill>
                  </a:tcPr>
                </a:tc>
                <a:tc>
                  <a:txBody>
                    <a:bodyPr/>
                    <a:lstStyle/>
                    <a:p>
                      <a:r>
                        <a:rPr lang="en-US" sz="2000">
                          <a:effectLst/>
                          <a:latin typeface="Cambria" panose="02040503050406030204" pitchFamily="18" charset="0"/>
                          <a:ea typeface="Cambria" panose="02040503050406030204" pitchFamily="18" charset="0"/>
                        </a:rPr>
                        <a:t>All Jobs</a:t>
                      </a:r>
                    </a:p>
                  </a:txBody>
                  <a:tcPr marL="68585" marR="68585" marT="22870" marB="2287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4F4F4"/>
                    </a:solidFill>
                  </a:tcPr>
                </a:tc>
                <a:tc>
                  <a:txBody>
                    <a:bodyPr/>
                    <a:lstStyle/>
                    <a:p>
                      <a:r>
                        <a:rPr lang="en-US" sz="2000" dirty="0">
                          <a:effectLst/>
                          <a:latin typeface="Cambria" panose="02040503050406030204" pitchFamily="18" charset="0"/>
                          <a:ea typeface="Cambria" panose="02040503050406030204" pitchFamily="18" charset="0"/>
                        </a:rPr>
                        <a:t>8750</a:t>
                      </a:r>
                    </a:p>
                  </a:txBody>
                  <a:tcPr marL="68585" marR="68585" marT="22870" marB="2287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4F4F4"/>
                    </a:solidFill>
                  </a:tcPr>
                </a:tc>
                <a:extLst>
                  <a:ext uri="{0D108BD9-81ED-4DB2-BD59-A6C34878D82A}">
                    <a16:rowId xmlns:a16="http://schemas.microsoft.com/office/drawing/2014/main" val="10008"/>
                  </a:ext>
                </a:extLst>
              </a:tr>
            </a:tbl>
          </a:graphicData>
        </a:graphic>
      </p:graphicFrame>
      <p:graphicFrame>
        <p:nvGraphicFramePr>
          <p:cNvPr id="6" name="Table 5">
            <a:extLst>
              <a:ext uri="{FF2B5EF4-FFF2-40B4-BE49-F238E27FC236}">
                <a16:creationId xmlns:a16="http://schemas.microsoft.com/office/drawing/2014/main" id="{04329881-A28D-DD86-5409-64FF67E1D982}"/>
              </a:ext>
            </a:extLst>
          </p:cNvPr>
          <p:cNvGraphicFramePr>
            <a:graphicFrameLocks noGrp="1"/>
          </p:cNvGraphicFramePr>
          <p:nvPr>
            <p:extLst>
              <p:ext uri="{D42A27DB-BD31-4B8C-83A1-F6EECF244321}">
                <p14:modId xmlns:p14="http://schemas.microsoft.com/office/powerpoint/2010/main" val="3625168360"/>
              </p:ext>
            </p:extLst>
          </p:nvPr>
        </p:nvGraphicFramePr>
        <p:xfrm>
          <a:off x="610815" y="1246584"/>
          <a:ext cx="7921625" cy="1341120"/>
        </p:xfrm>
        <a:graphic>
          <a:graphicData uri="http://schemas.openxmlformats.org/drawingml/2006/table">
            <a:tbl>
              <a:tblPr firstRow="1" bandRow="1">
                <a:tableStyleId>{5C22544A-7EE6-4342-B048-85BDC9FD1C3A}</a:tableStyleId>
              </a:tblPr>
              <a:tblGrid>
                <a:gridCol w="7921625">
                  <a:extLst>
                    <a:ext uri="{9D8B030D-6E8A-4147-A177-3AD203B41FA5}">
                      <a16:colId xmlns:a16="http://schemas.microsoft.com/office/drawing/2014/main" val="20000"/>
                    </a:ext>
                  </a:extLst>
                </a:gridCol>
              </a:tblGrid>
              <a:tr h="370840">
                <a:tc>
                  <a:txBody>
                    <a:bodyPr/>
                    <a:lstStyle/>
                    <a:p>
                      <a:pPr marL="0" indent="0" algn="just">
                        <a:spcBef>
                          <a:spcPts val="600"/>
                        </a:spcBef>
                        <a:buNone/>
                      </a:pPr>
                      <a:r>
                        <a:rPr lang="en-US" altLang="en-US" sz="2400" b="0" dirty="0">
                          <a:solidFill>
                            <a:schemeClr val="tx1"/>
                          </a:solidFill>
                          <a:latin typeface="Cambria" panose="02040503050406030204" pitchFamily="18" charset="0"/>
                          <a:ea typeface="Cambria" panose="02040503050406030204" pitchFamily="18" charset="0"/>
                          <a:cs typeface="Calibri" panose="020F0502020204030204" pitchFamily="34" charset="0"/>
                        </a:rPr>
                        <a:t>SELECT </a:t>
                      </a:r>
                      <a:r>
                        <a:rPr lang="en-US" altLang="en-US" sz="2400" b="0" dirty="0">
                          <a:solidFill>
                            <a:srgbClr val="FF0000"/>
                          </a:solidFill>
                          <a:latin typeface="Cambria" panose="02040503050406030204" pitchFamily="18" charset="0"/>
                          <a:ea typeface="Cambria" panose="02040503050406030204" pitchFamily="18" charset="0"/>
                          <a:cs typeface="Calibri" panose="020F0502020204030204" pitchFamily="34" charset="0"/>
                        </a:rPr>
                        <a:t>NVL(</a:t>
                      </a:r>
                      <a:r>
                        <a:rPr lang="en-US" altLang="en-US" sz="2400" b="0" dirty="0" err="1">
                          <a:solidFill>
                            <a:srgbClr val="FF0000"/>
                          </a:solidFill>
                          <a:latin typeface="Cambria" panose="02040503050406030204" pitchFamily="18" charset="0"/>
                          <a:ea typeface="Cambria" panose="02040503050406030204" pitchFamily="18" charset="0"/>
                          <a:cs typeface="Calibri" panose="020F0502020204030204" pitchFamily="34" charset="0"/>
                        </a:rPr>
                        <a:t>to_char</a:t>
                      </a:r>
                      <a:r>
                        <a:rPr lang="en-US" altLang="en-US" sz="2400" b="0" dirty="0">
                          <a:solidFill>
                            <a:srgbClr val="FF0000"/>
                          </a:solidFill>
                          <a:latin typeface="Cambria" panose="02040503050406030204" pitchFamily="18" charset="0"/>
                          <a:ea typeface="Cambria" panose="02040503050406030204" pitchFamily="18" charset="0"/>
                          <a:cs typeface="Calibri" panose="020F0502020204030204" pitchFamily="34" charset="0"/>
                        </a:rPr>
                        <a:t>(</a:t>
                      </a:r>
                      <a:r>
                        <a:rPr lang="en-US" altLang="en-US" sz="2400" b="0" dirty="0" err="1">
                          <a:solidFill>
                            <a:srgbClr val="FF0000"/>
                          </a:solidFill>
                          <a:latin typeface="Cambria" panose="02040503050406030204" pitchFamily="18" charset="0"/>
                          <a:ea typeface="Cambria" panose="02040503050406030204" pitchFamily="18" charset="0"/>
                          <a:cs typeface="Calibri" panose="020F0502020204030204" pitchFamily="34" charset="0"/>
                        </a:rPr>
                        <a:t>deptno</a:t>
                      </a:r>
                      <a:r>
                        <a:rPr lang="en-US" altLang="en-US" sz="2400" b="0" dirty="0">
                          <a:solidFill>
                            <a:srgbClr val="FF0000"/>
                          </a:solidFill>
                          <a:latin typeface="Cambria" panose="02040503050406030204" pitchFamily="18" charset="0"/>
                          <a:ea typeface="Cambria" panose="02040503050406030204" pitchFamily="18" charset="0"/>
                          <a:cs typeface="Calibri" panose="020F0502020204030204" pitchFamily="34" charset="0"/>
                        </a:rPr>
                        <a:t>),’ All Depts.')</a:t>
                      </a:r>
                      <a:r>
                        <a:rPr lang="en-US" altLang="en-US" sz="2400" b="0" dirty="0">
                          <a:solidFill>
                            <a:schemeClr val="tx1"/>
                          </a:solidFill>
                          <a:latin typeface="Cambria" panose="02040503050406030204" pitchFamily="18" charset="0"/>
                          <a:ea typeface="Cambria" panose="02040503050406030204" pitchFamily="18" charset="0"/>
                          <a:cs typeface="Calibri" panose="020F0502020204030204" pitchFamily="34" charset="0"/>
                        </a:rPr>
                        <a:t> "</a:t>
                      </a:r>
                      <a:r>
                        <a:rPr lang="en-US" altLang="en-US" sz="2400" b="0" dirty="0" err="1">
                          <a:solidFill>
                            <a:schemeClr val="tx1"/>
                          </a:solidFill>
                          <a:latin typeface="Cambria" panose="02040503050406030204" pitchFamily="18" charset="0"/>
                          <a:ea typeface="Cambria" panose="02040503050406030204" pitchFamily="18" charset="0"/>
                          <a:cs typeface="Calibri" panose="020F0502020204030204" pitchFamily="34" charset="0"/>
                        </a:rPr>
                        <a:t>Deptno</a:t>
                      </a:r>
                      <a:r>
                        <a:rPr lang="en-US" altLang="en-US" sz="2400" b="0" dirty="0">
                          <a:solidFill>
                            <a:schemeClr val="tx1"/>
                          </a:solidFill>
                          <a:latin typeface="Cambria" panose="02040503050406030204" pitchFamily="18" charset="0"/>
                          <a:ea typeface="Cambria" panose="02040503050406030204" pitchFamily="18" charset="0"/>
                          <a:cs typeface="Calibri" panose="020F0502020204030204" pitchFamily="34" charset="0"/>
                        </a:rPr>
                        <a:t>",</a:t>
                      </a:r>
                    </a:p>
                    <a:p>
                      <a:pPr marL="0" indent="0" algn="just">
                        <a:spcBef>
                          <a:spcPts val="600"/>
                        </a:spcBef>
                        <a:buNone/>
                      </a:pPr>
                      <a:r>
                        <a:rPr lang="en-US" altLang="en-US" sz="2400" b="0" dirty="0">
                          <a:solidFill>
                            <a:srgbClr val="FF0000"/>
                          </a:solidFill>
                          <a:latin typeface="Cambria" panose="02040503050406030204" pitchFamily="18" charset="0"/>
                          <a:ea typeface="Cambria" panose="02040503050406030204" pitchFamily="18" charset="0"/>
                          <a:cs typeface="Calibri" panose="020F0502020204030204" pitchFamily="34" charset="0"/>
                        </a:rPr>
                        <a:t>NVL(</a:t>
                      </a:r>
                      <a:r>
                        <a:rPr lang="en-US" altLang="en-US" sz="2400" b="0" dirty="0" err="1">
                          <a:solidFill>
                            <a:srgbClr val="FF0000"/>
                          </a:solidFill>
                          <a:latin typeface="Cambria" panose="02040503050406030204" pitchFamily="18" charset="0"/>
                          <a:ea typeface="Cambria" panose="02040503050406030204" pitchFamily="18" charset="0"/>
                          <a:cs typeface="Calibri" panose="020F0502020204030204" pitchFamily="34" charset="0"/>
                        </a:rPr>
                        <a:t>job,'All</a:t>
                      </a:r>
                      <a:r>
                        <a:rPr lang="en-US" altLang="en-US" sz="2400" b="0" dirty="0">
                          <a:solidFill>
                            <a:srgbClr val="FF0000"/>
                          </a:solidFill>
                          <a:latin typeface="Cambria" panose="02040503050406030204" pitchFamily="18" charset="0"/>
                          <a:ea typeface="Cambria" panose="02040503050406030204" pitchFamily="18" charset="0"/>
                          <a:cs typeface="Calibri" panose="020F0502020204030204" pitchFamily="34" charset="0"/>
                        </a:rPr>
                        <a:t> Jobs') "Job", SUM(</a:t>
                      </a:r>
                      <a:r>
                        <a:rPr lang="en-US" altLang="en-US" sz="2400" b="0" dirty="0" err="1">
                          <a:solidFill>
                            <a:srgbClr val="FF0000"/>
                          </a:solidFill>
                          <a:latin typeface="Cambria" panose="02040503050406030204" pitchFamily="18" charset="0"/>
                          <a:ea typeface="Cambria" panose="02040503050406030204" pitchFamily="18" charset="0"/>
                          <a:cs typeface="Calibri" panose="020F0502020204030204" pitchFamily="34" charset="0"/>
                        </a:rPr>
                        <a:t>sal</a:t>
                      </a:r>
                      <a:r>
                        <a:rPr lang="en-US" altLang="en-US" sz="2400" b="0" dirty="0">
                          <a:solidFill>
                            <a:srgbClr val="FF0000"/>
                          </a:solidFill>
                          <a:latin typeface="Cambria" panose="02040503050406030204" pitchFamily="18" charset="0"/>
                          <a:ea typeface="Cambria" panose="02040503050406030204" pitchFamily="18" charset="0"/>
                          <a:cs typeface="Calibri" panose="020F0502020204030204" pitchFamily="34" charset="0"/>
                        </a:rPr>
                        <a:t>)</a:t>
                      </a:r>
                      <a:r>
                        <a:rPr lang="en-US" altLang="en-US" sz="2400" b="0" dirty="0">
                          <a:solidFill>
                            <a:schemeClr val="tx1"/>
                          </a:solidFill>
                          <a:latin typeface="Cambria" panose="02040503050406030204" pitchFamily="18" charset="0"/>
                          <a:ea typeface="Cambria" panose="02040503050406030204" pitchFamily="18" charset="0"/>
                          <a:cs typeface="Calibri" panose="020F0502020204030204" pitchFamily="34" charset="0"/>
                        </a:rPr>
                        <a:t>  FROM     emp</a:t>
                      </a:r>
                    </a:p>
                    <a:p>
                      <a:pPr marL="0" indent="0" algn="just">
                        <a:spcBef>
                          <a:spcPts val="600"/>
                        </a:spcBef>
                        <a:buNone/>
                      </a:pPr>
                      <a:r>
                        <a:rPr lang="en-US" altLang="en-US" sz="2400" b="0" dirty="0">
                          <a:solidFill>
                            <a:schemeClr val="tx1"/>
                          </a:solidFill>
                          <a:latin typeface="Cambria" panose="02040503050406030204" pitchFamily="18" charset="0"/>
                          <a:ea typeface="Cambria" panose="02040503050406030204" pitchFamily="18" charset="0"/>
                          <a:cs typeface="Calibri" panose="020F0502020204030204" pitchFamily="34" charset="0"/>
                        </a:rPr>
                        <a:t>GROUP BY </a:t>
                      </a:r>
                      <a:r>
                        <a:rPr lang="en-US" altLang="en-US" sz="2400" b="0" dirty="0">
                          <a:solidFill>
                            <a:srgbClr val="0033CC"/>
                          </a:solidFill>
                          <a:latin typeface="Cambria" panose="02040503050406030204" pitchFamily="18" charset="0"/>
                          <a:ea typeface="Cambria" panose="02040503050406030204" pitchFamily="18" charset="0"/>
                          <a:cs typeface="Calibri" panose="020F0502020204030204" pitchFamily="34" charset="0"/>
                        </a:rPr>
                        <a:t>GROUPING SETS (</a:t>
                      </a:r>
                      <a:r>
                        <a:rPr lang="en-US" altLang="en-US" sz="2400" b="0" dirty="0" err="1">
                          <a:solidFill>
                            <a:srgbClr val="0033CC"/>
                          </a:solidFill>
                          <a:latin typeface="Cambria" panose="02040503050406030204" pitchFamily="18" charset="0"/>
                          <a:ea typeface="Cambria" panose="02040503050406030204" pitchFamily="18" charset="0"/>
                          <a:cs typeface="Calibri" panose="020F0502020204030204" pitchFamily="34" charset="0"/>
                        </a:rPr>
                        <a:t>deptno,job</a:t>
                      </a:r>
                      <a:r>
                        <a:rPr lang="en-US" altLang="en-US" sz="2400" b="0" dirty="0">
                          <a:solidFill>
                            <a:srgbClr val="0033CC"/>
                          </a:solidFill>
                          <a:latin typeface="Cambria" panose="02040503050406030204" pitchFamily="18" charset="0"/>
                          <a:ea typeface="Cambria" panose="02040503050406030204" pitchFamily="18" charset="0"/>
                          <a:cs typeface="Calibri" panose="020F0502020204030204" pitchFamily="34" charset="0"/>
                        </a:rPr>
                        <a:t>)</a:t>
                      </a:r>
                      <a:endParaRPr lang="en-US" sz="2400" b="0" dirty="0">
                        <a:solidFill>
                          <a:srgbClr val="0033CC"/>
                        </a:solidFill>
                        <a:latin typeface="Cambria" panose="02040503050406030204" pitchFamily="18" charset="0"/>
                        <a:ea typeface="Cambria" panose="02040503050406030204" pitchFamily="18" charset="0"/>
                        <a:cs typeface="Calibri" panose="020F0502020204030204" pitchFamily="34" charset="0"/>
                      </a:endParaRPr>
                    </a:p>
                  </a:txBody>
                  <a:tcPr marL="91449" marR="9144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1800063902"/>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27DB57-8EEE-AA92-624B-F5789CB5FBD6}"/>
            </a:ext>
          </a:extLst>
        </p:cNvPr>
        <p:cNvGrpSpPr/>
        <p:nvPr/>
      </p:nvGrpSpPr>
      <p:grpSpPr>
        <a:xfrm>
          <a:off x="0" y="0"/>
          <a:ext cx="0" cy="0"/>
          <a:chOff x="0" y="0"/>
          <a:chExt cx="0" cy="0"/>
        </a:xfrm>
      </p:grpSpPr>
      <p:sp>
        <p:nvSpPr>
          <p:cNvPr id="38914" name="Rectangle 2">
            <a:extLst>
              <a:ext uri="{FF2B5EF4-FFF2-40B4-BE49-F238E27FC236}">
                <a16:creationId xmlns:a16="http://schemas.microsoft.com/office/drawing/2014/main" id="{64843D66-A5D3-A6C2-A92E-1FF8811CA141}"/>
              </a:ext>
            </a:extLst>
          </p:cNvPr>
          <p:cNvSpPr>
            <a:spLocks noGrp="1" noChangeArrowheads="1"/>
          </p:cNvSpPr>
          <p:nvPr>
            <p:ph type="title"/>
          </p:nvPr>
        </p:nvSpPr>
        <p:spPr>
          <a:xfrm>
            <a:off x="323850" y="208384"/>
            <a:ext cx="6480398" cy="533400"/>
          </a:xfrm>
        </p:spPr>
        <p:txBody>
          <a:bodyPr/>
          <a:lstStyle/>
          <a:p>
            <a:pPr eaLnBrk="1" hangingPunct="1"/>
            <a:br>
              <a:rPr lang="en-US" altLang="en-US" sz="2800" b="1" u="sng" dirty="0">
                <a:solidFill>
                  <a:srgbClr val="D34817"/>
                </a:solidFill>
                <a:latin typeface="Cambria" panose="02040503050406030204" pitchFamily="18" charset="0"/>
                <a:ea typeface="Cambria" panose="02040503050406030204" pitchFamily="18" charset="0"/>
              </a:rPr>
            </a:br>
            <a:br>
              <a:rPr lang="en-US" altLang="en-US" sz="2800" b="1" u="sng" dirty="0">
                <a:solidFill>
                  <a:srgbClr val="D34817"/>
                </a:solidFill>
                <a:latin typeface="Cambria" panose="02040503050406030204" pitchFamily="18" charset="0"/>
                <a:ea typeface="Cambria" panose="02040503050406030204" pitchFamily="18" charset="0"/>
              </a:rPr>
            </a:br>
            <a:r>
              <a:rPr lang="en-US" altLang="en-US" sz="2800" b="1" u="sng" dirty="0">
                <a:solidFill>
                  <a:srgbClr val="D34817"/>
                </a:solidFill>
                <a:latin typeface="Cambria" panose="02040503050406030204" pitchFamily="18" charset="0"/>
                <a:ea typeface="Cambria" panose="02040503050406030204" pitchFamily="18" charset="0"/>
              </a:rPr>
              <a:t>List Aggregate</a:t>
            </a:r>
          </a:p>
        </p:txBody>
      </p:sp>
      <p:sp>
        <p:nvSpPr>
          <p:cNvPr id="38915" name="Rectangle 3">
            <a:extLst>
              <a:ext uri="{FF2B5EF4-FFF2-40B4-BE49-F238E27FC236}">
                <a16:creationId xmlns:a16="http://schemas.microsoft.com/office/drawing/2014/main" id="{8741524D-447A-9E0E-0439-05DD6A7C8BBA}"/>
              </a:ext>
            </a:extLst>
          </p:cNvPr>
          <p:cNvSpPr>
            <a:spLocks noGrp="1" noChangeArrowheads="1"/>
          </p:cNvSpPr>
          <p:nvPr>
            <p:ph sz="quarter" idx="1"/>
          </p:nvPr>
        </p:nvSpPr>
        <p:spPr>
          <a:xfrm>
            <a:off x="425450" y="741784"/>
            <a:ext cx="8394700" cy="4343400"/>
          </a:xfrm>
        </p:spPr>
        <p:txBody>
          <a:bodyPr/>
          <a:lstStyle/>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28600" indent="-228600" eaLnBrk="1" hangingPunct="1"/>
            <a:endParaRPr lang="en-US" altLang="en-US" sz="2800" dirty="0"/>
          </a:p>
        </p:txBody>
      </p:sp>
      <p:sp>
        <p:nvSpPr>
          <p:cNvPr id="2" name="Slide Number Placeholder 23">
            <a:extLst>
              <a:ext uri="{FF2B5EF4-FFF2-40B4-BE49-F238E27FC236}">
                <a16:creationId xmlns:a16="http://schemas.microsoft.com/office/drawing/2014/main" id="{C3C1CA7B-3286-6B71-A5B9-FD97CA238C11}"/>
              </a:ext>
            </a:extLst>
          </p:cNvPr>
          <p:cNvSpPr>
            <a:spLocks noGrp="1"/>
          </p:cNvSpPr>
          <p:nvPr>
            <p:ph type="sldNum" sz="quarter" idx="12"/>
          </p:nvPr>
        </p:nvSpPr>
        <p:spPr>
          <a:xfrm>
            <a:off x="8532440" y="6166335"/>
            <a:ext cx="427833"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23</a:t>
            </a:fld>
            <a:endParaRPr kumimoji="0" lang="en-US" sz="1400" b="0" i="0" u="none" strike="noStrike" kern="1200" cap="none" spc="0" normalizeH="0" baseline="0" noProof="0" dirty="0">
              <a:ln>
                <a:noFill/>
              </a:ln>
              <a:solidFill>
                <a:srgbClr val="FFFFFF"/>
              </a:solidFill>
              <a:effectLst/>
              <a:uLnTx/>
              <a:uFillTx/>
              <a:latin typeface="Franklin Gothic Book"/>
              <a:ea typeface="+mj-ea"/>
              <a:cs typeface="+mj-cs"/>
            </a:endParaRPr>
          </a:p>
        </p:txBody>
      </p:sp>
      <p:sp>
        <p:nvSpPr>
          <p:cNvPr id="4" name="Rectangle 3">
            <a:extLst>
              <a:ext uri="{FF2B5EF4-FFF2-40B4-BE49-F238E27FC236}">
                <a16:creationId xmlns:a16="http://schemas.microsoft.com/office/drawing/2014/main" id="{90B6609A-C9BA-1C74-84F7-6F4014566E29}"/>
              </a:ext>
            </a:extLst>
          </p:cNvPr>
          <p:cNvSpPr txBox="1">
            <a:spLocks noChangeArrowheads="1"/>
          </p:cNvSpPr>
          <p:nvPr/>
        </p:nvSpPr>
        <p:spPr bwMode="auto">
          <a:xfrm>
            <a:off x="353764" y="669776"/>
            <a:ext cx="83947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7688"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6963"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285750" indent="-285750" algn="just">
              <a:buSzPct val="50000"/>
              <a:buFont typeface="Wingdings" panose="05000000000000000000" pitchFamily="2" charset="2"/>
              <a:buChar char="l"/>
            </a:pPr>
            <a:r>
              <a:rPr lang="en-US" altLang="en-US" sz="2400" dirty="0">
                <a:solidFill>
                  <a:srgbClr val="0033CC"/>
                </a:solidFill>
                <a:latin typeface="Cambria" panose="02040503050406030204" pitchFamily="18" charset="0"/>
                <a:ea typeface="Cambria" panose="02040503050406030204" pitchFamily="18" charset="0"/>
                <a:cs typeface="Calibri" panose="020F0502020204030204" pitchFamily="34" charset="0"/>
              </a:rPr>
              <a:t>LISTAGG() </a:t>
            </a:r>
            <a:r>
              <a:rPr lang="en-US" altLang="en-US" sz="2400" dirty="0">
                <a:latin typeface="Cambria" panose="02040503050406030204" pitchFamily="18" charset="0"/>
                <a:ea typeface="Cambria" panose="02040503050406030204" pitchFamily="18" charset="0"/>
                <a:cs typeface="Calibri" panose="020F0502020204030204" pitchFamily="34" charset="0"/>
              </a:rPr>
              <a:t>function transforms data from multiple rows into a single list of values.</a:t>
            </a:r>
          </a:p>
        </p:txBody>
      </p:sp>
      <p:sp>
        <p:nvSpPr>
          <p:cNvPr id="5" name="Footer Placeholder 2">
            <a:extLst>
              <a:ext uri="{FF2B5EF4-FFF2-40B4-BE49-F238E27FC236}">
                <a16:creationId xmlns:a16="http://schemas.microsoft.com/office/drawing/2014/main" id="{F62F7926-7C11-82A4-35AB-909D14A858C9}"/>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graphicFrame>
        <p:nvGraphicFramePr>
          <p:cNvPr id="6" name="Table 5">
            <a:extLst>
              <a:ext uri="{FF2B5EF4-FFF2-40B4-BE49-F238E27FC236}">
                <a16:creationId xmlns:a16="http://schemas.microsoft.com/office/drawing/2014/main" id="{5C9E287A-475E-C4CD-8173-0F82002D88D1}"/>
              </a:ext>
            </a:extLst>
          </p:cNvPr>
          <p:cNvGraphicFramePr>
            <a:graphicFrameLocks noGrp="1"/>
          </p:cNvGraphicFramePr>
          <p:nvPr>
            <p:extLst>
              <p:ext uri="{D42A27DB-BD31-4B8C-83A1-F6EECF244321}">
                <p14:modId xmlns:p14="http://schemas.microsoft.com/office/powerpoint/2010/main" val="3857706811"/>
              </p:ext>
            </p:extLst>
          </p:nvPr>
        </p:nvGraphicFramePr>
        <p:xfrm>
          <a:off x="610815" y="1583824"/>
          <a:ext cx="7921625" cy="1783080"/>
        </p:xfrm>
        <a:graphic>
          <a:graphicData uri="http://schemas.openxmlformats.org/drawingml/2006/table">
            <a:tbl>
              <a:tblPr firstRow="1" bandRow="1">
                <a:tableStyleId>{5C22544A-7EE6-4342-B048-85BDC9FD1C3A}</a:tableStyleId>
              </a:tblPr>
              <a:tblGrid>
                <a:gridCol w="7921625">
                  <a:extLst>
                    <a:ext uri="{9D8B030D-6E8A-4147-A177-3AD203B41FA5}">
                      <a16:colId xmlns:a16="http://schemas.microsoft.com/office/drawing/2014/main" val="20000"/>
                    </a:ext>
                  </a:extLst>
                </a:gridCol>
              </a:tblGrid>
              <a:tr h="370840">
                <a:tc>
                  <a:txBody>
                    <a:bodyPr/>
                    <a:lstStyle/>
                    <a:p>
                      <a:pPr marL="0" indent="0" algn="just">
                        <a:spcBef>
                          <a:spcPts val="600"/>
                        </a:spcBef>
                        <a:buNone/>
                      </a:pPr>
                      <a:r>
                        <a:rPr lang="en-US" altLang="en-US" sz="2400" b="0" dirty="0">
                          <a:solidFill>
                            <a:schemeClr val="tx1"/>
                          </a:solidFill>
                          <a:latin typeface="Cambria" panose="02040503050406030204" pitchFamily="18" charset="0"/>
                          <a:ea typeface="Cambria" panose="02040503050406030204" pitchFamily="18" charset="0"/>
                          <a:cs typeface="Calibri" panose="020F0502020204030204" pitchFamily="34" charset="0"/>
                        </a:rPr>
                        <a:t>SELECT job, </a:t>
                      </a:r>
                      <a:r>
                        <a:rPr lang="en-US" altLang="en-US" sz="2400" b="0" dirty="0">
                          <a:solidFill>
                            <a:srgbClr val="FF0000"/>
                          </a:solidFill>
                          <a:latin typeface="Cambria" panose="02040503050406030204" pitchFamily="18" charset="0"/>
                          <a:ea typeface="Cambria" panose="02040503050406030204" pitchFamily="18" charset="0"/>
                          <a:cs typeface="Calibri" panose="020F0502020204030204" pitchFamily="34" charset="0"/>
                        </a:rPr>
                        <a:t>LISTAGG(</a:t>
                      </a:r>
                      <a:r>
                        <a:rPr lang="en-US" altLang="en-US" sz="2400" b="0" dirty="0" err="1">
                          <a:solidFill>
                            <a:srgbClr val="FF0000"/>
                          </a:solidFill>
                          <a:latin typeface="Cambria" panose="02040503050406030204" pitchFamily="18" charset="0"/>
                          <a:ea typeface="Cambria" panose="02040503050406030204" pitchFamily="18" charset="0"/>
                          <a:cs typeface="Calibri" panose="020F0502020204030204" pitchFamily="34" charset="0"/>
                        </a:rPr>
                        <a:t>ename</a:t>
                      </a:r>
                      <a:r>
                        <a:rPr lang="en-US" altLang="en-US" sz="2400" b="0" dirty="0">
                          <a:solidFill>
                            <a:srgbClr val="FF0000"/>
                          </a:solidFill>
                          <a:latin typeface="Cambria" panose="02040503050406030204" pitchFamily="18" charset="0"/>
                          <a:ea typeface="Cambria" panose="02040503050406030204" pitchFamily="18" charset="0"/>
                          <a:cs typeface="Calibri" panose="020F0502020204030204" pitchFamily="34" charset="0"/>
                        </a:rPr>
                        <a:t>,',')</a:t>
                      </a:r>
                      <a:r>
                        <a:rPr lang="en-US" altLang="en-US" sz="2400" b="0" dirty="0">
                          <a:solidFill>
                            <a:schemeClr val="tx1"/>
                          </a:solidFill>
                          <a:latin typeface="Cambria" panose="02040503050406030204" pitchFamily="18" charset="0"/>
                          <a:ea typeface="Cambria" panose="02040503050406030204" pitchFamily="18" charset="0"/>
                          <a:cs typeface="Calibri" panose="020F0502020204030204" pitchFamily="34" charset="0"/>
                        </a:rPr>
                        <a:t> </a:t>
                      </a:r>
                    </a:p>
                    <a:p>
                      <a:pPr marL="0" indent="0" algn="just">
                        <a:spcBef>
                          <a:spcPts val="600"/>
                        </a:spcBef>
                        <a:buNone/>
                      </a:pPr>
                      <a:r>
                        <a:rPr lang="en-US" altLang="en-US" sz="2400" b="0" dirty="0">
                          <a:solidFill>
                            <a:srgbClr val="0033CC"/>
                          </a:solidFill>
                          <a:latin typeface="Cambria" panose="02040503050406030204" pitchFamily="18" charset="0"/>
                          <a:ea typeface="Cambria" panose="02040503050406030204" pitchFamily="18" charset="0"/>
                          <a:cs typeface="Calibri" panose="020F0502020204030204" pitchFamily="34" charset="0"/>
                        </a:rPr>
                        <a:t>WITHIN GROUP(ORDER BY </a:t>
                      </a:r>
                      <a:r>
                        <a:rPr lang="en-US" altLang="en-US" sz="2400" b="0" dirty="0" err="1">
                          <a:solidFill>
                            <a:srgbClr val="0033CC"/>
                          </a:solidFill>
                          <a:latin typeface="Cambria" panose="02040503050406030204" pitchFamily="18" charset="0"/>
                          <a:ea typeface="Cambria" panose="02040503050406030204" pitchFamily="18" charset="0"/>
                          <a:cs typeface="Calibri" panose="020F0502020204030204" pitchFamily="34" charset="0"/>
                        </a:rPr>
                        <a:t>ename</a:t>
                      </a:r>
                      <a:r>
                        <a:rPr lang="en-US" altLang="en-US" sz="2400" b="0" dirty="0">
                          <a:solidFill>
                            <a:srgbClr val="0033CC"/>
                          </a:solidFill>
                          <a:latin typeface="Cambria" panose="02040503050406030204" pitchFamily="18" charset="0"/>
                          <a:ea typeface="Cambria" panose="02040503050406030204" pitchFamily="18" charset="0"/>
                          <a:cs typeface="Calibri" panose="020F0502020204030204" pitchFamily="34" charset="0"/>
                        </a:rPr>
                        <a:t>)</a:t>
                      </a:r>
                      <a:r>
                        <a:rPr lang="en-US" altLang="en-US" sz="2400" b="0" dirty="0">
                          <a:solidFill>
                            <a:schemeClr val="tx1"/>
                          </a:solidFill>
                          <a:latin typeface="Cambria" panose="02040503050406030204" pitchFamily="18" charset="0"/>
                          <a:ea typeface="Cambria" panose="02040503050406030204" pitchFamily="18" charset="0"/>
                          <a:cs typeface="Calibri" panose="020F0502020204030204" pitchFamily="34" charset="0"/>
                        </a:rPr>
                        <a:t> AS employees</a:t>
                      </a:r>
                    </a:p>
                    <a:p>
                      <a:pPr marL="0" indent="0" algn="just">
                        <a:spcBef>
                          <a:spcPts val="600"/>
                        </a:spcBef>
                        <a:buNone/>
                      </a:pPr>
                      <a:r>
                        <a:rPr lang="en-US" altLang="en-US" sz="2400" b="0" dirty="0">
                          <a:solidFill>
                            <a:schemeClr val="tx1"/>
                          </a:solidFill>
                          <a:latin typeface="Cambria" panose="02040503050406030204" pitchFamily="18" charset="0"/>
                          <a:ea typeface="Cambria" panose="02040503050406030204" pitchFamily="18" charset="0"/>
                          <a:cs typeface="Calibri" panose="020F0502020204030204" pitchFamily="34" charset="0"/>
                        </a:rPr>
                        <a:t>FROM emp </a:t>
                      </a:r>
                    </a:p>
                    <a:p>
                      <a:pPr marL="0" indent="0" algn="just">
                        <a:spcBef>
                          <a:spcPts val="600"/>
                        </a:spcBef>
                        <a:buNone/>
                      </a:pPr>
                      <a:r>
                        <a:rPr lang="en-US" altLang="en-US" sz="2400" b="0" dirty="0">
                          <a:solidFill>
                            <a:schemeClr val="tx1"/>
                          </a:solidFill>
                          <a:latin typeface="Cambria" panose="02040503050406030204" pitchFamily="18" charset="0"/>
                          <a:ea typeface="Cambria" panose="02040503050406030204" pitchFamily="18" charset="0"/>
                          <a:cs typeface="Calibri" panose="020F0502020204030204" pitchFamily="34" charset="0"/>
                        </a:rPr>
                        <a:t>GROUP BY job ORDER BY job;</a:t>
                      </a:r>
                    </a:p>
                  </a:txBody>
                  <a:tcPr marL="91449" marR="9144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graphicFrame>
        <p:nvGraphicFramePr>
          <p:cNvPr id="7" name="Table 6">
            <a:extLst>
              <a:ext uri="{FF2B5EF4-FFF2-40B4-BE49-F238E27FC236}">
                <a16:creationId xmlns:a16="http://schemas.microsoft.com/office/drawing/2014/main" id="{BA333733-054E-DF9E-0DEE-2EA8504C911B}"/>
              </a:ext>
            </a:extLst>
          </p:cNvPr>
          <p:cNvGraphicFramePr>
            <a:graphicFrameLocks noGrp="1"/>
          </p:cNvGraphicFramePr>
          <p:nvPr>
            <p:extLst>
              <p:ext uri="{D42A27DB-BD31-4B8C-83A1-F6EECF244321}">
                <p14:modId xmlns:p14="http://schemas.microsoft.com/office/powerpoint/2010/main" val="3298826982"/>
              </p:ext>
            </p:extLst>
          </p:nvPr>
        </p:nvGraphicFramePr>
        <p:xfrm>
          <a:off x="1475656" y="3601616"/>
          <a:ext cx="6625480" cy="2514600"/>
        </p:xfrm>
        <a:graphic>
          <a:graphicData uri="http://schemas.openxmlformats.org/drawingml/2006/table">
            <a:tbl>
              <a:tblPr/>
              <a:tblGrid>
                <a:gridCol w="2206763">
                  <a:extLst>
                    <a:ext uri="{9D8B030D-6E8A-4147-A177-3AD203B41FA5}">
                      <a16:colId xmlns:a16="http://schemas.microsoft.com/office/drawing/2014/main" val="20000"/>
                    </a:ext>
                  </a:extLst>
                </a:gridCol>
                <a:gridCol w="4418717">
                  <a:extLst>
                    <a:ext uri="{9D8B030D-6E8A-4147-A177-3AD203B41FA5}">
                      <a16:colId xmlns:a16="http://schemas.microsoft.com/office/drawing/2014/main" val="20001"/>
                    </a:ext>
                  </a:extLst>
                </a:gridCol>
              </a:tblGrid>
              <a:tr h="365760">
                <a:tc>
                  <a:txBody>
                    <a:bodyPr/>
                    <a:lstStyle/>
                    <a:p>
                      <a:pPr algn="ctr" fontAlgn="b"/>
                      <a:r>
                        <a:rPr lang="en-US" sz="2400" b="1" dirty="0">
                          <a:solidFill>
                            <a:srgbClr val="FFFFFF"/>
                          </a:solidFill>
                          <a:effectLst/>
                          <a:latin typeface="Cambria" panose="02040503050406030204" pitchFamily="18" charset="0"/>
                          <a:ea typeface="Cambria" panose="02040503050406030204" pitchFamily="18" charset="0"/>
                          <a:cs typeface="Calibri" panose="020F0502020204030204" pitchFamily="34" charset="0"/>
                        </a:rPr>
                        <a:t>JOB</a:t>
                      </a:r>
                    </a:p>
                  </a:txBody>
                  <a:tcPr marL="68585" marR="68585" anchor="b">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879CBD"/>
                    </a:solidFill>
                  </a:tcPr>
                </a:tc>
                <a:tc>
                  <a:txBody>
                    <a:bodyPr/>
                    <a:lstStyle/>
                    <a:p>
                      <a:pPr algn="ctr" fontAlgn="b"/>
                      <a:r>
                        <a:rPr lang="en-US" sz="2400" b="1" dirty="0">
                          <a:solidFill>
                            <a:srgbClr val="FFFFFF"/>
                          </a:solidFill>
                          <a:effectLst/>
                          <a:latin typeface="Cambria" panose="02040503050406030204" pitchFamily="18" charset="0"/>
                          <a:ea typeface="Cambria" panose="02040503050406030204" pitchFamily="18" charset="0"/>
                          <a:cs typeface="Calibri" panose="020F0502020204030204" pitchFamily="34" charset="0"/>
                        </a:rPr>
                        <a:t>EMPLOYEES</a:t>
                      </a:r>
                    </a:p>
                  </a:txBody>
                  <a:tcPr marL="68585" marR="68585" anchor="b">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879CBD"/>
                    </a:solidFill>
                  </a:tcPr>
                </a:tc>
                <a:extLst>
                  <a:ext uri="{0D108BD9-81ED-4DB2-BD59-A6C34878D82A}">
                    <a16:rowId xmlns:a16="http://schemas.microsoft.com/office/drawing/2014/main" val="10000"/>
                  </a:ext>
                </a:extLst>
              </a:tr>
              <a:tr h="320040">
                <a:tc>
                  <a:txBody>
                    <a:bodyPr/>
                    <a:lstStyle/>
                    <a:p>
                      <a:r>
                        <a:rPr lang="en-US" sz="2400">
                          <a:effectLst/>
                          <a:latin typeface="Cambria" panose="02040503050406030204" pitchFamily="18" charset="0"/>
                          <a:ea typeface="Cambria" panose="02040503050406030204" pitchFamily="18" charset="0"/>
                          <a:cs typeface="Calibri" panose="020F0502020204030204" pitchFamily="34" charset="0"/>
                        </a:rPr>
                        <a:t>ANALYST</a:t>
                      </a:r>
                    </a:p>
                  </a:txBody>
                  <a:tcPr marL="68585" marR="68585" marT="22860" marB="228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2400" dirty="0">
                          <a:effectLst/>
                          <a:latin typeface="Cambria" panose="02040503050406030204" pitchFamily="18" charset="0"/>
                          <a:ea typeface="Cambria" panose="02040503050406030204" pitchFamily="18" charset="0"/>
                          <a:cs typeface="Calibri" panose="020F0502020204030204" pitchFamily="34" charset="0"/>
                        </a:rPr>
                        <a:t>FORD,SCOTT</a:t>
                      </a:r>
                    </a:p>
                  </a:txBody>
                  <a:tcPr marL="68585" marR="68585" marT="22860" marB="228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extLst>
                  <a:ext uri="{0D108BD9-81ED-4DB2-BD59-A6C34878D82A}">
                    <a16:rowId xmlns:a16="http://schemas.microsoft.com/office/drawing/2014/main" val="10001"/>
                  </a:ext>
                </a:extLst>
              </a:tr>
              <a:tr h="320040">
                <a:tc>
                  <a:txBody>
                    <a:bodyPr/>
                    <a:lstStyle/>
                    <a:p>
                      <a:r>
                        <a:rPr lang="en-US" sz="2400" dirty="0">
                          <a:effectLst/>
                          <a:latin typeface="Cambria" panose="02040503050406030204" pitchFamily="18" charset="0"/>
                          <a:ea typeface="Cambria" panose="02040503050406030204" pitchFamily="18" charset="0"/>
                          <a:cs typeface="Calibri" panose="020F0502020204030204" pitchFamily="34" charset="0"/>
                        </a:rPr>
                        <a:t>CLERK</a:t>
                      </a:r>
                    </a:p>
                  </a:txBody>
                  <a:tcPr marL="68585" marR="68585" marT="22860" marB="228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2400">
                          <a:effectLst/>
                          <a:latin typeface="Cambria" panose="02040503050406030204" pitchFamily="18" charset="0"/>
                          <a:ea typeface="Cambria" panose="02040503050406030204" pitchFamily="18" charset="0"/>
                          <a:cs typeface="Calibri" panose="020F0502020204030204" pitchFamily="34" charset="0"/>
                        </a:rPr>
                        <a:t>ADAMS,JAMES,MILLER,SMITH</a:t>
                      </a:r>
                    </a:p>
                  </a:txBody>
                  <a:tcPr marL="68585" marR="68585" marT="22860" marB="228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extLst>
                  <a:ext uri="{0D108BD9-81ED-4DB2-BD59-A6C34878D82A}">
                    <a16:rowId xmlns:a16="http://schemas.microsoft.com/office/drawing/2014/main" val="10002"/>
                  </a:ext>
                </a:extLst>
              </a:tr>
              <a:tr h="320040">
                <a:tc>
                  <a:txBody>
                    <a:bodyPr/>
                    <a:lstStyle/>
                    <a:p>
                      <a:r>
                        <a:rPr lang="en-US" sz="2400">
                          <a:effectLst/>
                          <a:latin typeface="Cambria" panose="02040503050406030204" pitchFamily="18" charset="0"/>
                          <a:ea typeface="Cambria" panose="02040503050406030204" pitchFamily="18" charset="0"/>
                          <a:cs typeface="Calibri" panose="020F0502020204030204" pitchFamily="34" charset="0"/>
                        </a:rPr>
                        <a:t>MANAGER</a:t>
                      </a:r>
                    </a:p>
                  </a:txBody>
                  <a:tcPr marL="68585" marR="68585" marT="22860" marB="228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2400">
                          <a:effectLst/>
                          <a:latin typeface="Cambria" panose="02040503050406030204" pitchFamily="18" charset="0"/>
                          <a:ea typeface="Cambria" panose="02040503050406030204" pitchFamily="18" charset="0"/>
                          <a:cs typeface="Calibri" panose="020F0502020204030204" pitchFamily="34" charset="0"/>
                        </a:rPr>
                        <a:t>BLAKE,CLARK,JONES</a:t>
                      </a:r>
                    </a:p>
                  </a:txBody>
                  <a:tcPr marL="68585" marR="68585" marT="22860" marB="228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extLst>
                  <a:ext uri="{0D108BD9-81ED-4DB2-BD59-A6C34878D82A}">
                    <a16:rowId xmlns:a16="http://schemas.microsoft.com/office/drawing/2014/main" val="10003"/>
                  </a:ext>
                </a:extLst>
              </a:tr>
              <a:tr h="320040">
                <a:tc>
                  <a:txBody>
                    <a:bodyPr/>
                    <a:lstStyle/>
                    <a:p>
                      <a:r>
                        <a:rPr lang="en-US" sz="2400">
                          <a:effectLst/>
                          <a:latin typeface="Cambria" panose="02040503050406030204" pitchFamily="18" charset="0"/>
                          <a:ea typeface="Cambria" panose="02040503050406030204" pitchFamily="18" charset="0"/>
                          <a:cs typeface="Calibri" panose="020F0502020204030204" pitchFamily="34" charset="0"/>
                        </a:rPr>
                        <a:t>PRESIDENT</a:t>
                      </a:r>
                    </a:p>
                  </a:txBody>
                  <a:tcPr marL="68585" marR="68585" marT="22860" marB="228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2400">
                          <a:effectLst/>
                          <a:latin typeface="Cambria" panose="02040503050406030204" pitchFamily="18" charset="0"/>
                          <a:ea typeface="Cambria" panose="02040503050406030204" pitchFamily="18" charset="0"/>
                          <a:cs typeface="Calibri" panose="020F0502020204030204" pitchFamily="34" charset="0"/>
                        </a:rPr>
                        <a:t>KING</a:t>
                      </a:r>
                    </a:p>
                  </a:txBody>
                  <a:tcPr marL="68585" marR="68585" marT="22860" marB="228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extLst>
                  <a:ext uri="{0D108BD9-81ED-4DB2-BD59-A6C34878D82A}">
                    <a16:rowId xmlns:a16="http://schemas.microsoft.com/office/drawing/2014/main" val="10004"/>
                  </a:ext>
                </a:extLst>
              </a:tr>
              <a:tr h="320040">
                <a:tc>
                  <a:txBody>
                    <a:bodyPr/>
                    <a:lstStyle/>
                    <a:p>
                      <a:r>
                        <a:rPr lang="en-US" sz="2400">
                          <a:effectLst/>
                          <a:latin typeface="Cambria" panose="02040503050406030204" pitchFamily="18" charset="0"/>
                          <a:ea typeface="Cambria" panose="02040503050406030204" pitchFamily="18" charset="0"/>
                          <a:cs typeface="Calibri" panose="020F0502020204030204" pitchFamily="34" charset="0"/>
                        </a:rPr>
                        <a:t>SALESMAN</a:t>
                      </a:r>
                    </a:p>
                  </a:txBody>
                  <a:tcPr marL="68585" marR="68585" marT="22860" marB="228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4F4F4"/>
                    </a:solidFill>
                  </a:tcPr>
                </a:tc>
                <a:tc>
                  <a:txBody>
                    <a:bodyPr/>
                    <a:lstStyle/>
                    <a:p>
                      <a:r>
                        <a:rPr lang="en-US" sz="2400" dirty="0">
                          <a:effectLst/>
                          <a:latin typeface="Cambria" panose="02040503050406030204" pitchFamily="18" charset="0"/>
                          <a:ea typeface="Cambria" panose="02040503050406030204" pitchFamily="18" charset="0"/>
                          <a:cs typeface="Calibri" panose="020F0502020204030204" pitchFamily="34" charset="0"/>
                        </a:rPr>
                        <a:t>ALLEN,MARTIN,TURNER,WARD</a:t>
                      </a:r>
                    </a:p>
                  </a:txBody>
                  <a:tcPr marL="68585" marR="68585" marT="22860" marB="228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4F4F4"/>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4086233660"/>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FBF04B-3E07-D704-11C0-0D63E2EA3BDD}"/>
            </a:ext>
          </a:extLst>
        </p:cNvPr>
        <p:cNvGrpSpPr/>
        <p:nvPr/>
      </p:nvGrpSpPr>
      <p:grpSpPr>
        <a:xfrm>
          <a:off x="0" y="0"/>
          <a:ext cx="0" cy="0"/>
          <a:chOff x="0" y="0"/>
          <a:chExt cx="0" cy="0"/>
        </a:xfrm>
      </p:grpSpPr>
      <p:sp>
        <p:nvSpPr>
          <p:cNvPr id="38914" name="Rectangle 2">
            <a:extLst>
              <a:ext uri="{FF2B5EF4-FFF2-40B4-BE49-F238E27FC236}">
                <a16:creationId xmlns:a16="http://schemas.microsoft.com/office/drawing/2014/main" id="{EE7B0B4A-16C4-9D21-7C30-F0F899E1886E}"/>
              </a:ext>
            </a:extLst>
          </p:cNvPr>
          <p:cNvSpPr>
            <a:spLocks noGrp="1" noChangeArrowheads="1"/>
          </p:cNvSpPr>
          <p:nvPr>
            <p:ph type="title"/>
          </p:nvPr>
        </p:nvSpPr>
        <p:spPr>
          <a:xfrm>
            <a:off x="323850" y="208384"/>
            <a:ext cx="6480398" cy="533400"/>
          </a:xfrm>
        </p:spPr>
        <p:txBody>
          <a:bodyPr/>
          <a:lstStyle/>
          <a:p>
            <a:pPr eaLnBrk="1" hangingPunct="1"/>
            <a:br>
              <a:rPr lang="en-US" altLang="en-US" sz="2800" b="1" u="sng" dirty="0">
                <a:solidFill>
                  <a:srgbClr val="D34817"/>
                </a:solidFill>
                <a:latin typeface="Cambria" panose="02040503050406030204" pitchFamily="18" charset="0"/>
                <a:ea typeface="Cambria" panose="02040503050406030204" pitchFamily="18" charset="0"/>
              </a:rPr>
            </a:br>
            <a:br>
              <a:rPr lang="en-US" altLang="en-US" sz="2800" b="1" u="sng" dirty="0">
                <a:solidFill>
                  <a:srgbClr val="D34817"/>
                </a:solidFill>
                <a:latin typeface="Cambria" panose="02040503050406030204" pitchFamily="18" charset="0"/>
                <a:ea typeface="Cambria" panose="02040503050406030204" pitchFamily="18" charset="0"/>
              </a:rPr>
            </a:br>
            <a:r>
              <a:rPr lang="en-US" altLang="en-US" sz="2800" b="1" u="sng" dirty="0">
                <a:solidFill>
                  <a:srgbClr val="D34817"/>
                </a:solidFill>
                <a:latin typeface="Cambria" panose="02040503050406030204" pitchFamily="18" charset="0"/>
                <a:ea typeface="Cambria" panose="02040503050406030204" pitchFamily="18" charset="0"/>
              </a:rPr>
              <a:t>Analytic Functions</a:t>
            </a:r>
          </a:p>
        </p:txBody>
      </p:sp>
      <p:sp>
        <p:nvSpPr>
          <p:cNvPr id="38915" name="Rectangle 3">
            <a:extLst>
              <a:ext uri="{FF2B5EF4-FFF2-40B4-BE49-F238E27FC236}">
                <a16:creationId xmlns:a16="http://schemas.microsoft.com/office/drawing/2014/main" id="{B307AA01-D7E2-AF7F-FB5B-506377781641}"/>
              </a:ext>
            </a:extLst>
          </p:cNvPr>
          <p:cNvSpPr>
            <a:spLocks noGrp="1" noChangeArrowheads="1"/>
          </p:cNvSpPr>
          <p:nvPr>
            <p:ph sz="quarter" idx="1"/>
          </p:nvPr>
        </p:nvSpPr>
        <p:spPr>
          <a:xfrm>
            <a:off x="425450" y="741784"/>
            <a:ext cx="8394700" cy="4343400"/>
          </a:xfrm>
        </p:spPr>
        <p:txBody>
          <a:bodyPr/>
          <a:lstStyle/>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28600" indent="-228600" eaLnBrk="1" hangingPunct="1"/>
            <a:endParaRPr lang="en-US" altLang="en-US" sz="2800" dirty="0"/>
          </a:p>
        </p:txBody>
      </p:sp>
      <p:sp>
        <p:nvSpPr>
          <p:cNvPr id="2" name="Slide Number Placeholder 23">
            <a:extLst>
              <a:ext uri="{FF2B5EF4-FFF2-40B4-BE49-F238E27FC236}">
                <a16:creationId xmlns:a16="http://schemas.microsoft.com/office/drawing/2014/main" id="{1A5394C7-E96D-2CDB-F1F7-CC4306CF688B}"/>
              </a:ext>
            </a:extLst>
          </p:cNvPr>
          <p:cNvSpPr>
            <a:spLocks noGrp="1"/>
          </p:cNvSpPr>
          <p:nvPr>
            <p:ph type="sldNum" sz="quarter" idx="12"/>
          </p:nvPr>
        </p:nvSpPr>
        <p:spPr>
          <a:xfrm>
            <a:off x="8532440" y="6166335"/>
            <a:ext cx="427833"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24</a:t>
            </a:fld>
            <a:endParaRPr kumimoji="0" lang="en-US" sz="1400" b="0" i="0" u="none" strike="noStrike" kern="1200" cap="none" spc="0" normalizeH="0" baseline="0" noProof="0" dirty="0">
              <a:ln>
                <a:noFill/>
              </a:ln>
              <a:solidFill>
                <a:srgbClr val="FFFFFF"/>
              </a:solidFill>
              <a:effectLst/>
              <a:uLnTx/>
              <a:uFillTx/>
              <a:latin typeface="Franklin Gothic Book"/>
              <a:ea typeface="+mj-ea"/>
              <a:cs typeface="+mj-cs"/>
            </a:endParaRPr>
          </a:p>
        </p:txBody>
      </p:sp>
      <p:sp>
        <p:nvSpPr>
          <p:cNvPr id="4" name="Rectangle 3">
            <a:extLst>
              <a:ext uri="{FF2B5EF4-FFF2-40B4-BE49-F238E27FC236}">
                <a16:creationId xmlns:a16="http://schemas.microsoft.com/office/drawing/2014/main" id="{C907D7B1-E862-148B-7043-1847415249E0}"/>
              </a:ext>
            </a:extLst>
          </p:cNvPr>
          <p:cNvSpPr txBox="1">
            <a:spLocks noChangeArrowheads="1"/>
          </p:cNvSpPr>
          <p:nvPr/>
        </p:nvSpPr>
        <p:spPr bwMode="auto">
          <a:xfrm>
            <a:off x="353764" y="669776"/>
            <a:ext cx="8394700" cy="12470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7688"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6963"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285750" indent="-285750" algn="just">
              <a:buSzPct val="50000"/>
              <a:buFont typeface="Wingdings" panose="05000000000000000000" pitchFamily="2" charset="2"/>
              <a:buChar char="l"/>
            </a:pPr>
            <a:r>
              <a:rPr lang="en-US" altLang="en-US" sz="2400" dirty="0">
                <a:latin typeface="Cambria" panose="02040503050406030204" pitchFamily="18" charset="0"/>
                <a:ea typeface="Cambria" panose="02040503050406030204" pitchFamily="18" charset="0"/>
                <a:cs typeface="Calibri" panose="020F0502020204030204" pitchFamily="34" charset="0"/>
              </a:rPr>
              <a:t>Analytic functions enable you to perform complex calculations, such as finding the top-selling product type for each month, the top salespersons, and so on. </a:t>
            </a:r>
          </a:p>
          <a:p>
            <a:pPr marL="285750" indent="-285750" algn="just">
              <a:buSzPct val="50000"/>
              <a:buFont typeface="Wingdings" panose="05000000000000000000" pitchFamily="2" charset="2"/>
              <a:buChar char="l"/>
            </a:pPr>
            <a:r>
              <a:rPr lang="en-US" altLang="en-US" sz="2400" dirty="0">
                <a:latin typeface="Cambria" panose="02040503050406030204" pitchFamily="18" charset="0"/>
                <a:ea typeface="Cambria" panose="02040503050406030204" pitchFamily="18" charset="0"/>
                <a:cs typeface="Calibri" panose="020F0502020204030204" pitchFamily="34" charset="0"/>
              </a:rPr>
              <a:t>The analytic functions are organized into the following categories:</a:t>
            </a:r>
          </a:p>
          <a:p>
            <a:pPr marL="560388" lvl="1" indent="-285750" algn="just">
              <a:buSzPct val="50000"/>
              <a:buFont typeface="Wingdings" panose="05000000000000000000" pitchFamily="2" charset="2"/>
              <a:buChar char="l"/>
            </a:pPr>
            <a:r>
              <a:rPr lang="en-US" altLang="en-US" dirty="0">
                <a:solidFill>
                  <a:srgbClr val="0033CC"/>
                </a:solidFill>
                <a:latin typeface="Cambria" panose="02040503050406030204" pitchFamily="18" charset="0"/>
                <a:ea typeface="Cambria" panose="02040503050406030204" pitchFamily="18" charset="0"/>
                <a:cs typeface="Calibri" panose="020F0502020204030204" pitchFamily="34" charset="0"/>
              </a:rPr>
              <a:t>Window Functions</a:t>
            </a:r>
          </a:p>
          <a:p>
            <a:pPr marL="560388" lvl="1" indent="-285750" algn="just">
              <a:buSzPct val="50000"/>
              <a:buFont typeface="Wingdings" panose="05000000000000000000" pitchFamily="2" charset="2"/>
              <a:buChar char="l"/>
            </a:pPr>
            <a:r>
              <a:rPr lang="en-US" altLang="en-US" dirty="0">
                <a:solidFill>
                  <a:srgbClr val="0033CC"/>
                </a:solidFill>
                <a:latin typeface="Cambria" panose="02040503050406030204" pitchFamily="18" charset="0"/>
                <a:ea typeface="Cambria" panose="02040503050406030204" pitchFamily="18" charset="0"/>
                <a:cs typeface="Calibri" panose="020F0502020204030204" pitchFamily="34" charset="0"/>
              </a:rPr>
              <a:t>Ranking Functions </a:t>
            </a:r>
          </a:p>
        </p:txBody>
      </p:sp>
      <p:sp>
        <p:nvSpPr>
          <p:cNvPr id="5" name="Footer Placeholder 2">
            <a:extLst>
              <a:ext uri="{FF2B5EF4-FFF2-40B4-BE49-F238E27FC236}">
                <a16:creationId xmlns:a16="http://schemas.microsoft.com/office/drawing/2014/main" id="{6FA57E49-0D30-B51E-CB7F-D9D5AAF5C65B}"/>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Tree>
    <p:extLst>
      <p:ext uri="{BB962C8B-B14F-4D97-AF65-F5344CB8AC3E}">
        <p14:creationId xmlns:p14="http://schemas.microsoft.com/office/powerpoint/2010/main" val="1821268539"/>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9E508B-38C3-5C42-71FE-2A003EE7054F}"/>
            </a:ext>
          </a:extLst>
        </p:cNvPr>
        <p:cNvGrpSpPr/>
        <p:nvPr/>
      </p:nvGrpSpPr>
      <p:grpSpPr>
        <a:xfrm>
          <a:off x="0" y="0"/>
          <a:ext cx="0" cy="0"/>
          <a:chOff x="0" y="0"/>
          <a:chExt cx="0" cy="0"/>
        </a:xfrm>
      </p:grpSpPr>
      <p:sp>
        <p:nvSpPr>
          <p:cNvPr id="38914" name="Rectangle 2">
            <a:extLst>
              <a:ext uri="{FF2B5EF4-FFF2-40B4-BE49-F238E27FC236}">
                <a16:creationId xmlns:a16="http://schemas.microsoft.com/office/drawing/2014/main" id="{855F6CFD-D0E2-8ADF-F7C3-7289792ACD2C}"/>
              </a:ext>
            </a:extLst>
          </p:cNvPr>
          <p:cNvSpPr>
            <a:spLocks noGrp="1" noChangeArrowheads="1"/>
          </p:cNvSpPr>
          <p:nvPr>
            <p:ph type="title"/>
          </p:nvPr>
        </p:nvSpPr>
        <p:spPr>
          <a:xfrm>
            <a:off x="323850" y="208384"/>
            <a:ext cx="6480398" cy="533400"/>
          </a:xfrm>
        </p:spPr>
        <p:txBody>
          <a:bodyPr/>
          <a:lstStyle/>
          <a:p>
            <a:pPr eaLnBrk="1" hangingPunct="1"/>
            <a:br>
              <a:rPr lang="en-US" altLang="en-US" sz="2800" b="1" u="sng" dirty="0">
                <a:solidFill>
                  <a:srgbClr val="D34817"/>
                </a:solidFill>
                <a:latin typeface="Cambria" panose="02040503050406030204" pitchFamily="18" charset="0"/>
                <a:ea typeface="Cambria" panose="02040503050406030204" pitchFamily="18" charset="0"/>
              </a:rPr>
            </a:br>
            <a:br>
              <a:rPr lang="en-US" altLang="en-US" sz="2800" b="1" u="sng" dirty="0">
                <a:solidFill>
                  <a:srgbClr val="D34817"/>
                </a:solidFill>
                <a:latin typeface="Cambria" panose="02040503050406030204" pitchFamily="18" charset="0"/>
                <a:ea typeface="Cambria" panose="02040503050406030204" pitchFamily="18" charset="0"/>
              </a:rPr>
            </a:br>
            <a:r>
              <a:rPr lang="en-US" altLang="en-US" sz="2800" b="1" u="sng" dirty="0">
                <a:solidFill>
                  <a:srgbClr val="D34817"/>
                </a:solidFill>
                <a:latin typeface="Cambria" panose="02040503050406030204" pitchFamily="18" charset="0"/>
                <a:ea typeface="Cambria" panose="02040503050406030204" pitchFamily="18" charset="0"/>
              </a:rPr>
              <a:t>Window Function</a:t>
            </a:r>
          </a:p>
        </p:txBody>
      </p:sp>
      <p:sp>
        <p:nvSpPr>
          <p:cNvPr id="38915" name="Rectangle 3">
            <a:extLst>
              <a:ext uri="{FF2B5EF4-FFF2-40B4-BE49-F238E27FC236}">
                <a16:creationId xmlns:a16="http://schemas.microsoft.com/office/drawing/2014/main" id="{AE275AD8-9D84-4BDF-37B2-ACD0141D318D}"/>
              </a:ext>
            </a:extLst>
          </p:cNvPr>
          <p:cNvSpPr>
            <a:spLocks noGrp="1" noChangeArrowheads="1"/>
          </p:cNvSpPr>
          <p:nvPr>
            <p:ph sz="quarter" idx="1"/>
          </p:nvPr>
        </p:nvSpPr>
        <p:spPr>
          <a:xfrm>
            <a:off x="425450" y="741784"/>
            <a:ext cx="8394700" cy="4343400"/>
          </a:xfrm>
        </p:spPr>
        <p:txBody>
          <a:bodyPr/>
          <a:lstStyle/>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28600" indent="-228600" eaLnBrk="1" hangingPunct="1"/>
            <a:endParaRPr lang="en-US" altLang="en-US" sz="2800" dirty="0"/>
          </a:p>
        </p:txBody>
      </p:sp>
      <p:sp>
        <p:nvSpPr>
          <p:cNvPr id="2" name="Slide Number Placeholder 23">
            <a:extLst>
              <a:ext uri="{FF2B5EF4-FFF2-40B4-BE49-F238E27FC236}">
                <a16:creationId xmlns:a16="http://schemas.microsoft.com/office/drawing/2014/main" id="{42EC598D-8A9F-D80E-B822-F47FBE5C8D06}"/>
              </a:ext>
            </a:extLst>
          </p:cNvPr>
          <p:cNvSpPr>
            <a:spLocks noGrp="1"/>
          </p:cNvSpPr>
          <p:nvPr>
            <p:ph type="sldNum" sz="quarter" idx="12"/>
          </p:nvPr>
        </p:nvSpPr>
        <p:spPr>
          <a:xfrm>
            <a:off x="8532440" y="6166335"/>
            <a:ext cx="427833"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25</a:t>
            </a:fld>
            <a:endParaRPr kumimoji="0" lang="en-US" sz="1400" b="0" i="0" u="none" strike="noStrike" kern="1200" cap="none" spc="0" normalizeH="0" baseline="0" noProof="0" dirty="0">
              <a:ln>
                <a:noFill/>
              </a:ln>
              <a:solidFill>
                <a:srgbClr val="FFFFFF"/>
              </a:solidFill>
              <a:effectLst/>
              <a:uLnTx/>
              <a:uFillTx/>
              <a:latin typeface="Franklin Gothic Book"/>
              <a:ea typeface="+mj-ea"/>
              <a:cs typeface="+mj-cs"/>
            </a:endParaRPr>
          </a:p>
        </p:txBody>
      </p:sp>
      <p:sp>
        <p:nvSpPr>
          <p:cNvPr id="4" name="Rectangle 3">
            <a:extLst>
              <a:ext uri="{FF2B5EF4-FFF2-40B4-BE49-F238E27FC236}">
                <a16:creationId xmlns:a16="http://schemas.microsoft.com/office/drawing/2014/main" id="{10E0C442-0FA3-CE96-F373-79B08784082A}"/>
              </a:ext>
            </a:extLst>
          </p:cNvPr>
          <p:cNvSpPr txBox="1">
            <a:spLocks noChangeArrowheads="1"/>
          </p:cNvSpPr>
          <p:nvPr/>
        </p:nvSpPr>
        <p:spPr bwMode="auto">
          <a:xfrm>
            <a:off x="353764" y="669776"/>
            <a:ext cx="8394700" cy="12470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7688"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6963"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285750" indent="-285750" algn="just">
              <a:buSzPct val="50000"/>
              <a:buFont typeface="Wingdings" panose="05000000000000000000" pitchFamily="2" charset="2"/>
              <a:buChar char="l"/>
            </a:pPr>
            <a:r>
              <a:rPr lang="en-US" altLang="en-US" sz="2400" dirty="0">
                <a:latin typeface="Cambria" panose="02040503050406030204" pitchFamily="18" charset="0"/>
                <a:ea typeface="Cambria" panose="02040503050406030204" pitchFamily="18" charset="0"/>
                <a:cs typeface="Calibri" panose="020F0502020204030204" pitchFamily="34" charset="0"/>
              </a:rPr>
              <a:t>A window function performs an </a:t>
            </a:r>
            <a:r>
              <a:rPr lang="en-US" altLang="en-US" sz="2400" dirty="0">
                <a:solidFill>
                  <a:srgbClr val="FF0000"/>
                </a:solidFill>
                <a:latin typeface="Cambria" panose="02040503050406030204" pitchFamily="18" charset="0"/>
                <a:ea typeface="Cambria" panose="02040503050406030204" pitchFamily="18" charset="0"/>
                <a:cs typeface="Calibri" panose="020F0502020204030204" pitchFamily="34" charset="0"/>
              </a:rPr>
              <a:t>aggregate-like operation within a certain window</a:t>
            </a:r>
            <a:r>
              <a:rPr lang="en-US" altLang="en-US" sz="2400" dirty="0">
                <a:latin typeface="Cambria" panose="02040503050406030204" pitchFamily="18" charset="0"/>
                <a:ea typeface="Cambria" panose="02040503050406030204" pitchFamily="18" charset="0"/>
                <a:cs typeface="Calibri" panose="020F0502020204030204" pitchFamily="34" charset="0"/>
              </a:rPr>
              <a:t> or within a specified set of query rows.</a:t>
            </a:r>
          </a:p>
          <a:p>
            <a:pPr marL="285750" indent="-285750" algn="just">
              <a:buSzPct val="50000"/>
              <a:buFont typeface="Wingdings" panose="05000000000000000000" pitchFamily="2" charset="2"/>
              <a:buChar char="l"/>
            </a:pPr>
            <a:r>
              <a:rPr lang="en-US" altLang="en-US" sz="2400" dirty="0">
                <a:latin typeface="Cambria" panose="02040503050406030204" pitchFamily="18" charset="0"/>
                <a:ea typeface="Cambria" panose="02040503050406030204" pitchFamily="18" charset="0"/>
                <a:cs typeface="Calibri" panose="020F0502020204030204" pitchFamily="34" charset="0"/>
              </a:rPr>
              <a:t>Whereas an aggregate operation groups query rows into a single result row, a window function produces a result for each query row. </a:t>
            </a:r>
          </a:p>
        </p:txBody>
      </p:sp>
      <p:sp>
        <p:nvSpPr>
          <p:cNvPr id="5" name="Footer Placeholder 2">
            <a:extLst>
              <a:ext uri="{FF2B5EF4-FFF2-40B4-BE49-F238E27FC236}">
                <a16:creationId xmlns:a16="http://schemas.microsoft.com/office/drawing/2014/main" id="{03A093EF-89C9-83E1-174B-8C0FBFC99E25}"/>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graphicFrame>
        <p:nvGraphicFramePr>
          <p:cNvPr id="3" name="Table 2">
            <a:extLst>
              <a:ext uri="{FF2B5EF4-FFF2-40B4-BE49-F238E27FC236}">
                <a16:creationId xmlns:a16="http://schemas.microsoft.com/office/drawing/2014/main" id="{E752BEDE-D3A4-BDB6-71B9-8E2B4B83BDA7}"/>
              </a:ext>
            </a:extLst>
          </p:cNvPr>
          <p:cNvGraphicFramePr>
            <a:graphicFrameLocks noGrp="1"/>
          </p:cNvGraphicFramePr>
          <p:nvPr>
            <p:extLst>
              <p:ext uri="{D42A27DB-BD31-4B8C-83A1-F6EECF244321}">
                <p14:modId xmlns:p14="http://schemas.microsoft.com/office/powerpoint/2010/main" val="3115892261"/>
              </p:ext>
            </p:extLst>
          </p:nvPr>
        </p:nvGraphicFramePr>
        <p:xfrm>
          <a:off x="755576" y="3133565"/>
          <a:ext cx="7848600" cy="3260725"/>
        </p:xfrm>
        <a:graphic>
          <a:graphicData uri="http://schemas.openxmlformats.org/drawingml/2006/table">
            <a:tbl>
              <a:tblPr firstRow="1" bandRow="1">
                <a:tableStyleId>{5C22544A-7EE6-4342-B048-85BDC9FD1C3A}</a:tableStyleId>
              </a:tblPr>
              <a:tblGrid>
                <a:gridCol w="7848600">
                  <a:extLst>
                    <a:ext uri="{9D8B030D-6E8A-4147-A177-3AD203B41FA5}">
                      <a16:colId xmlns:a16="http://schemas.microsoft.com/office/drawing/2014/main" val="20000"/>
                    </a:ext>
                  </a:extLst>
                </a:gridCol>
              </a:tblGrid>
              <a:tr h="3260725">
                <a:tc>
                  <a:txBody>
                    <a:bodyPr/>
                    <a:lstStyle/>
                    <a:p>
                      <a:pPr>
                        <a:spcBef>
                          <a:spcPct val="0"/>
                        </a:spcBef>
                        <a:buFontTx/>
                        <a:buNone/>
                      </a:pPr>
                      <a:r>
                        <a:rPr lang="en-US" altLang="en-US" sz="2400" b="0" dirty="0">
                          <a:solidFill>
                            <a:srgbClr val="000000"/>
                          </a:solidFill>
                          <a:latin typeface="Cambria" panose="02040503050406030204" pitchFamily="18" charset="0"/>
                          <a:ea typeface="Cambria" panose="02040503050406030204" pitchFamily="18" charset="0"/>
                        </a:rPr>
                        <a:t>SELECT </a:t>
                      </a:r>
                      <a:r>
                        <a:rPr lang="en-US" altLang="en-US" sz="2400" b="0" dirty="0" err="1">
                          <a:solidFill>
                            <a:srgbClr val="000000"/>
                          </a:solidFill>
                          <a:latin typeface="Cambria" panose="02040503050406030204" pitchFamily="18" charset="0"/>
                          <a:ea typeface="Cambria" panose="02040503050406030204" pitchFamily="18" charset="0"/>
                        </a:rPr>
                        <a:t>col_list</a:t>
                      </a:r>
                      <a:r>
                        <a:rPr lang="en-US" altLang="en-US" sz="2400" b="0" dirty="0">
                          <a:solidFill>
                            <a:srgbClr val="000000"/>
                          </a:solidFill>
                          <a:latin typeface="Cambria" panose="02040503050406030204" pitchFamily="18" charset="0"/>
                          <a:ea typeface="Cambria" panose="02040503050406030204" pitchFamily="18" charset="0"/>
                        </a:rPr>
                        <a:t>, </a:t>
                      </a:r>
                      <a:r>
                        <a:rPr lang="en-US" altLang="en-US" sz="2400" b="0" dirty="0" err="1">
                          <a:solidFill>
                            <a:srgbClr val="FF0000"/>
                          </a:solidFill>
                          <a:latin typeface="Cambria" panose="02040503050406030204" pitchFamily="18" charset="0"/>
                          <a:ea typeface="Cambria" panose="02040503050406030204" pitchFamily="18" charset="0"/>
                        </a:rPr>
                        <a:t>window_function</a:t>
                      </a:r>
                      <a:r>
                        <a:rPr lang="en-US" altLang="en-US" sz="2400" b="0" dirty="0">
                          <a:solidFill>
                            <a:srgbClr val="000000"/>
                          </a:solidFill>
                          <a:latin typeface="Cambria" panose="02040503050406030204" pitchFamily="18" charset="0"/>
                          <a:ea typeface="Cambria" panose="02040503050406030204" pitchFamily="18" charset="0"/>
                        </a:rPr>
                        <a:t>(col)</a:t>
                      </a:r>
                    </a:p>
                    <a:p>
                      <a:pPr>
                        <a:spcBef>
                          <a:spcPct val="0"/>
                        </a:spcBef>
                        <a:buFontTx/>
                        <a:buNone/>
                      </a:pPr>
                      <a:r>
                        <a:rPr lang="en-US" altLang="en-US" sz="2400" b="0" dirty="0">
                          <a:solidFill>
                            <a:srgbClr val="0033CC"/>
                          </a:solidFill>
                          <a:latin typeface="Cambria" panose="02040503050406030204" pitchFamily="18" charset="0"/>
                          <a:ea typeface="Cambria" panose="02040503050406030204" pitchFamily="18" charset="0"/>
                        </a:rPr>
                        <a:t>OVER ([</a:t>
                      </a:r>
                      <a:r>
                        <a:rPr lang="en-US" altLang="en-US" sz="2400" b="0" dirty="0" err="1">
                          <a:solidFill>
                            <a:srgbClr val="0033CC"/>
                          </a:solidFill>
                          <a:latin typeface="Cambria" panose="02040503050406030204" pitchFamily="18" charset="0"/>
                          <a:ea typeface="Cambria" panose="02040503050406030204" pitchFamily="18" charset="0"/>
                        </a:rPr>
                        <a:t>window_spec</a:t>
                      </a:r>
                      <a:r>
                        <a:rPr lang="en-US" altLang="en-US" sz="2400" b="0" dirty="0">
                          <a:solidFill>
                            <a:srgbClr val="0033CC"/>
                          </a:solidFill>
                          <a:latin typeface="Cambria" panose="02040503050406030204" pitchFamily="18" charset="0"/>
                          <a:ea typeface="Cambria" panose="02040503050406030204" pitchFamily="18" charset="0"/>
                        </a:rPr>
                        <a:t>])</a:t>
                      </a:r>
                      <a:r>
                        <a:rPr lang="en-US" altLang="en-US" sz="2400" b="0" dirty="0">
                          <a:solidFill>
                            <a:schemeClr val="accent6"/>
                          </a:solidFill>
                          <a:latin typeface="Cambria" panose="02040503050406030204" pitchFamily="18" charset="0"/>
                          <a:ea typeface="Cambria" panose="02040503050406030204" pitchFamily="18" charset="0"/>
                        </a:rPr>
                        <a:t> </a:t>
                      </a:r>
                      <a:r>
                        <a:rPr lang="en-US" altLang="en-US" sz="2400" b="0" dirty="0">
                          <a:solidFill>
                            <a:srgbClr val="000000"/>
                          </a:solidFill>
                          <a:latin typeface="Cambria" panose="02040503050406030204" pitchFamily="18" charset="0"/>
                          <a:ea typeface="Cambria" panose="02040503050406030204" pitchFamily="18" charset="0"/>
                        </a:rPr>
                        <a:t>FROM table;</a:t>
                      </a:r>
                    </a:p>
                    <a:p>
                      <a:pPr>
                        <a:spcBef>
                          <a:spcPct val="0"/>
                        </a:spcBef>
                        <a:buFontTx/>
                        <a:buNone/>
                      </a:pPr>
                      <a:endParaRPr lang="en-US" sz="2400" b="0" dirty="0">
                        <a:solidFill>
                          <a:srgbClr val="000000"/>
                        </a:solidFill>
                        <a:latin typeface="Cambria" panose="02040503050406030204" pitchFamily="18" charset="0"/>
                        <a:ea typeface="Cambria" panose="02040503050406030204" pitchFamily="18" charset="0"/>
                      </a:endParaRPr>
                    </a:p>
                    <a:p>
                      <a:pPr marL="0" marR="0" lvl="0" indent="0" algn="l" defTabSz="914400" rtl="0" eaLnBrk="1" fontAlgn="auto" latinLnBrk="0" hangingPunct="1">
                        <a:lnSpc>
                          <a:spcPct val="100000"/>
                        </a:lnSpc>
                        <a:spcBef>
                          <a:spcPct val="0"/>
                        </a:spcBef>
                        <a:spcAft>
                          <a:spcPts val="0"/>
                        </a:spcAft>
                        <a:buClrTx/>
                        <a:buSzTx/>
                        <a:buFontTx/>
                        <a:buNone/>
                        <a:tabLst/>
                        <a:defRPr/>
                      </a:pPr>
                      <a:r>
                        <a:rPr lang="en-US" altLang="en-US" sz="2400" b="0" dirty="0" err="1">
                          <a:solidFill>
                            <a:srgbClr val="FF0000"/>
                          </a:solidFill>
                          <a:latin typeface="Cambria" panose="02040503050406030204" pitchFamily="18" charset="0"/>
                          <a:ea typeface="Cambria" panose="02040503050406030204" pitchFamily="18" charset="0"/>
                        </a:rPr>
                        <a:t>window_function</a:t>
                      </a:r>
                      <a:r>
                        <a:rPr lang="en-US" altLang="en-US" sz="2400" b="0" dirty="0">
                          <a:solidFill>
                            <a:srgbClr val="FF0000"/>
                          </a:solidFill>
                          <a:latin typeface="Cambria" panose="02040503050406030204" pitchFamily="18" charset="0"/>
                          <a:ea typeface="Cambria" panose="02040503050406030204" pitchFamily="18" charset="0"/>
                        </a:rPr>
                        <a:t>: </a:t>
                      </a:r>
                      <a:r>
                        <a:rPr lang="en-US" altLang="en-US" sz="2400" b="0" dirty="0">
                          <a:solidFill>
                            <a:schemeClr val="tx1"/>
                          </a:solidFill>
                          <a:latin typeface="Cambria" panose="02040503050406030204" pitchFamily="18" charset="0"/>
                          <a:ea typeface="Cambria" panose="02040503050406030204" pitchFamily="18" charset="0"/>
                        </a:rPr>
                        <a:t>Any aggregate function</a:t>
                      </a:r>
                    </a:p>
                    <a:p>
                      <a:pPr marL="0" marR="0" lvl="0" indent="0" algn="l" defTabSz="914400" rtl="0" eaLnBrk="1" fontAlgn="auto" latinLnBrk="0" hangingPunct="1">
                        <a:lnSpc>
                          <a:spcPct val="100000"/>
                        </a:lnSpc>
                        <a:spcBef>
                          <a:spcPct val="0"/>
                        </a:spcBef>
                        <a:spcAft>
                          <a:spcPts val="0"/>
                        </a:spcAft>
                        <a:buClrTx/>
                        <a:buSzTx/>
                        <a:buFontTx/>
                        <a:buNone/>
                        <a:tabLst/>
                        <a:defRPr/>
                      </a:pPr>
                      <a:r>
                        <a:rPr lang="en-US" altLang="en-US" sz="2400" b="0" dirty="0" err="1">
                          <a:solidFill>
                            <a:srgbClr val="FF0000"/>
                          </a:solidFill>
                          <a:latin typeface="Cambria" panose="02040503050406030204" pitchFamily="18" charset="0"/>
                          <a:ea typeface="Cambria" panose="02040503050406030204" pitchFamily="18" charset="0"/>
                        </a:rPr>
                        <a:t>window_spec</a:t>
                      </a:r>
                      <a:r>
                        <a:rPr lang="en-US" altLang="en-US" sz="2400" b="0" dirty="0">
                          <a:solidFill>
                            <a:srgbClr val="FF0000"/>
                          </a:solidFill>
                          <a:latin typeface="Cambria" panose="02040503050406030204" pitchFamily="18" charset="0"/>
                          <a:ea typeface="Cambria" panose="02040503050406030204" pitchFamily="18" charset="0"/>
                        </a:rPr>
                        <a:t>: </a:t>
                      </a:r>
                    </a:p>
                    <a:p>
                      <a:pPr marL="0" marR="0" lvl="0" indent="0" algn="l" defTabSz="914400" rtl="0" eaLnBrk="1" fontAlgn="auto" latinLnBrk="0" hangingPunct="1">
                        <a:lnSpc>
                          <a:spcPct val="100000"/>
                        </a:lnSpc>
                        <a:spcBef>
                          <a:spcPct val="0"/>
                        </a:spcBef>
                        <a:spcAft>
                          <a:spcPts val="0"/>
                        </a:spcAft>
                        <a:buClrTx/>
                        <a:buSzTx/>
                        <a:buFontTx/>
                        <a:buNone/>
                        <a:tabLst/>
                        <a:defRPr/>
                      </a:pPr>
                      <a:r>
                        <a:rPr lang="en-US" altLang="en-US" sz="2400" b="0" dirty="0">
                          <a:solidFill>
                            <a:srgbClr val="0033CC"/>
                          </a:solidFill>
                          <a:latin typeface="Cambria" panose="02040503050406030204" pitchFamily="18" charset="0"/>
                          <a:ea typeface="Cambria" panose="02040503050406030204" pitchFamily="18" charset="0"/>
                        </a:rPr>
                        <a:t>[PARTITION BY expr [,expr]…]</a:t>
                      </a:r>
                    </a:p>
                    <a:p>
                      <a:pPr marL="0" marR="0" lvl="0" indent="0" algn="l" defTabSz="914400" rtl="0" eaLnBrk="1" fontAlgn="auto" latinLnBrk="0" hangingPunct="1">
                        <a:lnSpc>
                          <a:spcPct val="100000"/>
                        </a:lnSpc>
                        <a:spcBef>
                          <a:spcPct val="0"/>
                        </a:spcBef>
                        <a:spcAft>
                          <a:spcPts val="0"/>
                        </a:spcAft>
                        <a:buClrTx/>
                        <a:buSzTx/>
                        <a:buFontTx/>
                        <a:buNone/>
                        <a:tabLst/>
                        <a:defRPr/>
                      </a:pPr>
                      <a:r>
                        <a:rPr lang="en-US" altLang="en-US" sz="2400" b="0" dirty="0">
                          <a:solidFill>
                            <a:srgbClr val="0033CC"/>
                          </a:solidFill>
                          <a:latin typeface="Cambria" panose="02040503050406030204" pitchFamily="18" charset="0"/>
                          <a:ea typeface="Cambria" panose="02040503050406030204" pitchFamily="18" charset="0"/>
                        </a:rPr>
                        <a:t>[ORDER BY  expr [ASC/DESC] [,expr [ASC/DESC]]…]</a:t>
                      </a:r>
                    </a:p>
                    <a:p>
                      <a:pPr marL="0" marR="0" lvl="0" indent="0" algn="l" defTabSz="914400" rtl="0" eaLnBrk="1" fontAlgn="auto" latinLnBrk="0" hangingPunct="1">
                        <a:lnSpc>
                          <a:spcPct val="100000"/>
                        </a:lnSpc>
                        <a:spcBef>
                          <a:spcPct val="0"/>
                        </a:spcBef>
                        <a:spcAft>
                          <a:spcPts val="0"/>
                        </a:spcAft>
                        <a:buClrTx/>
                        <a:buSzTx/>
                        <a:buFontTx/>
                        <a:buNone/>
                        <a:tabLst/>
                        <a:defRPr/>
                      </a:pPr>
                      <a:r>
                        <a:rPr lang="en-US" altLang="en-US" sz="2400" b="0" dirty="0">
                          <a:solidFill>
                            <a:srgbClr val="0033CC"/>
                          </a:solidFill>
                          <a:latin typeface="Cambria" panose="02040503050406030204" pitchFamily="18" charset="0"/>
                          <a:ea typeface="Cambria" panose="02040503050406030204" pitchFamily="18" charset="0"/>
                        </a:rPr>
                        <a:t>[frame clause]</a:t>
                      </a:r>
                      <a:endParaRPr lang="en-US" sz="2400" b="0" dirty="0">
                        <a:solidFill>
                          <a:srgbClr val="0033CC"/>
                        </a:solidFill>
                        <a:latin typeface="Cambria" panose="02040503050406030204" pitchFamily="18" charset="0"/>
                        <a:ea typeface="Cambria" panose="02040503050406030204" pitchFamily="18" charset="0"/>
                        <a:cs typeface="Calibri" panose="020F0502020204030204" pitchFamily="34" charset="0"/>
                      </a:endParaRPr>
                    </a:p>
                  </a:txBody>
                  <a:tcPr marL="91441" marR="91441" marT="45725" marB="45725">
                    <a:solidFill>
                      <a:schemeClr val="accent2">
                        <a:lumMod val="20000"/>
                        <a:lumOff val="80000"/>
                      </a:schemeClr>
                    </a:solidFill>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2627132398"/>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6D150D-49A5-E45C-8DC0-FBA3921E0FE8}"/>
            </a:ext>
          </a:extLst>
        </p:cNvPr>
        <p:cNvGrpSpPr/>
        <p:nvPr/>
      </p:nvGrpSpPr>
      <p:grpSpPr>
        <a:xfrm>
          <a:off x="0" y="0"/>
          <a:ext cx="0" cy="0"/>
          <a:chOff x="0" y="0"/>
          <a:chExt cx="0" cy="0"/>
        </a:xfrm>
      </p:grpSpPr>
      <p:sp>
        <p:nvSpPr>
          <p:cNvPr id="38914" name="Rectangle 2">
            <a:extLst>
              <a:ext uri="{FF2B5EF4-FFF2-40B4-BE49-F238E27FC236}">
                <a16:creationId xmlns:a16="http://schemas.microsoft.com/office/drawing/2014/main" id="{52CF8B40-8F87-EE0F-C244-E4CDAEF82121}"/>
              </a:ext>
            </a:extLst>
          </p:cNvPr>
          <p:cNvSpPr>
            <a:spLocks noGrp="1" noChangeArrowheads="1"/>
          </p:cNvSpPr>
          <p:nvPr>
            <p:ph type="title"/>
          </p:nvPr>
        </p:nvSpPr>
        <p:spPr>
          <a:xfrm>
            <a:off x="323850" y="208384"/>
            <a:ext cx="6480398" cy="533400"/>
          </a:xfrm>
        </p:spPr>
        <p:txBody>
          <a:bodyPr/>
          <a:lstStyle/>
          <a:p>
            <a:pPr eaLnBrk="1" hangingPunct="1"/>
            <a:br>
              <a:rPr lang="en-US" altLang="en-US" sz="2800" b="1" u="sng" dirty="0">
                <a:solidFill>
                  <a:srgbClr val="D34817"/>
                </a:solidFill>
                <a:latin typeface="Cambria" panose="02040503050406030204" pitchFamily="18" charset="0"/>
                <a:ea typeface="Cambria" panose="02040503050406030204" pitchFamily="18" charset="0"/>
              </a:rPr>
            </a:br>
            <a:br>
              <a:rPr lang="en-US" altLang="en-US" sz="2800" b="1" u="sng" dirty="0">
                <a:solidFill>
                  <a:srgbClr val="D34817"/>
                </a:solidFill>
                <a:latin typeface="Cambria" panose="02040503050406030204" pitchFamily="18" charset="0"/>
                <a:ea typeface="Cambria" panose="02040503050406030204" pitchFamily="18" charset="0"/>
              </a:rPr>
            </a:br>
            <a:r>
              <a:rPr lang="en-US" altLang="en-US" sz="2800" b="1" u="sng" dirty="0">
                <a:solidFill>
                  <a:srgbClr val="D34817"/>
                </a:solidFill>
                <a:latin typeface="Cambria" panose="02040503050406030204" pitchFamily="18" charset="0"/>
                <a:ea typeface="Cambria" panose="02040503050406030204" pitchFamily="18" charset="0"/>
              </a:rPr>
              <a:t>Window Function</a:t>
            </a:r>
          </a:p>
        </p:txBody>
      </p:sp>
      <p:sp>
        <p:nvSpPr>
          <p:cNvPr id="38915" name="Rectangle 3">
            <a:extLst>
              <a:ext uri="{FF2B5EF4-FFF2-40B4-BE49-F238E27FC236}">
                <a16:creationId xmlns:a16="http://schemas.microsoft.com/office/drawing/2014/main" id="{95CA524E-E2FE-0841-D1E1-22F49561CC85}"/>
              </a:ext>
            </a:extLst>
          </p:cNvPr>
          <p:cNvSpPr>
            <a:spLocks noGrp="1" noChangeArrowheads="1"/>
          </p:cNvSpPr>
          <p:nvPr>
            <p:ph sz="quarter" idx="1"/>
          </p:nvPr>
        </p:nvSpPr>
        <p:spPr>
          <a:xfrm>
            <a:off x="425450" y="741784"/>
            <a:ext cx="8394700" cy="4343400"/>
          </a:xfrm>
        </p:spPr>
        <p:txBody>
          <a:bodyPr/>
          <a:lstStyle/>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28600" indent="-228600" eaLnBrk="1" hangingPunct="1"/>
            <a:endParaRPr lang="en-US" altLang="en-US" sz="2800" dirty="0"/>
          </a:p>
        </p:txBody>
      </p:sp>
      <p:sp>
        <p:nvSpPr>
          <p:cNvPr id="2" name="Slide Number Placeholder 23">
            <a:extLst>
              <a:ext uri="{FF2B5EF4-FFF2-40B4-BE49-F238E27FC236}">
                <a16:creationId xmlns:a16="http://schemas.microsoft.com/office/drawing/2014/main" id="{3DD967E7-F37F-906C-6389-FBB7651019E9}"/>
              </a:ext>
            </a:extLst>
          </p:cNvPr>
          <p:cNvSpPr>
            <a:spLocks noGrp="1"/>
          </p:cNvSpPr>
          <p:nvPr>
            <p:ph type="sldNum" sz="quarter" idx="12"/>
          </p:nvPr>
        </p:nvSpPr>
        <p:spPr>
          <a:xfrm>
            <a:off x="8532440" y="6166335"/>
            <a:ext cx="427833"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26</a:t>
            </a:fld>
            <a:endParaRPr kumimoji="0" lang="en-US" sz="1400" b="0" i="0" u="none" strike="noStrike" kern="1200" cap="none" spc="0" normalizeH="0" baseline="0" noProof="0" dirty="0">
              <a:ln>
                <a:noFill/>
              </a:ln>
              <a:solidFill>
                <a:srgbClr val="FFFFFF"/>
              </a:solidFill>
              <a:effectLst/>
              <a:uLnTx/>
              <a:uFillTx/>
              <a:latin typeface="Franklin Gothic Book"/>
              <a:ea typeface="+mj-ea"/>
              <a:cs typeface="+mj-cs"/>
            </a:endParaRPr>
          </a:p>
        </p:txBody>
      </p:sp>
      <p:sp>
        <p:nvSpPr>
          <p:cNvPr id="5" name="Footer Placeholder 2">
            <a:extLst>
              <a:ext uri="{FF2B5EF4-FFF2-40B4-BE49-F238E27FC236}">
                <a16:creationId xmlns:a16="http://schemas.microsoft.com/office/drawing/2014/main" id="{5E792BB4-85A3-A40B-BEA8-C7995F2C84F4}"/>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graphicFrame>
        <p:nvGraphicFramePr>
          <p:cNvPr id="3" name="Table 2">
            <a:extLst>
              <a:ext uri="{FF2B5EF4-FFF2-40B4-BE49-F238E27FC236}">
                <a16:creationId xmlns:a16="http://schemas.microsoft.com/office/drawing/2014/main" id="{81CD1446-D17F-7D51-9E49-7F5A0C1DE2A8}"/>
              </a:ext>
            </a:extLst>
          </p:cNvPr>
          <p:cNvGraphicFramePr>
            <a:graphicFrameLocks noGrp="1"/>
          </p:cNvGraphicFramePr>
          <p:nvPr>
            <p:extLst>
              <p:ext uri="{D42A27DB-BD31-4B8C-83A1-F6EECF244321}">
                <p14:modId xmlns:p14="http://schemas.microsoft.com/office/powerpoint/2010/main" val="4210004469"/>
              </p:ext>
            </p:extLst>
          </p:nvPr>
        </p:nvGraphicFramePr>
        <p:xfrm>
          <a:off x="647700" y="742388"/>
          <a:ext cx="7848600" cy="1807604"/>
        </p:xfrm>
        <a:graphic>
          <a:graphicData uri="http://schemas.openxmlformats.org/drawingml/2006/table">
            <a:tbl>
              <a:tblPr firstRow="1" bandRow="1">
                <a:tableStyleId>{5C22544A-7EE6-4342-B048-85BDC9FD1C3A}</a:tableStyleId>
              </a:tblPr>
              <a:tblGrid>
                <a:gridCol w="7848600">
                  <a:extLst>
                    <a:ext uri="{9D8B030D-6E8A-4147-A177-3AD203B41FA5}">
                      <a16:colId xmlns:a16="http://schemas.microsoft.com/office/drawing/2014/main" val="20000"/>
                    </a:ext>
                  </a:extLst>
                </a:gridCol>
              </a:tblGrid>
              <a:tr h="1807604">
                <a:tc>
                  <a:txBody>
                    <a:bodyPr/>
                    <a:lstStyle/>
                    <a:p>
                      <a:pPr>
                        <a:spcBef>
                          <a:spcPts val="600"/>
                        </a:spcBef>
                        <a:buFontTx/>
                        <a:buNone/>
                      </a:pPr>
                      <a:r>
                        <a:rPr lang="en-US" altLang="en-US" sz="2400" b="0" dirty="0">
                          <a:solidFill>
                            <a:srgbClr val="000000"/>
                          </a:solidFill>
                          <a:latin typeface="Cambria" panose="02040503050406030204" pitchFamily="18" charset="0"/>
                          <a:ea typeface="Cambria" panose="02040503050406030204" pitchFamily="18" charset="0"/>
                        </a:rPr>
                        <a:t>SELECT </a:t>
                      </a:r>
                      <a:r>
                        <a:rPr lang="en-US" altLang="en-US" sz="2400" b="0" dirty="0" err="1">
                          <a:solidFill>
                            <a:srgbClr val="000000"/>
                          </a:solidFill>
                          <a:latin typeface="Cambria" panose="02040503050406030204" pitchFamily="18" charset="0"/>
                          <a:ea typeface="Cambria" panose="02040503050406030204" pitchFamily="18" charset="0"/>
                        </a:rPr>
                        <a:t>ename</a:t>
                      </a:r>
                      <a:r>
                        <a:rPr lang="en-US" altLang="en-US" sz="2400" b="0" dirty="0">
                          <a:solidFill>
                            <a:srgbClr val="000000"/>
                          </a:solidFill>
                          <a:latin typeface="Cambria" panose="02040503050406030204" pitchFamily="18" charset="0"/>
                          <a:ea typeface="Cambria" panose="02040503050406030204" pitchFamily="18" charset="0"/>
                        </a:rPr>
                        <a:t>, job, </a:t>
                      </a:r>
                      <a:r>
                        <a:rPr lang="en-US" altLang="en-US" sz="2400" b="0" dirty="0" err="1">
                          <a:solidFill>
                            <a:srgbClr val="000000"/>
                          </a:solidFill>
                          <a:latin typeface="Cambria" panose="02040503050406030204" pitchFamily="18" charset="0"/>
                          <a:ea typeface="Cambria" panose="02040503050406030204" pitchFamily="18" charset="0"/>
                        </a:rPr>
                        <a:t>sal</a:t>
                      </a:r>
                      <a:r>
                        <a:rPr lang="en-US" altLang="en-US" sz="2400" b="0" dirty="0">
                          <a:solidFill>
                            <a:srgbClr val="000000"/>
                          </a:solidFill>
                          <a:latin typeface="Cambria" panose="02040503050406030204" pitchFamily="18" charset="0"/>
                          <a:ea typeface="Cambria" panose="02040503050406030204" pitchFamily="18" charset="0"/>
                        </a:rPr>
                        <a:t>,</a:t>
                      </a:r>
                    </a:p>
                    <a:p>
                      <a:pPr>
                        <a:spcBef>
                          <a:spcPts val="600"/>
                        </a:spcBef>
                        <a:buFontTx/>
                        <a:buNone/>
                      </a:pPr>
                      <a:r>
                        <a:rPr lang="en-US" altLang="en-US" sz="2400" b="0" dirty="0">
                          <a:solidFill>
                            <a:srgbClr val="FF0000"/>
                          </a:solidFill>
                          <a:latin typeface="Cambria" panose="02040503050406030204" pitchFamily="18" charset="0"/>
                          <a:ea typeface="Cambria" panose="02040503050406030204" pitchFamily="18" charset="0"/>
                        </a:rPr>
                        <a:t>SUM(</a:t>
                      </a:r>
                      <a:r>
                        <a:rPr lang="en-US" altLang="en-US" sz="2400" b="0" dirty="0" err="1">
                          <a:solidFill>
                            <a:srgbClr val="FF0000"/>
                          </a:solidFill>
                          <a:latin typeface="Cambria" panose="02040503050406030204" pitchFamily="18" charset="0"/>
                          <a:ea typeface="Cambria" panose="02040503050406030204" pitchFamily="18" charset="0"/>
                        </a:rPr>
                        <a:t>sal</a:t>
                      </a:r>
                      <a:r>
                        <a:rPr lang="en-US" altLang="en-US" sz="2400" b="0" dirty="0">
                          <a:solidFill>
                            <a:srgbClr val="FF0000"/>
                          </a:solidFill>
                          <a:latin typeface="Cambria" panose="02040503050406030204" pitchFamily="18" charset="0"/>
                          <a:ea typeface="Cambria" panose="02040503050406030204" pitchFamily="18" charset="0"/>
                        </a:rPr>
                        <a:t>)</a:t>
                      </a:r>
                      <a:r>
                        <a:rPr lang="en-US" altLang="en-US" sz="2400" b="0" dirty="0">
                          <a:solidFill>
                            <a:srgbClr val="0033CC"/>
                          </a:solidFill>
                          <a:latin typeface="Cambria" panose="02040503050406030204" pitchFamily="18" charset="0"/>
                          <a:ea typeface="Cambria" panose="02040503050406030204" pitchFamily="18" charset="0"/>
                        </a:rPr>
                        <a:t> OVER() "Total Sal“,</a:t>
                      </a:r>
                    </a:p>
                    <a:p>
                      <a:pPr>
                        <a:spcBef>
                          <a:spcPts val="600"/>
                        </a:spcBef>
                        <a:buFontTx/>
                        <a:buNone/>
                      </a:pPr>
                      <a:r>
                        <a:rPr lang="en-US" altLang="en-US" sz="2400" b="0" dirty="0">
                          <a:solidFill>
                            <a:srgbClr val="FF0000"/>
                          </a:solidFill>
                          <a:latin typeface="Cambria" panose="02040503050406030204" pitchFamily="18" charset="0"/>
                          <a:ea typeface="Cambria" panose="02040503050406030204" pitchFamily="18" charset="0"/>
                        </a:rPr>
                        <a:t>SUM(</a:t>
                      </a:r>
                      <a:r>
                        <a:rPr lang="en-US" altLang="en-US" sz="2400" b="0" dirty="0" err="1">
                          <a:solidFill>
                            <a:srgbClr val="FF0000"/>
                          </a:solidFill>
                          <a:latin typeface="Cambria" panose="02040503050406030204" pitchFamily="18" charset="0"/>
                          <a:ea typeface="Cambria" panose="02040503050406030204" pitchFamily="18" charset="0"/>
                        </a:rPr>
                        <a:t>sal</a:t>
                      </a:r>
                      <a:r>
                        <a:rPr lang="en-US" altLang="en-US" sz="2400" b="0" dirty="0">
                          <a:solidFill>
                            <a:srgbClr val="FF0000"/>
                          </a:solidFill>
                          <a:latin typeface="Cambria" panose="02040503050406030204" pitchFamily="18" charset="0"/>
                          <a:ea typeface="Cambria" panose="02040503050406030204" pitchFamily="18" charset="0"/>
                        </a:rPr>
                        <a:t>)</a:t>
                      </a:r>
                      <a:r>
                        <a:rPr lang="en-US" altLang="en-US" sz="2400" b="0" dirty="0">
                          <a:solidFill>
                            <a:srgbClr val="0033CC"/>
                          </a:solidFill>
                          <a:latin typeface="Cambria" panose="02040503050406030204" pitchFamily="18" charset="0"/>
                          <a:ea typeface="Cambria" panose="02040503050406030204" pitchFamily="18" charset="0"/>
                        </a:rPr>
                        <a:t> OVER(PARTITION BY job) "Job Sal" </a:t>
                      </a:r>
                    </a:p>
                    <a:p>
                      <a:pPr>
                        <a:spcBef>
                          <a:spcPts val="600"/>
                        </a:spcBef>
                        <a:buFontTx/>
                        <a:buNone/>
                      </a:pPr>
                      <a:r>
                        <a:rPr lang="en-US" altLang="en-US" sz="2400" b="0" dirty="0">
                          <a:solidFill>
                            <a:srgbClr val="000000"/>
                          </a:solidFill>
                          <a:latin typeface="Cambria" panose="02040503050406030204" pitchFamily="18" charset="0"/>
                          <a:ea typeface="Cambria" panose="02040503050406030204" pitchFamily="18" charset="0"/>
                        </a:rPr>
                        <a:t>FROM emp;</a:t>
                      </a:r>
                    </a:p>
                  </a:txBody>
                  <a:tcPr marL="91441" marR="91441" marT="45725" marB="45725">
                    <a:solidFill>
                      <a:schemeClr val="accent2">
                        <a:lumMod val="20000"/>
                        <a:lumOff val="80000"/>
                      </a:schemeClr>
                    </a:solidFill>
                  </a:tcPr>
                </a:tc>
                <a:extLst>
                  <a:ext uri="{0D108BD9-81ED-4DB2-BD59-A6C34878D82A}">
                    <a16:rowId xmlns:a16="http://schemas.microsoft.com/office/drawing/2014/main" val="10000"/>
                  </a:ext>
                </a:extLst>
              </a:tr>
            </a:tbl>
          </a:graphicData>
        </a:graphic>
      </p:graphicFrame>
      <p:graphicFrame>
        <p:nvGraphicFramePr>
          <p:cNvPr id="6" name="Table 5">
            <a:extLst>
              <a:ext uri="{FF2B5EF4-FFF2-40B4-BE49-F238E27FC236}">
                <a16:creationId xmlns:a16="http://schemas.microsoft.com/office/drawing/2014/main" id="{0905E044-AA91-D7E5-E4B9-8FCA2865C3AD}"/>
              </a:ext>
            </a:extLst>
          </p:cNvPr>
          <p:cNvGraphicFramePr>
            <a:graphicFrameLocks noGrp="1"/>
          </p:cNvGraphicFramePr>
          <p:nvPr>
            <p:extLst>
              <p:ext uri="{D42A27DB-BD31-4B8C-83A1-F6EECF244321}">
                <p14:modId xmlns:p14="http://schemas.microsoft.com/office/powerpoint/2010/main" val="3556847092"/>
              </p:ext>
            </p:extLst>
          </p:nvPr>
        </p:nvGraphicFramePr>
        <p:xfrm>
          <a:off x="1086645" y="2674588"/>
          <a:ext cx="6970710" cy="2499360"/>
        </p:xfrm>
        <a:graphic>
          <a:graphicData uri="http://schemas.openxmlformats.org/drawingml/2006/table">
            <a:tbl>
              <a:tblPr/>
              <a:tblGrid>
                <a:gridCol w="1394142">
                  <a:extLst>
                    <a:ext uri="{9D8B030D-6E8A-4147-A177-3AD203B41FA5}">
                      <a16:colId xmlns:a16="http://schemas.microsoft.com/office/drawing/2014/main" val="20000"/>
                    </a:ext>
                  </a:extLst>
                </a:gridCol>
                <a:gridCol w="1394142">
                  <a:extLst>
                    <a:ext uri="{9D8B030D-6E8A-4147-A177-3AD203B41FA5}">
                      <a16:colId xmlns:a16="http://schemas.microsoft.com/office/drawing/2014/main" val="20001"/>
                    </a:ext>
                  </a:extLst>
                </a:gridCol>
                <a:gridCol w="1394142">
                  <a:extLst>
                    <a:ext uri="{9D8B030D-6E8A-4147-A177-3AD203B41FA5}">
                      <a16:colId xmlns:a16="http://schemas.microsoft.com/office/drawing/2014/main" val="20002"/>
                    </a:ext>
                  </a:extLst>
                </a:gridCol>
                <a:gridCol w="1394142">
                  <a:extLst>
                    <a:ext uri="{9D8B030D-6E8A-4147-A177-3AD203B41FA5}">
                      <a16:colId xmlns:a16="http://schemas.microsoft.com/office/drawing/2014/main" val="20003"/>
                    </a:ext>
                  </a:extLst>
                </a:gridCol>
                <a:gridCol w="1394142">
                  <a:extLst>
                    <a:ext uri="{9D8B030D-6E8A-4147-A177-3AD203B41FA5}">
                      <a16:colId xmlns:a16="http://schemas.microsoft.com/office/drawing/2014/main" val="20004"/>
                    </a:ext>
                  </a:extLst>
                </a:gridCol>
              </a:tblGrid>
              <a:tr h="0">
                <a:tc>
                  <a:txBody>
                    <a:bodyPr/>
                    <a:lstStyle/>
                    <a:p>
                      <a:pPr fontAlgn="b"/>
                      <a:r>
                        <a:rPr lang="en-US" sz="2000" b="1" dirty="0">
                          <a:solidFill>
                            <a:schemeClr val="bg1"/>
                          </a:solidFill>
                          <a:effectLst/>
                          <a:latin typeface="Cambria" panose="02040503050406030204" pitchFamily="18" charset="0"/>
                          <a:ea typeface="Cambria" panose="02040503050406030204" pitchFamily="18" charset="0"/>
                        </a:rPr>
                        <a:t>ENAME</a:t>
                      </a:r>
                    </a:p>
                  </a:txBody>
                  <a:tcPr marL="68580" marR="68580" anchor="b">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879CBD"/>
                    </a:solidFill>
                  </a:tcPr>
                </a:tc>
                <a:tc>
                  <a:txBody>
                    <a:bodyPr/>
                    <a:lstStyle/>
                    <a:p>
                      <a:pPr fontAlgn="b"/>
                      <a:r>
                        <a:rPr lang="en-US" sz="2000" b="1" dirty="0">
                          <a:solidFill>
                            <a:schemeClr val="bg1"/>
                          </a:solidFill>
                          <a:effectLst/>
                          <a:latin typeface="Cambria" panose="02040503050406030204" pitchFamily="18" charset="0"/>
                          <a:ea typeface="Cambria" panose="02040503050406030204" pitchFamily="18" charset="0"/>
                        </a:rPr>
                        <a:t>JOB</a:t>
                      </a:r>
                    </a:p>
                  </a:txBody>
                  <a:tcPr marL="68580" marR="68580" anchor="b">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879CBD"/>
                    </a:solidFill>
                  </a:tcPr>
                </a:tc>
                <a:tc>
                  <a:txBody>
                    <a:bodyPr/>
                    <a:lstStyle/>
                    <a:p>
                      <a:pPr fontAlgn="b"/>
                      <a:r>
                        <a:rPr lang="en-US" sz="2000" b="1" dirty="0">
                          <a:solidFill>
                            <a:schemeClr val="bg1"/>
                          </a:solidFill>
                          <a:effectLst/>
                          <a:latin typeface="Cambria" panose="02040503050406030204" pitchFamily="18" charset="0"/>
                          <a:ea typeface="Cambria" panose="02040503050406030204" pitchFamily="18" charset="0"/>
                        </a:rPr>
                        <a:t>SAL</a:t>
                      </a:r>
                    </a:p>
                  </a:txBody>
                  <a:tcPr marL="68580" marR="68580" anchor="b">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879CBD"/>
                    </a:solidFill>
                  </a:tcPr>
                </a:tc>
                <a:tc>
                  <a:txBody>
                    <a:bodyPr/>
                    <a:lstStyle/>
                    <a:p>
                      <a:pPr fontAlgn="b"/>
                      <a:r>
                        <a:rPr lang="en-US" sz="2000" b="1" dirty="0">
                          <a:solidFill>
                            <a:schemeClr val="bg1"/>
                          </a:solidFill>
                          <a:effectLst/>
                          <a:latin typeface="Cambria" panose="02040503050406030204" pitchFamily="18" charset="0"/>
                          <a:ea typeface="Cambria" panose="02040503050406030204" pitchFamily="18" charset="0"/>
                        </a:rPr>
                        <a:t>Total Sal</a:t>
                      </a:r>
                    </a:p>
                  </a:txBody>
                  <a:tcPr marL="68580" marR="68580" anchor="b">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879CBD"/>
                    </a:solidFill>
                  </a:tcPr>
                </a:tc>
                <a:tc>
                  <a:txBody>
                    <a:bodyPr/>
                    <a:lstStyle/>
                    <a:p>
                      <a:pPr fontAlgn="b"/>
                      <a:r>
                        <a:rPr lang="en-US" sz="2000" b="1" dirty="0">
                          <a:solidFill>
                            <a:schemeClr val="bg1"/>
                          </a:solidFill>
                          <a:effectLst/>
                          <a:latin typeface="Cambria" panose="02040503050406030204" pitchFamily="18" charset="0"/>
                          <a:ea typeface="Cambria" panose="02040503050406030204" pitchFamily="18" charset="0"/>
                        </a:rPr>
                        <a:t>Job Sal</a:t>
                      </a:r>
                    </a:p>
                  </a:txBody>
                  <a:tcPr marL="68580" marR="68580" anchor="b">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879CBD"/>
                    </a:solidFill>
                  </a:tcPr>
                </a:tc>
                <a:extLst>
                  <a:ext uri="{0D108BD9-81ED-4DB2-BD59-A6C34878D82A}">
                    <a16:rowId xmlns:a16="http://schemas.microsoft.com/office/drawing/2014/main" val="10000"/>
                  </a:ext>
                </a:extLst>
              </a:tr>
              <a:tr h="0">
                <a:tc>
                  <a:txBody>
                    <a:bodyPr/>
                    <a:lstStyle/>
                    <a:p>
                      <a:r>
                        <a:rPr lang="en-US" sz="2000">
                          <a:effectLst/>
                          <a:latin typeface="Cambria" panose="02040503050406030204" pitchFamily="18" charset="0"/>
                          <a:ea typeface="Cambria" panose="02040503050406030204" pitchFamily="18" charset="0"/>
                        </a:rPr>
                        <a:t>FORD</a:t>
                      </a:r>
                    </a:p>
                  </a:txBody>
                  <a:tcPr marL="68580" marR="68580" marT="22860" marB="228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2000" dirty="0">
                          <a:effectLst/>
                          <a:latin typeface="Cambria" panose="02040503050406030204" pitchFamily="18" charset="0"/>
                          <a:ea typeface="Cambria" panose="02040503050406030204" pitchFamily="18" charset="0"/>
                        </a:rPr>
                        <a:t>ANALYST</a:t>
                      </a:r>
                    </a:p>
                  </a:txBody>
                  <a:tcPr marL="68580" marR="68580" marT="22860" marB="228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2000">
                          <a:effectLst/>
                          <a:latin typeface="Cambria" panose="02040503050406030204" pitchFamily="18" charset="0"/>
                          <a:ea typeface="Cambria" panose="02040503050406030204" pitchFamily="18" charset="0"/>
                        </a:rPr>
                        <a:t>3000</a:t>
                      </a:r>
                    </a:p>
                  </a:txBody>
                  <a:tcPr marL="68580" marR="68580" marT="22860" marB="228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2000">
                          <a:effectLst/>
                          <a:latin typeface="Cambria" panose="02040503050406030204" pitchFamily="18" charset="0"/>
                          <a:ea typeface="Cambria" panose="02040503050406030204" pitchFamily="18" charset="0"/>
                        </a:rPr>
                        <a:t>29025</a:t>
                      </a:r>
                    </a:p>
                  </a:txBody>
                  <a:tcPr marL="68580" marR="68580" marT="22860" marB="228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2000" dirty="0">
                          <a:effectLst/>
                          <a:latin typeface="Cambria" panose="02040503050406030204" pitchFamily="18" charset="0"/>
                          <a:ea typeface="Cambria" panose="02040503050406030204" pitchFamily="18" charset="0"/>
                        </a:rPr>
                        <a:t>6000</a:t>
                      </a:r>
                    </a:p>
                  </a:txBody>
                  <a:tcPr marL="68580" marR="68580" marT="22860" marB="228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extLst>
                  <a:ext uri="{0D108BD9-81ED-4DB2-BD59-A6C34878D82A}">
                    <a16:rowId xmlns:a16="http://schemas.microsoft.com/office/drawing/2014/main" val="10001"/>
                  </a:ext>
                </a:extLst>
              </a:tr>
              <a:tr h="0">
                <a:tc>
                  <a:txBody>
                    <a:bodyPr/>
                    <a:lstStyle/>
                    <a:p>
                      <a:r>
                        <a:rPr lang="en-US" sz="2000">
                          <a:effectLst/>
                          <a:latin typeface="Cambria" panose="02040503050406030204" pitchFamily="18" charset="0"/>
                          <a:ea typeface="Cambria" panose="02040503050406030204" pitchFamily="18" charset="0"/>
                        </a:rPr>
                        <a:t>SCOTT</a:t>
                      </a:r>
                    </a:p>
                  </a:txBody>
                  <a:tcPr marL="68580" marR="68580" marT="22860" marB="228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2000" dirty="0">
                          <a:effectLst/>
                          <a:latin typeface="Cambria" panose="02040503050406030204" pitchFamily="18" charset="0"/>
                          <a:ea typeface="Cambria" panose="02040503050406030204" pitchFamily="18" charset="0"/>
                        </a:rPr>
                        <a:t>ANALYST</a:t>
                      </a:r>
                    </a:p>
                  </a:txBody>
                  <a:tcPr marL="68580" marR="68580" marT="22860" marB="228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2000">
                          <a:effectLst/>
                          <a:latin typeface="Cambria" panose="02040503050406030204" pitchFamily="18" charset="0"/>
                          <a:ea typeface="Cambria" panose="02040503050406030204" pitchFamily="18" charset="0"/>
                        </a:rPr>
                        <a:t>3000</a:t>
                      </a:r>
                    </a:p>
                  </a:txBody>
                  <a:tcPr marL="68580" marR="68580" marT="22860" marB="228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2000">
                          <a:effectLst/>
                          <a:latin typeface="Cambria" panose="02040503050406030204" pitchFamily="18" charset="0"/>
                          <a:ea typeface="Cambria" panose="02040503050406030204" pitchFamily="18" charset="0"/>
                        </a:rPr>
                        <a:t>29025</a:t>
                      </a:r>
                    </a:p>
                  </a:txBody>
                  <a:tcPr marL="68580" marR="68580" marT="22860" marB="228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2000" dirty="0">
                          <a:effectLst/>
                          <a:latin typeface="Cambria" panose="02040503050406030204" pitchFamily="18" charset="0"/>
                          <a:ea typeface="Cambria" panose="02040503050406030204" pitchFamily="18" charset="0"/>
                        </a:rPr>
                        <a:t>6000</a:t>
                      </a:r>
                    </a:p>
                  </a:txBody>
                  <a:tcPr marL="68580" marR="68580" marT="22860" marB="228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extLst>
                  <a:ext uri="{0D108BD9-81ED-4DB2-BD59-A6C34878D82A}">
                    <a16:rowId xmlns:a16="http://schemas.microsoft.com/office/drawing/2014/main" val="10002"/>
                  </a:ext>
                </a:extLst>
              </a:tr>
              <a:tr h="0">
                <a:tc>
                  <a:txBody>
                    <a:bodyPr/>
                    <a:lstStyle/>
                    <a:p>
                      <a:r>
                        <a:rPr lang="en-US" sz="2000">
                          <a:effectLst/>
                          <a:latin typeface="Cambria" panose="02040503050406030204" pitchFamily="18" charset="0"/>
                          <a:ea typeface="Cambria" panose="02040503050406030204" pitchFamily="18" charset="0"/>
                        </a:rPr>
                        <a:t>SMITH</a:t>
                      </a:r>
                    </a:p>
                  </a:txBody>
                  <a:tcPr marL="68580" marR="68580" marT="22860" marB="228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2000">
                          <a:effectLst/>
                          <a:latin typeface="Cambria" panose="02040503050406030204" pitchFamily="18" charset="0"/>
                          <a:ea typeface="Cambria" panose="02040503050406030204" pitchFamily="18" charset="0"/>
                        </a:rPr>
                        <a:t>CLERK</a:t>
                      </a:r>
                    </a:p>
                  </a:txBody>
                  <a:tcPr marL="68580" marR="68580" marT="22860" marB="228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2000">
                          <a:effectLst/>
                          <a:latin typeface="Cambria" panose="02040503050406030204" pitchFamily="18" charset="0"/>
                          <a:ea typeface="Cambria" panose="02040503050406030204" pitchFamily="18" charset="0"/>
                        </a:rPr>
                        <a:t>800</a:t>
                      </a:r>
                    </a:p>
                  </a:txBody>
                  <a:tcPr marL="68580" marR="68580" marT="22860" marB="228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2000">
                          <a:effectLst/>
                          <a:latin typeface="Cambria" panose="02040503050406030204" pitchFamily="18" charset="0"/>
                          <a:ea typeface="Cambria" panose="02040503050406030204" pitchFamily="18" charset="0"/>
                        </a:rPr>
                        <a:t>29025</a:t>
                      </a:r>
                    </a:p>
                  </a:txBody>
                  <a:tcPr marL="68580" marR="68580" marT="22860" marB="228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2000">
                          <a:effectLst/>
                          <a:latin typeface="Cambria" panose="02040503050406030204" pitchFamily="18" charset="0"/>
                          <a:ea typeface="Cambria" panose="02040503050406030204" pitchFamily="18" charset="0"/>
                        </a:rPr>
                        <a:t>4150</a:t>
                      </a:r>
                    </a:p>
                  </a:txBody>
                  <a:tcPr marL="68580" marR="68580" marT="22860" marB="228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extLst>
                  <a:ext uri="{0D108BD9-81ED-4DB2-BD59-A6C34878D82A}">
                    <a16:rowId xmlns:a16="http://schemas.microsoft.com/office/drawing/2014/main" val="10003"/>
                  </a:ext>
                </a:extLst>
              </a:tr>
              <a:tr h="0">
                <a:tc>
                  <a:txBody>
                    <a:bodyPr/>
                    <a:lstStyle/>
                    <a:p>
                      <a:r>
                        <a:rPr lang="en-US" sz="2000">
                          <a:effectLst/>
                          <a:latin typeface="Cambria" panose="02040503050406030204" pitchFamily="18" charset="0"/>
                          <a:ea typeface="Cambria" panose="02040503050406030204" pitchFamily="18" charset="0"/>
                        </a:rPr>
                        <a:t>ADAMS</a:t>
                      </a:r>
                    </a:p>
                  </a:txBody>
                  <a:tcPr marL="68580" marR="68580" marT="22860" marB="228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2000">
                          <a:effectLst/>
                          <a:latin typeface="Cambria" panose="02040503050406030204" pitchFamily="18" charset="0"/>
                          <a:ea typeface="Cambria" panose="02040503050406030204" pitchFamily="18" charset="0"/>
                        </a:rPr>
                        <a:t>CLERK</a:t>
                      </a:r>
                    </a:p>
                  </a:txBody>
                  <a:tcPr marL="68580" marR="68580" marT="22860" marB="228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2000">
                          <a:effectLst/>
                          <a:latin typeface="Cambria" panose="02040503050406030204" pitchFamily="18" charset="0"/>
                          <a:ea typeface="Cambria" panose="02040503050406030204" pitchFamily="18" charset="0"/>
                        </a:rPr>
                        <a:t>1100</a:t>
                      </a:r>
                    </a:p>
                  </a:txBody>
                  <a:tcPr marL="68580" marR="68580" marT="22860" marB="228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2000">
                          <a:effectLst/>
                          <a:latin typeface="Cambria" panose="02040503050406030204" pitchFamily="18" charset="0"/>
                          <a:ea typeface="Cambria" panose="02040503050406030204" pitchFamily="18" charset="0"/>
                        </a:rPr>
                        <a:t>29025</a:t>
                      </a:r>
                    </a:p>
                  </a:txBody>
                  <a:tcPr marL="68580" marR="68580" marT="22860" marB="228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2000" dirty="0">
                          <a:effectLst/>
                          <a:latin typeface="Cambria" panose="02040503050406030204" pitchFamily="18" charset="0"/>
                          <a:ea typeface="Cambria" panose="02040503050406030204" pitchFamily="18" charset="0"/>
                        </a:rPr>
                        <a:t>4150</a:t>
                      </a:r>
                    </a:p>
                  </a:txBody>
                  <a:tcPr marL="68580" marR="68580" marT="22860" marB="228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extLst>
                  <a:ext uri="{0D108BD9-81ED-4DB2-BD59-A6C34878D82A}">
                    <a16:rowId xmlns:a16="http://schemas.microsoft.com/office/drawing/2014/main" val="10004"/>
                  </a:ext>
                </a:extLst>
              </a:tr>
              <a:tr h="0">
                <a:tc>
                  <a:txBody>
                    <a:bodyPr/>
                    <a:lstStyle/>
                    <a:p>
                      <a:r>
                        <a:rPr lang="en-US" sz="2000">
                          <a:effectLst/>
                          <a:latin typeface="Cambria" panose="02040503050406030204" pitchFamily="18" charset="0"/>
                          <a:ea typeface="Cambria" panose="02040503050406030204" pitchFamily="18" charset="0"/>
                        </a:rPr>
                        <a:t>MILLER</a:t>
                      </a:r>
                    </a:p>
                  </a:txBody>
                  <a:tcPr marL="68580" marR="68580" marT="22860" marB="228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2000">
                          <a:effectLst/>
                          <a:latin typeface="Cambria" panose="02040503050406030204" pitchFamily="18" charset="0"/>
                          <a:ea typeface="Cambria" panose="02040503050406030204" pitchFamily="18" charset="0"/>
                        </a:rPr>
                        <a:t>CLERK</a:t>
                      </a:r>
                    </a:p>
                  </a:txBody>
                  <a:tcPr marL="68580" marR="68580" marT="22860" marB="228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2000">
                          <a:effectLst/>
                          <a:latin typeface="Cambria" panose="02040503050406030204" pitchFamily="18" charset="0"/>
                          <a:ea typeface="Cambria" panose="02040503050406030204" pitchFamily="18" charset="0"/>
                        </a:rPr>
                        <a:t>1300</a:t>
                      </a:r>
                    </a:p>
                  </a:txBody>
                  <a:tcPr marL="68580" marR="68580" marT="22860" marB="228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2000">
                          <a:effectLst/>
                          <a:latin typeface="Cambria" panose="02040503050406030204" pitchFamily="18" charset="0"/>
                          <a:ea typeface="Cambria" panose="02040503050406030204" pitchFamily="18" charset="0"/>
                        </a:rPr>
                        <a:t>29025</a:t>
                      </a:r>
                    </a:p>
                  </a:txBody>
                  <a:tcPr marL="68580" marR="68580" marT="22860" marB="228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r>
                        <a:rPr lang="en-US" sz="2000" dirty="0">
                          <a:effectLst/>
                          <a:latin typeface="Cambria" panose="02040503050406030204" pitchFamily="18" charset="0"/>
                          <a:ea typeface="Cambria" panose="02040503050406030204" pitchFamily="18" charset="0"/>
                        </a:rPr>
                        <a:t>4150</a:t>
                      </a:r>
                    </a:p>
                  </a:txBody>
                  <a:tcPr marL="68580" marR="68580" marT="22860" marB="228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extLst>
                  <a:ext uri="{0D108BD9-81ED-4DB2-BD59-A6C34878D82A}">
                    <a16:rowId xmlns:a16="http://schemas.microsoft.com/office/drawing/2014/main" val="10005"/>
                  </a:ext>
                </a:extLst>
              </a:tr>
              <a:tr h="0">
                <a:tc>
                  <a:txBody>
                    <a:bodyPr/>
                    <a:lstStyle/>
                    <a:p>
                      <a:r>
                        <a:rPr lang="en-US" sz="2000">
                          <a:effectLst/>
                          <a:latin typeface="Cambria" panose="02040503050406030204" pitchFamily="18" charset="0"/>
                          <a:ea typeface="Cambria" panose="02040503050406030204" pitchFamily="18" charset="0"/>
                        </a:rPr>
                        <a:t>BLAKE</a:t>
                      </a:r>
                    </a:p>
                  </a:txBody>
                  <a:tcPr marL="68580" marR="68580" marT="22860" marB="228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4F4F4"/>
                    </a:solidFill>
                  </a:tcPr>
                </a:tc>
                <a:tc>
                  <a:txBody>
                    <a:bodyPr/>
                    <a:lstStyle/>
                    <a:p>
                      <a:r>
                        <a:rPr lang="en-US" sz="2000">
                          <a:effectLst/>
                          <a:latin typeface="Cambria" panose="02040503050406030204" pitchFamily="18" charset="0"/>
                          <a:ea typeface="Cambria" panose="02040503050406030204" pitchFamily="18" charset="0"/>
                        </a:rPr>
                        <a:t>MANAGER</a:t>
                      </a:r>
                    </a:p>
                  </a:txBody>
                  <a:tcPr marL="68580" marR="68580" marT="22860" marB="228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4F4F4"/>
                    </a:solidFill>
                  </a:tcPr>
                </a:tc>
                <a:tc>
                  <a:txBody>
                    <a:bodyPr/>
                    <a:lstStyle/>
                    <a:p>
                      <a:r>
                        <a:rPr lang="en-US" sz="2000">
                          <a:effectLst/>
                          <a:latin typeface="Cambria" panose="02040503050406030204" pitchFamily="18" charset="0"/>
                          <a:ea typeface="Cambria" panose="02040503050406030204" pitchFamily="18" charset="0"/>
                        </a:rPr>
                        <a:t>2850</a:t>
                      </a:r>
                    </a:p>
                  </a:txBody>
                  <a:tcPr marL="68580" marR="68580" marT="22860" marB="228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4F4F4"/>
                    </a:solidFill>
                  </a:tcPr>
                </a:tc>
                <a:tc>
                  <a:txBody>
                    <a:bodyPr/>
                    <a:lstStyle/>
                    <a:p>
                      <a:r>
                        <a:rPr lang="en-US" sz="2000">
                          <a:effectLst/>
                          <a:latin typeface="Cambria" panose="02040503050406030204" pitchFamily="18" charset="0"/>
                          <a:ea typeface="Cambria" panose="02040503050406030204" pitchFamily="18" charset="0"/>
                        </a:rPr>
                        <a:t>29025</a:t>
                      </a:r>
                    </a:p>
                  </a:txBody>
                  <a:tcPr marL="68580" marR="68580" marT="22860" marB="228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4F4F4"/>
                    </a:solidFill>
                  </a:tcPr>
                </a:tc>
                <a:tc>
                  <a:txBody>
                    <a:bodyPr/>
                    <a:lstStyle/>
                    <a:p>
                      <a:r>
                        <a:rPr lang="en-US" sz="2000" dirty="0">
                          <a:effectLst/>
                          <a:latin typeface="Cambria" panose="02040503050406030204" pitchFamily="18" charset="0"/>
                          <a:ea typeface="Cambria" panose="02040503050406030204" pitchFamily="18" charset="0"/>
                        </a:rPr>
                        <a:t>8275</a:t>
                      </a:r>
                    </a:p>
                  </a:txBody>
                  <a:tcPr marL="68580" marR="68580" marT="22860" marB="228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4F4F4"/>
                    </a:solidFill>
                  </a:tcPr>
                </a:tc>
                <a:extLst>
                  <a:ext uri="{0D108BD9-81ED-4DB2-BD59-A6C34878D82A}">
                    <a16:rowId xmlns:a16="http://schemas.microsoft.com/office/drawing/2014/main" val="10006"/>
                  </a:ext>
                </a:extLst>
              </a:tr>
            </a:tbl>
          </a:graphicData>
        </a:graphic>
      </p:graphicFrame>
      <p:sp>
        <p:nvSpPr>
          <p:cNvPr id="7" name="Rectangle 3">
            <a:extLst>
              <a:ext uri="{FF2B5EF4-FFF2-40B4-BE49-F238E27FC236}">
                <a16:creationId xmlns:a16="http://schemas.microsoft.com/office/drawing/2014/main" id="{922305B6-13B5-5335-2CFA-3839630C26BF}"/>
              </a:ext>
            </a:extLst>
          </p:cNvPr>
          <p:cNvSpPr txBox="1">
            <a:spLocks noChangeArrowheads="1"/>
          </p:cNvSpPr>
          <p:nvPr/>
        </p:nvSpPr>
        <p:spPr bwMode="auto">
          <a:xfrm>
            <a:off x="323850" y="5301208"/>
            <a:ext cx="8394700" cy="9768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7688"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6963"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285750" indent="-285750" algn="just">
              <a:buSzPct val="50000"/>
              <a:buFont typeface="Wingdings" panose="05000000000000000000" pitchFamily="2" charset="2"/>
              <a:buChar char="l"/>
            </a:pPr>
            <a:r>
              <a:rPr lang="en-US" altLang="en-US" sz="2400" dirty="0">
                <a:solidFill>
                  <a:srgbClr val="0033CC"/>
                </a:solidFill>
                <a:latin typeface="Cambria" panose="02040503050406030204" pitchFamily="18" charset="0"/>
                <a:ea typeface="Cambria" panose="02040503050406030204" pitchFamily="18" charset="0"/>
                <a:cs typeface="Calibri" panose="020F0502020204030204" pitchFamily="34" charset="0"/>
              </a:rPr>
              <a:t>PARTITION BY</a:t>
            </a:r>
            <a:r>
              <a:rPr lang="en-US" altLang="en-US" sz="2400" dirty="0">
                <a:latin typeface="Cambria" panose="02040503050406030204" pitchFamily="18" charset="0"/>
                <a:ea typeface="Cambria" panose="02040503050406030204" pitchFamily="18" charset="0"/>
                <a:cs typeface="Calibri" panose="020F0502020204030204" pitchFamily="34" charset="0"/>
              </a:rPr>
              <a:t> clause partitions the query rows into groups. </a:t>
            </a:r>
          </a:p>
          <a:p>
            <a:pPr marL="285750" indent="-285750" algn="just">
              <a:buSzPct val="50000"/>
              <a:buFont typeface="Wingdings" panose="05000000000000000000" pitchFamily="2" charset="2"/>
              <a:buChar char="l"/>
            </a:pPr>
            <a:r>
              <a:rPr lang="en-US" altLang="en-US" sz="2400" dirty="0">
                <a:solidFill>
                  <a:srgbClr val="FF0000"/>
                </a:solidFill>
                <a:latin typeface="Cambria" panose="02040503050406030204" pitchFamily="18" charset="0"/>
                <a:ea typeface="Cambria" panose="02040503050406030204" pitchFamily="18" charset="0"/>
                <a:cs typeface="Calibri" panose="020F0502020204030204" pitchFamily="34" charset="0"/>
              </a:rPr>
              <a:t>If omitted,</a:t>
            </a:r>
            <a:r>
              <a:rPr lang="en-US" altLang="en-US" sz="2400" dirty="0">
                <a:latin typeface="Cambria" panose="02040503050406030204" pitchFamily="18" charset="0"/>
                <a:ea typeface="Cambria" panose="02040503050406030204" pitchFamily="18" charset="0"/>
                <a:cs typeface="Calibri" panose="020F0502020204030204" pitchFamily="34" charset="0"/>
              </a:rPr>
              <a:t> a single partition of all the query rows is formed.</a:t>
            </a:r>
          </a:p>
        </p:txBody>
      </p:sp>
    </p:spTree>
    <p:extLst>
      <p:ext uri="{BB962C8B-B14F-4D97-AF65-F5344CB8AC3E}">
        <p14:creationId xmlns:p14="http://schemas.microsoft.com/office/powerpoint/2010/main" val="3797614048"/>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a:extLst>
              <a:ext uri="{FF2B5EF4-FFF2-40B4-BE49-F238E27FC236}">
                <a16:creationId xmlns:a16="http://schemas.microsoft.com/office/drawing/2014/main" id="{15438C13-45F4-01E0-D0C2-79B90F4209E1}"/>
              </a:ext>
            </a:extLst>
          </p:cNvPr>
          <p:cNvSpPr>
            <a:spLocks noGrp="1" noChangeArrowheads="1"/>
          </p:cNvSpPr>
          <p:nvPr>
            <p:ph type="title"/>
          </p:nvPr>
        </p:nvSpPr>
        <p:spPr>
          <a:xfrm>
            <a:off x="323850" y="188913"/>
            <a:ext cx="7777163" cy="533400"/>
          </a:xfrm>
        </p:spPr>
        <p:txBody>
          <a:bodyPr/>
          <a:lstStyle/>
          <a:p>
            <a:pPr eaLnBrk="1" hangingPunct="1">
              <a:spcBef>
                <a:spcPct val="50000"/>
              </a:spcBef>
            </a:pPr>
            <a:r>
              <a:rPr lang="en-US" altLang="en-US" sz="2800" b="1" u="sng" dirty="0">
                <a:solidFill>
                  <a:srgbClr val="D34817"/>
                </a:solidFill>
                <a:latin typeface="Cambria" panose="02040503050406030204" pitchFamily="18" charset="0"/>
                <a:ea typeface="Cambria" panose="02040503050406030204" pitchFamily="18" charset="0"/>
              </a:rPr>
              <a:t>Window Function – Frame </a:t>
            </a:r>
            <a:r>
              <a:rPr lang="en-US" altLang="en-US" sz="2800" b="1" u="sng" dirty="0" err="1">
                <a:solidFill>
                  <a:srgbClr val="D34817"/>
                </a:solidFill>
                <a:latin typeface="Cambria" panose="02040503050406030204" pitchFamily="18" charset="0"/>
                <a:ea typeface="Cambria" panose="02040503050406030204" pitchFamily="18" charset="0"/>
              </a:rPr>
              <a:t>Caluse</a:t>
            </a:r>
            <a:endParaRPr lang="en-US" altLang="en-US" sz="2800" b="1" u="sng" dirty="0">
              <a:solidFill>
                <a:srgbClr val="D34817"/>
              </a:solidFill>
              <a:latin typeface="Cambria" panose="02040503050406030204" pitchFamily="18" charset="0"/>
              <a:ea typeface="Cambria" panose="02040503050406030204" pitchFamily="18" charset="0"/>
            </a:endParaRPr>
          </a:p>
        </p:txBody>
      </p:sp>
      <p:sp>
        <p:nvSpPr>
          <p:cNvPr id="2" name="Rectangle 3">
            <a:extLst>
              <a:ext uri="{FF2B5EF4-FFF2-40B4-BE49-F238E27FC236}">
                <a16:creationId xmlns:a16="http://schemas.microsoft.com/office/drawing/2014/main" id="{4CBB3870-2D31-B61B-2CC0-70315A1D682E}"/>
              </a:ext>
            </a:extLst>
          </p:cNvPr>
          <p:cNvSpPr txBox="1">
            <a:spLocks noChangeArrowheads="1"/>
          </p:cNvSpPr>
          <p:nvPr/>
        </p:nvSpPr>
        <p:spPr bwMode="auto">
          <a:xfrm>
            <a:off x="323850" y="696022"/>
            <a:ext cx="8394700" cy="9768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7688"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6963"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285750" indent="-285750" algn="just">
              <a:buSzPct val="50000"/>
              <a:buFont typeface="Wingdings" panose="05000000000000000000" pitchFamily="2" charset="2"/>
              <a:buChar char="l"/>
            </a:pPr>
            <a:r>
              <a:rPr lang="en-US" altLang="en-US" sz="2400" dirty="0">
                <a:latin typeface="Cambria" panose="02040503050406030204" pitchFamily="18" charset="0"/>
                <a:ea typeface="Cambria" panose="02040503050406030204" pitchFamily="18" charset="0"/>
                <a:cs typeface="Calibri" panose="020F0502020204030204" pitchFamily="34" charset="0"/>
              </a:rPr>
              <a:t>A frame is a </a:t>
            </a:r>
            <a:r>
              <a:rPr lang="en-US" altLang="en-US" sz="2400" dirty="0">
                <a:solidFill>
                  <a:srgbClr val="FF0000"/>
                </a:solidFill>
                <a:latin typeface="Cambria" panose="02040503050406030204" pitchFamily="18" charset="0"/>
                <a:ea typeface="Cambria" panose="02040503050406030204" pitchFamily="18" charset="0"/>
                <a:cs typeface="Calibri" panose="020F0502020204030204" pitchFamily="34" charset="0"/>
              </a:rPr>
              <a:t>subset</a:t>
            </a:r>
            <a:r>
              <a:rPr lang="en-US" altLang="en-US" sz="2400" dirty="0">
                <a:latin typeface="Cambria" panose="02040503050406030204" pitchFamily="18" charset="0"/>
                <a:ea typeface="Cambria" panose="02040503050406030204" pitchFamily="18" charset="0"/>
                <a:cs typeface="Calibri" panose="020F0502020204030204" pitchFamily="34" charset="0"/>
              </a:rPr>
              <a:t> of the current partition and the frame clause specifies how to define the subset.</a:t>
            </a:r>
          </a:p>
          <a:p>
            <a:pPr marL="285750" indent="-285750" algn="just">
              <a:buSzPct val="50000"/>
              <a:buFont typeface="Wingdings" panose="05000000000000000000" pitchFamily="2" charset="2"/>
              <a:buChar char="l"/>
            </a:pPr>
            <a:r>
              <a:rPr lang="en-US" altLang="en-US" sz="2400" dirty="0">
                <a:latin typeface="Cambria" panose="02040503050406030204" pitchFamily="18" charset="0"/>
                <a:ea typeface="Cambria" panose="02040503050406030204" pitchFamily="18" charset="0"/>
                <a:cs typeface="Calibri" panose="020F0502020204030204" pitchFamily="34" charset="0"/>
              </a:rPr>
              <a:t>Frames are determined with respect to the current row.</a:t>
            </a:r>
          </a:p>
          <a:p>
            <a:pPr marL="285750" indent="-285750" algn="just">
              <a:buSzPct val="50000"/>
              <a:buFont typeface="Wingdings" panose="05000000000000000000" pitchFamily="2" charset="2"/>
              <a:buChar char="l"/>
            </a:pPr>
            <a:r>
              <a:rPr lang="en-US" altLang="en-US" sz="2400" dirty="0">
                <a:solidFill>
                  <a:srgbClr val="FF0000"/>
                </a:solidFill>
                <a:latin typeface="Cambria" panose="02040503050406030204" pitchFamily="18" charset="0"/>
                <a:ea typeface="Cambria" panose="02040503050406030204" pitchFamily="18" charset="0"/>
                <a:cs typeface="Calibri" panose="020F0502020204030204" pitchFamily="34" charset="0"/>
              </a:rPr>
              <a:t>ORDER BY</a:t>
            </a:r>
            <a:r>
              <a:rPr lang="en-US" altLang="en-US" sz="2400" dirty="0">
                <a:latin typeface="Cambria" panose="02040503050406030204" pitchFamily="18" charset="0"/>
                <a:ea typeface="Cambria" panose="02040503050406030204" pitchFamily="18" charset="0"/>
                <a:cs typeface="Calibri" panose="020F0502020204030204" pitchFamily="34" charset="0"/>
              </a:rPr>
              <a:t> clause </a:t>
            </a:r>
            <a:r>
              <a:rPr lang="en-US" altLang="en-US" sz="2400">
                <a:latin typeface="Cambria" panose="02040503050406030204" pitchFamily="18" charset="0"/>
                <a:ea typeface="Cambria" panose="02040503050406030204" pitchFamily="18" charset="0"/>
                <a:cs typeface="Calibri" panose="020F0502020204030204" pitchFamily="34" charset="0"/>
              </a:rPr>
              <a:t>is </a:t>
            </a:r>
            <a:r>
              <a:rPr lang="en-US" altLang="en-US" sz="2400">
                <a:solidFill>
                  <a:srgbClr val="FF0000"/>
                </a:solidFill>
                <a:latin typeface="Cambria" panose="02040503050406030204" pitchFamily="18" charset="0"/>
                <a:ea typeface="Cambria" panose="02040503050406030204" pitchFamily="18" charset="0"/>
                <a:cs typeface="Calibri" panose="020F0502020204030204" pitchFamily="34" charset="0"/>
              </a:rPr>
              <a:t>compulsory</a:t>
            </a:r>
            <a:r>
              <a:rPr lang="en-US" altLang="en-US" sz="2400">
                <a:latin typeface="Cambria" panose="02040503050406030204" pitchFamily="18" charset="0"/>
                <a:ea typeface="Cambria" panose="02040503050406030204" pitchFamily="18" charset="0"/>
                <a:cs typeface="Calibri" panose="020F0502020204030204" pitchFamily="34" charset="0"/>
              </a:rPr>
              <a:t> </a:t>
            </a:r>
            <a:r>
              <a:rPr lang="en-US" altLang="en-US" sz="2400" dirty="0">
                <a:latin typeface="Cambria" panose="02040503050406030204" pitchFamily="18" charset="0"/>
                <a:ea typeface="Cambria" panose="02040503050406030204" pitchFamily="18" charset="0"/>
                <a:cs typeface="Calibri" panose="020F0502020204030204" pitchFamily="34" charset="0"/>
              </a:rPr>
              <a:t>with frame clause. </a:t>
            </a:r>
          </a:p>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0" indent="0" algn="just">
              <a:buSzPct val="50000"/>
              <a:buNone/>
            </a:pPr>
            <a:r>
              <a:rPr lang="en-US" altLang="en-US" sz="2400" b="1" dirty="0">
                <a:solidFill>
                  <a:srgbClr val="0033CC"/>
                </a:solidFill>
                <a:latin typeface="Cambria" panose="02040503050406030204" pitchFamily="18" charset="0"/>
                <a:ea typeface="Cambria" panose="02040503050406030204" pitchFamily="18" charset="0"/>
                <a:cs typeface="Calibri" panose="020F0502020204030204" pitchFamily="34" charset="0"/>
              </a:rPr>
              <a:t>Syntax:</a:t>
            </a:r>
          </a:p>
          <a:p>
            <a:pPr marL="0" indent="0" algn="just">
              <a:buSzPct val="50000"/>
              <a:buNone/>
            </a:pPr>
            <a:r>
              <a:rPr lang="en-US" altLang="en-US" sz="2400" dirty="0">
                <a:latin typeface="Cambria" panose="02040503050406030204" pitchFamily="18" charset="0"/>
                <a:ea typeface="Cambria" panose="02040503050406030204" pitchFamily="18" charset="0"/>
                <a:cs typeface="Calibri" panose="020F0502020204030204" pitchFamily="34" charset="0"/>
              </a:rPr>
              <a:t>ROWS </a:t>
            </a:r>
            <a:r>
              <a:rPr lang="en-US" altLang="en-US" sz="2400" dirty="0" err="1">
                <a:solidFill>
                  <a:srgbClr val="FF0000"/>
                </a:solidFill>
                <a:latin typeface="Cambria" panose="02040503050406030204" pitchFamily="18" charset="0"/>
                <a:ea typeface="Cambria" panose="02040503050406030204" pitchFamily="18" charset="0"/>
                <a:cs typeface="Calibri" panose="020F0502020204030204" pitchFamily="34" charset="0"/>
              </a:rPr>
              <a:t>frame_extent</a:t>
            </a:r>
            <a:endParaRPr lang="en-US" altLang="en-US" sz="2400" dirty="0">
              <a:solidFill>
                <a:srgbClr val="FF0000"/>
              </a:solidFill>
              <a:latin typeface="Cambria" panose="02040503050406030204" pitchFamily="18" charset="0"/>
              <a:ea typeface="Cambria" panose="02040503050406030204" pitchFamily="18" charset="0"/>
              <a:cs typeface="Calibri" panose="020F0502020204030204" pitchFamily="34" charset="0"/>
            </a:endParaRPr>
          </a:p>
          <a:p>
            <a:pPr marL="0" indent="0" algn="just">
              <a:buSzPct val="50000"/>
              <a:buNone/>
            </a:pPr>
            <a:r>
              <a:rPr lang="en-US" altLang="en-US" sz="2400" dirty="0">
                <a:solidFill>
                  <a:srgbClr val="FF0000"/>
                </a:solidFill>
                <a:latin typeface="Cambria" panose="02040503050406030204" pitchFamily="18" charset="0"/>
                <a:ea typeface="Cambria" panose="02040503050406030204" pitchFamily="18" charset="0"/>
                <a:cs typeface="Calibri" panose="020F0502020204030204" pitchFamily="34" charset="0"/>
              </a:rPr>
              <a:t>Frame extent:</a:t>
            </a:r>
            <a:r>
              <a:rPr lang="en-US" altLang="en-US" sz="2400" dirty="0">
                <a:latin typeface="Cambria" panose="02040503050406030204" pitchFamily="18" charset="0"/>
                <a:ea typeface="Cambria" panose="02040503050406030204" pitchFamily="18" charset="0"/>
                <a:cs typeface="Calibri" panose="020F0502020204030204" pitchFamily="34" charset="0"/>
              </a:rPr>
              <a:t> {</a:t>
            </a:r>
            <a:r>
              <a:rPr lang="en-US" altLang="en-US" sz="2400" dirty="0" err="1">
                <a:latin typeface="Cambria" panose="02040503050406030204" pitchFamily="18" charset="0"/>
                <a:ea typeface="Cambria" panose="02040503050406030204" pitchFamily="18" charset="0"/>
                <a:cs typeface="Calibri" panose="020F0502020204030204" pitchFamily="34" charset="0"/>
              </a:rPr>
              <a:t>frame_start</a:t>
            </a:r>
            <a:r>
              <a:rPr lang="en-US" altLang="en-US" sz="2400" dirty="0">
                <a:latin typeface="Cambria" panose="02040503050406030204" pitchFamily="18" charset="0"/>
                <a:ea typeface="Cambria" panose="02040503050406030204" pitchFamily="18" charset="0"/>
                <a:cs typeface="Calibri" panose="020F0502020204030204" pitchFamily="34" charset="0"/>
              </a:rPr>
              <a:t> | </a:t>
            </a:r>
            <a:r>
              <a:rPr lang="en-US" altLang="en-US" sz="2400" dirty="0" err="1">
                <a:latin typeface="Cambria" panose="02040503050406030204" pitchFamily="18" charset="0"/>
                <a:ea typeface="Cambria" panose="02040503050406030204" pitchFamily="18" charset="0"/>
                <a:cs typeface="Calibri" panose="020F0502020204030204" pitchFamily="34" charset="0"/>
              </a:rPr>
              <a:t>frame_between</a:t>
            </a:r>
            <a:r>
              <a:rPr lang="en-US" altLang="en-US" sz="2400" dirty="0">
                <a:latin typeface="Cambria" panose="02040503050406030204" pitchFamily="18" charset="0"/>
                <a:ea typeface="Cambria" panose="02040503050406030204" pitchFamily="18" charset="0"/>
                <a:cs typeface="Calibri" panose="020F0502020204030204" pitchFamily="34" charset="0"/>
              </a:rPr>
              <a:t>}</a:t>
            </a:r>
          </a:p>
          <a:p>
            <a:pPr marL="0" indent="0" algn="just">
              <a:buSzPct val="50000"/>
              <a:buNone/>
            </a:pPr>
            <a:r>
              <a:rPr lang="en-US" altLang="en-US" sz="2400" dirty="0" err="1">
                <a:solidFill>
                  <a:srgbClr val="FF0000"/>
                </a:solidFill>
                <a:latin typeface="Cambria" panose="02040503050406030204" pitchFamily="18" charset="0"/>
                <a:ea typeface="Cambria" panose="02040503050406030204" pitchFamily="18" charset="0"/>
                <a:cs typeface="Calibri" panose="020F0502020204030204" pitchFamily="34" charset="0"/>
              </a:rPr>
              <a:t>frame_between</a:t>
            </a:r>
            <a:r>
              <a:rPr lang="en-US" altLang="en-US" sz="2400" dirty="0">
                <a:solidFill>
                  <a:srgbClr val="FF0000"/>
                </a:solidFill>
                <a:latin typeface="Cambria" panose="02040503050406030204" pitchFamily="18" charset="0"/>
                <a:ea typeface="Cambria" panose="02040503050406030204" pitchFamily="18" charset="0"/>
                <a:cs typeface="Calibri" panose="020F0502020204030204" pitchFamily="34" charset="0"/>
              </a:rPr>
              <a:t>: </a:t>
            </a:r>
            <a:r>
              <a:rPr lang="en-US" altLang="en-US" sz="2400" dirty="0">
                <a:latin typeface="Cambria" panose="02040503050406030204" pitchFamily="18" charset="0"/>
                <a:ea typeface="Cambria" panose="02040503050406030204" pitchFamily="18" charset="0"/>
                <a:cs typeface="Calibri" panose="020F0502020204030204" pitchFamily="34" charset="0"/>
              </a:rPr>
              <a:t>BETWEEN </a:t>
            </a:r>
            <a:r>
              <a:rPr lang="en-US" altLang="en-US" sz="2400" dirty="0" err="1">
                <a:latin typeface="Cambria" panose="02040503050406030204" pitchFamily="18" charset="0"/>
                <a:ea typeface="Cambria" panose="02040503050406030204" pitchFamily="18" charset="0"/>
                <a:cs typeface="Calibri" panose="020F0502020204030204" pitchFamily="34" charset="0"/>
              </a:rPr>
              <a:t>frame_start</a:t>
            </a:r>
            <a:r>
              <a:rPr lang="en-US" altLang="en-US" sz="2400" dirty="0">
                <a:latin typeface="Cambria" panose="02040503050406030204" pitchFamily="18" charset="0"/>
                <a:ea typeface="Cambria" panose="02040503050406030204" pitchFamily="18" charset="0"/>
                <a:cs typeface="Calibri" panose="020F0502020204030204" pitchFamily="34" charset="0"/>
              </a:rPr>
              <a:t> AND </a:t>
            </a:r>
            <a:r>
              <a:rPr lang="en-US" altLang="en-US" sz="2400" dirty="0" err="1">
                <a:latin typeface="Cambria" panose="02040503050406030204" pitchFamily="18" charset="0"/>
                <a:ea typeface="Cambria" panose="02040503050406030204" pitchFamily="18" charset="0"/>
                <a:cs typeface="Calibri" panose="020F0502020204030204" pitchFamily="34" charset="0"/>
              </a:rPr>
              <a:t>frame_end</a:t>
            </a: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0" indent="0" algn="just">
              <a:buSzPct val="50000"/>
              <a:buNone/>
            </a:pPr>
            <a:r>
              <a:rPr lang="en-US" altLang="en-US" sz="2400" dirty="0" err="1">
                <a:solidFill>
                  <a:srgbClr val="FF0000"/>
                </a:solidFill>
                <a:latin typeface="Cambria" panose="02040503050406030204" pitchFamily="18" charset="0"/>
                <a:ea typeface="Cambria" panose="02040503050406030204" pitchFamily="18" charset="0"/>
                <a:cs typeface="Calibri" panose="020F0502020204030204" pitchFamily="34" charset="0"/>
              </a:rPr>
              <a:t>frame_start</a:t>
            </a:r>
            <a:r>
              <a:rPr lang="en-US" altLang="en-US" sz="2400" dirty="0">
                <a:solidFill>
                  <a:srgbClr val="FF0000"/>
                </a:solidFill>
                <a:latin typeface="Cambria" panose="02040503050406030204" pitchFamily="18" charset="0"/>
                <a:ea typeface="Cambria" panose="02040503050406030204" pitchFamily="18" charset="0"/>
                <a:cs typeface="Calibri" panose="020F0502020204030204" pitchFamily="34" charset="0"/>
              </a:rPr>
              <a:t>, </a:t>
            </a:r>
            <a:r>
              <a:rPr lang="en-US" altLang="en-US" sz="2400" dirty="0" err="1">
                <a:solidFill>
                  <a:srgbClr val="FF0000"/>
                </a:solidFill>
                <a:latin typeface="Cambria" panose="02040503050406030204" pitchFamily="18" charset="0"/>
                <a:ea typeface="Cambria" panose="02040503050406030204" pitchFamily="18" charset="0"/>
                <a:cs typeface="Calibri" panose="020F0502020204030204" pitchFamily="34" charset="0"/>
              </a:rPr>
              <a:t>frame_end</a:t>
            </a:r>
            <a:r>
              <a:rPr lang="en-US" altLang="en-US" sz="2400" dirty="0">
                <a:solidFill>
                  <a:srgbClr val="FF0000"/>
                </a:solidFill>
                <a:latin typeface="Cambria" panose="02040503050406030204" pitchFamily="18" charset="0"/>
                <a:ea typeface="Cambria" panose="02040503050406030204" pitchFamily="18" charset="0"/>
                <a:cs typeface="Calibri" panose="020F0502020204030204" pitchFamily="34" charset="0"/>
              </a:rPr>
              <a:t>: </a:t>
            </a:r>
          </a:p>
          <a:p>
            <a:pPr marL="0" indent="0" algn="just">
              <a:buSzPct val="50000"/>
              <a:buNone/>
            </a:pPr>
            <a:r>
              <a:rPr lang="en-US" altLang="en-US" sz="2400" dirty="0">
                <a:latin typeface="Cambria" panose="02040503050406030204" pitchFamily="18" charset="0"/>
                <a:ea typeface="Cambria" panose="02040503050406030204" pitchFamily="18" charset="0"/>
                <a:cs typeface="Calibri" panose="020F0502020204030204" pitchFamily="34" charset="0"/>
              </a:rPr>
              <a:t>UNBOUNDED PRECEEDING | expr PRECEEDING</a:t>
            </a:r>
          </a:p>
          <a:p>
            <a:pPr marL="0" indent="0" algn="just">
              <a:buSzPct val="50000"/>
              <a:buNone/>
            </a:pPr>
            <a:r>
              <a:rPr lang="en-US" altLang="en-US" sz="2400" dirty="0">
                <a:latin typeface="Cambria" panose="02040503050406030204" pitchFamily="18" charset="0"/>
                <a:ea typeface="Cambria" panose="02040503050406030204" pitchFamily="18" charset="0"/>
                <a:cs typeface="Calibri" panose="020F0502020204030204" pitchFamily="34" charset="0"/>
              </a:rPr>
              <a:t>UNBOUNDED FOLLOWING |expr FOLLOWING </a:t>
            </a:r>
          </a:p>
        </p:txBody>
      </p:sp>
      <p:sp>
        <p:nvSpPr>
          <p:cNvPr id="5" name="Footer Placeholder 2">
            <a:extLst>
              <a:ext uri="{FF2B5EF4-FFF2-40B4-BE49-F238E27FC236}">
                <a16:creationId xmlns:a16="http://schemas.microsoft.com/office/drawing/2014/main" id="{E1F8F792-5758-70BD-9D2F-EB9DFC7F5147}"/>
              </a:ext>
            </a:extLst>
          </p:cNvPr>
          <p:cNvSpPr>
            <a:spLocks noGrp="1"/>
          </p:cNvSpPr>
          <p:nvPr>
            <p:ph type="ftr" sz="quarter" idx="11"/>
          </p:nvPr>
        </p:nvSpPr>
        <p:spPr>
          <a:xfrm>
            <a:off x="2555776" y="6381328"/>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6" name="Slide Number Placeholder 23">
            <a:extLst>
              <a:ext uri="{FF2B5EF4-FFF2-40B4-BE49-F238E27FC236}">
                <a16:creationId xmlns:a16="http://schemas.microsoft.com/office/drawing/2014/main" id="{8DE82223-16D4-1610-8053-11DD6B3BD72D}"/>
              </a:ext>
            </a:extLst>
          </p:cNvPr>
          <p:cNvSpPr>
            <a:spLocks noGrp="1"/>
          </p:cNvSpPr>
          <p:nvPr>
            <p:ph type="sldNum" sz="quarter" idx="12"/>
          </p:nvPr>
        </p:nvSpPr>
        <p:spPr>
          <a:xfrm>
            <a:off x="8532440" y="6166335"/>
            <a:ext cx="427833"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27</a:t>
            </a:fld>
            <a:endParaRPr kumimoji="0" lang="en-US" sz="1400" b="0" i="0" u="none" strike="noStrike" kern="1200" cap="none" spc="0" normalizeH="0" baseline="0" noProof="0" dirty="0">
              <a:ln>
                <a:noFill/>
              </a:ln>
              <a:solidFill>
                <a:srgbClr val="FFFFFF"/>
              </a:solidFill>
              <a:effectLst/>
              <a:uLnTx/>
              <a:uFillTx/>
              <a:latin typeface="Franklin Gothic Book"/>
              <a:ea typeface="+mj-ea"/>
              <a:cs typeface="+mj-cs"/>
            </a:endParaRPr>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DA96AA-161B-057F-5A8A-D5EAE86AA030}"/>
            </a:ext>
          </a:extLst>
        </p:cNvPr>
        <p:cNvGrpSpPr/>
        <p:nvPr/>
      </p:nvGrpSpPr>
      <p:grpSpPr>
        <a:xfrm>
          <a:off x="0" y="0"/>
          <a:ext cx="0" cy="0"/>
          <a:chOff x="0" y="0"/>
          <a:chExt cx="0" cy="0"/>
        </a:xfrm>
      </p:grpSpPr>
      <p:sp>
        <p:nvSpPr>
          <p:cNvPr id="83970" name="Rectangle 2">
            <a:extLst>
              <a:ext uri="{FF2B5EF4-FFF2-40B4-BE49-F238E27FC236}">
                <a16:creationId xmlns:a16="http://schemas.microsoft.com/office/drawing/2014/main" id="{C9E1C5EE-C6FF-22DB-84AB-09EAC39C83F0}"/>
              </a:ext>
            </a:extLst>
          </p:cNvPr>
          <p:cNvSpPr>
            <a:spLocks noGrp="1" noChangeArrowheads="1"/>
          </p:cNvSpPr>
          <p:nvPr>
            <p:ph type="title"/>
          </p:nvPr>
        </p:nvSpPr>
        <p:spPr>
          <a:xfrm>
            <a:off x="323850" y="188913"/>
            <a:ext cx="7777163" cy="533400"/>
          </a:xfrm>
        </p:spPr>
        <p:txBody>
          <a:bodyPr/>
          <a:lstStyle/>
          <a:p>
            <a:pPr eaLnBrk="1" hangingPunct="1">
              <a:spcBef>
                <a:spcPct val="50000"/>
              </a:spcBef>
            </a:pPr>
            <a:r>
              <a:rPr lang="en-US" altLang="en-US" sz="2800" b="1" u="sng" dirty="0">
                <a:solidFill>
                  <a:srgbClr val="D34817"/>
                </a:solidFill>
                <a:latin typeface="Cambria" panose="02040503050406030204" pitchFamily="18" charset="0"/>
                <a:ea typeface="Cambria" panose="02040503050406030204" pitchFamily="18" charset="0"/>
              </a:rPr>
              <a:t>Window Function – Frame </a:t>
            </a:r>
            <a:r>
              <a:rPr lang="en-US" altLang="en-US" sz="2800" b="1" u="sng" dirty="0" err="1">
                <a:solidFill>
                  <a:srgbClr val="D34817"/>
                </a:solidFill>
                <a:latin typeface="Cambria" panose="02040503050406030204" pitchFamily="18" charset="0"/>
                <a:ea typeface="Cambria" panose="02040503050406030204" pitchFamily="18" charset="0"/>
              </a:rPr>
              <a:t>Caluse</a:t>
            </a:r>
            <a:endParaRPr lang="en-US" altLang="en-US" sz="2800" b="1" u="sng" dirty="0">
              <a:solidFill>
                <a:srgbClr val="D34817"/>
              </a:solidFill>
              <a:latin typeface="Cambria" panose="02040503050406030204" pitchFamily="18" charset="0"/>
              <a:ea typeface="Cambria" panose="02040503050406030204" pitchFamily="18" charset="0"/>
            </a:endParaRPr>
          </a:p>
        </p:txBody>
      </p:sp>
      <p:graphicFrame>
        <p:nvGraphicFramePr>
          <p:cNvPr id="3" name="Table 2">
            <a:extLst>
              <a:ext uri="{FF2B5EF4-FFF2-40B4-BE49-F238E27FC236}">
                <a16:creationId xmlns:a16="http://schemas.microsoft.com/office/drawing/2014/main" id="{0DB81382-0683-7768-A4BD-D3432D2F8EF4}"/>
              </a:ext>
            </a:extLst>
          </p:cNvPr>
          <p:cNvGraphicFramePr>
            <a:graphicFrameLocks noGrp="1"/>
          </p:cNvGraphicFramePr>
          <p:nvPr>
            <p:extLst>
              <p:ext uri="{D42A27DB-BD31-4B8C-83A1-F6EECF244321}">
                <p14:modId xmlns:p14="http://schemas.microsoft.com/office/powerpoint/2010/main" val="4014693030"/>
              </p:ext>
            </p:extLst>
          </p:nvPr>
        </p:nvGraphicFramePr>
        <p:xfrm>
          <a:off x="323850" y="698500"/>
          <a:ext cx="8569325" cy="1798638"/>
        </p:xfrm>
        <a:graphic>
          <a:graphicData uri="http://schemas.openxmlformats.org/drawingml/2006/table">
            <a:tbl>
              <a:tblPr firstRow="1" bandRow="1">
                <a:tableStyleId>{5C22544A-7EE6-4342-B048-85BDC9FD1C3A}</a:tableStyleId>
              </a:tblPr>
              <a:tblGrid>
                <a:gridCol w="8569325">
                  <a:extLst>
                    <a:ext uri="{9D8B030D-6E8A-4147-A177-3AD203B41FA5}">
                      <a16:colId xmlns:a16="http://schemas.microsoft.com/office/drawing/2014/main" val="20000"/>
                    </a:ext>
                  </a:extLst>
                </a:gridCol>
              </a:tblGrid>
              <a:tr h="1798638">
                <a:tc>
                  <a:txBody>
                    <a:bodyPr/>
                    <a:lstStyle/>
                    <a:p>
                      <a:pPr>
                        <a:spcBef>
                          <a:spcPct val="0"/>
                        </a:spcBef>
                        <a:buFontTx/>
                        <a:buNone/>
                      </a:pPr>
                      <a:r>
                        <a:rPr lang="en-US" altLang="en-US" sz="2800" b="0" dirty="0">
                          <a:solidFill>
                            <a:srgbClr val="000000"/>
                          </a:solidFill>
                          <a:latin typeface="Cambria" panose="02040503050406030204" pitchFamily="18" charset="0"/>
                          <a:ea typeface="Cambria" panose="02040503050406030204" pitchFamily="18" charset="0"/>
                          <a:cs typeface="Calibri" panose="020F0502020204030204" pitchFamily="34" charset="0"/>
                        </a:rPr>
                        <a:t>SELECT </a:t>
                      </a:r>
                      <a:r>
                        <a:rPr lang="en-US" altLang="en-US" sz="2800" b="0" dirty="0" err="1">
                          <a:solidFill>
                            <a:srgbClr val="000000"/>
                          </a:solidFill>
                          <a:latin typeface="Cambria" panose="02040503050406030204" pitchFamily="18" charset="0"/>
                          <a:ea typeface="Cambria" panose="02040503050406030204" pitchFamily="18" charset="0"/>
                          <a:cs typeface="Calibri" panose="020F0502020204030204" pitchFamily="34" charset="0"/>
                        </a:rPr>
                        <a:t>ename,job</a:t>
                      </a:r>
                      <a:r>
                        <a:rPr lang="en-US" altLang="en-US" sz="2800" b="0" dirty="0">
                          <a:solidFill>
                            <a:srgbClr val="000000"/>
                          </a:solidFill>
                          <a:latin typeface="Cambria" panose="02040503050406030204" pitchFamily="18" charset="0"/>
                          <a:ea typeface="Cambria" panose="02040503050406030204" pitchFamily="18" charset="0"/>
                          <a:cs typeface="Calibri" panose="020F0502020204030204" pitchFamily="34" charset="0"/>
                        </a:rPr>
                        <a:t>, </a:t>
                      </a:r>
                      <a:r>
                        <a:rPr lang="en-US" altLang="en-US" sz="2800" b="0" dirty="0" err="1">
                          <a:solidFill>
                            <a:srgbClr val="000000"/>
                          </a:solidFill>
                          <a:latin typeface="Cambria" panose="02040503050406030204" pitchFamily="18" charset="0"/>
                          <a:ea typeface="Cambria" panose="02040503050406030204" pitchFamily="18" charset="0"/>
                          <a:cs typeface="Calibri" panose="020F0502020204030204" pitchFamily="34" charset="0"/>
                        </a:rPr>
                        <a:t>sal</a:t>
                      </a:r>
                      <a:r>
                        <a:rPr lang="en-US" altLang="en-US" sz="2800" b="0" dirty="0">
                          <a:solidFill>
                            <a:srgbClr val="000000"/>
                          </a:solidFill>
                          <a:latin typeface="Cambria" panose="02040503050406030204" pitchFamily="18" charset="0"/>
                          <a:ea typeface="Cambria" panose="02040503050406030204" pitchFamily="18" charset="0"/>
                          <a:cs typeface="Calibri" panose="020F0502020204030204" pitchFamily="34" charset="0"/>
                        </a:rPr>
                        <a:t>,</a:t>
                      </a:r>
                    </a:p>
                    <a:p>
                      <a:pPr>
                        <a:spcBef>
                          <a:spcPct val="0"/>
                        </a:spcBef>
                        <a:buFontTx/>
                        <a:buNone/>
                      </a:pPr>
                      <a:r>
                        <a:rPr lang="en-US" altLang="en-US" sz="2800" b="0" dirty="0">
                          <a:solidFill>
                            <a:srgbClr val="FF0000"/>
                          </a:solidFill>
                          <a:latin typeface="Cambria" panose="02040503050406030204" pitchFamily="18" charset="0"/>
                          <a:ea typeface="Cambria" panose="02040503050406030204" pitchFamily="18" charset="0"/>
                          <a:cs typeface="Calibri" panose="020F0502020204030204" pitchFamily="34" charset="0"/>
                        </a:rPr>
                        <a:t>SUM</a:t>
                      </a:r>
                      <a:r>
                        <a:rPr lang="en-US" altLang="en-US" sz="2800" b="0" dirty="0">
                          <a:solidFill>
                            <a:srgbClr val="000000"/>
                          </a:solidFill>
                          <a:latin typeface="Cambria" panose="02040503050406030204" pitchFamily="18" charset="0"/>
                          <a:ea typeface="Cambria" panose="02040503050406030204" pitchFamily="18" charset="0"/>
                          <a:cs typeface="Calibri" panose="020F0502020204030204" pitchFamily="34" charset="0"/>
                        </a:rPr>
                        <a:t>(</a:t>
                      </a:r>
                      <a:r>
                        <a:rPr lang="en-US" altLang="en-US" sz="2800" b="0" dirty="0" err="1">
                          <a:solidFill>
                            <a:srgbClr val="000000"/>
                          </a:solidFill>
                          <a:latin typeface="Cambria" panose="02040503050406030204" pitchFamily="18" charset="0"/>
                          <a:ea typeface="Cambria" panose="02040503050406030204" pitchFamily="18" charset="0"/>
                          <a:cs typeface="Calibri" panose="020F0502020204030204" pitchFamily="34" charset="0"/>
                        </a:rPr>
                        <a:t>sal</a:t>
                      </a:r>
                      <a:r>
                        <a:rPr lang="en-US" altLang="en-US" sz="2800" b="0" dirty="0">
                          <a:solidFill>
                            <a:srgbClr val="000000"/>
                          </a:solidFill>
                          <a:latin typeface="Cambria" panose="02040503050406030204" pitchFamily="18" charset="0"/>
                          <a:ea typeface="Cambria" panose="02040503050406030204" pitchFamily="18" charset="0"/>
                          <a:cs typeface="Calibri" panose="020F0502020204030204" pitchFamily="34" charset="0"/>
                        </a:rPr>
                        <a:t>) </a:t>
                      </a:r>
                      <a:r>
                        <a:rPr lang="en-US" altLang="en-US" sz="2800" b="0" dirty="0">
                          <a:solidFill>
                            <a:srgbClr val="FF0000"/>
                          </a:solidFill>
                          <a:latin typeface="Cambria" panose="02040503050406030204" pitchFamily="18" charset="0"/>
                          <a:ea typeface="Cambria" panose="02040503050406030204" pitchFamily="18" charset="0"/>
                          <a:cs typeface="Calibri" panose="020F0502020204030204" pitchFamily="34" charset="0"/>
                        </a:rPr>
                        <a:t>OVER(order by </a:t>
                      </a:r>
                      <a:r>
                        <a:rPr lang="en-US" altLang="en-US" sz="2800" b="0" dirty="0" err="1">
                          <a:solidFill>
                            <a:srgbClr val="FF0000"/>
                          </a:solidFill>
                          <a:latin typeface="Cambria" panose="02040503050406030204" pitchFamily="18" charset="0"/>
                          <a:ea typeface="Cambria" panose="02040503050406030204" pitchFamily="18" charset="0"/>
                          <a:cs typeface="Calibri" panose="020F0502020204030204" pitchFamily="34" charset="0"/>
                        </a:rPr>
                        <a:t>sal</a:t>
                      </a:r>
                      <a:r>
                        <a:rPr lang="en-US" altLang="en-US" sz="2800" b="0" dirty="0">
                          <a:solidFill>
                            <a:srgbClr val="FF0000"/>
                          </a:solidFill>
                          <a:latin typeface="Cambria" panose="02040503050406030204" pitchFamily="18" charset="0"/>
                          <a:ea typeface="Cambria" panose="02040503050406030204" pitchFamily="18" charset="0"/>
                          <a:cs typeface="Calibri" panose="020F0502020204030204" pitchFamily="34" charset="0"/>
                        </a:rPr>
                        <a:t> </a:t>
                      </a:r>
                    </a:p>
                    <a:p>
                      <a:pPr>
                        <a:spcBef>
                          <a:spcPct val="0"/>
                        </a:spcBef>
                        <a:buFontTx/>
                        <a:buNone/>
                      </a:pPr>
                      <a:r>
                        <a:rPr lang="en-US" altLang="en-US" sz="2800" b="0" dirty="0">
                          <a:solidFill>
                            <a:srgbClr val="FF0000"/>
                          </a:solidFill>
                          <a:latin typeface="Cambria" panose="02040503050406030204" pitchFamily="18" charset="0"/>
                          <a:ea typeface="Cambria" panose="02040503050406030204" pitchFamily="18" charset="0"/>
                          <a:cs typeface="Calibri" panose="020F0502020204030204" pitchFamily="34" charset="0"/>
                        </a:rPr>
                        <a:t>ROWS UNBOUNDED PRECEDING) AS</a:t>
                      </a:r>
                      <a:r>
                        <a:rPr lang="en-US" altLang="en-US" sz="2800" b="0" dirty="0">
                          <a:solidFill>
                            <a:schemeClr val="accent6"/>
                          </a:solidFill>
                          <a:latin typeface="Cambria" panose="02040503050406030204" pitchFamily="18" charset="0"/>
                          <a:ea typeface="Cambria" panose="02040503050406030204" pitchFamily="18" charset="0"/>
                          <a:cs typeface="Calibri" panose="020F0502020204030204" pitchFamily="34" charset="0"/>
                        </a:rPr>
                        <a:t> </a:t>
                      </a:r>
                      <a:r>
                        <a:rPr lang="en-US" altLang="en-US" sz="2800" b="0" dirty="0">
                          <a:solidFill>
                            <a:schemeClr val="tx1"/>
                          </a:solidFill>
                          <a:latin typeface="Cambria" panose="02040503050406030204" pitchFamily="18" charset="0"/>
                          <a:ea typeface="Cambria" panose="02040503050406030204" pitchFamily="18" charset="0"/>
                          <a:cs typeface="Calibri" panose="020F0502020204030204" pitchFamily="34" charset="0"/>
                        </a:rPr>
                        <a:t>"Running Total"</a:t>
                      </a:r>
                    </a:p>
                    <a:p>
                      <a:pPr>
                        <a:spcBef>
                          <a:spcPct val="0"/>
                        </a:spcBef>
                        <a:buFontTx/>
                        <a:buNone/>
                      </a:pPr>
                      <a:r>
                        <a:rPr lang="en-US" altLang="en-US" sz="2800" b="0" dirty="0">
                          <a:solidFill>
                            <a:srgbClr val="000000"/>
                          </a:solidFill>
                          <a:latin typeface="Cambria" panose="02040503050406030204" pitchFamily="18" charset="0"/>
                          <a:ea typeface="Cambria" panose="02040503050406030204" pitchFamily="18" charset="0"/>
                          <a:cs typeface="Calibri" panose="020F0502020204030204" pitchFamily="34" charset="0"/>
                        </a:rPr>
                        <a:t>FROM emp;</a:t>
                      </a:r>
                    </a:p>
                  </a:txBody>
                  <a:tcPr marL="91444" marR="91444" marT="45728" marB="4572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10000"/>
                  </a:ext>
                </a:extLst>
              </a:tr>
            </a:tbl>
          </a:graphicData>
        </a:graphic>
      </p:graphicFrame>
      <p:graphicFrame>
        <p:nvGraphicFramePr>
          <p:cNvPr id="4" name="Table 3">
            <a:extLst>
              <a:ext uri="{FF2B5EF4-FFF2-40B4-BE49-F238E27FC236}">
                <a16:creationId xmlns:a16="http://schemas.microsoft.com/office/drawing/2014/main" id="{FA6AEBB6-4D8C-1EE9-1206-7AB80E5B2BD4}"/>
              </a:ext>
            </a:extLst>
          </p:cNvPr>
          <p:cNvGraphicFramePr>
            <a:graphicFrameLocks noGrp="1"/>
          </p:cNvGraphicFramePr>
          <p:nvPr/>
        </p:nvGraphicFramePr>
        <p:xfrm>
          <a:off x="1079500" y="2636838"/>
          <a:ext cx="6985000" cy="3902071"/>
        </p:xfrm>
        <a:graphic>
          <a:graphicData uri="http://schemas.openxmlformats.org/drawingml/2006/table">
            <a:tbl>
              <a:tblPr/>
              <a:tblGrid>
                <a:gridCol w="1746250">
                  <a:extLst>
                    <a:ext uri="{9D8B030D-6E8A-4147-A177-3AD203B41FA5}">
                      <a16:colId xmlns:a16="http://schemas.microsoft.com/office/drawing/2014/main" val="20000"/>
                    </a:ext>
                  </a:extLst>
                </a:gridCol>
                <a:gridCol w="1746250">
                  <a:extLst>
                    <a:ext uri="{9D8B030D-6E8A-4147-A177-3AD203B41FA5}">
                      <a16:colId xmlns:a16="http://schemas.microsoft.com/office/drawing/2014/main" val="20001"/>
                    </a:ext>
                  </a:extLst>
                </a:gridCol>
                <a:gridCol w="1746250">
                  <a:extLst>
                    <a:ext uri="{9D8B030D-6E8A-4147-A177-3AD203B41FA5}">
                      <a16:colId xmlns:a16="http://schemas.microsoft.com/office/drawing/2014/main" val="20002"/>
                    </a:ext>
                  </a:extLst>
                </a:gridCol>
                <a:gridCol w="1746250">
                  <a:extLst>
                    <a:ext uri="{9D8B030D-6E8A-4147-A177-3AD203B41FA5}">
                      <a16:colId xmlns:a16="http://schemas.microsoft.com/office/drawing/2014/main" val="20003"/>
                    </a:ext>
                  </a:extLst>
                </a:gridCol>
              </a:tblGrid>
              <a:tr h="487759">
                <a:tc>
                  <a:txBody>
                    <a:bodyPr/>
                    <a:lstStyle/>
                    <a:p>
                      <a:pPr fontAlgn="ctr"/>
                      <a:r>
                        <a:rPr lang="en-US" sz="2000" b="1" dirty="0">
                          <a:solidFill>
                            <a:srgbClr val="FCFBFA"/>
                          </a:solidFill>
                          <a:effectLst/>
                        </a:rPr>
                        <a:t>ENAME</a:t>
                      </a:r>
                    </a:p>
                  </a:txBody>
                  <a:tcPr marL="91443" marR="91443" marT="91455" marB="914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a:txBody>
                    <a:bodyPr/>
                    <a:lstStyle/>
                    <a:p>
                      <a:pPr fontAlgn="ctr"/>
                      <a:r>
                        <a:rPr lang="en-US" sz="2000" b="1" dirty="0">
                          <a:solidFill>
                            <a:srgbClr val="FCFBFA"/>
                          </a:solidFill>
                          <a:effectLst/>
                        </a:rPr>
                        <a:t>JOB</a:t>
                      </a:r>
                    </a:p>
                  </a:txBody>
                  <a:tcPr marL="91443" marR="91443" marT="91455" marB="914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a:txBody>
                    <a:bodyPr/>
                    <a:lstStyle/>
                    <a:p>
                      <a:pPr fontAlgn="ctr"/>
                      <a:r>
                        <a:rPr lang="en-US" sz="2000" b="1" dirty="0">
                          <a:solidFill>
                            <a:srgbClr val="FCFBFA"/>
                          </a:solidFill>
                          <a:effectLst/>
                        </a:rPr>
                        <a:t>SAL</a:t>
                      </a:r>
                    </a:p>
                  </a:txBody>
                  <a:tcPr marL="91443" marR="91443" marT="91455" marB="914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a:txBody>
                    <a:bodyPr/>
                    <a:lstStyle/>
                    <a:p>
                      <a:pPr fontAlgn="ctr"/>
                      <a:r>
                        <a:rPr lang="en-US" sz="2000" b="1" dirty="0">
                          <a:solidFill>
                            <a:srgbClr val="FCFBFA"/>
                          </a:solidFill>
                          <a:effectLst/>
                        </a:rPr>
                        <a:t>Running Total</a:t>
                      </a:r>
                    </a:p>
                  </a:txBody>
                  <a:tcPr marL="91443" marR="91443" marT="91455" marB="914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extLst>
                  <a:ext uri="{0D108BD9-81ED-4DB2-BD59-A6C34878D82A}">
                    <a16:rowId xmlns:a16="http://schemas.microsoft.com/office/drawing/2014/main" val="10000"/>
                  </a:ext>
                </a:extLst>
              </a:tr>
              <a:tr h="426789">
                <a:tc>
                  <a:txBody>
                    <a:bodyPr/>
                    <a:lstStyle/>
                    <a:p>
                      <a:r>
                        <a:rPr lang="en-US" sz="2000" dirty="0">
                          <a:effectLst/>
                        </a:rPr>
                        <a:t>SMITH</a:t>
                      </a:r>
                    </a:p>
                  </a:txBody>
                  <a:tcPr marL="91443" marR="91443" marT="60970" marB="609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r>
                        <a:rPr lang="en-US" sz="2000">
                          <a:effectLst/>
                        </a:rPr>
                        <a:t>CLERK</a:t>
                      </a:r>
                    </a:p>
                  </a:txBody>
                  <a:tcPr marL="91443" marR="91443" marT="60970" marB="609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r>
                        <a:rPr lang="en-US" sz="2000">
                          <a:effectLst/>
                        </a:rPr>
                        <a:t>800</a:t>
                      </a:r>
                    </a:p>
                  </a:txBody>
                  <a:tcPr marL="91443" marR="91443" marT="60970" marB="609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r>
                        <a:rPr lang="en-US" sz="2000" dirty="0">
                          <a:effectLst/>
                        </a:rPr>
                        <a:t>800</a:t>
                      </a:r>
                    </a:p>
                  </a:txBody>
                  <a:tcPr marL="91443" marR="91443" marT="60970" marB="609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1"/>
                  </a:ext>
                </a:extLst>
              </a:tr>
              <a:tr h="426789">
                <a:tc>
                  <a:txBody>
                    <a:bodyPr/>
                    <a:lstStyle/>
                    <a:p>
                      <a:r>
                        <a:rPr lang="en-US" sz="2000" dirty="0">
                          <a:effectLst/>
                        </a:rPr>
                        <a:t>JAMES</a:t>
                      </a:r>
                    </a:p>
                  </a:txBody>
                  <a:tcPr marL="91443" marR="91443" marT="60970" marB="609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r>
                        <a:rPr lang="en-US" sz="2000" dirty="0">
                          <a:effectLst/>
                        </a:rPr>
                        <a:t>CLERK</a:t>
                      </a:r>
                    </a:p>
                  </a:txBody>
                  <a:tcPr marL="91443" marR="91443" marT="60970" marB="609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r>
                        <a:rPr lang="en-US" sz="2000">
                          <a:effectLst/>
                        </a:rPr>
                        <a:t>950</a:t>
                      </a:r>
                    </a:p>
                  </a:txBody>
                  <a:tcPr marL="91443" marR="91443" marT="60970" marB="609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r>
                        <a:rPr lang="en-US" sz="2000" dirty="0">
                          <a:solidFill>
                            <a:srgbClr val="FF0000"/>
                          </a:solidFill>
                          <a:effectLst/>
                        </a:rPr>
                        <a:t>1750</a:t>
                      </a:r>
                    </a:p>
                  </a:txBody>
                  <a:tcPr marL="91443" marR="91443" marT="60970" marB="609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2"/>
                  </a:ext>
                </a:extLst>
              </a:tr>
              <a:tr h="426789">
                <a:tc>
                  <a:txBody>
                    <a:bodyPr/>
                    <a:lstStyle/>
                    <a:p>
                      <a:r>
                        <a:rPr lang="en-US" sz="2000" dirty="0">
                          <a:effectLst/>
                        </a:rPr>
                        <a:t>ADAMS</a:t>
                      </a:r>
                    </a:p>
                  </a:txBody>
                  <a:tcPr marL="91443" marR="91443" marT="60970" marB="609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r>
                        <a:rPr lang="en-US" sz="2000">
                          <a:effectLst/>
                        </a:rPr>
                        <a:t>CLERK</a:t>
                      </a:r>
                    </a:p>
                  </a:txBody>
                  <a:tcPr marL="91443" marR="91443" marT="60970" marB="609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r>
                        <a:rPr lang="en-US" sz="2000">
                          <a:effectLst/>
                        </a:rPr>
                        <a:t>1100</a:t>
                      </a:r>
                    </a:p>
                  </a:txBody>
                  <a:tcPr marL="91443" marR="91443" marT="60970" marB="609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r>
                        <a:rPr lang="en-US" sz="2000" dirty="0">
                          <a:solidFill>
                            <a:srgbClr val="FF0000"/>
                          </a:solidFill>
                          <a:effectLst/>
                        </a:rPr>
                        <a:t>2850</a:t>
                      </a:r>
                    </a:p>
                  </a:txBody>
                  <a:tcPr marL="91443" marR="91443" marT="60970" marB="609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3"/>
                  </a:ext>
                </a:extLst>
              </a:tr>
              <a:tr h="426789">
                <a:tc>
                  <a:txBody>
                    <a:bodyPr/>
                    <a:lstStyle/>
                    <a:p>
                      <a:r>
                        <a:rPr lang="en-US" sz="2000" dirty="0">
                          <a:effectLst/>
                        </a:rPr>
                        <a:t>WARD</a:t>
                      </a:r>
                    </a:p>
                  </a:txBody>
                  <a:tcPr marL="91443" marR="91443" marT="60970" marB="609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r>
                        <a:rPr lang="en-US" sz="2000">
                          <a:effectLst/>
                        </a:rPr>
                        <a:t>SALESMAN</a:t>
                      </a:r>
                    </a:p>
                  </a:txBody>
                  <a:tcPr marL="91443" marR="91443" marT="60970" marB="609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r>
                        <a:rPr lang="en-US" sz="2000">
                          <a:effectLst/>
                        </a:rPr>
                        <a:t>1250</a:t>
                      </a:r>
                    </a:p>
                  </a:txBody>
                  <a:tcPr marL="91443" marR="91443" marT="60970" marB="609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r>
                        <a:rPr lang="en-US" sz="2000" dirty="0">
                          <a:solidFill>
                            <a:srgbClr val="FF0000"/>
                          </a:solidFill>
                          <a:effectLst/>
                        </a:rPr>
                        <a:t>4100</a:t>
                      </a:r>
                    </a:p>
                  </a:txBody>
                  <a:tcPr marL="91443" marR="91443" marT="60970" marB="609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4"/>
                  </a:ext>
                </a:extLst>
              </a:tr>
              <a:tr h="426789">
                <a:tc>
                  <a:txBody>
                    <a:bodyPr/>
                    <a:lstStyle/>
                    <a:p>
                      <a:r>
                        <a:rPr lang="en-US" sz="2000" dirty="0">
                          <a:effectLst/>
                        </a:rPr>
                        <a:t>MARTIN</a:t>
                      </a:r>
                    </a:p>
                  </a:txBody>
                  <a:tcPr marL="91443" marR="91443" marT="60970" marB="609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r>
                        <a:rPr lang="en-US" sz="2000">
                          <a:effectLst/>
                        </a:rPr>
                        <a:t>SALESMAN</a:t>
                      </a:r>
                    </a:p>
                  </a:txBody>
                  <a:tcPr marL="91443" marR="91443" marT="60970" marB="609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r>
                        <a:rPr lang="en-US" sz="2000">
                          <a:effectLst/>
                        </a:rPr>
                        <a:t>1250</a:t>
                      </a:r>
                    </a:p>
                  </a:txBody>
                  <a:tcPr marL="91443" marR="91443" marT="60970" marB="609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r>
                        <a:rPr lang="en-US" sz="2000" dirty="0">
                          <a:solidFill>
                            <a:srgbClr val="FF0000"/>
                          </a:solidFill>
                          <a:effectLst/>
                        </a:rPr>
                        <a:t>5350</a:t>
                      </a:r>
                    </a:p>
                  </a:txBody>
                  <a:tcPr marL="91443" marR="91443" marT="60970" marB="609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5"/>
                  </a:ext>
                </a:extLst>
              </a:tr>
              <a:tr h="426789">
                <a:tc>
                  <a:txBody>
                    <a:bodyPr/>
                    <a:lstStyle/>
                    <a:p>
                      <a:r>
                        <a:rPr lang="en-US" sz="2000" dirty="0">
                          <a:effectLst/>
                        </a:rPr>
                        <a:t>TURNER</a:t>
                      </a:r>
                    </a:p>
                  </a:txBody>
                  <a:tcPr marL="91443" marR="91443" marT="60970" marB="609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r>
                        <a:rPr lang="en-US" sz="2000" dirty="0">
                          <a:effectLst/>
                        </a:rPr>
                        <a:t>SALESMAN</a:t>
                      </a:r>
                    </a:p>
                  </a:txBody>
                  <a:tcPr marL="91443" marR="91443" marT="60970" marB="609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r>
                        <a:rPr lang="en-US" sz="2000" dirty="0">
                          <a:effectLst/>
                        </a:rPr>
                        <a:t>1500</a:t>
                      </a:r>
                    </a:p>
                  </a:txBody>
                  <a:tcPr marL="91443" marR="91443" marT="60970" marB="609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r>
                        <a:rPr lang="en-US" sz="2000" dirty="0">
                          <a:solidFill>
                            <a:srgbClr val="FF0000"/>
                          </a:solidFill>
                          <a:effectLst/>
                        </a:rPr>
                        <a:t>6850</a:t>
                      </a:r>
                    </a:p>
                  </a:txBody>
                  <a:tcPr marL="91443" marR="91443" marT="60970" marB="609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6"/>
                  </a:ext>
                </a:extLst>
              </a:tr>
              <a:tr h="426789">
                <a:tc>
                  <a:txBody>
                    <a:bodyPr/>
                    <a:lstStyle/>
                    <a:p>
                      <a:pPr algn="ctr"/>
                      <a:r>
                        <a:rPr lang="en-US" sz="2000" dirty="0">
                          <a:effectLst/>
                        </a:rPr>
                        <a:t>-</a:t>
                      </a:r>
                    </a:p>
                  </a:txBody>
                  <a:tcPr marL="91443" marR="91443" marT="60970" marB="609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US" sz="2000" dirty="0">
                          <a:effectLst/>
                        </a:rPr>
                        <a:t>-</a:t>
                      </a:r>
                    </a:p>
                  </a:txBody>
                  <a:tcPr marL="91443" marR="91443" marT="60970" marB="609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US" sz="2000" dirty="0">
                          <a:effectLst/>
                        </a:rPr>
                        <a:t>-</a:t>
                      </a:r>
                    </a:p>
                  </a:txBody>
                  <a:tcPr marL="91443" marR="91443" marT="60970" marB="609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US" sz="2000" dirty="0">
                          <a:effectLst/>
                        </a:rPr>
                        <a:t>-</a:t>
                      </a:r>
                    </a:p>
                  </a:txBody>
                  <a:tcPr marL="91443" marR="91443" marT="60970" marB="609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7"/>
                  </a:ext>
                </a:extLst>
              </a:tr>
              <a:tr h="426789">
                <a:tc>
                  <a:txBody>
                    <a:bodyPr/>
                    <a:lstStyle/>
                    <a:p>
                      <a:pPr algn="ctr"/>
                      <a:r>
                        <a:rPr lang="en-US" sz="2000" dirty="0">
                          <a:effectLst/>
                        </a:rPr>
                        <a:t>-</a:t>
                      </a:r>
                    </a:p>
                  </a:txBody>
                  <a:tcPr marL="91443" marR="91443" marT="60970" marB="609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US" sz="2000" dirty="0">
                          <a:effectLst/>
                        </a:rPr>
                        <a:t>-</a:t>
                      </a:r>
                    </a:p>
                  </a:txBody>
                  <a:tcPr marL="91443" marR="91443" marT="60970" marB="609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US" sz="2000" dirty="0">
                          <a:effectLst/>
                        </a:rPr>
                        <a:t>-</a:t>
                      </a:r>
                    </a:p>
                  </a:txBody>
                  <a:tcPr marL="91443" marR="91443" marT="60970" marB="609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US" sz="2000" dirty="0">
                          <a:effectLst/>
                        </a:rPr>
                        <a:t>-</a:t>
                      </a:r>
                    </a:p>
                  </a:txBody>
                  <a:tcPr marL="91443" marR="91443" marT="60970" marB="609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8"/>
                  </a:ext>
                </a:extLst>
              </a:tr>
            </a:tbl>
          </a:graphicData>
        </a:graphic>
      </p:graphicFrame>
      <p:sp>
        <p:nvSpPr>
          <p:cNvPr id="2" name="Slide Number Placeholder 23">
            <a:extLst>
              <a:ext uri="{FF2B5EF4-FFF2-40B4-BE49-F238E27FC236}">
                <a16:creationId xmlns:a16="http://schemas.microsoft.com/office/drawing/2014/main" id="{AE58296E-A4C2-981F-7EE1-6A6C391A7CA9}"/>
              </a:ext>
            </a:extLst>
          </p:cNvPr>
          <p:cNvSpPr>
            <a:spLocks noGrp="1"/>
          </p:cNvSpPr>
          <p:nvPr>
            <p:ph type="sldNum" sz="quarter" idx="12"/>
          </p:nvPr>
        </p:nvSpPr>
        <p:spPr>
          <a:xfrm>
            <a:off x="8532440" y="6166335"/>
            <a:ext cx="427833"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28</a:t>
            </a:fld>
            <a:endParaRPr kumimoji="0" lang="en-US" sz="1400" b="0" i="0" u="none" strike="noStrike" kern="1200" cap="none" spc="0" normalizeH="0" baseline="0" noProof="0" dirty="0">
              <a:ln>
                <a:noFill/>
              </a:ln>
              <a:solidFill>
                <a:srgbClr val="FFFFFF"/>
              </a:solidFill>
              <a:effectLst/>
              <a:uLnTx/>
              <a:uFillTx/>
              <a:latin typeface="Franklin Gothic Book"/>
              <a:ea typeface="+mj-ea"/>
              <a:cs typeface="+mj-cs"/>
            </a:endParaRPr>
          </a:p>
        </p:txBody>
      </p:sp>
    </p:spTree>
    <p:extLst>
      <p:ext uri="{BB962C8B-B14F-4D97-AF65-F5344CB8AC3E}">
        <p14:creationId xmlns:p14="http://schemas.microsoft.com/office/powerpoint/2010/main" val="320212385"/>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a:extLst>
              <a:ext uri="{FF2B5EF4-FFF2-40B4-BE49-F238E27FC236}">
                <a16:creationId xmlns:a16="http://schemas.microsoft.com/office/drawing/2014/main" id="{2FEAA7B8-824A-F00C-5158-02F065C5D948}"/>
              </a:ext>
            </a:extLst>
          </p:cNvPr>
          <p:cNvSpPr>
            <a:spLocks noGrp="1" noChangeArrowheads="1"/>
          </p:cNvSpPr>
          <p:nvPr>
            <p:ph type="title"/>
          </p:nvPr>
        </p:nvSpPr>
        <p:spPr>
          <a:xfrm>
            <a:off x="323850" y="188913"/>
            <a:ext cx="7777163" cy="533400"/>
          </a:xfrm>
        </p:spPr>
        <p:txBody>
          <a:bodyPr/>
          <a:lstStyle/>
          <a:p>
            <a:pPr eaLnBrk="1" hangingPunct="1">
              <a:spcBef>
                <a:spcPct val="50000"/>
              </a:spcBef>
            </a:pPr>
            <a:r>
              <a:rPr lang="en-US" altLang="en-US" sz="2800" b="1" u="sng" dirty="0">
                <a:solidFill>
                  <a:srgbClr val="D34817"/>
                </a:solidFill>
                <a:latin typeface="Cambria" panose="02040503050406030204" pitchFamily="18" charset="0"/>
                <a:ea typeface="Cambria" panose="02040503050406030204" pitchFamily="18" charset="0"/>
              </a:rPr>
              <a:t>Window Function – Frame </a:t>
            </a:r>
            <a:r>
              <a:rPr lang="en-US" altLang="en-US" sz="2800" b="1" u="sng" dirty="0" err="1">
                <a:solidFill>
                  <a:srgbClr val="D34817"/>
                </a:solidFill>
                <a:latin typeface="Cambria" panose="02040503050406030204" pitchFamily="18" charset="0"/>
                <a:ea typeface="Cambria" panose="02040503050406030204" pitchFamily="18" charset="0"/>
              </a:rPr>
              <a:t>Caluse</a:t>
            </a:r>
            <a:endParaRPr lang="en-US" altLang="en-US" sz="2800" b="1" u="sng" dirty="0">
              <a:solidFill>
                <a:srgbClr val="D34817"/>
              </a:solidFill>
              <a:latin typeface="Cambria" panose="02040503050406030204" pitchFamily="18" charset="0"/>
              <a:ea typeface="Cambria" panose="02040503050406030204" pitchFamily="18" charset="0"/>
            </a:endParaRPr>
          </a:p>
        </p:txBody>
      </p:sp>
      <p:graphicFrame>
        <p:nvGraphicFramePr>
          <p:cNvPr id="3" name="Table 2">
            <a:extLst>
              <a:ext uri="{FF2B5EF4-FFF2-40B4-BE49-F238E27FC236}">
                <a16:creationId xmlns:a16="http://schemas.microsoft.com/office/drawing/2014/main" id="{1F92CFA1-583F-84DB-4C1A-E09B84C884D4}"/>
              </a:ext>
            </a:extLst>
          </p:cNvPr>
          <p:cNvGraphicFramePr>
            <a:graphicFrameLocks noGrp="1"/>
          </p:cNvGraphicFramePr>
          <p:nvPr>
            <p:extLst>
              <p:ext uri="{D42A27DB-BD31-4B8C-83A1-F6EECF244321}">
                <p14:modId xmlns:p14="http://schemas.microsoft.com/office/powerpoint/2010/main" val="2245158007"/>
              </p:ext>
            </p:extLst>
          </p:nvPr>
        </p:nvGraphicFramePr>
        <p:xfrm>
          <a:off x="323850" y="698500"/>
          <a:ext cx="8569325" cy="1798638"/>
        </p:xfrm>
        <a:graphic>
          <a:graphicData uri="http://schemas.openxmlformats.org/drawingml/2006/table">
            <a:tbl>
              <a:tblPr firstRow="1" bandRow="1">
                <a:tableStyleId>{5C22544A-7EE6-4342-B048-85BDC9FD1C3A}</a:tableStyleId>
              </a:tblPr>
              <a:tblGrid>
                <a:gridCol w="8569325">
                  <a:extLst>
                    <a:ext uri="{9D8B030D-6E8A-4147-A177-3AD203B41FA5}">
                      <a16:colId xmlns:a16="http://schemas.microsoft.com/office/drawing/2014/main" val="20000"/>
                    </a:ext>
                  </a:extLst>
                </a:gridCol>
              </a:tblGrid>
              <a:tr h="1798638">
                <a:tc>
                  <a:txBody>
                    <a:bodyPr/>
                    <a:lstStyle/>
                    <a:p>
                      <a:pPr>
                        <a:spcBef>
                          <a:spcPts val="600"/>
                        </a:spcBef>
                        <a:buFontTx/>
                        <a:buNone/>
                      </a:pPr>
                      <a:r>
                        <a:rPr lang="en-US" altLang="en-US" sz="2400" b="0" dirty="0">
                          <a:solidFill>
                            <a:srgbClr val="000000"/>
                          </a:solidFill>
                          <a:latin typeface="Cambria" panose="02040503050406030204" pitchFamily="18" charset="0"/>
                          <a:ea typeface="Cambria" panose="02040503050406030204" pitchFamily="18" charset="0"/>
                          <a:cs typeface="Calibri" panose="020F0502020204030204" pitchFamily="34" charset="0"/>
                        </a:rPr>
                        <a:t>SELECT </a:t>
                      </a:r>
                      <a:r>
                        <a:rPr lang="en-US" altLang="en-US" sz="2400" b="0" dirty="0" err="1">
                          <a:solidFill>
                            <a:srgbClr val="000000"/>
                          </a:solidFill>
                          <a:latin typeface="Cambria" panose="02040503050406030204" pitchFamily="18" charset="0"/>
                          <a:ea typeface="Cambria" panose="02040503050406030204" pitchFamily="18" charset="0"/>
                          <a:cs typeface="Calibri" panose="020F0502020204030204" pitchFamily="34" charset="0"/>
                        </a:rPr>
                        <a:t>ename,job</a:t>
                      </a:r>
                      <a:r>
                        <a:rPr lang="en-US" altLang="en-US" sz="2400" b="0" dirty="0">
                          <a:solidFill>
                            <a:srgbClr val="000000"/>
                          </a:solidFill>
                          <a:latin typeface="Cambria" panose="02040503050406030204" pitchFamily="18" charset="0"/>
                          <a:ea typeface="Cambria" panose="02040503050406030204" pitchFamily="18" charset="0"/>
                          <a:cs typeface="Calibri" panose="020F0502020204030204" pitchFamily="34" charset="0"/>
                        </a:rPr>
                        <a:t>, </a:t>
                      </a:r>
                      <a:r>
                        <a:rPr lang="en-US" altLang="en-US" sz="2400" b="0" dirty="0" err="1">
                          <a:solidFill>
                            <a:srgbClr val="000000"/>
                          </a:solidFill>
                          <a:latin typeface="Cambria" panose="02040503050406030204" pitchFamily="18" charset="0"/>
                          <a:ea typeface="Cambria" panose="02040503050406030204" pitchFamily="18" charset="0"/>
                          <a:cs typeface="Calibri" panose="020F0502020204030204" pitchFamily="34" charset="0"/>
                        </a:rPr>
                        <a:t>sal</a:t>
                      </a:r>
                      <a:r>
                        <a:rPr lang="en-US" altLang="en-US" sz="2400" b="0" dirty="0">
                          <a:solidFill>
                            <a:srgbClr val="000000"/>
                          </a:solidFill>
                          <a:latin typeface="Cambria" panose="02040503050406030204" pitchFamily="18" charset="0"/>
                          <a:ea typeface="Cambria" panose="02040503050406030204" pitchFamily="18" charset="0"/>
                          <a:cs typeface="Calibri" panose="020F0502020204030204" pitchFamily="34" charset="0"/>
                        </a:rPr>
                        <a:t>,</a:t>
                      </a:r>
                    </a:p>
                    <a:p>
                      <a:pPr>
                        <a:spcBef>
                          <a:spcPts val="600"/>
                        </a:spcBef>
                        <a:buFontTx/>
                        <a:buNone/>
                      </a:pPr>
                      <a:r>
                        <a:rPr lang="en-US" altLang="en-US" sz="2400" b="0" dirty="0">
                          <a:solidFill>
                            <a:srgbClr val="FF0000"/>
                          </a:solidFill>
                          <a:latin typeface="Cambria" panose="02040503050406030204" pitchFamily="18" charset="0"/>
                          <a:ea typeface="Cambria" panose="02040503050406030204" pitchFamily="18" charset="0"/>
                          <a:cs typeface="Calibri" panose="020F0502020204030204" pitchFamily="34" charset="0"/>
                        </a:rPr>
                        <a:t>SUM</a:t>
                      </a:r>
                      <a:r>
                        <a:rPr lang="en-US" altLang="en-US" sz="2400" b="0" dirty="0">
                          <a:solidFill>
                            <a:srgbClr val="000000"/>
                          </a:solidFill>
                          <a:latin typeface="Cambria" panose="02040503050406030204" pitchFamily="18" charset="0"/>
                          <a:ea typeface="Cambria" panose="02040503050406030204" pitchFamily="18" charset="0"/>
                          <a:cs typeface="Calibri" panose="020F0502020204030204" pitchFamily="34" charset="0"/>
                        </a:rPr>
                        <a:t>(</a:t>
                      </a:r>
                      <a:r>
                        <a:rPr lang="en-US" altLang="en-US" sz="2400" b="0" dirty="0" err="1">
                          <a:solidFill>
                            <a:srgbClr val="000000"/>
                          </a:solidFill>
                          <a:latin typeface="Cambria" panose="02040503050406030204" pitchFamily="18" charset="0"/>
                          <a:ea typeface="Cambria" panose="02040503050406030204" pitchFamily="18" charset="0"/>
                          <a:cs typeface="Calibri" panose="020F0502020204030204" pitchFamily="34" charset="0"/>
                        </a:rPr>
                        <a:t>sal</a:t>
                      </a:r>
                      <a:r>
                        <a:rPr lang="en-US" altLang="en-US" sz="2400" b="0" dirty="0">
                          <a:solidFill>
                            <a:srgbClr val="000000"/>
                          </a:solidFill>
                          <a:latin typeface="Cambria" panose="02040503050406030204" pitchFamily="18" charset="0"/>
                          <a:ea typeface="Cambria" panose="02040503050406030204" pitchFamily="18" charset="0"/>
                          <a:cs typeface="Calibri" panose="020F0502020204030204" pitchFamily="34" charset="0"/>
                        </a:rPr>
                        <a:t>) </a:t>
                      </a:r>
                      <a:r>
                        <a:rPr lang="en-US" altLang="en-US" sz="2400" b="0" dirty="0">
                          <a:solidFill>
                            <a:srgbClr val="FF0000"/>
                          </a:solidFill>
                          <a:latin typeface="Cambria" panose="02040503050406030204" pitchFamily="18" charset="0"/>
                          <a:ea typeface="Cambria" panose="02040503050406030204" pitchFamily="18" charset="0"/>
                          <a:cs typeface="Calibri" panose="020F0502020204030204" pitchFamily="34" charset="0"/>
                        </a:rPr>
                        <a:t>OVER(order by </a:t>
                      </a:r>
                      <a:r>
                        <a:rPr lang="en-US" altLang="en-US" sz="2400" b="0" dirty="0" err="1">
                          <a:solidFill>
                            <a:srgbClr val="FF0000"/>
                          </a:solidFill>
                          <a:latin typeface="Cambria" panose="02040503050406030204" pitchFamily="18" charset="0"/>
                          <a:ea typeface="Cambria" panose="02040503050406030204" pitchFamily="18" charset="0"/>
                          <a:cs typeface="Calibri" panose="020F0502020204030204" pitchFamily="34" charset="0"/>
                        </a:rPr>
                        <a:t>sal</a:t>
                      </a:r>
                      <a:r>
                        <a:rPr lang="en-US" altLang="en-US" sz="2400" b="0" dirty="0">
                          <a:solidFill>
                            <a:srgbClr val="FF0000"/>
                          </a:solidFill>
                          <a:latin typeface="Cambria" panose="02040503050406030204" pitchFamily="18" charset="0"/>
                          <a:ea typeface="Cambria" panose="02040503050406030204" pitchFamily="18" charset="0"/>
                          <a:cs typeface="Calibri" panose="020F0502020204030204" pitchFamily="34" charset="0"/>
                        </a:rPr>
                        <a:t> </a:t>
                      </a:r>
                    </a:p>
                    <a:p>
                      <a:pPr>
                        <a:spcBef>
                          <a:spcPts val="600"/>
                        </a:spcBef>
                        <a:buFontTx/>
                        <a:buNone/>
                      </a:pPr>
                      <a:r>
                        <a:rPr lang="en-US" altLang="en-US" sz="2400" b="0" dirty="0">
                          <a:solidFill>
                            <a:srgbClr val="FF0000"/>
                          </a:solidFill>
                          <a:latin typeface="Cambria" panose="02040503050406030204" pitchFamily="18" charset="0"/>
                          <a:ea typeface="Cambria" panose="02040503050406030204" pitchFamily="18" charset="0"/>
                          <a:cs typeface="Calibri" panose="020F0502020204030204" pitchFamily="34" charset="0"/>
                        </a:rPr>
                        <a:t>ROWS BETWEEN 1 PRECEDING AND 1 FOLLOWING) AS</a:t>
                      </a:r>
                      <a:r>
                        <a:rPr lang="en-US" altLang="en-US" sz="2400" b="0" dirty="0">
                          <a:solidFill>
                            <a:schemeClr val="accent6"/>
                          </a:solidFill>
                          <a:latin typeface="Cambria" panose="02040503050406030204" pitchFamily="18" charset="0"/>
                          <a:ea typeface="Cambria" panose="02040503050406030204" pitchFamily="18" charset="0"/>
                          <a:cs typeface="Calibri" panose="020F0502020204030204" pitchFamily="34" charset="0"/>
                        </a:rPr>
                        <a:t> </a:t>
                      </a:r>
                      <a:r>
                        <a:rPr lang="en-US" altLang="en-US" sz="2400" b="0" dirty="0">
                          <a:solidFill>
                            <a:schemeClr val="tx1"/>
                          </a:solidFill>
                          <a:latin typeface="Cambria" panose="02040503050406030204" pitchFamily="18" charset="0"/>
                          <a:ea typeface="Cambria" panose="02040503050406030204" pitchFamily="18" charset="0"/>
                          <a:cs typeface="Calibri" panose="020F0502020204030204" pitchFamily="34" charset="0"/>
                        </a:rPr>
                        <a:t>"Running Total“ </a:t>
                      </a:r>
                      <a:r>
                        <a:rPr lang="en-US" altLang="en-US" sz="2400" b="0" dirty="0">
                          <a:solidFill>
                            <a:srgbClr val="000000"/>
                          </a:solidFill>
                          <a:latin typeface="Cambria" panose="02040503050406030204" pitchFamily="18" charset="0"/>
                          <a:ea typeface="Cambria" panose="02040503050406030204" pitchFamily="18" charset="0"/>
                          <a:cs typeface="Calibri" panose="020F0502020204030204" pitchFamily="34" charset="0"/>
                        </a:rPr>
                        <a:t>FROM emp;</a:t>
                      </a:r>
                    </a:p>
                  </a:txBody>
                  <a:tcPr marL="91444" marR="91444" marT="45728" marB="4572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10000"/>
                  </a:ext>
                </a:extLst>
              </a:tr>
            </a:tbl>
          </a:graphicData>
        </a:graphic>
      </p:graphicFrame>
      <p:graphicFrame>
        <p:nvGraphicFramePr>
          <p:cNvPr id="4" name="Table 3">
            <a:extLst>
              <a:ext uri="{FF2B5EF4-FFF2-40B4-BE49-F238E27FC236}">
                <a16:creationId xmlns:a16="http://schemas.microsoft.com/office/drawing/2014/main" id="{0EA6D7B5-62AC-A0AE-0E16-AA0D1747750B}"/>
              </a:ext>
            </a:extLst>
          </p:cNvPr>
          <p:cNvGraphicFramePr>
            <a:graphicFrameLocks noGrp="1"/>
          </p:cNvGraphicFramePr>
          <p:nvPr/>
        </p:nvGraphicFramePr>
        <p:xfrm>
          <a:off x="1079500" y="2636838"/>
          <a:ext cx="6985000" cy="3902071"/>
        </p:xfrm>
        <a:graphic>
          <a:graphicData uri="http://schemas.openxmlformats.org/drawingml/2006/table">
            <a:tbl>
              <a:tblPr/>
              <a:tblGrid>
                <a:gridCol w="1746250">
                  <a:extLst>
                    <a:ext uri="{9D8B030D-6E8A-4147-A177-3AD203B41FA5}">
                      <a16:colId xmlns:a16="http://schemas.microsoft.com/office/drawing/2014/main" val="20000"/>
                    </a:ext>
                  </a:extLst>
                </a:gridCol>
                <a:gridCol w="1746250">
                  <a:extLst>
                    <a:ext uri="{9D8B030D-6E8A-4147-A177-3AD203B41FA5}">
                      <a16:colId xmlns:a16="http://schemas.microsoft.com/office/drawing/2014/main" val="20001"/>
                    </a:ext>
                  </a:extLst>
                </a:gridCol>
                <a:gridCol w="1746250">
                  <a:extLst>
                    <a:ext uri="{9D8B030D-6E8A-4147-A177-3AD203B41FA5}">
                      <a16:colId xmlns:a16="http://schemas.microsoft.com/office/drawing/2014/main" val="20002"/>
                    </a:ext>
                  </a:extLst>
                </a:gridCol>
                <a:gridCol w="1746250">
                  <a:extLst>
                    <a:ext uri="{9D8B030D-6E8A-4147-A177-3AD203B41FA5}">
                      <a16:colId xmlns:a16="http://schemas.microsoft.com/office/drawing/2014/main" val="20003"/>
                    </a:ext>
                  </a:extLst>
                </a:gridCol>
              </a:tblGrid>
              <a:tr h="487759">
                <a:tc>
                  <a:txBody>
                    <a:bodyPr/>
                    <a:lstStyle/>
                    <a:p>
                      <a:pPr fontAlgn="ctr"/>
                      <a:r>
                        <a:rPr lang="en-US" sz="2000" b="1" dirty="0">
                          <a:solidFill>
                            <a:srgbClr val="FCFBFA"/>
                          </a:solidFill>
                          <a:effectLst/>
                        </a:rPr>
                        <a:t>ENAME</a:t>
                      </a:r>
                    </a:p>
                  </a:txBody>
                  <a:tcPr marL="91443" marR="91443" marT="91455" marB="914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a:txBody>
                    <a:bodyPr/>
                    <a:lstStyle/>
                    <a:p>
                      <a:pPr fontAlgn="ctr"/>
                      <a:r>
                        <a:rPr lang="en-US" sz="2000" b="1" dirty="0">
                          <a:solidFill>
                            <a:srgbClr val="FCFBFA"/>
                          </a:solidFill>
                          <a:effectLst/>
                        </a:rPr>
                        <a:t>JOB</a:t>
                      </a:r>
                    </a:p>
                  </a:txBody>
                  <a:tcPr marL="91443" marR="91443" marT="91455" marB="914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a:txBody>
                    <a:bodyPr/>
                    <a:lstStyle/>
                    <a:p>
                      <a:pPr fontAlgn="ctr"/>
                      <a:r>
                        <a:rPr lang="en-US" sz="2000" b="1" dirty="0">
                          <a:solidFill>
                            <a:srgbClr val="FCFBFA"/>
                          </a:solidFill>
                          <a:effectLst/>
                        </a:rPr>
                        <a:t>SAL</a:t>
                      </a:r>
                    </a:p>
                  </a:txBody>
                  <a:tcPr marL="91443" marR="91443" marT="91455" marB="914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a:txBody>
                    <a:bodyPr/>
                    <a:lstStyle/>
                    <a:p>
                      <a:pPr fontAlgn="ctr"/>
                      <a:r>
                        <a:rPr lang="en-US" sz="2000" b="1" dirty="0">
                          <a:solidFill>
                            <a:srgbClr val="FCFBFA"/>
                          </a:solidFill>
                          <a:effectLst/>
                        </a:rPr>
                        <a:t>Running Total</a:t>
                      </a:r>
                    </a:p>
                  </a:txBody>
                  <a:tcPr marL="91443" marR="91443" marT="91455" marB="914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extLst>
                  <a:ext uri="{0D108BD9-81ED-4DB2-BD59-A6C34878D82A}">
                    <a16:rowId xmlns:a16="http://schemas.microsoft.com/office/drawing/2014/main" val="10000"/>
                  </a:ext>
                </a:extLst>
              </a:tr>
              <a:tr h="426789">
                <a:tc>
                  <a:txBody>
                    <a:bodyPr/>
                    <a:lstStyle/>
                    <a:p>
                      <a:r>
                        <a:rPr lang="en-US" sz="2000" dirty="0">
                          <a:effectLst/>
                        </a:rPr>
                        <a:t>SMITH</a:t>
                      </a:r>
                    </a:p>
                  </a:txBody>
                  <a:tcPr marL="91443" marR="91443" marT="60970" marB="609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r>
                        <a:rPr lang="en-US" sz="2000">
                          <a:effectLst/>
                        </a:rPr>
                        <a:t>CLERK</a:t>
                      </a:r>
                    </a:p>
                  </a:txBody>
                  <a:tcPr marL="91443" marR="91443" marT="60970" marB="609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r>
                        <a:rPr lang="en-US" sz="2000">
                          <a:effectLst/>
                        </a:rPr>
                        <a:t>800</a:t>
                      </a:r>
                    </a:p>
                  </a:txBody>
                  <a:tcPr marL="91443" marR="91443" marT="60970" marB="609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r>
                        <a:rPr lang="en-US" sz="2000" dirty="0">
                          <a:solidFill>
                            <a:srgbClr val="FF0000"/>
                          </a:solidFill>
                          <a:effectLst/>
                        </a:rPr>
                        <a:t>1750</a:t>
                      </a:r>
                    </a:p>
                  </a:txBody>
                  <a:tcPr marL="91443" marR="91443" marT="60970" marB="609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1"/>
                  </a:ext>
                </a:extLst>
              </a:tr>
              <a:tr h="426789">
                <a:tc>
                  <a:txBody>
                    <a:bodyPr/>
                    <a:lstStyle/>
                    <a:p>
                      <a:r>
                        <a:rPr lang="en-US" sz="2000" dirty="0">
                          <a:effectLst/>
                        </a:rPr>
                        <a:t>JAMES</a:t>
                      </a:r>
                    </a:p>
                  </a:txBody>
                  <a:tcPr marL="91443" marR="91443" marT="60970" marB="609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r>
                        <a:rPr lang="en-US" sz="2000" dirty="0">
                          <a:effectLst/>
                        </a:rPr>
                        <a:t>CLERK</a:t>
                      </a:r>
                    </a:p>
                  </a:txBody>
                  <a:tcPr marL="91443" marR="91443" marT="60970" marB="609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r>
                        <a:rPr lang="en-US" sz="2000">
                          <a:effectLst/>
                        </a:rPr>
                        <a:t>950</a:t>
                      </a:r>
                    </a:p>
                  </a:txBody>
                  <a:tcPr marL="91443" marR="91443" marT="60970" marB="609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r>
                        <a:rPr lang="en-US" sz="2000" dirty="0">
                          <a:solidFill>
                            <a:srgbClr val="FF0000"/>
                          </a:solidFill>
                          <a:effectLst/>
                        </a:rPr>
                        <a:t>2850</a:t>
                      </a:r>
                    </a:p>
                  </a:txBody>
                  <a:tcPr marL="91443" marR="91443" marT="60970" marB="609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2"/>
                  </a:ext>
                </a:extLst>
              </a:tr>
              <a:tr h="426789">
                <a:tc>
                  <a:txBody>
                    <a:bodyPr/>
                    <a:lstStyle/>
                    <a:p>
                      <a:r>
                        <a:rPr lang="en-US" sz="2000" dirty="0">
                          <a:effectLst/>
                        </a:rPr>
                        <a:t>ADAMS</a:t>
                      </a:r>
                    </a:p>
                  </a:txBody>
                  <a:tcPr marL="91443" marR="91443" marT="60970" marB="609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r>
                        <a:rPr lang="en-US" sz="2000">
                          <a:effectLst/>
                        </a:rPr>
                        <a:t>CLERK</a:t>
                      </a:r>
                    </a:p>
                  </a:txBody>
                  <a:tcPr marL="91443" marR="91443" marT="60970" marB="609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r>
                        <a:rPr lang="en-US" sz="2000">
                          <a:effectLst/>
                        </a:rPr>
                        <a:t>1100</a:t>
                      </a:r>
                    </a:p>
                  </a:txBody>
                  <a:tcPr marL="91443" marR="91443" marT="60970" marB="609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r>
                        <a:rPr lang="en-US" sz="2000" dirty="0">
                          <a:solidFill>
                            <a:srgbClr val="FF0000"/>
                          </a:solidFill>
                          <a:effectLst/>
                        </a:rPr>
                        <a:t>3300</a:t>
                      </a:r>
                    </a:p>
                  </a:txBody>
                  <a:tcPr marL="91443" marR="91443" marT="60970" marB="609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3"/>
                  </a:ext>
                </a:extLst>
              </a:tr>
              <a:tr h="426789">
                <a:tc>
                  <a:txBody>
                    <a:bodyPr/>
                    <a:lstStyle/>
                    <a:p>
                      <a:r>
                        <a:rPr lang="en-US" sz="2000" dirty="0">
                          <a:effectLst/>
                        </a:rPr>
                        <a:t>WARD</a:t>
                      </a:r>
                    </a:p>
                  </a:txBody>
                  <a:tcPr marL="91443" marR="91443" marT="60970" marB="609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r>
                        <a:rPr lang="en-US" sz="2000">
                          <a:effectLst/>
                        </a:rPr>
                        <a:t>SALESMAN</a:t>
                      </a:r>
                    </a:p>
                  </a:txBody>
                  <a:tcPr marL="91443" marR="91443" marT="60970" marB="609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r>
                        <a:rPr lang="en-US" sz="2000">
                          <a:effectLst/>
                        </a:rPr>
                        <a:t>1250</a:t>
                      </a:r>
                    </a:p>
                  </a:txBody>
                  <a:tcPr marL="91443" marR="91443" marT="60970" marB="609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r>
                        <a:rPr lang="en-US" sz="2000" dirty="0">
                          <a:solidFill>
                            <a:srgbClr val="FF0000"/>
                          </a:solidFill>
                          <a:effectLst/>
                        </a:rPr>
                        <a:t>3600</a:t>
                      </a:r>
                    </a:p>
                  </a:txBody>
                  <a:tcPr marL="91443" marR="91443" marT="60970" marB="609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4"/>
                  </a:ext>
                </a:extLst>
              </a:tr>
              <a:tr h="426789">
                <a:tc>
                  <a:txBody>
                    <a:bodyPr/>
                    <a:lstStyle/>
                    <a:p>
                      <a:r>
                        <a:rPr lang="en-US" sz="2000" dirty="0">
                          <a:effectLst/>
                        </a:rPr>
                        <a:t>MARTIN</a:t>
                      </a:r>
                    </a:p>
                  </a:txBody>
                  <a:tcPr marL="91443" marR="91443" marT="60970" marB="609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r>
                        <a:rPr lang="en-US" sz="2000">
                          <a:effectLst/>
                        </a:rPr>
                        <a:t>SALESMAN</a:t>
                      </a:r>
                    </a:p>
                  </a:txBody>
                  <a:tcPr marL="91443" marR="91443" marT="60970" marB="609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r>
                        <a:rPr lang="en-US" sz="2000">
                          <a:effectLst/>
                        </a:rPr>
                        <a:t>1250</a:t>
                      </a:r>
                    </a:p>
                  </a:txBody>
                  <a:tcPr marL="91443" marR="91443" marT="60970" marB="609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r>
                        <a:rPr lang="en-US" sz="2000" dirty="0">
                          <a:solidFill>
                            <a:srgbClr val="FF0000"/>
                          </a:solidFill>
                          <a:effectLst/>
                        </a:rPr>
                        <a:t>4000</a:t>
                      </a:r>
                    </a:p>
                  </a:txBody>
                  <a:tcPr marL="91443" marR="91443" marT="60970" marB="609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5"/>
                  </a:ext>
                </a:extLst>
              </a:tr>
              <a:tr h="426789">
                <a:tc>
                  <a:txBody>
                    <a:bodyPr/>
                    <a:lstStyle/>
                    <a:p>
                      <a:r>
                        <a:rPr lang="en-US" sz="2000" dirty="0">
                          <a:effectLst/>
                        </a:rPr>
                        <a:t>TURNER</a:t>
                      </a:r>
                    </a:p>
                  </a:txBody>
                  <a:tcPr marL="91443" marR="91443" marT="60970" marB="609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r>
                        <a:rPr lang="en-US" sz="2000" dirty="0">
                          <a:effectLst/>
                        </a:rPr>
                        <a:t>SALESMAN</a:t>
                      </a:r>
                    </a:p>
                  </a:txBody>
                  <a:tcPr marL="91443" marR="91443" marT="60970" marB="609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r>
                        <a:rPr lang="en-US" sz="2000" dirty="0">
                          <a:effectLst/>
                        </a:rPr>
                        <a:t>1500</a:t>
                      </a:r>
                    </a:p>
                  </a:txBody>
                  <a:tcPr marL="91443" marR="91443" marT="60970" marB="609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r>
                        <a:rPr lang="en-US" sz="2000" dirty="0">
                          <a:solidFill>
                            <a:srgbClr val="FF0000"/>
                          </a:solidFill>
                          <a:effectLst/>
                        </a:rPr>
                        <a:t>4350</a:t>
                      </a:r>
                    </a:p>
                  </a:txBody>
                  <a:tcPr marL="91443" marR="91443" marT="60970" marB="609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6"/>
                  </a:ext>
                </a:extLst>
              </a:tr>
              <a:tr h="426789">
                <a:tc>
                  <a:txBody>
                    <a:bodyPr/>
                    <a:lstStyle/>
                    <a:p>
                      <a:pPr algn="ctr"/>
                      <a:r>
                        <a:rPr lang="en-US" sz="2000" dirty="0">
                          <a:effectLst/>
                        </a:rPr>
                        <a:t>-</a:t>
                      </a:r>
                    </a:p>
                  </a:txBody>
                  <a:tcPr marL="91443" marR="91443" marT="60970" marB="609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US" sz="2000" dirty="0">
                          <a:effectLst/>
                        </a:rPr>
                        <a:t>-</a:t>
                      </a:r>
                    </a:p>
                  </a:txBody>
                  <a:tcPr marL="91443" marR="91443" marT="60970" marB="609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US" sz="2000" dirty="0">
                          <a:effectLst/>
                        </a:rPr>
                        <a:t>-</a:t>
                      </a:r>
                    </a:p>
                  </a:txBody>
                  <a:tcPr marL="91443" marR="91443" marT="60970" marB="609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US" sz="2000" dirty="0">
                          <a:effectLst/>
                        </a:rPr>
                        <a:t>-</a:t>
                      </a:r>
                    </a:p>
                  </a:txBody>
                  <a:tcPr marL="91443" marR="91443" marT="60970" marB="609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7"/>
                  </a:ext>
                </a:extLst>
              </a:tr>
              <a:tr h="426789">
                <a:tc>
                  <a:txBody>
                    <a:bodyPr/>
                    <a:lstStyle/>
                    <a:p>
                      <a:pPr algn="ctr"/>
                      <a:r>
                        <a:rPr lang="en-US" sz="2000" dirty="0">
                          <a:effectLst/>
                        </a:rPr>
                        <a:t>-</a:t>
                      </a:r>
                    </a:p>
                  </a:txBody>
                  <a:tcPr marL="91443" marR="91443" marT="60970" marB="609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US" sz="2000" dirty="0">
                          <a:effectLst/>
                        </a:rPr>
                        <a:t>-</a:t>
                      </a:r>
                    </a:p>
                  </a:txBody>
                  <a:tcPr marL="91443" marR="91443" marT="60970" marB="609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US" sz="2000" dirty="0">
                          <a:effectLst/>
                        </a:rPr>
                        <a:t>-</a:t>
                      </a:r>
                    </a:p>
                  </a:txBody>
                  <a:tcPr marL="91443" marR="91443" marT="60970" marB="609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US" sz="2000" dirty="0">
                          <a:effectLst/>
                        </a:rPr>
                        <a:t>-</a:t>
                      </a:r>
                    </a:p>
                  </a:txBody>
                  <a:tcPr marL="91443" marR="91443" marT="60970" marB="609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8"/>
                  </a:ext>
                </a:extLst>
              </a:tr>
            </a:tbl>
          </a:graphicData>
        </a:graphic>
      </p:graphicFrame>
      <p:sp>
        <p:nvSpPr>
          <p:cNvPr id="2" name="Slide Number Placeholder 23">
            <a:extLst>
              <a:ext uri="{FF2B5EF4-FFF2-40B4-BE49-F238E27FC236}">
                <a16:creationId xmlns:a16="http://schemas.microsoft.com/office/drawing/2014/main" id="{C8130798-A962-1BE1-A8D2-250AA77B31CB}"/>
              </a:ext>
            </a:extLst>
          </p:cNvPr>
          <p:cNvSpPr>
            <a:spLocks noGrp="1"/>
          </p:cNvSpPr>
          <p:nvPr>
            <p:ph type="sldNum" sz="quarter" idx="12"/>
          </p:nvPr>
        </p:nvSpPr>
        <p:spPr>
          <a:xfrm>
            <a:off x="8532440" y="6166335"/>
            <a:ext cx="427833"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29</a:t>
            </a:fld>
            <a:endParaRPr kumimoji="0" lang="en-US" sz="1400" b="0" i="0" u="none" strike="noStrike" kern="1200" cap="none" spc="0" normalizeH="0" baseline="0" noProof="0" dirty="0">
              <a:ln>
                <a:noFill/>
              </a:ln>
              <a:solidFill>
                <a:srgbClr val="FFFFFF"/>
              </a:solidFill>
              <a:effectLst/>
              <a:uLnTx/>
              <a:uFillTx/>
              <a:latin typeface="Franklin Gothic Book"/>
              <a:ea typeface="+mj-ea"/>
              <a:cs typeface="+mj-cs"/>
            </a:endParaRPr>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605B17-209B-3A69-03E9-49C4CB4A3AFE}"/>
            </a:ext>
          </a:extLst>
        </p:cNvPr>
        <p:cNvGrpSpPr/>
        <p:nvPr/>
      </p:nvGrpSpPr>
      <p:grpSpPr>
        <a:xfrm>
          <a:off x="0" y="0"/>
          <a:ext cx="0" cy="0"/>
          <a:chOff x="0" y="0"/>
          <a:chExt cx="0" cy="0"/>
        </a:xfrm>
      </p:grpSpPr>
      <p:sp>
        <p:nvSpPr>
          <p:cNvPr id="83970" name="Rectangle 2">
            <a:extLst>
              <a:ext uri="{FF2B5EF4-FFF2-40B4-BE49-F238E27FC236}">
                <a16:creationId xmlns:a16="http://schemas.microsoft.com/office/drawing/2014/main" id="{D2953E86-2711-CCD9-858A-7835E39269D4}"/>
              </a:ext>
            </a:extLst>
          </p:cNvPr>
          <p:cNvSpPr>
            <a:spLocks noGrp="1" noChangeArrowheads="1"/>
          </p:cNvSpPr>
          <p:nvPr>
            <p:ph type="title"/>
          </p:nvPr>
        </p:nvSpPr>
        <p:spPr>
          <a:xfrm>
            <a:off x="323850" y="188913"/>
            <a:ext cx="7777163" cy="533400"/>
          </a:xfrm>
        </p:spPr>
        <p:txBody>
          <a:bodyPr/>
          <a:lstStyle/>
          <a:p>
            <a:pPr eaLnBrk="1" hangingPunct="1">
              <a:spcBef>
                <a:spcPct val="50000"/>
              </a:spcBef>
            </a:pPr>
            <a:r>
              <a:rPr lang="en-US" altLang="en-US" sz="2800" b="1" u="sng" dirty="0">
                <a:solidFill>
                  <a:srgbClr val="D34817"/>
                </a:solidFill>
                <a:latin typeface="Cambria" panose="02040503050406030204" pitchFamily="18" charset="0"/>
                <a:ea typeface="Cambria" panose="02040503050406030204" pitchFamily="18" charset="0"/>
              </a:rPr>
              <a:t>Ranking Function</a:t>
            </a:r>
          </a:p>
        </p:txBody>
      </p:sp>
      <p:sp>
        <p:nvSpPr>
          <p:cNvPr id="2" name="Rectangle 3">
            <a:extLst>
              <a:ext uri="{FF2B5EF4-FFF2-40B4-BE49-F238E27FC236}">
                <a16:creationId xmlns:a16="http://schemas.microsoft.com/office/drawing/2014/main" id="{767B4991-8A8A-6E79-6FA4-FE3A51827AF6}"/>
              </a:ext>
            </a:extLst>
          </p:cNvPr>
          <p:cNvSpPr txBox="1">
            <a:spLocks noChangeArrowheads="1"/>
          </p:cNvSpPr>
          <p:nvPr/>
        </p:nvSpPr>
        <p:spPr bwMode="auto">
          <a:xfrm>
            <a:off x="323850" y="696022"/>
            <a:ext cx="8394700" cy="9768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7688"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6963"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285750" indent="-285750" algn="just">
              <a:buSzPct val="50000"/>
              <a:buFont typeface="Wingdings" panose="05000000000000000000" pitchFamily="2" charset="2"/>
              <a:buChar char="l"/>
            </a:pPr>
            <a:r>
              <a:rPr lang="en-US" altLang="en-US" sz="2400" dirty="0">
                <a:solidFill>
                  <a:srgbClr val="0033CC"/>
                </a:solidFill>
                <a:latin typeface="Cambria" panose="02040503050406030204" pitchFamily="18" charset="0"/>
                <a:ea typeface="Cambria" panose="02040503050406030204" pitchFamily="18" charset="0"/>
                <a:cs typeface="Calibri" panose="020F0502020204030204" pitchFamily="34" charset="0"/>
              </a:rPr>
              <a:t>RANK():</a:t>
            </a:r>
            <a:r>
              <a:rPr lang="en-US" altLang="en-US" sz="2400" dirty="0">
                <a:latin typeface="Cambria" panose="02040503050406030204" pitchFamily="18" charset="0"/>
                <a:ea typeface="Cambria" panose="02040503050406030204" pitchFamily="18" charset="0"/>
                <a:cs typeface="Calibri" panose="020F0502020204030204" pitchFamily="34" charset="0"/>
              </a:rPr>
              <a:t> It assigns rank to all the rows within every partition. Rank is assigned such that rank 1 given to the first row and rows having same value are assigned same rank. For the next rank after two same rank values, one rank value will be skipped. For instance, if two rows share­ rank 1, the next row gets rank 3, not 2.</a:t>
            </a:r>
          </a:p>
          <a:p>
            <a:pPr marL="285750" indent="-285750" algn="just">
              <a:buSzPct val="50000"/>
              <a:buFont typeface="Wingdings" panose="05000000000000000000" pitchFamily="2" charset="2"/>
              <a:buChar char="l"/>
            </a:pPr>
            <a:r>
              <a:rPr lang="en-US" altLang="en-US" sz="2400" dirty="0">
                <a:solidFill>
                  <a:srgbClr val="0033CC"/>
                </a:solidFill>
                <a:latin typeface="Cambria" panose="02040503050406030204" pitchFamily="18" charset="0"/>
                <a:ea typeface="Cambria" panose="02040503050406030204" pitchFamily="18" charset="0"/>
                <a:cs typeface="Calibri" panose="020F0502020204030204" pitchFamily="34" charset="0"/>
              </a:rPr>
              <a:t>DENSE_RANK():</a:t>
            </a:r>
            <a:r>
              <a:rPr lang="en-US" altLang="en-US" sz="2400" dirty="0">
                <a:latin typeface="Cambria" panose="02040503050406030204" pitchFamily="18" charset="0"/>
                <a:ea typeface="Cambria" panose="02040503050406030204" pitchFamily="18" charset="0"/>
                <a:cs typeface="Calibri" panose="020F0502020204030204" pitchFamily="34" charset="0"/>
              </a:rPr>
              <a:t> Same as Rank() except that no rank is skipped. </a:t>
            </a:r>
          </a:p>
          <a:p>
            <a:pPr marL="285750" indent="-285750" algn="just">
              <a:buSzPct val="50000"/>
              <a:buFont typeface="Wingdings" panose="05000000000000000000" pitchFamily="2" charset="2"/>
              <a:buChar char="l"/>
            </a:pPr>
            <a:r>
              <a:rPr lang="en-US" altLang="en-US" sz="2400" dirty="0">
                <a:solidFill>
                  <a:srgbClr val="0033CC"/>
                </a:solidFill>
                <a:latin typeface="Cambria" panose="02040503050406030204" pitchFamily="18" charset="0"/>
                <a:ea typeface="Cambria" panose="02040503050406030204" pitchFamily="18" charset="0"/>
                <a:cs typeface="Calibri" panose="020F0502020204030204" pitchFamily="34" charset="0"/>
              </a:rPr>
              <a:t>ROW_NUMBER():</a:t>
            </a:r>
            <a:r>
              <a:rPr lang="en-US" altLang="en-US" sz="2400" dirty="0">
                <a:latin typeface="Cambria" panose="02040503050406030204" pitchFamily="18" charset="0"/>
                <a:ea typeface="Cambria" panose="02040503050406030204" pitchFamily="18" charset="0"/>
                <a:cs typeface="Calibri" panose="020F0502020204030204" pitchFamily="34" charset="0"/>
              </a:rPr>
              <a:t> It assigns a unique row number (starting with 1) to all the rows of a partition. The numbering resets with each partition. </a:t>
            </a:r>
          </a:p>
          <a:p>
            <a:pPr marL="285750" indent="-285750" algn="just">
              <a:buSzPct val="50000"/>
              <a:buFont typeface="Wingdings" panose="05000000000000000000" pitchFamily="2" charset="2"/>
              <a:buChar char="l"/>
            </a:pPr>
            <a:r>
              <a:rPr lang="en-US" altLang="en-US" sz="2400" dirty="0">
                <a:solidFill>
                  <a:srgbClr val="0033CC"/>
                </a:solidFill>
                <a:latin typeface="Cambria" panose="02040503050406030204" pitchFamily="18" charset="0"/>
                <a:ea typeface="Cambria" panose="02040503050406030204" pitchFamily="18" charset="0"/>
                <a:cs typeface="Calibri" panose="020F0502020204030204" pitchFamily="34" charset="0"/>
              </a:rPr>
              <a:t>ORDER BY</a:t>
            </a:r>
            <a:r>
              <a:rPr lang="en-US" altLang="en-US" sz="2400" dirty="0">
                <a:latin typeface="Cambria" panose="02040503050406030204" pitchFamily="18" charset="0"/>
                <a:ea typeface="Cambria" panose="02040503050406030204" pitchFamily="18" charset="0"/>
                <a:cs typeface="Calibri" panose="020F0502020204030204" pitchFamily="34" charset="0"/>
              </a:rPr>
              <a:t> clause is </a:t>
            </a:r>
            <a:r>
              <a:rPr lang="en-US" altLang="en-US" sz="2400" dirty="0">
                <a:solidFill>
                  <a:srgbClr val="FF0000"/>
                </a:solidFill>
                <a:latin typeface="Cambria" panose="02040503050406030204" pitchFamily="18" charset="0"/>
                <a:ea typeface="Cambria" panose="02040503050406030204" pitchFamily="18" charset="0"/>
                <a:cs typeface="Calibri" panose="020F0502020204030204" pitchFamily="34" charset="0"/>
              </a:rPr>
              <a:t>compulsory</a:t>
            </a:r>
            <a:r>
              <a:rPr lang="en-US" altLang="en-US" sz="2400" dirty="0">
                <a:latin typeface="Cambria" panose="02040503050406030204" pitchFamily="18" charset="0"/>
                <a:ea typeface="Cambria" panose="02040503050406030204" pitchFamily="18" charset="0"/>
                <a:cs typeface="Calibri" panose="020F0502020204030204" pitchFamily="34" charset="0"/>
              </a:rPr>
              <a:t> while using rank window functions. </a:t>
            </a:r>
          </a:p>
        </p:txBody>
      </p:sp>
      <p:sp>
        <p:nvSpPr>
          <p:cNvPr id="5" name="Footer Placeholder 2">
            <a:extLst>
              <a:ext uri="{FF2B5EF4-FFF2-40B4-BE49-F238E27FC236}">
                <a16:creationId xmlns:a16="http://schemas.microsoft.com/office/drawing/2014/main" id="{56D15810-B673-F842-D3BE-413A2F4385CA}"/>
              </a:ext>
            </a:extLst>
          </p:cNvPr>
          <p:cNvSpPr>
            <a:spLocks noGrp="1"/>
          </p:cNvSpPr>
          <p:nvPr>
            <p:ph type="ftr" sz="quarter" idx="11"/>
          </p:nvPr>
        </p:nvSpPr>
        <p:spPr>
          <a:xfrm>
            <a:off x="2555776" y="6381328"/>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6" name="Slide Number Placeholder 23">
            <a:extLst>
              <a:ext uri="{FF2B5EF4-FFF2-40B4-BE49-F238E27FC236}">
                <a16:creationId xmlns:a16="http://schemas.microsoft.com/office/drawing/2014/main" id="{C6108BB6-34E1-120F-CBEA-35754CB5EC9C}"/>
              </a:ext>
            </a:extLst>
          </p:cNvPr>
          <p:cNvSpPr>
            <a:spLocks noGrp="1"/>
          </p:cNvSpPr>
          <p:nvPr>
            <p:ph type="sldNum" sz="quarter" idx="12"/>
          </p:nvPr>
        </p:nvSpPr>
        <p:spPr>
          <a:xfrm>
            <a:off x="8532440" y="6166335"/>
            <a:ext cx="427833"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30</a:t>
            </a:fld>
            <a:endParaRPr kumimoji="0" lang="en-US" sz="1400" b="0" i="0" u="none" strike="noStrike" kern="1200" cap="none" spc="0" normalizeH="0" baseline="0" noProof="0" dirty="0">
              <a:ln>
                <a:noFill/>
              </a:ln>
              <a:solidFill>
                <a:srgbClr val="FFFFFF"/>
              </a:solidFill>
              <a:effectLst/>
              <a:uLnTx/>
              <a:uFillTx/>
              <a:latin typeface="Franklin Gothic Book"/>
              <a:ea typeface="+mj-ea"/>
              <a:cs typeface="+mj-cs"/>
            </a:endParaRPr>
          </a:p>
        </p:txBody>
      </p:sp>
    </p:spTree>
    <p:extLst>
      <p:ext uri="{BB962C8B-B14F-4D97-AF65-F5344CB8AC3E}">
        <p14:creationId xmlns:p14="http://schemas.microsoft.com/office/powerpoint/2010/main" val="927579859"/>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a:extLst>
              <a:ext uri="{FF2B5EF4-FFF2-40B4-BE49-F238E27FC236}">
                <a16:creationId xmlns:a16="http://schemas.microsoft.com/office/drawing/2014/main" id="{774A5F21-0675-A5B3-752D-D836CF7653C6}"/>
              </a:ext>
            </a:extLst>
          </p:cNvPr>
          <p:cNvSpPr>
            <a:spLocks noGrp="1" noChangeArrowheads="1"/>
          </p:cNvSpPr>
          <p:nvPr>
            <p:ph type="title"/>
          </p:nvPr>
        </p:nvSpPr>
        <p:spPr>
          <a:xfrm>
            <a:off x="323850" y="188913"/>
            <a:ext cx="7777163" cy="533400"/>
          </a:xfrm>
        </p:spPr>
        <p:txBody>
          <a:bodyPr/>
          <a:lstStyle/>
          <a:p>
            <a:pPr eaLnBrk="1" hangingPunct="1">
              <a:spcBef>
                <a:spcPct val="50000"/>
              </a:spcBef>
            </a:pPr>
            <a:r>
              <a:rPr lang="en-US" altLang="en-US" sz="2800" b="1" u="sng" dirty="0">
                <a:solidFill>
                  <a:srgbClr val="D34817"/>
                </a:solidFill>
                <a:latin typeface="Cambria" panose="02040503050406030204" pitchFamily="18" charset="0"/>
                <a:ea typeface="Cambria" panose="02040503050406030204" pitchFamily="18" charset="0"/>
              </a:rPr>
              <a:t>Ranking Function</a:t>
            </a:r>
          </a:p>
        </p:txBody>
      </p:sp>
      <p:graphicFrame>
        <p:nvGraphicFramePr>
          <p:cNvPr id="3" name="Table 2">
            <a:extLst>
              <a:ext uri="{FF2B5EF4-FFF2-40B4-BE49-F238E27FC236}">
                <a16:creationId xmlns:a16="http://schemas.microsoft.com/office/drawing/2014/main" id="{5DC1606C-375D-DE7F-20B7-8B0DEFA93AA2}"/>
              </a:ext>
            </a:extLst>
          </p:cNvPr>
          <p:cNvGraphicFramePr>
            <a:graphicFrameLocks noGrp="1"/>
          </p:cNvGraphicFramePr>
          <p:nvPr>
            <p:extLst>
              <p:ext uri="{D42A27DB-BD31-4B8C-83A1-F6EECF244321}">
                <p14:modId xmlns:p14="http://schemas.microsoft.com/office/powerpoint/2010/main" val="1955041913"/>
              </p:ext>
            </p:extLst>
          </p:nvPr>
        </p:nvGraphicFramePr>
        <p:xfrm>
          <a:off x="323528" y="699236"/>
          <a:ext cx="8568952" cy="2225040"/>
        </p:xfrm>
        <a:graphic>
          <a:graphicData uri="http://schemas.openxmlformats.org/drawingml/2006/table">
            <a:tbl>
              <a:tblPr firstRow="1" bandRow="1">
                <a:tableStyleId>{5C22544A-7EE6-4342-B048-85BDC9FD1C3A}</a:tableStyleId>
              </a:tblPr>
              <a:tblGrid>
                <a:gridCol w="8568952">
                  <a:extLst>
                    <a:ext uri="{9D8B030D-6E8A-4147-A177-3AD203B41FA5}">
                      <a16:colId xmlns:a16="http://schemas.microsoft.com/office/drawing/2014/main" val="20000"/>
                    </a:ext>
                  </a:extLst>
                </a:gridCol>
              </a:tblGrid>
              <a:tr h="370840">
                <a:tc>
                  <a:txBody>
                    <a:bodyPr/>
                    <a:lstStyle/>
                    <a:p>
                      <a:pPr>
                        <a:spcBef>
                          <a:spcPts val="600"/>
                        </a:spcBef>
                        <a:buFontTx/>
                        <a:buNone/>
                      </a:pPr>
                      <a:r>
                        <a:rPr lang="en-US" altLang="en-US" sz="2400" b="0" dirty="0">
                          <a:solidFill>
                            <a:srgbClr val="000000"/>
                          </a:solidFill>
                          <a:latin typeface="Cambria" panose="02040503050406030204" pitchFamily="18" charset="0"/>
                          <a:ea typeface="Cambria" panose="02040503050406030204" pitchFamily="18" charset="0"/>
                          <a:cs typeface="Calibri" panose="020F0502020204030204" pitchFamily="34" charset="0"/>
                        </a:rPr>
                        <a:t>SELECT </a:t>
                      </a:r>
                      <a:r>
                        <a:rPr lang="en-US" altLang="en-US" sz="2400" b="0" dirty="0">
                          <a:solidFill>
                            <a:schemeClr val="tx1"/>
                          </a:solidFill>
                          <a:highlight>
                            <a:srgbClr val="FFFF00"/>
                          </a:highlight>
                          <a:latin typeface="Cambria" panose="02040503050406030204" pitchFamily="18" charset="0"/>
                          <a:ea typeface="Cambria" panose="02040503050406030204" pitchFamily="18" charset="0"/>
                          <a:cs typeface="Calibri" panose="020F0502020204030204" pitchFamily="34" charset="0"/>
                        </a:rPr>
                        <a:t>ROW_NUMBER()</a:t>
                      </a:r>
                      <a:r>
                        <a:rPr lang="en-US" altLang="en-US" sz="2400" b="0" dirty="0">
                          <a:solidFill>
                            <a:srgbClr val="000000"/>
                          </a:solidFill>
                          <a:latin typeface="Cambria" panose="02040503050406030204" pitchFamily="18" charset="0"/>
                          <a:ea typeface="Cambria" panose="02040503050406030204" pitchFamily="18" charset="0"/>
                          <a:cs typeface="Calibri" panose="020F0502020204030204" pitchFamily="34" charset="0"/>
                        </a:rPr>
                        <a:t> </a:t>
                      </a:r>
                      <a:r>
                        <a:rPr lang="en-US" altLang="en-US" sz="2400" b="0" dirty="0">
                          <a:solidFill>
                            <a:srgbClr val="FF0000"/>
                          </a:solidFill>
                          <a:latin typeface="Cambria" panose="02040503050406030204" pitchFamily="18" charset="0"/>
                          <a:ea typeface="Cambria" panose="02040503050406030204" pitchFamily="18" charset="0"/>
                          <a:cs typeface="Calibri" panose="020F0502020204030204" pitchFamily="34" charset="0"/>
                        </a:rPr>
                        <a:t>OVER (order by </a:t>
                      </a:r>
                      <a:r>
                        <a:rPr lang="en-US" altLang="en-US" sz="2400" b="0" dirty="0" err="1">
                          <a:solidFill>
                            <a:srgbClr val="FF0000"/>
                          </a:solidFill>
                          <a:latin typeface="Cambria" panose="02040503050406030204" pitchFamily="18" charset="0"/>
                          <a:ea typeface="Cambria" panose="02040503050406030204" pitchFamily="18" charset="0"/>
                          <a:cs typeface="Calibri" panose="020F0502020204030204" pitchFamily="34" charset="0"/>
                        </a:rPr>
                        <a:t>sal</a:t>
                      </a:r>
                      <a:r>
                        <a:rPr lang="en-US" altLang="en-US" sz="2400" b="0" dirty="0">
                          <a:solidFill>
                            <a:srgbClr val="FF0000"/>
                          </a:solidFill>
                          <a:latin typeface="Cambria" panose="02040503050406030204" pitchFamily="18" charset="0"/>
                          <a:ea typeface="Cambria" panose="02040503050406030204" pitchFamily="18" charset="0"/>
                          <a:cs typeface="Calibri" panose="020F0502020204030204" pitchFamily="34" charset="0"/>
                        </a:rPr>
                        <a:t> desc)</a:t>
                      </a:r>
                      <a:r>
                        <a:rPr lang="en-US" altLang="en-US" sz="2400" b="0" dirty="0">
                          <a:solidFill>
                            <a:schemeClr val="accent6"/>
                          </a:solidFill>
                          <a:latin typeface="Cambria" panose="02040503050406030204" pitchFamily="18" charset="0"/>
                          <a:ea typeface="Cambria" panose="02040503050406030204" pitchFamily="18" charset="0"/>
                          <a:cs typeface="Calibri" panose="020F0502020204030204" pitchFamily="34" charset="0"/>
                        </a:rPr>
                        <a:t> </a:t>
                      </a:r>
                      <a:r>
                        <a:rPr lang="en-US" altLang="en-US" sz="2400" b="0" dirty="0">
                          <a:solidFill>
                            <a:schemeClr val="tx1"/>
                          </a:solidFill>
                          <a:latin typeface="Cambria" panose="02040503050406030204" pitchFamily="18" charset="0"/>
                          <a:ea typeface="Cambria" panose="02040503050406030204" pitchFamily="18" charset="0"/>
                          <a:cs typeface="Calibri" panose="020F0502020204030204" pitchFamily="34" charset="0"/>
                        </a:rPr>
                        <a:t>AS</a:t>
                      </a:r>
                      <a:r>
                        <a:rPr lang="en-US" altLang="en-US" sz="2400" b="0" dirty="0">
                          <a:solidFill>
                            <a:schemeClr val="accent6"/>
                          </a:solidFill>
                          <a:latin typeface="Cambria" panose="02040503050406030204" pitchFamily="18" charset="0"/>
                          <a:ea typeface="Cambria" panose="02040503050406030204" pitchFamily="18" charset="0"/>
                          <a:cs typeface="Calibri" panose="020F0502020204030204" pitchFamily="34" charset="0"/>
                        </a:rPr>
                        <a:t> </a:t>
                      </a:r>
                      <a:r>
                        <a:rPr lang="en-US" altLang="en-US" sz="2400" b="0" dirty="0">
                          <a:solidFill>
                            <a:srgbClr val="000000"/>
                          </a:solidFill>
                          <a:latin typeface="Cambria" panose="02040503050406030204" pitchFamily="18" charset="0"/>
                          <a:ea typeface="Cambria" panose="02040503050406030204" pitchFamily="18" charset="0"/>
                          <a:cs typeface="Calibri" panose="020F0502020204030204" pitchFamily="34" charset="0"/>
                        </a:rPr>
                        <a:t>"row#", </a:t>
                      </a:r>
                    </a:p>
                    <a:p>
                      <a:pPr>
                        <a:spcBef>
                          <a:spcPts val="600"/>
                        </a:spcBef>
                        <a:buFontTx/>
                        <a:buNone/>
                      </a:pPr>
                      <a:r>
                        <a:rPr lang="en-US" altLang="en-US" sz="2400" b="0" dirty="0" err="1">
                          <a:solidFill>
                            <a:srgbClr val="000000"/>
                          </a:solidFill>
                          <a:latin typeface="Cambria" panose="02040503050406030204" pitchFamily="18" charset="0"/>
                          <a:ea typeface="Cambria" panose="02040503050406030204" pitchFamily="18" charset="0"/>
                          <a:cs typeface="Calibri" panose="020F0502020204030204" pitchFamily="34" charset="0"/>
                        </a:rPr>
                        <a:t>ename</a:t>
                      </a:r>
                      <a:r>
                        <a:rPr lang="en-US" altLang="en-US" sz="2400" b="0" dirty="0">
                          <a:solidFill>
                            <a:srgbClr val="000000"/>
                          </a:solidFill>
                          <a:latin typeface="Cambria" panose="02040503050406030204" pitchFamily="18" charset="0"/>
                          <a:ea typeface="Cambria" panose="02040503050406030204" pitchFamily="18" charset="0"/>
                          <a:cs typeface="Calibri" panose="020F0502020204030204" pitchFamily="34" charset="0"/>
                        </a:rPr>
                        <a:t>, </a:t>
                      </a:r>
                      <a:r>
                        <a:rPr lang="en-US" altLang="en-US" sz="2400" b="0" dirty="0" err="1">
                          <a:solidFill>
                            <a:srgbClr val="000000"/>
                          </a:solidFill>
                          <a:latin typeface="Cambria" panose="02040503050406030204" pitchFamily="18" charset="0"/>
                          <a:ea typeface="Cambria" panose="02040503050406030204" pitchFamily="18" charset="0"/>
                          <a:cs typeface="Calibri" panose="020F0502020204030204" pitchFamily="34" charset="0"/>
                        </a:rPr>
                        <a:t>sal</a:t>
                      </a:r>
                      <a:r>
                        <a:rPr lang="en-US" altLang="en-US" sz="2400" b="0" dirty="0">
                          <a:solidFill>
                            <a:srgbClr val="000000"/>
                          </a:solidFill>
                          <a:latin typeface="Cambria" panose="02040503050406030204" pitchFamily="18" charset="0"/>
                          <a:ea typeface="Cambria" panose="02040503050406030204" pitchFamily="18" charset="0"/>
                          <a:cs typeface="Calibri" panose="020F0502020204030204" pitchFamily="34" charset="0"/>
                        </a:rPr>
                        <a:t>, job, </a:t>
                      </a:r>
                      <a:r>
                        <a:rPr lang="en-US" altLang="en-US" sz="2400" b="0" dirty="0" err="1">
                          <a:solidFill>
                            <a:srgbClr val="000000"/>
                          </a:solidFill>
                          <a:latin typeface="Cambria" panose="02040503050406030204" pitchFamily="18" charset="0"/>
                          <a:ea typeface="Cambria" panose="02040503050406030204" pitchFamily="18" charset="0"/>
                          <a:cs typeface="Calibri" panose="020F0502020204030204" pitchFamily="34" charset="0"/>
                        </a:rPr>
                        <a:t>deptno</a:t>
                      </a:r>
                      <a:r>
                        <a:rPr lang="en-US" altLang="en-US" sz="2400" b="0" dirty="0">
                          <a:solidFill>
                            <a:srgbClr val="000000"/>
                          </a:solidFill>
                          <a:latin typeface="Cambria" panose="02040503050406030204" pitchFamily="18" charset="0"/>
                          <a:ea typeface="Cambria" panose="02040503050406030204" pitchFamily="18" charset="0"/>
                          <a:cs typeface="Calibri" panose="020F0502020204030204" pitchFamily="34" charset="0"/>
                        </a:rPr>
                        <a:t>,  </a:t>
                      </a:r>
                    </a:p>
                    <a:p>
                      <a:pPr>
                        <a:spcBef>
                          <a:spcPts val="600"/>
                        </a:spcBef>
                        <a:buFontTx/>
                        <a:buNone/>
                      </a:pPr>
                      <a:r>
                        <a:rPr lang="en-US" altLang="en-US" sz="2400" b="0" dirty="0">
                          <a:solidFill>
                            <a:schemeClr val="tx1"/>
                          </a:solidFill>
                          <a:highlight>
                            <a:srgbClr val="FFFF00"/>
                          </a:highlight>
                          <a:latin typeface="Cambria" panose="02040503050406030204" pitchFamily="18" charset="0"/>
                          <a:ea typeface="Cambria" panose="02040503050406030204" pitchFamily="18" charset="0"/>
                          <a:cs typeface="Calibri" panose="020F0502020204030204" pitchFamily="34" charset="0"/>
                        </a:rPr>
                        <a:t>RANK()</a:t>
                      </a:r>
                      <a:r>
                        <a:rPr lang="en-US" altLang="en-US" sz="2400" b="0" dirty="0">
                          <a:solidFill>
                            <a:srgbClr val="000000"/>
                          </a:solidFill>
                          <a:latin typeface="Cambria" panose="02040503050406030204" pitchFamily="18" charset="0"/>
                          <a:ea typeface="Cambria" panose="02040503050406030204" pitchFamily="18" charset="0"/>
                          <a:cs typeface="Calibri" panose="020F0502020204030204" pitchFamily="34" charset="0"/>
                        </a:rPr>
                        <a:t> </a:t>
                      </a:r>
                      <a:r>
                        <a:rPr lang="en-US" altLang="en-US" sz="2400" b="0" dirty="0">
                          <a:solidFill>
                            <a:srgbClr val="FF0000"/>
                          </a:solidFill>
                          <a:latin typeface="Cambria" panose="02040503050406030204" pitchFamily="18" charset="0"/>
                          <a:ea typeface="Cambria" panose="02040503050406030204" pitchFamily="18" charset="0"/>
                          <a:cs typeface="Calibri" panose="020F0502020204030204" pitchFamily="34" charset="0"/>
                        </a:rPr>
                        <a:t>OVER(order by </a:t>
                      </a:r>
                      <a:r>
                        <a:rPr lang="en-US" altLang="en-US" sz="2400" b="0" dirty="0" err="1">
                          <a:solidFill>
                            <a:srgbClr val="FF0000"/>
                          </a:solidFill>
                          <a:latin typeface="Cambria" panose="02040503050406030204" pitchFamily="18" charset="0"/>
                          <a:ea typeface="Cambria" panose="02040503050406030204" pitchFamily="18" charset="0"/>
                          <a:cs typeface="Calibri" panose="020F0502020204030204" pitchFamily="34" charset="0"/>
                        </a:rPr>
                        <a:t>sal</a:t>
                      </a:r>
                      <a:r>
                        <a:rPr lang="en-US" altLang="en-US" sz="2400" b="0" dirty="0">
                          <a:solidFill>
                            <a:srgbClr val="FF0000"/>
                          </a:solidFill>
                          <a:latin typeface="Cambria" panose="02040503050406030204" pitchFamily="18" charset="0"/>
                          <a:ea typeface="Cambria" panose="02040503050406030204" pitchFamily="18" charset="0"/>
                          <a:cs typeface="Calibri" panose="020F0502020204030204" pitchFamily="34" charset="0"/>
                        </a:rPr>
                        <a:t> desc)</a:t>
                      </a:r>
                      <a:r>
                        <a:rPr lang="en-US" altLang="en-US" sz="2400" b="0" dirty="0">
                          <a:solidFill>
                            <a:srgbClr val="000000"/>
                          </a:solidFill>
                          <a:latin typeface="Cambria" panose="02040503050406030204" pitchFamily="18" charset="0"/>
                          <a:ea typeface="Cambria" panose="02040503050406030204" pitchFamily="18" charset="0"/>
                          <a:cs typeface="Calibri" panose="020F0502020204030204" pitchFamily="34" charset="0"/>
                        </a:rPr>
                        <a:t> AS "</a:t>
                      </a:r>
                      <a:r>
                        <a:rPr lang="en-US" altLang="en-US" sz="2400" b="0" dirty="0" err="1">
                          <a:solidFill>
                            <a:srgbClr val="000000"/>
                          </a:solidFill>
                          <a:latin typeface="Cambria" panose="02040503050406030204" pitchFamily="18" charset="0"/>
                          <a:ea typeface="Cambria" panose="02040503050406030204" pitchFamily="18" charset="0"/>
                          <a:cs typeface="Calibri" panose="020F0502020204030204" pitchFamily="34" charset="0"/>
                        </a:rPr>
                        <a:t>emp_rank</a:t>
                      </a:r>
                      <a:r>
                        <a:rPr lang="en-US" altLang="en-US" sz="2400" b="0" dirty="0">
                          <a:solidFill>
                            <a:srgbClr val="000000"/>
                          </a:solidFill>
                          <a:latin typeface="Cambria" panose="02040503050406030204" pitchFamily="18" charset="0"/>
                          <a:ea typeface="Cambria" panose="02040503050406030204" pitchFamily="18" charset="0"/>
                          <a:cs typeface="Calibri" panose="020F0502020204030204" pitchFamily="34" charset="0"/>
                        </a:rPr>
                        <a:t>",</a:t>
                      </a:r>
                    </a:p>
                    <a:p>
                      <a:pPr>
                        <a:spcBef>
                          <a:spcPts val="600"/>
                        </a:spcBef>
                        <a:buFontTx/>
                        <a:buNone/>
                      </a:pPr>
                      <a:r>
                        <a:rPr lang="en-US" altLang="en-US" sz="2400" b="0" dirty="0">
                          <a:solidFill>
                            <a:schemeClr val="tx1"/>
                          </a:solidFill>
                          <a:highlight>
                            <a:srgbClr val="FFFF00"/>
                          </a:highlight>
                          <a:latin typeface="Cambria" panose="02040503050406030204" pitchFamily="18" charset="0"/>
                          <a:ea typeface="Cambria" panose="02040503050406030204" pitchFamily="18" charset="0"/>
                          <a:cs typeface="Calibri" panose="020F0502020204030204" pitchFamily="34" charset="0"/>
                        </a:rPr>
                        <a:t>DENSE_RANK()</a:t>
                      </a:r>
                      <a:r>
                        <a:rPr lang="en-US" altLang="en-US" sz="2400" b="0" dirty="0">
                          <a:solidFill>
                            <a:srgbClr val="000000"/>
                          </a:solidFill>
                          <a:latin typeface="Cambria" panose="02040503050406030204" pitchFamily="18" charset="0"/>
                          <a:ea typeface="Cambria" panose="02040503050406030204" pitchFamily="18" charset="0"/>
                          <a:cs typeface="Calibri" panose="020F0502020204030204" pitchFamily="34" charset="0"/>
                        </a:rPr>
                        <a:t> </a:t>
                      </a:r>
                      <a:r>
                        <a:rPr lang="en-US" altLang="en-US" sz="2400" b="0" dirty="0">
                          <a:solidFill>
                            <a:srgbClr val="FF0000"/>
                          </a:solidFill>
                          <a:latin typeface="Cambria" panose="02040503050406030204" pitchFamily="18" charset="0"/>
                          <a:ea typeface="Cambria" panose="02040503050406030204" pitchFamily="18" charset="0"/>
                          <a:cs typeface="Calibri" panose="020F0502020204030204" pitchFamily="34" charset="0"/>
                        </a:rPr>
                        <a:t>OVER(order by </a:t>
                      </a:r>
                      <a:r>
                        <a:rPr lang="en-US" altLang="en-US" sz="2400" b="0" dirty="0" err="1">
                          <a:solidFill>
                            <a:srgbClr val="FF0000"/>
                          </a:solidFill>
                          <a:latin typeface="Cambria" panose="02040503050406030204" pitchFamily="18" charset="0"/>
                          <a:ea typeface="Cambria" panose="02040503050406030204" pitchFamily="18" charset="0"/>
                          <a:cs typeface="Calibri" panose="020F0502020204030204" pitchFamily="34" charset="0"/>
                        </a:rPr>
                        <a:t>sal</a:t>
                      </a:r>
                      <a:r>
                        <a:rPr lang="en-US" altLang="en-US" sz="2400" b="0" dirty="0">
                          <a:solidFill>
                            <a:srgbClr val="FF0000"/>
                          </a:solidFill>
                          <a:latin typeface="Cambria" panose="02040503050406030204" pitchFamily="18" charset="0"/>
                          <a:ea typeface="Cambria" panose="02040503050406030204" pitchFamily="18" charset="0"/>
                          <a:cs typeface="Calibri" panose="020F0502020204030204" pitchFamily="34" charset="0"/>
                        </a:rPr>
                        <a:t> desc)</a:t>
                      </a:r>
                      <a:r>
                        <a:rPr lang="en-US" altLang="en-US" sz="2400" b="0" dirty="0">
                          <a:solidFill>
                            <a:srgbClr val="000000"/>
                          </a:solidFill>
                          <a:latin typeface="Cambria" panose="02040503050406030204" pitchFamily="18" charset="0"/>
                          <a:ea typeface="Cambria" panose="02040503050406030204" pitchFamily="18" charset="0"/>
                          <a:cs typeface="Calibri" panose="020F0502020204030204" pitchFamily="34" charset="0"/>
                        </a:rPr>
                        <a:t> AS "</a:t>
                      </a:r>
                      <a:r>
                        <a:rPr lang="en-US" altLang="en-US" sz="2400" b="0" dirty="0" err="1">
                          <a:solidFill>
                            <a:srgbClr val="000000"/>
                          </a:solidFill>
                          <a:latin typeface="Cambria" panose="02040503050406030204" pitchFamily="18" charset="0"/>
                          <a:ea typeface="Cambria" panose="02040503050406030204" pitchFamily="18" charset="0"/>
                          <a:cs typeface="Calibri" panose="020F0502020204030204" pitchFamily="34" charset="0"/>
                        </a:rPr>
                        <a:t>emp_dense_rank</a:t>
                      </a:r>
                      <a:r>
                        <a:rPr lang="en-US" altLang="en-US" sz="2400" b="0" dirty="0">
                          <a:solidFill>
                            <a:srgbClr val="000000"/>
                          </a:solidFill>
                          <a:latin typeface="Cambria" panose="02040503050406030204" pitchFamily="18" charset="0"/>
                          <a:ea typeface="Cambria" panose="02040503050406030204" pitchFamily="18" charset="0"/>
                          <a:cs typeface="Calibri" panose="020F0502020204030204" pitchFamily="34" charset="0"/>
                        </a:rPr>
                        <a:t>"</a:t>
                      </a:r>
                    </a:p>
                    <a:p>
                      <a:pPr>
                        <a:spcBef>
                          <a:spcPts val="600"/>
                        </a:spcBef>
                        <a:buFontTx/>
                        <a:buNone/>
                      </a:pPr>
                      <a:r>
                        <a:rPr lang="en-US" altLang="en-US" sz="2400" b="0" dirty="0">
                          <a:solidFill>
                            <a:srgbClr val="000000"/>
                          </a:solidFill>
                          <a:latin typeface="Cambria" panose="02040503050406030204" pitchFamily="18" charset="0"/>
                          <a:ea typeface="Cambria" panose="02040503050406030204" pitchFamily="18" charset="0"/>
                          <a:cs typeface="Calibri" panose="020F0502020204030204" pitchFamily="34" charset="0"/>
                        </a:rPr>
                        <a:t>FROM emp where </a:t>
                      </a:r>
                      <a:r>
                        <a:rPr lang="en-US" altLang="en-US" sz="2400" b="0" dirty="0" err="1">
                          <a:solidFill>
                            <a:srgbClr val="000000"/>
                          </a:solidFill>
                          <a:latin typeface="Cambria" panose="02040503050406030204" pitchFamily="18" charset="0"/>
                          <a:ea typeface="Cambria" panose="02040503050406030204" pitchFamily="18" charset="0"/>
                          <a:cs typeface="Calibri" panose="020F0502020204030204" pitchFamily="34" charset="0"/>
                        </a:rPr>
                        <a:t>deptno</a:t>
                      </a:r>
                      <a:r>
                        <a:rPr lang="en-US" altLang="en-US" sz="2400" b="0" dirty="0">
                          <a:solidFill>
                            <a:srgbClr val="000000"/>
                          </a:solidFill>
                          <a:latin typeface="Cambria" panose="02040503050406030204" pitchFamily="18" charset="0"/>
                          <a:ea typeface="Cambria" panose="02040503050406030204" pitchFamily="18" charset="0"/>
                          <a:cs typeface="Calibri" panose="020F0502020204030204" pitchFamily="34" charset="0"/>
                        </a:rPr>
                        <a:t> in (10,20)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10000"/>
                  </a:ext>
                </a:extLst>
              </a:tr>
            </a:tbl>
          </a:graphicData>
        </a:graphic>
      </p:graphicFrame>
      <p:graphicFrame>
        <p:nvGraphicFramePr>
          <p:cNvPr id="4" name="Table 3">
            <a:extLst>
              <a:ext uri="{FF2B5EF4-FFF2-40B4-BE49-F238E27FC236}">
                <a16:creationId xmlns:a16="http://schemas.microsoft.com/office/drawing/2014/main" id="{F8EB3D11-F08E-6E1E-0EA5-80897FDF92BE}"/>
              </a:ext>
            </a:extLst>
          </p:cNvPr>
          <p:cNvGraphicFramePr>
            <a:graphicFrameLocks noGrp="1"/>
          </p:cNvGraphicFramePr>
          <p:nvPr>
            <p:extLst>
              <p:ext uri="{D42A27DB-BD31-4B8C-83A1-F6EECF244321}">
                <p14:modId xmlns:p14="http://schemas.microsoft.com/office/powerpoint/2010/main" val="1686033163"/>
              </p:ext>
            </p:extLst>
          </p:nvPr>
        </p:nvGraphicFramePr>
        <p:xfrm>
          <a:off x="610262" y="3016143"/>
          <a:ext cx="7923476" cy="3648078"/>
        </p:xfrm>
        <a:graphic>
          <a:graphicData uri="http://schemas.openxmlformats.org/drawingml/2006/table">
            <a:tbl>
              <a:tblPr/>
              <a:tblGrid>
                <a:gridCol w="723385">
                  <a:extLst>
                    <a:ext uri="{9D8B030D-6E8A-4147-A177-3AD203B41FA5}">
                      <a16:colId xmlns:a16="http://schemas.microsoft.com/office/drawing/2014/main" val="20000"/>
                    </a:ext>
                  </a:extLst>
                </a:gridCol>
                <a:gridCol w="1007403">
                  <a:extLst>
                    <a:ext uri="{9D8B030D-6E8A-4147-A177-3AD203B41FA5}">
                      <a16:colId xmlns:a16="http://schemas.microsoft.com/office/drawing/2014/main" val="20001"/>
                    </a:ext>
                  </a:extLst>
                </a:gridCol>
                <a:gridCol w="648072">
                  <a:extLst>
                    <a:ext uri="{9D8B030D-6E8A-4147-A177-3AD203B41FA5}">
                      <a16:colId xmlns:a16="http://schemas.microsoft.com/office/drawing/2014/main" val="20002"/>
                    </a:ext>
                  </a:extLst>
                </a:gridCol>
                <a:gridCol w="1368152">
                  <a:extLst>
                    <a:ext uri="{9D8B030D-6E8A-4147-A177-3AD203B41FA5}">
                      <a16:colId xmlns:a16="http://schemas.microsoft.com/office/drawing/2014/main" val="20003"/>
                    </a:ext>
                  </a:extLst>
                </a:gridCol>
                <a:gridCol w="1080120">
                  <a:extLst>
                    <a:ext uri="{9D8B030D-6E8A-4147-A177-3AD203B41FA5}">
                      <a16:colId xmlns:a16="http://schemas.microsoft.com/office/drawing/2014/main" val="20004"/>
                    </a:ext>
                  </a:extLst>
                </a:gridCol>
                <a:gridCol w="1224136">
                  <a:extLst>
                    <a:ext uri="{9D8B030D-6E8A-4147-A177-3AD203B41FA5}">
                      <a16:colId xmlns:a16="http://schemas.microsoft.com/office/drawing/2014/main" val="20005"/>
                    </a:ext>
                  </a:extLst>
                </a:gridCol>
                <a:gridCol w="1872208">
                  <a:extLst>
                    <a:ext uri="{9D8B030D-6E8A-4147-A177-3AD203B41FA5}">
                      <a16:colId xmlns:a16="http://schemas.microsoft.com/office/drawing/2014/main" val="20006"/>
                    </a:ext>
                  </a:extLst>
                </a:gridCol>
              </a:tblGrid>
              <a:tr h="365750">
                <a:tc>
                  <a:txBody>
                    <a:bodyPr/>
                    <a:lstStyle/>
                    <a:p>
                      <a:pPr fontAlgn="b"/>
                      <a:r>
                        <a:rPr lang="en-US" sz="1800" b="1">
                          <a:solidFill>
                            <a:srgbClr val="FFFFFF"/>
                          </a:solidFill>
                          <a:effectLst/>
                        </a:rPr>
                        <a:t>row#</a:t>
                      </a:r>
                    </a:p>
                  </a:txBody>
                  <a:tcPr marL="68576" marR="68576" marT="45715" marB="45715" anchor="b">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879CBD"/>
                    </a:solidFill>
                  </a:tcPr>
                </a:tc>
                <a:tc>
                  <a:txBody>
                    <a:bodyPr/>
                    <a:lstStyle/>
                    <a:p>
                      <a:pPr fontAlgn="b"/>
                      <a:r>
                        <a:rPr lang="en-US" sz="1800" b="1">
                          <a:solidFill>
                            <a:srgbClr val="FFFFFF"/>
                          </a:solidFill>
                          <a:effectLst/>
                        </a:rPr>
                        <a:t>ENAME</a:t>
                      </a:r>
                    </a:p>
                  </a:txBody>
                  <a:tcPr marL="68576" marR="68576" marT="45715" marB="45715" anchor="b">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879CBD"/>
                    </a:solidFill>
                  </a:tcPr>
                </a:tc>
                <a:tc>
                  <a:txBody>
                    <a:bodyPr/>
                    <a:lstStyle/>
                    <a:p>
                      <a:pPr fontAlgn="b"/>
                      <a:r>
                        <a:rPr lang="en-US" sz="1800" b="1">
                          <a:solidFill>
                            <a:srgbClr val="FFFFFF"/>
                          </a:solidFill>
                          <a:effectLst/>
                        </a:rPr>
                        <a:t>SAL</a:t>
                      </a:r>
                    </a:p>
                  </a:txBody>
                  <a:tcPr marL="68576" marR="68576" marT="45715" marB="45715" anchor="b">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879CBD"/>
                    </a:solidFill>
                  </a:tcPr>
                </a:tc>
                <a:tc>
                  <a:txBody>
                    <a:bodyPr/>
                    <a:lstStyle/>
                    <a:p>
                      <a:pPr fontAlgn="b"/>
                      <a:r>
                        <a:rPr lang="en-US" sz="1800" b="1" dirty="0">
                          <a:solidFill>
                            <a:srgbClr val="FFFFFF"/>
                          </a:solidFill>
                          <a:effectLst/>
                        </a:rPr>
                        <a:t>JOB</a:t>
                      </a:r>
                    </a:p>
                  </a:txBody>
                  <a:tcPr marL="68576" marR="68576" marT="45715" marB="45715" anchor="b">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879CBD"/>
                    </a:solidFill>
                  </a:tcPr>
                </a:tc>
                <a:tc>
                  <a:txBody>
                    <a:bodyPr/>
                    <a:lstStyle/>
                    <a:p>
                      <a:pPr fontAlgn="b"/>
                      <a:r>
                        <a:rPr lang="en-US" sz="1800" b="1">
                          <a:solidFill>
                            <a:srgbClr val="FFFFFF"/>
                          </a:solidFill>
                          <a:effectLst/>
                        </a:rPr>
                        <a:t>DEPTNO</a:t>
                      </a:r>
                    </a:p>
                  </a:txBody>
                  <a:tcPr marL="68576" marR="68576" marT="45715" marB="45715" anchor="b">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879CBD"/>
                    </a:solidFill>
                  </a:tcPr>
                </a:tc>
                <a:tc>
                  <a:txBody>
                    <a:bodyPr/>
                    <a:lstStyle/>
                    <a:p>
                      <a:pPr fontAlgn="b"/>
                      <a:r>
                        <a:rPr lang="en-US" sz="1800" b="1">
                          <a:solidFill>
                            <a:srgbClr val="FFFFFF"/>
                          </a:solidFill>
                          <a:effectLst/>
                        </a:rPr>
                        <a:t>emp_rank</a:t>
                      </a:r>
                    </a:p>
                  </a:txBody>
                  <a:tcPr marL="68576" marR="68576" marT="45715" marB="45715" anchor="b">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879CBD"/>
                    </a:solidFill>
                  </a:tcPr>
                </a:tc>
                <a:tc>
                  <a:txBody>
                    <a:bodyPr/>
                    <a:lstStyle/>
                    <a:p>
                      <a:pPr fontAlgn="b"/>
                      <a:r>
                        <a:rPr lang="en-US" sz="1800" b="1" dirty="0" err="1">
                          <a:solidFill>
                            <a:srgbClr val="FFFFFF"/>
                          </a:solidFill>
                          <a:effectLst/>
                        </a:rPr>
                        <a:t>emp_dense_rank</a:t>
                      </a:r>
                      <a:endParaRPr lang="en-US" sz="1800" b="1" dirty="0">
                        <a:solidFill>
                          <a:srgbClr val="FFFFFF"/>
                        </a:solidFill>
                        <a:effectLst/>
                      </a:endParaRPr>
                    </a:p>
                  </a:txBody>
                  <a:tcPr marL="68576" marR="68576" marT="45715" marB="45715" anchor="b">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879CBD"/>
                    </a:solidFill>
                  </a:tcPr>
                </a:tc>
                <a:extLst>
                  <a:ext uri="{0D108BD9-81ED-4DB2-BD59-A6C34878D82A}">
                    <a16:rowId xmlns:a16="http://schemas.microsoft.com/office/drawing/2014/main" val="10000"/>
                  </a:ext>
                </a:extLst>
              </a:tr>
              <a:tr h="410291">
                <a:tc>
                  <a:txBody>
                    <a:bodyPr/>
                    <a:lstStyle/>
                    <a:p>
                      <a:pPr algn="ctr"/>
                      <a:r>
                        <a:rPr lang="en-US" sz="2000" dirty="0">
                          <a:effectLst/>
                        </a:rPr>
                        <a:t>1</a:t>
                      </a:r>
                    </a:p>
                  </a:txBody>
                  <a:tcPr marL="68576" marR="68576" marT="22858" marB="22858"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pPr algn="ctr"/>
                      <a:r>
                        <a:rPr lang="en-US" sz="2000">
                          <a:effectLst/>
                        </a:rPr>
                        <a:t>KING</a:t>
                      </a:r>
                    </a:p>
                  </a:txBody>
                  <a:tcPr marL="68576" marR="68576" marT="22858" marB="22858"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pPr algn="ctr"/>
                      <a:r>
                        <a:rPr lang="en-US" sz="2000">
                          <a:effectLst/>
                        </a:rPr>
                        <a:t>5000</a:t>
                      </a:r>
                    </a:p>
                  </a:txBody>
                  <a:tcPr marL="68576" marR="68576" marT="22858" marB="22858"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pPr algn="ctr"/>
                      <a:r>
                        <a:rPr lang="en-US" sz="2000" dirty="0">
                          <a:effectLst/>
                        </a:rPr>
                        <a:t>PRESIDENT</a:t>
                      </a:r>
                    </a:p>
                  </a:txBody>
                  <a:tcPr marL="68576" marR="68576" marT="22858" marB="22858"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pPr algn="ctr"/>
                      <a:r>
                        <a:rPr lang="en-US" sz="2000">
                          <a:effectLst/>
                        </a:rPr>
                        <a:t>10</a:t>
                      </a:r>
                    </a:p>
                  </a:txBody>
                  <a:tcPr marL="68576" marR="68576" marT="22858" marB="22858"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pPr algn="ctr"/>
                      <a:r>
                        <a:rPr lang="en-US" sz="2000">
                          <a:effectLst/>
                        </a:rPr>
                        <a:t>1</a:t>
                      </a:r>
                    </a:p>
                  </a:txBody>
                  <a:tcPr marL="68576" marR="68576" marT="22858" marB="22858"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pPr algn="ctr"/>
                      <a:r>
                        <a:rPr lang="en-US" sz="2000" dirty="0">
                          <a:effectLst/>
                        </a:rPr>
                        <a:t>1</a:t>
                      </a:r>
                    </a:p>
                  </a:txBody>
                  <a:tcPr marL="68576" marR="68576" marT="22858" marB="22858"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extLst>
                  <a:ext uri="{0D108BD9-81ED-4DB2-BD59-A6C34878D82A}">
                    <a16:rowId xmlns:a16="http://schemas.microsoft.com/office/drawing/2014/main" val="10001"/>
                  </a:ext>
                </a:extLst>
              </a:tr>
              <a:tr h="410291">
                <a:tc>
                  <a:txBody>
                    <a:bodyPr/>
                    <a:lstStyle/>
                    <a:p>
                      <a:pPr algn="ctr"/>
                      <a:r>
                        <a:rPr lang="en-US" sz="2000" dirty="0">
                          <a:effectLst/>
                        </a:rPr>
                        <a:t>2</a:t>
                      </a:r>
                    </a:p>
                  </a:txBody>
                  <a:tcPr marL="68576" marR="68576" marT="22858" marB="22858"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pPr algn="ctr"/>
                      <a:r>
                        <a:rPr lang="en-US" sz="2000" dirty="0">
                          <a:effectLst/>
                        </a:rPr>
                        <a:t>SCOTT</a:t>
                      </a:r>
                    </a:p>
                  </a:txBody>
                  <a:tcPr marL="68576" marR="68576" marT="22858" marB="22858"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pPr algn="ctr"/>
                      <a:r>
                        <a:rPr lang="en-US" sz="2000" dirty="0">
                          <a:effectLst/>
                        </a:rPr>
                        <a:t>3000</a:t>
                      </a:r>
                    </a:p>
                  </a:txBody>
                  <a:tcPr marL="68576" marR="68576" marT="22858" marB="22858"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pPr algn="ctr"/>
                      <a:r>
                        <a:rPr lang="en-US" sz="2000" dirty="0">
                          <a:effectLst/>
                        </a:rPr>
                        <a:t>ANALYST</a:t>
                      </a:r>
                    </a:p>
                  </a:txBody>
                  <a:tcPr marL="68576" marR="68576" marT="22858" marB="22858"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pPr algn="ctr"/>
                      <a:r>
                        <a:rPr lang="en-US" sz="2000" dirty="0">
                          <a:effectLst/>
                        </a:rPr>
                        <a:t>20</a:t>
                      </a:r>
                    </a:p>
                  </a:txBody>
                  <a:tcPr marL="68576" marR="68576" marT="22858" marB="22858"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pPr algn="ctr"/>
                      <a:r>
                        <a:rPr lang="en-US" sz="2000" dirty="0">
                          <a:effectLst/>
                        </a:rPr>
                        <a:t>2</a:t>
                      </a:r>
                    </a:p>
                  </a:txBody>
                  <a:tcPr marL="68576" marR="68576" marT="22858" marB="22858"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pPr algn="ctr"/>
                      <a:r>
                        <a:rPr lang="en-US" sz="2000" dirty="0">
                          <a:effectLst/>
                        </a:rPr>
                        <a:t>2</a:t>
                      </a:r>
                    </a:p>
                  </a:txBody>
                  <a:tcPr marL="68576" marR="68576" marT="22858" marB="22858"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extLst>
                  <a:ext uri="{0D108BD9-81ED-4DB2-BD59-A6C34878D82A}">
                    <a16:rowId xmlns:a16="http://schemas.microsoft.com/office/drawing/2014/main" val="10002"/>
                  </a:ext>
                </a:extLst>
              </a:tr>
              <a:tr h="410291">
                <a:tc>
                  <a:txBody>
                    <a:bodyPr/>
                    <a:lstStyle/>
                    <a:p>
                      <a:pPr algn="ctr"/>
                      <a:r>
                        <a:rPr lang="en-US" sz="2000" dirty="0">
                          <a:effectLst/>
                        </a:rPr>
                        <a:t>3</a:t>
                      </a:r>
                    </a:p>
                  </a:txBody>
                  <a:tcPr marL="68576" marR="68576" marT="22858" marB="22858"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pPr algn="ctr"/>
                      <a:r>
                        <a:rPr lang="en-US" sz="2000">
                          <a:effectLst/>
                        </a:rPr>
                        <a:t>FORD</a:t>
                      </a:r>
                    </a:p>
                  </a:txBody>
                  <a:tcPr marL="68576" marR="68576" marT="22858" marB="22858"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pPr algn="ctr"/>
                      <a:r>
                        <a:rPr lang="en-US" sz="2000">
                          <a:effectLst/>
                        </a:rPr>
                        <a:t>3000</a:t>
                      </a:r>
                    </a:p>
                  </a:txBody>
                  <a:tcPr marL="68576" marR="68576" marT="22858" marB="22858"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pPr algn="ctr"/>
                      <a:r>
                        <a:rPr lang="en-US" sz="2000">
                          <a:effectLst/>
                        </a:rPr>
                        <a:t>ANALYST</a:t>
                      </a:r>
                    </a:p>
                  </a:txBody>
                  <a:tcPr marL="68576" marR="68576" marT="22858" marB="22858"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pPr algn="ctr"/>
                      <a:r>
                        <a:rPr lang="en-US" sz="2000">
                          <a:effectLst/>
                        </a:rPr>
                        <a:t>20</a:t>
                      </a:r>
                    </a:p>
                  </a:txBody>
                  <a:tcPr marL="68576" marR="68576" marT="22858" marB="22858"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pPr algn="ctr"/>
                      <a:r>
                        <a:rPr lang="en-US" sz="2000">
                          <a:effectLst/>
                        </a:rPr>
                        <a:t>2</a:t>
                      </a:r>
                    </a:p>
                  </a:txBody>
                  <a:tcPr marL="68576" marR="68576" marT="22858" marB="22858"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pPr algn="ctr"/>
                      <a:r>
                        <a:rPr lang="en-US" sz="2000" dirty="0">
                          <a:effectLst/>
                        </a:rPr>
                        <a:t>2</a:t>
                      </a:r>
                    </a:p>
                  </a:txBody>
                  <a:tcPr marL="68576" marR="68576" marT="22858" marB="22858"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extLst>
                  <a:ext uri="{0D108BD9-81ED-4DB2-BD59-A6C34878D82A}">
                    <a16:rowId xmlns:a16="http://schemas.microsoft.com/office/drawing/2014/main" val="10003"/>
                  </a:ext>
                </a:extLst>
              </a:tr>
              <a:tr h="410291">
                <a:tc>
                  <a:txBody>
                    <a:bodyPr/>
                    <a:lstStyle/>
                    <a:p>
                      <a:pPr algn="ctr"/>
                      <a:r>
                        <a:rPr lang="en-US" sz="2000" dirty="0">
                          <a:effectLst/>
                        </a:rPr>
                        <a:t>4</a:t>
                      </a:r>
                    </a:p>
                  </a:txBody>
                  <a:tcPr marL="68576" marR="68576" marT="22858" marB="22858"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pPr algn="ctr"/>
                      <a:r>
                        <a:rPr lang="en-US" sz="2000" dirty="0">
                          <a:effectLst/>
                        </a:rPr>
                        <a:t>JONES</a:t>
                      </a:r>
                    </a:p>
                  </a:txBody>
                  <a:tcPr marL="68576" marR="68576" marT="22858" marB="22858"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pPr algn="ctr"/>
                      <a:r>
                        <a:rPr lang="en-US" sz="2000">
                          <a:effectLst/>
                        </a:rPr>
                        <a:t>2975</a:t>
                      </a:r>
                    </a:p>
                  </a:txBody>
                  <a:tcPr marL="68576" marR="68576" marT="22858" marB="22858"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pPr algn="ctr"/>
                      <a:r>
                        <a:rPr lang="en-US" sz="2000">
                          <a:effectLst/>
                        </a:rPr>
                        <a:t>MANAGER</a:t>
                      </a:r>
                    </a:p>
                  </a:txBody>
                  <a:tcPr marL="68576" marR="68576" marT="22858" marB="22858"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pPr algn="ctr"/>
                      <a:r>
                        <a:rPr lang="en-US" sz="2000" dirty="0">
                          <a:effectLst/>
                        </a:rPr>
                        <a:t>20</a:t>
                      </a:r>
                    </a:p>
                  </a:txBody>
                  <a:tcPr marL="68576" marR="68576" marT="22858" marB="22858"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pPr algn="ctr"/>
                      <a:r>
                        <a:rPr lang="en-US" sz="2000">
                          <a:effectLst/>
                        </a:rPr>
                        <a:t>4</a:t>
                      </a:r>
                    </a:p>
                  </a:txBody>
                  <a:tcPr marL="68576" marR="68576" marT="22858" marB="22858"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pPr algn="ctr"/>
                      <a:r>
                        <a:rPr lang="en-US" sz="2000">
                          <a:effectLst/>
                        </a:rPr>
                        <a:t>3</a:t>
                      </a:r>
                    </a:p>
                  </a:txBody>
                  <a:tcPr marL="68576" marR="68576" marT="22858" marB="22858"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extLst>
                  <a:ext uri="{0D108BD9-81ED-4DB2-BD59-A6C34878D82A}">
                    <a16:rowId xmlns:a16="http://schemas.microsoft.com/office/drawing/2014/main" val="10004"/>
                  </a:ext>
                </a:extLst>
              </a:tr>
              <a:tr h="410291">
                <a:tc>
                  <a:txBody>
                    <a:bodyPr/>
                    <a:lstStyle/>
                    <a:p>
                      <a:pPr algn="ctr"/>
                      <a:r>
                        <a:rPr lang="en-US" sz="2000" dirty="0">
                          <a:effectLst/>
                        </a:rPr>
                        <a:t>5</a:t>
                      </a:r>
                    </a:p>
                  </a:txBody>
                  <a:tcPr marL="68576" marR="68576" marT="22858" marB="22858"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pPr algn="ctr"/>
                      <a:r>
                        <a:rPr lang="en-US" sz="2000">
                          <a:effectLst/>
                        </a:rPr>
                        <a:t>CLARK</a:t>
                      </a:r>
                    </a:p>
                  </a:txBody>
                  <a:tcPr marL="68576" marR="68576" marT="22858" marB="22858"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pPr algn="ctr"/>
                      <a:r>
                        <a:rPr lang="en-US" sz="2000">
                          <a:effectLst/>
                        </a:rPr>
                        <a:t>2450</a:t>
                      </a:r>
                    </a:p>
                  </a:txBody>
                  <a:tcPr marL="68576" marR="68576" marT="22858" marB="22858"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pPr algn="ctr"/>
                      <a:r>
                        <a:rPr lang="en-US" sz="2000">
                          <a:effectLst/>
                        </a:rPr>
                        <a:t>MANAGER</a:t>
                      </a:r>
                    </a:p>
                  </a:txBody>
                  <a:tcPr marL="68576" marR="68576" marT="22858" marB="22858"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pPr algn="ctr"/>
                      <a:r>
                        <a:rPr lang="en-US" sz="2000">
                          <a:effectLst/>
                        </a:rPr>
                        <a:t>10</a:t>
                      </a:r>
                    </a:p>
                  </a:txBody>
                  <a:tcPr marL="68576" marR="68576" marT="22858" marB="22858"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pPr algn="ctr"/>
                      <a:r>
                        <a:rPr lang="en-US" sz="2000">
                          <a:effectLst/>
                        </a:rPr>
                        <a:t>5</a:t>
                      </a:r>
                    </a:p>
                  </a:txBody>
                  <a:tcPr marL="68576" marR="68576" marT="22858" marB="22858"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pPr algn="ctr"/>
                      <a:r>
                        <a:rPr lang="en-US" sz="2000">
                          <a:effectLst/>
                        </a:rPr>
                        <a:t>4</a:t>
                      </a:r>
                    </a:p>
                  </a:txBody>
                  <a:tcPr marL="68576" marR="68576" marT="22858" marB="22858"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extLst>
                  <a:ext uri="{0D108BD9-81ED-4DB2-BD59-A6C34878D82A}">
                    <a16:rowId xmlns:a16="http://schemas.microsoft.com/office/drawing/2014/main" val="10005"/>
                  </a:ext>
                </a:extLst>
              </a:tr>
              <a:tr h="410291">
                <a:tc>
                  <a:txBody>
                    <a:bodyPr/>
                    <a:lstStyle/>
                    <a:p>
                      <a:pPr algn="ctr"/>
                      <a:r>
                        <a:rPr lang="en-US" sz="2000" dirty="0">
                          <a:effectLst/>
                        </a:rPr>
                        <a:t>6</a:t>
                      </a:r>
                    </a:p>
                  </a:txBody>
                  <a:tcPr marL="68576" marR="68576" marT="22858" marB="22858"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pPr algn="ctr"/>
                      <a:r>
                        <a:rPr lang="en-US" sz="2000">
                          <a:effectLst/>
                        </a:rPr>
                        <a:t>MILLER</a:t>
                      </a:r>
                    </a:p>
                  </a:txBody>
                  <a:tcPr marL="68576" marR="68576" marT="22858" marB="22858"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pPr algn="ctr"/>
                      <a:r>
                        <a:rPr lang="en-US" sz="2000">
                          <a:effectLst/>
                        </a:rPr>
                        <a:t>1300</a:t>
                      </a:r>
                    </a:p>
                  </a:txBody>
                  <a:tcPr marL="68576" marR="68576" marT="22858" marB="22858"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pPr algn="ctr"/>
                      <a:r>
                        <a:rPr lang="en-US" sz="2000">
                          <a:effectLst/>
                        </a:rPr>
                        <a:t>CLERK</a:t>
                      </a:r>
                    </a:p>
                  </a:txBody>
                  <a:tcPr marL="68576" marR="68576" marT="22858" marB="22858"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pPr algn="ctr"/>
                      <a:r>
                        <a:rPr lang="en-US" sz="2000">
                          <a:effectLst/>
                        </a:rPr>
                        <a:t>10</a:t>
                      </a:r>
                    </a:p>
                  </a:txBody>
                  <a:tcPr marL="68576" marR="68576" marT="22858" marB="22858"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pPr algn="ctr"/>
                      <a:r>
                        <a:rPr lang="en-US" sz="2000">
                          <a:effectLst/>
                        </a:rPr>
                        <a:t>6</a:t>
                      </a:r>
                    </a:p>
                  </a:txBody>
                  <a:tcPr marL="68576" marR="68576" marT="22858" marB="22858"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pPr algn="ctr"/>
                      <a:r>
                        <a:rPr lang="en-US" sz="2000">
                          <a:effectLst/>
                        </a:rPr>
                        <a:t>5</a:t>
                      </a:r>
                    </a:p>
                  </a:txBody>
                  <a:tcPr marL="68576" marR="68576" marT="22858" marB="22858"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extLst>
                  <a:ext uri="{0D108BD9-81ED-4DB2-BD59-A6C34878D82A}">
                    <a16:rowId xmlns:a16="http://schemas.microsoft.com/office/drawing/2014/main" val="10006"/>
                  </a:ext>
                </a:extLst>
              </a:tr>
              <a:tr h="410291">
                <a:tc>
                  <a:txBody>
                    <a:bodyPr/>
                    <a:lstStyle/>
                    <a:p>
                      <a:pPr algn="ctr"/>
                      <a:r>
                        <a:rPr lang="en-US" sz="2000" dirty="0">
                          <a:effectLst/>
                        </a:rPr>
                        <a:t>7</a:t>
                      </a:r>
                    </a:p>
                  </a:txBody>
                  <a:tcPr marL="68576" marR="68576" marT="22858" marB="22858"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pPr algn="ctr"/>
                      <a:r>
                        <a:rPr lang="en-US" sz="2000">
                          <a:effectLst/>
                        </a:rPr>
                        <a:t>ADAMS</a:t>
                      </a:r>
                    </a:p>
                  </a:txBody>
                  <a:tcPr marL="68576" marR="68576" marT="22858" marB="22858"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pPr algn="ctr"/>
                      <a:r>
                        <a:rPr lang="en-US" sz="2000">
                          <a:effectLst/>
                        </a:rPr>
                        <a:t>1100</a:t>
                      </a:r>
                    </a:p>
                  </a:txBody>
                  <a:tcPr marL="68576" marR="68576" marT="22858" marB="22858"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pPr algn="ctr"/>
                      <a:r>
                        <a:rPr lang="en-US" sz="2000">
                          <a:effectLst/>
                        </a:rPr>
                        <a:t>CLERK</a:t>
                      </a:r>
                    </a:p>
                  </a:txBody>
                  <a:tcPr marL="68576" marR="68576" marT="22858" marB="22858"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pPr algn="ctr"/>
                      <a:r>
                        <a:rPr lang="en-US" sz="2000">
                          <a:effectLst/>
                        </a:rPr>
                        <a:t>20</a:t>
                      </a:r>
                    </a:p>
                  </a:txBody>
                  <a:tcPr marL="68576" marR="68576" marT="22858" marB="22858"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pPr algn="ctr"/>
                      <a:r>
                        <a:rPr lang="en-US" sz="2000">
                          <a:effectLst/>
                        </a:rPr>
                        <a:t>7</a:t>
                      </a:r>
                    </a:p>
                  </a:txBody>
                  <a:tcPr marL="68576" marR="68576" marT="22858" marB="22858"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pPr algn="ctr"/>
                      <a:r>
                        <a:rPr lang="en-US" sz="2000">
                          <a:effectLst/>
                        </a:rPr>
                        <a:t>6</a:t>
                      </a:r>
                    </a:p>
                  </a:txBody>
                  <a:tcPr marL="68576" marR="68576" marT="22858" marB="22858"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extLst>
                  <a:ext uri="{0D108BD9-81ED-4DB2-BD59-A6C34878D82A}">
                    <a16:rowId xmlns:a16="http://schemas.microsoft.com/office/drawing/2014/main" val="10007"/>
                  </a:ext>
                </a:extLst>
              </a:tr>
              <a:tr h="410291">
                <a:tc>
                  <a:txBody>
                    <a:bodyPr/>
                    <a:lstStyle/>
                    <a:p>
                      <a:pPr algn="ctr"/>
                      <a:r>
                        <a:rPr lang="en-US" sz="2000" dirty="0">
                          <a:effectLst/>
                        </a:rPr>
                        <a:t>8</a:t>
                      </a:r>
                    </a:p>
                  </a:txBody>
                  <a:tcPr marL="68576" marR="68576" marT="22858" marB="22858"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4F4F4"/>
                    </a:solidFill>
                  </a:tcPr>
                </a:tc>
                <a:tc>
                  <a:txBody>
                    <a:bodyPr/>
                    <a:lstStyle/>
                    <a:p>
                      <a:pPr algn="ctr"/>
                      <a:r>
                        <a:rPr lang="en-US" sz="2000" dirty="0">
                          <a:effectLst/>
                        </a:rPr>
                        <a:t>SMITH</a:t>
                      </a:r>
                    </a:p>
                  </a:txBody>
                  <a:tcPr marL="68576" marR="68576" marT="22858" marB="22858"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4F4F4"/>
                    </a:solidFill>
                  </a:tcPr>
                </a:tc>
                <a:tc>
                  <a:txBody>
                    <a:bodyPr/>
                    <a:lstStyle/>
                    <a:p>
                      <a:pPr algn="ctr"/>
                      <a:r>
                        <a:rPr lang="en-US" sz="2000" dirty="0">
                          <a:effectLst/>
                        </a:rPr>
                        <a:t>800</a:t>
                      </a:r>
                    </a:p>
                  </a:txBody>
                  <a:tcPr marL="68576" marR="68576" marT="22858" marB="22858"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4F4F4"/>
                    </a:solidFill>
                  </a:tcPr>
                </a:tc>
                <a:tc>
                  <a:txBody>
                    <a:bodyPr/>
                    <a:lstStyle/>
                    <a:p>
                      <a:pPr algn="ctr"/>
                      <a:r>
                        <a:rPr lang="en-US" sz="2000" dirty="0">
                          <a:effectLst/>
                        </a:rPr>
                        <a:t>CLERK</a:t>
                      </a:r>
                    </a:p>
                  </a:txBody>
                  <a:tcPr marL="68576" marR="68576" marT="22858" marB="22858"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4F4F4"/>
                    </a:solidFill>
                  </a:tcPr>
                </a:tc>
                <a:tc>
                  <a:txBody>
                    <a:bodyPr/>
                    <a:lstStyle/>
                    <a:p>
                      <a:pPr algn="ctr"/>
                      <a:r>
                        <a:rPr lang="en-US" sz="2000" dirty="0">
                          <a:effectLst/>
                        </a:rPr>
                        <a:t>20</a:t>
                      </a:r>
                    </a:p>
                  </a:txBody>
                  <a:tcPr marL="68576" marR="68576" marT="22858" marB="22858"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4F4F4"/>
                    </a:solidFill>
                  </a:tcPr>
                </a:tc>
                <a:tc>
                  <a:txBody>
                    <a:bodyPr/>
                    <a:lstStyle/>
                    <a:p>
                      <a:pPr algn="ctr"/>
                      <a:r>
                        <a:rPr lang="en-US" sz="2000" dirty="0">
                          <a:effectLst/>
                        </a:rPr>
                        <a:t>8</a:t>
                      </a:r>
                    </a:p>
                  </a:txBody>
                  <a:tcPr marL="68576" marR="68576" marT="22858" marB="22858"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4F4F4"/>
                    </a:solidFill>
                  </a:tcPr>
                </a:tc>
                <a:tc>
                  <a:txBody>
                    <a:bodyPr/>
                    <a:lstStyle/>
                    <a:p>
                      <a:pPr algn="ctr"/>
                      <a:r>
                        <a:rPr lang="en-US" sz="2000" dirty="0">
                          <a:effectLst/>
                        </a:rPr>
                        <a:t>7</a:t>
                      </a:r>
                    </a:p>
                  </a:txBody>
                  <a:tcPr marL="68576" marR="68576" marT="22858" marB="22858"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4F4F4"/>
                    </a:solidFill>
                  </a:tcPr>
                </a:tc>
                <a:extLst>
                  <a:ext uri="{0D108BD9-81ED-4DB2-BD59-A6C34878D82A}">
                    <a16:rowId xmlns:a16="http://schemas.microsoft.com/office/drawing/2014/main" val="10008"/>
                  </a:ext>
                </a:extLst>
              </a:tr>
            </a:tbl>
          </a:graphicData>
        </a:graphic>
      </p:graphicFrame>
      <p:sp>
        <p:nvSpPr>
          <p:cNvPr id="2" name="Slide Number Placeholder 23">
            <a:extLst>
              <a:ext uri="{FF2B5EF4-FFF2-40B4-BE49-F238E27FC236}">
                <a16:creationId xmlns:a16="http://schemas.microsoft.com/office/drawing/2014/main" id="{47744373-4B74-736C-E9EB-5A66E38053EB}"/>
              </a:ext>
            </a:extLst>
          </p:cNvPr>
          <p:cNvSpPr>
            <a:spLocks noGrp="1"/>
          </p:cNvSpPr>
          <p:nvPr>
            <p:ph type="sldNum" sz="quarter" idx="12"/>
          </p:nvPr>
        </p:nvSpPr>
        <p:spPr>
          <a:xfrm>
            <a:off x="8532440" y="6166335"/>
            <a:ext cx="427833"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31</a:t>
            </a:fld>
            <a:endParaRPr kumimoji="0" lang="en-US" sz="1400" b="0" i="0" u="none" strike="noStrike" kern="1200" cap="none" spc="0" normalizeH="0" baseline="0" noProof="0" dirty="0">
              <a:ln>
                <a:noFill/>
              </a:ln>
              <a:solidFill>
                <a:srgbClr val="FFFFFF"/>
              </a:solidFill>
              <a:effectLst/>
              <a:uLnTx/>
              <a:uFillTx/>
              <a:latin typeface="Franklin Gothic Book"/>
              <a:ea typeface="+mj-ea"/>
              <a:cs typeface="+mj-cs"/>
            </a:endParaRPr>
          </a:p>
        </p:txBody>
      </p: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a:extLst>
              <a:ext uri="{FF2B5EF4-FFF2-40B4-BE49-F238E27FC236}">
                <a16:creationId xmlns:a16="http://schemas.microsoft.com/office/drawing/2014/main" id="{14CE634B-A2A8-2F84-E5D5-C27740BBB8A1}"/>
              </a:ext>
            </a:extLst>
          </p:cNvPr>
          <p:cNvSpPr>
            <a:spLocks noGrp="1" noChangeArrowheads="1"/>
          </p:cNvSpPr>
          <p:nvPr>
            <p:ph type="title"/>
          </p:nvPr>
        </p:nvSpPr>
        <p:spPr>
          <a:xfrm>
            <a:off x="323850" y="188913"/>
            <a:ext cx="7777163" cy="533400"/>
          </a:xfrm>
        </p:spPr>
        <p:txBody>
          <a:bodyPr/>
          <a:lstStyle/>
          <a:p>
            <a:pPr eaLnBrk="1" hangingPunct="1">
              <a:spcBef>
                <a:spcPct val="50000"/>
              </a:spcBef>
            </a:pPr>
            <a:r>
              <a:rPr lang="en-US" altLang="en-US" sz="2800" b="1" u="sng" dirty="0">
                <a:solidFill>
                  <a:srgbClr val="D34817"/>
                </a:solidFill>
                <a:latin typeface="Cambria" panose="02040503050406030204" pitchFamily="18" charset="0"/>
                <a:ea typeface="Cambria" panose="02040503050406030204" pitchFamily="18" charset="0"/>
              </a:rPr>
              <a:t>Ranking Function</a:t>
            </a:r>
          </a:p>
        </p:txBody>
      </p:sp>
      <p:graphicFrame>
        <p:nvGraphicFramePr>
          <p:cNvPr id="3" name="Table 2">
            <a:extLst>
              <a:ext uri="{FF2B5EF4-FFF2-40B4-BE49-F238E27FC236}">
                <a16:creationId xmlns:a16="http://schemas.microsoft.com/office/drawing/2014/main" id="{6CF91864-C14E-CABE-3664-D403A4869B06}"/>
              </a:ext>
            </a:extLst>
          </p:cNvPr>
          <p:cNvGraphicFramePr>
            <a:graphicFrameLocks noGrp="1"/>
          </p:cNvGraphicFramePr>
          <p:nvPr>
            <p:extLst>
              <p:ext uri="{D42A27DB-BD31-4B8C-83A1-F6EECF244321}">
                <p14:modId xmlns:p14="http://schemas.microsoft.com/office/powerpoint/2010/main" val="289345760"/>
              </p:ext>
            </p:extLst>
          </p:nvPr>
        </p:nvGraphicFramePr>
        <p:xfrm>
          <a:off x="146050" y="699236"/>
          <a:ext cx="8818564" cy="2072640"/>
        </p:xfrm>
        <a:graphic>
          <a:graphicData uri="http://schemas.openxmlformats.org/drawingml/2006/table">
            <a:tbl>
              <a:tblPr firstRow="1" bandRow="1">
                <a:tableStyleId>{5C22544A-7EE6-4342-B048-85BDC9FD1C3A}</a:tableStyleId>
              </a:tblPr>
              <a:tblGrid>
                <a:gridCol w="8818564">
                  <a:extLst>
                    <a:ext uri="{9D8B030D-6E8A-4147-A177-3AD203B41FA5}">
                      <a16:colId xmlns:a16="http://schemas.microsoft.com/office/drawing/2014/main" val="20000"/>
                    </a:ext>
                  </a:extLst>
                </a:gridCol>
              </a:tblGrid>
              <a:tr h="370840">
                <a:tc>
                  <a:txBody>
                    <a:bodyPr/>
                    <a:lstStyle/>
                    <a:p>
                      <a:pPr>
                        <a:spcBef>
                          <a:spcPts val="600"/>
                        </a:spcBef>
                        <a:buFontTx/>
                        <a:buNone/>
                      </a:pPr>
                      <a:r>
                        <a:rPr lang="en-US" altLang="en-US" sz="2400" b="0" dirty="0">
                          <a:solidFill>
                            <a:srgbClr val="000000"/>
                          </a:solidFill>
                          <a:latin typeface="Cambria" panose="02040503050406030204" pitchFamily="18" charset="0"/>
                          <a:ea typeface="Cambria" panose="02040503050406030204" pitchFamily="18" charset="0"/>
                          <a:cs typeface="Calibri" panose="020F0502020204030204" pitchFamily="34" charset="0"/>
                        </a:rPr>
                        <a:t>SELECT </a:t>
                      </a:r>
                      <a:r>
                        <a:rPr lang="en-US" altLang="en-US" sz="2400" b="0" dirty="0">
                          <a:solidFill>
                            <a:srgbClr val="FF0000"/>
                          </a:solidFill>
                          <a:latin typeface="Cambria" panose="02040503050406030204" pitchFamily="18" charset="0"/>
                          <a:ea typeface="Cambria" panose="02040503050406030204" pitchFamily="18" charset="0"/>
                          <a:cs typeface="Calibri" panose="020F0502020204030204" pitchFamily="34" charset="0"/>
                        </a:rPr>
                        <a:t>ROW_NUMBER()</a:t>
                      </a:r>
                      <a:r>
                        <a:rPr lang="en-US" altLang="en-US" sz="2400" b="0" dirty="0">
                          <a:solidFill>
                            <a:srgbClr val="000000"/>
                          </a:solidFill>
                          <a:latin typeface="Cambria" panose="02040503050406030204" pitchFamily="18" charset="0"/>
                          <a:ea typeface="Cambria" panose="02040503050406030204" pitchFamily="18" charset="0"/>
                          <a:cs typeface="Calibri" panose="020F0502020204030204" pitchFamily="34" charset="0"/>
                        </a:rPr>
                        <a:t> </a:t>
                      </a:r>
                      <a:r>
                        <a:rPr lang="en-US" altLang="en-US" sz="2400" b="0" dirty="0">
                          <a:solidFill>
                            <a:schemeClr val="tx1"/>
                          </a:solidFill>
                          <a:highlight>
                            <a:srgbClr val="FFFF00"/>
                          </a:highlight>
                          <a:latin typeface="Cambria" panose="02040503050406030204" pitchFamily="18" charset="0"/>
                          <a:ea typeface="Cambria" panose="02040503050406030204" pitchFamily="18" charset="0"/>
                          <a:cs typeface="Calibri" panose="020F0502020204030204" pitchFamily="34" charset="0"/>
                        </a:rPr>
                        <a:t>OVER (partition by </a:t>
                      </a:r>
                      <a:r>
                        <a:rPr lang="en-US" altLang="en-US" sz="2400" b="0" dirty="0" err="1">
                          <a:solidFill>
                            <a:schemeClr val="tx1"/>
                          </a:solidFill>
                          <a:highlight>
                            <a:srgbClr val="FFFF00"/>
                          </a:highlight>
                          <a:latin typeface="Cambria" panose="02040503050406030204" pitchFamily="18" charset="0"/>
                          <a:ea typeface="Cambria" panose="02040503050406030204" pitchFamily="18" charset="0"/>
                          <a:cs typeface="Calibri" panose="020F0502020204030204" pitchFamily="34" charset="0"/>
                        </a:rPr>
                        <a:t>deptno</a:t>
                      </a:r>
                      <a:r>
                        <a:rPr lang="en-US" altLang="en-US" sz="2400" b="0" dirty="0">
                          <a:solidFill>
                            <a:schemeClr val="tx1"/>
                          </a:solidFill>
                          <a:highlight>
                            <a:srgbClr val="FFFF00"/>
                          </a:highlight>
                          <a:latin typeface="Cambria" panose="02040503050406030204" pitchFamily="18" charset="0"/>
                          <a:ea typeface="Cambria" panose="02040503050406030204" pitchFamily="18" charset="0"/>
                          <a:cs typeface="Calibri" panose="020F0502020204030204" pitchFamily="34" charset="0"/>
                        </a:rPr>
                        <a:t> order by </a:t>
                      </a:r>
                      <a:r>
                        <a:rPr lang="en-US" altLang="en-US" sz="2400" b="0" dirty="0" err="1">
                          <a:solidFill>
                            <a:schemeClr val="tx1"/>
                          </a:solidFill>
                          <a:highlight>
                            <a:srgbClr val="FFFF00"/>
                          </a:highlight>
                          <a:latin typeface="Cambria" panose="02040503050406030204" pitchFamily="18" charset="0"/>
                          <a:ea typeface="Cambria" panose="02040503050406030204" pitchFamily="18" charset="0"/>
                          <a:cs typeface="Calibri" panose="020F0502020204030204" pitchFamily="34" charset="0"/>
                        </a:rPr>
                        <a:t>sal</a:t>
                      </a:r>
                      <a:r>
                        <a:rPr lang="en-US" altLang="en-US" sz="2400" b="0" dirty="0">
                          <a:solidFill>
                            <a:schemeClr val="tx1"/>
                          </a:solidFill>
                          <a:highlight>
                            <a:srgbClr val="FFFF00"/>
                          </a:highlight>
                          <a:latin typeface="Cambria" panose="02040503050406030204" pitchFamily="18" charset="0"/>
                          <a:ea typeface="Cambria" panose="02040503050406030204" pitchFamily="18" charset="0"/>
                          <a:cs typeface="Calibri" panose="020F0502020204030204" pitchFamily="34" charset="0"/>
                        </a:rPr>
                        <a:t> desc)</a:t>
                      </a:r>
                      <a:r>
                        <a:rPr lang="en-US" altLang="en-US" sz="2400" b="0" dirty="0">
                          <a:solidFill>
                            <a:schemeClr val="accent6"/>
                          </a:solidFill>
                          <a:latin typeface="Cambria" panose="02040503050406030204" pitchFamily="18" charset="0"/>
                          <a:ea typeface="Cambria" panose="02040503050406030204" pitchFamily="18" charset="0"/>
                          <a:cs typeface="Calibri" panose="020F0502020204030204" pitchFamily="34" charset="0"/>
                        </a:rPr>
                        <a:t> </a:t>
                      </a:r>
                      <a:r>
                        <a:rPr lang="en-US" altLang="en-US" sz="2400" b="0" dirty="0">
                          <a:solidFill>
                            <a:schemeClr val="tx1"/>
                          </a:solidFill>
                          <a:latin typeface="Cambria" panose="02040503050406030204" pitchFamily="18" charset="0"/>
                          <a:ea typeface="Cambria" panose="02040503050406030204" pitchFamily="18" charset="0"/>
                          <a:cs typeface="Calibri" panose="020F0502020204030204" pitchFamily="34" charset="0"/>
                        </a:rPr>
                        <a:t>AS</a:t>
                      </a:r>
                      <a:r>
                        <a:rPr lang="en-US" altLang="en-US" sz="2400" b="0" dirty="0">
                          <a:solidFill>
                            <a:schemeClr val="accent6"/>
                          </a:solidFill>
                          <a:latin typeface="Cambria" panose="02040503050406030204" pitchFamily="18" charset="0"/>
                          <a:ea typeface="Cambria" panose="02040503050406030204" pitchFamily="18" charset="0"/>
                          <a:cs typeface="Calibri" panose="020F0502020204030204" pitchFamily="34" charset="0"/>
                        </a:rPr>
                        <a:t> </a:t>
                      </a:r>
                      <a:r>
                        <a:rPr lang="en-US" altLang="en-US" sz="2400" b="0" dirty="0">
                          <a:solidFill>
                            <a:srgbClr val="000000"/>
                          </a:solidFill>
                          <a:latin typeface="Cambria" panose="02040503050406030204" pitchFamily="18" charset="0"/>
                          <a:ea typeface="Cambria" panose="02040503050406030204" pitchFamily="18" charset="0"/>
                          <a:cs typeface="Calibri" panose="020F0502020204030204" pitchFamily="34" charset="0"/>
                        </a:rPr>
                        <a:t>"row#", </a:t>
                      </a:r>
                      <a:r>
                        <a:rPr lang="en-US" altLang="en-US" sz="2400" b="0" dirty="0" err="1">
                          <a:solidFill>
                            <a:srgbClr val="000000"/>
                          </a:solidFill>
                          <a:latin typeface="Cambria" panose="02040503050406030204" pitchFamily="18" charset="0"/>
                          <a:ea typeface="Cambria" panose="02040503050406030204" pitchFamily="18" charset="0"/>
                          <a:cs typeface="Calibri" panose="020F0502020204030204" pitchFamily="34" charset="0"/>
                        </a:rPr>
                        <a:t>ename</a:t>
                      </a:r>
                      <a:r>
                        <a:rPr lang="en-US" altLang="en-US" sz="2400" b="0" dirty="0">
                          <a:solidFill>
                            <a:srgbClr val="000000"/>
                          </a:solidFill>
                          <a:latin typeface="Cambria" panose="02040503050406030204" pitchFamily="18" charset="0"/>
                          <a:ea typeface="Cambria" panose="02040503050406030204" pitchFamily="18" charset="0"/>
                          <a:cs typeface="Calibri" panose="020F0502020204030204" pitchFamily="34" charset="0"/>
                        </a:rPr>
                        <a:t>, </a:t>
                      </a:r>
                      <a:r>
                        <a:rPr lang="en-US" altLang="en-US" sz="2400" b="0" dirty="0" err="1">
                          <a:solidFill>
                            <a:srgbClr val="000000"/>
                          </a:solidFill>
                          <a:latin typeface="Cambria" panose="02040503050406030204" pitchFamily="18" charset="0"/>
                          <a:ea typeface="Cambria" panose="02040503050406030204" pitchFamily="18" charset="0"/>
                          <a:cs typeface="Calibri" panose="020F0502020204030204" pitchFamily="34" charset="0"/>
                        </a:rPr>
                        <a:t>sal</a:t>
                      </a:r>
                      <a:r>
                        <a:rPr lang="en-US" altLang="en-US" sz="2400" b="0" dirty="0">
                          <a:solidFill>
                            <a:srgbClr val="000000"/>
                          </a:solidFill>
                          <a:latin typeface="Cambria" panose="02040503050406030204" pitchFamily="18" charset="0"/>
                          <a:ea typeface="Cambria" panose="02040503050406030204" pitchFamily="18" charset="0"/>
                          <a:cs typeface="Calibri" panose="020F0502020204030204" pitchFamily="34" charset="0"/>
                        </a:rPr>
                        <a:t>, job, </a:t>
                      </a:r>
                      <a:r>
                        <a:rPr lang="en-US" altLang="en-US" sz="2400" b="0" dirty="0" err="1">
                          <a:solidFill>
                            <a:srgbClr val="000000"/>
                          </a:solidFill>
                          <a:latin typeface="Cambria" panose="02040503050406030204" pitchFamily="18" charset="0"/>
                          <a:ea typeface="Cambria" panose="02040503050406030204" pitchFamily="18" charset="0"/>
                          <a:cs typeface="Calibri" panose="020F0502020204030204" pitchFamily="34" charset="0"/>
                        </a:rPr>
                        <a:t>deptno</a:t>
                      </a:r>
                      <a:r>
                        <a:rPr lang="en-US" altLang="en-US" sz="2400" b="0" dirty="0">
                          <a:solidFill>
                            <a:srgbClr val="000000"/>
                          </a:solidFill>
                          <a:latin typeface="Cambria" panose="02040503050406030204" pitchFamily="18" charset="0"/>
                          <a:ea typeface="Cambria" panose="02040503050406030204" pitchFamily="18" charset="0"/>
                          <a:cs typeface="Calibri" panose="020F0502020204030204" pitchFamily="34" charset="0"/>
                        </a:rPr>
                        <a:t>,  </a:t>
                      </a:r>
                    </a:p>
                    <a:p>
                      <a:pPr>
                        <a:spcBef>
                          <a:spcPts val="600"/>
                        </a:spcBef>
                        <a:buFontTx/>
                        <a:buNone/>
                      </a:pPr>
                      <a:r>
                        <a:rPr lang="en-US" altLang="en-US" sz="2400" b="0" dirty="0">
                          <a:solidFill>
                            <a:srgbClr val="FF0000"/>
                          </a:solidFill>
                          <a:latin typeface="Cambria" panose="02040503050406030204" pitchFamily="18" charset="0"/>
                          <a:ea typeface="Cambria" panose="02040503050406030204" pitchFamily="18" charset="0"/>
                          <a:cs typeface="Calibri" panose="020F0502020204030204" pitchFamily="34" charset="0"/>
                        </a:rPr>
                        <a:t>RANK()</a:t>
                      </a:r>
                      <a:r>
                        <a:rPr lang="en-US" altLang="en-US" sz="2400" b="0" dirty="0">
                          <a:solidFill>
                            <a:srgbClr val="000000"/>
                          </a:solidFill>
                          <a:latin typeface="Cambria" panose="02040503050406030204" pitchFamily="18" charset="0"/>
                          <a:ea typeface="Cambria" panose="02040503050406030204" pitchFamily="18" charset="0"/>
                          <a:cs typeface="Calibri" panose="020F0502020204030204" pitchFamily="34" charset="0"/>
                        </a:rPr>
                        <a:t> </a:t>
                      </a:r>
                      <a:r>
                        <a:rPr lang="en-US" altLang="en-US" sz="2400" b="0" dirty="0">
                          <a:solidFill>
                            <a:schemeClr val="tx1"/>
                          </a:solidFill>
                          <a:highlight>
                            <a:srgbClr val="FFFF00"/>
                          </a:highlight>
                          <a:latin typeface="Cambria" panose="02040503050406030204" pitchFamily="18" charset="0"/>
                          <a:ea typeface="Cambria" panose="02040503050406030204" pitchFamily="18" charset="0"/>
                          <a:cs typeface="Calibri" panose="020F0502020204030204" pitchFamily="34" charset="0"/>
                        </a:rPr>
                        <a:t>OVER(partition by </a:t>
                      </a:r>
                      <a:r>
                        <a:rPr lang="en-US" altLang="en-US" sz="2400" b="0" dirty="0" err="1">
                          <a:solidFill>
                            <a:schemeClr val="tx1"/>
                          </a:solidFill>
                          <a:highlight>
                            <a:srgbClr val="FFFF00"/>
                          </a:highlight>
                          <a:latin typeface="Cambria" panose="02040503050406030204" pitchFamily="18" charset="0"/>
                          <a:ea typeface="Cambria" panose="02040503050406030204" pitchFamily="18" charset="0"/>
                          <a:cs typeface="Calibri" panose="020F0502020204030204" pitchFamily="34" charset="0"/>
                        </a:rPr>
                        <a:t>deptno</a:t>
                      </a:r>
                      <a:r>
                        <a:rPr lang="en-US" altLang="en-US" sz="2400" b="0" dirty="0">
                          <a:solidFill>
                            <a:schemeClr val="tx1"/>
                          </a:solidFill>
                          <a:highlight>
                            <a:srgbClr val="FFFF00"/>
                          </a:highlight>
                          <a:latin typeface="Cambria" panose="02040503050406030204" pitchFamily="18" charset="0"/>
                          <a:ea typeface="Cambria" panose="02040503050406030204" pitchFamily="18" charset="0"/>
                          <a:cs typeface="Calibri" panose="020F0502020204030204" pitchFamily="34" charset="0"/>
                        </a:rPr>
                        <a:t> order by </a:t>
                      </a:r>
                      <a:r>
                        <a:rPr lang="en-US" altLang="en-US" sz="2400" b="0" dirty="0" err="1">
                          <a:solidFill>
                            <a:schemeClr val="tx1"/>
                          </a:solidFill>
                          <a:highlight>
                            <a:srgbClr val="FFFF00"/>
                          </a:highlight>
                          <a:latin typeface="Cambria" panose="02040503050406030204" pitchFamily="18" charset="0"/>
                          <a:ea typeface="Cambria" panose="02040503050406030204" pitchFamily="18" charset="0"/>
                          <a:cs typeface="Calibri" panose="020F0502020204030204" pitchFamily="34" charset="0"/>
                        </a:rPr>
                        <a:t>sal</a:t>
                      </a:r>
                      <a:r>
                        <a:rPr lang="en-US" altLang="en-US" sz="2400" b="0" dirty="0">
                          <a:solidFill>
                            <a:schemeClr val="tx1"/>
                          </a:solidFill>
                          <a:highlight>
                            <a:srgbClr val="FFFF00"/>
                          </a:highlight>
                          <a:latin typeface="Cambria" panose="02040503050406030204" pitchFamily="18" charset="0"/>
                          <a:ea typeface="Cambria" panose="02040503050406030204" pitchFamily="18" charset="0"/>
                          <a:cs typeface="Calibri" panose="020F0502020204030204" pitchFamily="34" charset="0"/>
                        </a:rPr>
                        <a:t> desc)</a:t>
                      </a:r>
                      <a:r>
                        <a:rPr lang="en-US" altLang="en-US" sz="2400" b="0" dirty="0">
                          <a:solidFill>
                            <a:srgbClr val="000000"/>
                          </a:solidFill>
                          <a:latin typeface="Cambria" panose="02040503050406030204" pitchFamily="18" charset="0"/>
                          <a:ea typeface="Cambria" panose="02040503050406030204" pitchFamily="18" charset="0"/>
                          <a:cs typeface="Calibri" panose="020F0502020204030204" pitchFamily="34" charset="0"/>
                        </a:rPr>
                        <a:t> "</a:t>
                      </a:r>
                      <a:r>
                        <a:rPr lang="en-US" altLang="en-US" sz="2400" b="0" dirty="0" err="1">
                          <a:solidFill>
                            <a:srgbClr val="000000"/>
                          </a:solidFill>
                          <a:latin typeface="Cambria" panose="02040503050406030204" pitchFamily="18" charset="0"/>
                          <a:ea typeface="Cambria" panose="02040503050406030204" pitchFamily="18" charset="0"/>
                          <a:cs typeface="Calibri" panose="020F0502020204030204" pitchFamily="34" charset="0"/>
                        </a:rPr>
                        <a:t>emp_rank</a:t>
                      </a:r>
                      <a:r>
                        <a:rPr lang="en-US" altLang="en-US" sz="2400" b="0" dirty="0">
                          <a:solidFill>
                            <a:srgbClr val="000000"/>
                          </a:solidFill>
                          <a:latin typeface="Cambria" panose="02040503050406030204" pitchFamily="18" charset="0"/>
                          <a:ea typeface="Cambria" panose="02040503050406030204" pitchFamily="18" charset="0"/>
                          <a:cs typeface="Calibri" panose="020F0502020204030204" pitchFamily="34" charset="0"/>
                        </a:rPr>
                        <a:t>",</a:t>
                      </a:r>
                    </a:p>
                    <a:p>
                      <a:pPr>
                        <a:spcBef>
                          <a:spcPts val="600"/>
                        </a:spcBef>
                        <a:buFontTx/>
                        <a:buNone/>
                      </a:pPr>
                      <a:r>
                        <a:rPr lang="en-US" altLang="en-US" sz="2400" b="0" dirty="0">
                          <a:solidFill>
                            <a:srgbClr val="FF0000"/>
                          </a:solidFill>
                          <a:latin typeface="Cambria" panose="02040503050406030204" pitchFamily="18" charset="0"/>
                          <a:ea typeface="Cambria" panose="02040503050406030204" pitchFamily="18" charset="0"/>
                          <a:cs typeface="Calibri" panose="020F0502020204030204" pitchFamily="34" charset="0"/>
                        </a:rPr>
                        <a:t>DENSE_RANK()</a:t>
                      </a:r>
                      <a:r>
                        <a:rPr lang="en-US" altLang="en-US" sz="2400" b="0" dirty="0">
                          <a:solidFill>
                            <a:srgbClr val="000000"/>
                          </a:solidFill>
                          <a:latin typeface="Cambria" panose="02040503050406030204" pitchFamily="18" charset="0"/>
                          <a:ea typeface="Cambria" panose="02040503050406030204" pitchFamily="18" charset="0"/>
                          <a:cs typeface="Calibri" panose="020F0502020204030204" pitchFamily="34" charset="0"/>
                        </a:rPr>
                        <a:t> </a:t>
                      </a:r>
                      <a:r>
                        <a:rPr lang="en-US" altLang="en-US" sz="2400" b="0" dirty="0">
                          <a:solidFill>
                            <a:schemeClr val="tx1"/>
                          </a:solidFill>
                          <a:highlight>
                            <a:srgbClr val="FFFF00"/>
                          </a:highlight>
                          <a:latin typeface="Cambria" panose="02040503050406030204" pitchFamily="18" charset="0"/>
                          <a:ea typeface="Cambria" panose="02040503050406030204" pitchFamily="18" charset="0"/>
                          <a:cs typeface="Calibri" panose="020F0502020204030204" pitchFamily="34" charset="0"/>
                        </a:rPr>
                        <a:t>OVER(partition by </a:t>
                      </a:r>
                      <a:r>
                        <a:rPr lang="en-US" altLang="en-US" sz="2400" b="0" dirty="0" err="1">
                          <a:solidFill>
                            <a:schemeClr val="tx1"/>
                          </a:solidFill>
                          <a:highlight>
                            <a:srgbClr val="FFFF00"/>
                          </a:highlight>
                          <a:latin typeface="Cambria" panose="02040503050406030204" pitchFamily="18" charset="0"/>
                          <a:ea typeface="Cambria" panose="02040503050406030204" pitchFamily="18" charset="0"/>
                          <a:cs typeface="Calibri" panose="020F0502020204030204" pitchFamily="34" charset="0"/>
                        </a:rPr>
                        <a:t>deptno</a:t>
                      </a:r>
                      <a:r>
                        <a:rPr lang="en-US" altLang="en-US" sz="2400" b="0" dirty="0">
                          <a:solidFill>
                            <a:schemeClr val="tx1"/>
                          </a:solidFill>
                          <a:highlight>
                            <a:srgbClr val="FFFF00"/>
                          </a:highlight>
                          <a:latin typeface="Cambria" panose="02040503050406030204" pitchFamily="18" charset="0"/>
                          <a:ea typeface="Cambria" panose="02040503050406030204" pitchFamily="18" charset="0"/>
                          <a:cs typeface="Calibri" panose="020F0502020204030204" pitchFamily="34" charset="0"/>
                        </a:rPr>
                        <a:t> order by </a:t>
                      </a:r>
                      <a:r>
                        <a:rPr lang="en-US" altLang="en-US" sz="2400" b="0" dirty="0" err="1">
                          <a:solidFill>
                            <a:schemeClr val="tx1"/>
                          </a:solidFill>
                          <a:highlight>
                            <a:srgbClr val="FFFF00"/>
                          </a:highlight>
                          <a:latin typeface="Cambria" panose="02040503050406030204" pitchFamily="18" charset="0"/>
                          <a:ea typeface="Cambria" panose="02040503050406030204" pitchFamily="18" charset="0"/>
                          <a:cs typeface="Calibri" panose="020F0502020204030204" pitchFamily="34" charset="0"/>
                        </a:rPr>
                        <a:t>sal</a:t>
                      </a:r>
                      <a:r>
                        <a:rPr lang="en-US" altLang="en-US" sz="2400" b="0" dirty="0">
                          <a:solidFill>
                            <a:schemeClr val="tx1"/>
                          </a:solidFill>
                          <a:highlight>
                            <a:srgbClr val="FFFF00"/>
                          </a:highlight>
                          <a:latin typeface="Cambria" panose="02040503050406030204" pitchFamily="18" charset="0"/>
                          <a:ea typeface="Cambria" panose="02040503050406030204" pitchFamily="18" charset="0"/>
                          <a:cs typeface="Calibri" panose="020F0502020204030204" pitchFamily="34" charset="0"/>
                        </a:rPr>
                        <a:t> desc)</a:t>
                      </a:r>
                      <a:r>
                        <a:rPr lang="en-US" altLang="en-US" sz="2400" b="0" dirty="0">
                          <a:solidFill>
                            <a:srgbClr val="000000"/>
                          </a:solidFill>
                          <a:latin typeface="Cambria" panose="02040503050406030204" pitchFamily="18" charset="0"/>
                          <a:ea typeface="Cambria" panose="02040503050406030204" pitchFamily="18" charset="0"/>
                          <a:cs typeface="Calibri" panose="020F0502020204030204" pitchFamily="34" charset="0"/>
                        </a:rPr>
                        <a:t> AS "</a:t>
                      </a:r>
                      <a:r>
                        <a:rPr lang="en-US" altLang="en-US" sz="2400" b="0" dirty="0" err="1">
                          <a:solidFill>
                            <a:srgbClr val="000000"/>
                          </a:solidFill>
                          <a:latin typeface="Cambria" panose="02040503050406030204" pitchFamily="18" charset="0"/>
                          <a:ea typeface="Cambria" panose="02040503050406030204" pitchFamily="18" charset="0"/>
                          <a:cs typeface="Calibri" panose="020F0502020204030204" pitchFamily="34" charset="0"/>
                        </a:rPr>
                        <a:t>emp_dense_rank</a:t>
                      </a:r>
                      <a:r>
                        <a:rPr lang="en-US" altLang="en-US" sz="2400" b="0" dirty="0">
                          <a:solidFill>
                            <a:srgbClr val="000000"/>
                          </a:solidFill>
                          <a:latin typeface="Cambria" panose="02040503050406030204" pitchFamily="18" charset="0"/>
                          <a:ea typeface="Cambria" panose="02040503050406030204" pitchFamily="18" charset="0"/>
                          <a:cs typeface="Calibri" panose="020F0502020204030204" pitchFamily="34" charset="0"/>
                        </a:rPr>
                        <a:t>“ FROM emp where </a:t>
                      </a:r>
                      <a:r>
                        <a:rPr lang="en-US" altLang="en-US" sz="2400" b="0" dirty="0" err="1">
                          <a:solidFill>
                            <a:srgbClr val="000000"/>
                          </a:solidFill>
                          <a:latin typeface="Cambria" panose="02040503050406030204" pitchFamily="18" charset="0"/>
                          <a:ea typeface="Cambria" panose="02040503050406030204" pitchFamily="18" charset="0"/>
                          <a:cs typeface="Calibri" panose="020F0502020204030204" pitchFamily="34" charset="0"/>
                        </a:rPr>
                        <a:t>deptno</a:t>
                      </a:r>
                      <a:r>
                        <a:rPr lang="en-US" altLang="en-US" sz="2400" b="0" dirty="0">
                          <a:solidFill>
                            <a:srgbClr val="000000"/>
                          </a:solidFill>
                          <a:latin typeface="Cambria" panose="02040503050406030204" pitchFamily="18" charset="0"/>
                          <a:ea typeface="Cambria" panose="02040503050406030204" pitchFamily="18" charset="0"/>
                          <a:cs typeface="Calibri" panose="020F0502020204030204" pitchFamily="34" charset="0"/>
                        </a:rPr>
                        <a:t> in (10,20)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10000"/>
                  </a:ext>
                </a:extLst>
              </a:tr>
            </a:tbl>
          </a:graphicData>
        </a:graphic>
      </p:graphicFrame>
      <p:graphicFrame>
        <p:nvGraphicFramePr>
          <p:cNvPr id="2" name="Table 1">
            <a:extLst>
              <a:ext uri="{FF2B5EF4-FFF2-40B4-BE49-F238E27FC236}">
                <a16:creationId xmlns:a16="http://schemas.microsoft.com/office/drawing/2014/main" id="{82B3EDA7-A39F-69FF-B9AB-13B915EABB79}"/>
              </a:ext>
            </a:extLst>
          </p:cNvPr>
          <p:cNvGraphicFramePr>
            <a:graphicFrameLocks noGrp="1"/>
          </p:cNvGraphicFramePr>
          <p:nvPr>
            <p:extLst>
              <p:ext uri="{D42A27DB-BD31-4B8C-83A1-F6EECF244321}">
                <p14:modId xmlns:p14="http://schemas.microsoft.com/office/powerpoint/2010/main" val="97757437"/>
              </p:ext>
            </p:extLst>
          </p:nvPr>
        </p:nvGraphicFramePr>
        <p:xfrm>
          <a:off x="146050" y="2930796"/>
          <a:ext cx="8818564" cy="3738564"/>
        </p:xfrm>
        <a:graphic>
          <a:graphicData uri="http://schemas.openxmlformats.org/drawingml/2006/table">
            <a:tbl>
              <a:tblPr/>
              <a:tblGrid>
                <a:gridCol w="754187">
                  <a:extLst>
                    <a:ext uri="{9D8B030D-6E8A-4147-A177-3AD203B41FA5}">
                      <a16:colId xmlns:a16="http://schemas.microsoft.com/office/drawing/2014/main" val="20000"/>
                    </a:ext>
                  </a:extLst>
                </a:gridCol>
                <a:gridCol w="936044">
                  <a:extLst>
                    <a:ext uri="{9D8B030D-6E8A-4147-A177-3AD203B41FA5}">
                      <a16:colId xmlns:a16="http://schemas.microsoft.com/office/drawing/2014/main" val="20001"/>
                    </a:ext>
                  </a:extLst>
                </a:gridCol>
                <a:gridCol w="720034">
                  <a:extLst>
                    <a:ext uri="{9D8B030D-6E8A-4147-A177-3AD203B41FA5}">
                      <a16:colId xmlns:a16="http://schemas.microsoft.com/office/drawing/2014/main" val="20002"/>
                    </a:ext>
                  </a:extLst>
                </a:gridCol>
                <a:gridCol w="1368064">
                  <a:extLst>
                    <a:ext uri="{9D8B030D-6E8A-4147-A177-3AD203B41FA5}">
                      <a16:colId xmlns:a16="http://schemas.microsoft.com/office/drawing/2014/main" val="20003"/>
                    </a:ext>
                  </a:extLst>
                </a:gridCol>
                <a:gridCol w="1152054">
                  <a:extLst>
                    <a:ext uri="{9D8B030D-6E8A-4147-A177-3AD203B41FA5}">
                      <a16:colId xmlns:a16="http://schemas.microsoft.com/office/drawing/2014/main" val="20004"/>
                    </a:ext>
                  </a:extLst>
                </a:gridCol>
                <a:gridCol w="1152054">
                  <a:extLst>
                    <a:ext uri="{9D8B030D-6E8A-4147-A177-3AD203B41FA5}">
                      <a16:colId xmlns:a16="http://schemas.microsoft.com/office/drawing/2014/main" val="20005"/>
                    </a:ext>
                  </a:extLst>
                </a:gridCol>
                <a:gridCol w="2736127">
                  <a:extLst>
                    <a:ext uri="{9D8B030D-6E8A-4147-A177-3AD203B41FA5}">
                      <a16:colId xmlns:a16="http://schemas.microsoft.com/office/drawing/2014/main" val="20006"/>
                    </a:ext>
                  </a:extLst>
                </a:gridCol>
              </a:tblGrid>
              <a:tr h="365812">
                <a:tc>
                  <a:txBody>
                    <a:bodyPr/>
                    <a:lstStyle/>
                    <a:p>
                      <a:pPr fontAlgn="b"/>
                      <a:r>
                        <a:rPr lang="en-US" sz="1800" b="1">
                          <a:solidFill>
                            <a:srgbClr val="FFFFFF"/>
                          </a:solidFill>
                          <a:effectLst/>
                        </a:rPr>
                        <a:t>row#</a:t>
                      </a:r>
                    </a:p>
                  </a:txBody>
                  <a:tcPr marL="68576" marR="68576" marT="45726" marB="45726" anchor="b">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879CBD"/>
                    </a:solidFill>
                  </a:tcPr>
                </a:tc>
                <a:tc>
                  <a:txBody>
                    <a:bodyPr/>
                    <a:lstStyle/>
                    <a:p>
                      <a:pPr fontAlgn="b"/>
                      <a:r>
                        <a:rPr lang="en-US" sz="1800" b="1">
                          <a:solidFill>
                            <a:srgbClr val="FFFFFF"/>
                          </a:solidFill>
                          <a:effectLst/>
                        </a:rPr>
                        <a:t>ENAME</a:t>
                      </a:r>
                    </a:p>
                  </a:txBody>
                  <a:tcPr marL="68576" marR="68576" marT="45726" marB="45726" anchor="b">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879CBD"/>
                    </a:solidFill>
                  </a:tcPr>
                </a:tc>
                <a:tc>
                  <a:txBody>
                    <a:bodyPr/>
                    <a:lstStyle/>
                    <a:p>
                      <a:pPr fontAlgn="b"/>
                      <a:r>
                        <a:rPr lang="en-US" sz="1800" b="1">
                          <a:solidFill>
                            <a:srgbClr val="FFFFFF"/>
                          </a:solidFill>
                          <a:effectLst/>
                        </a:rPr>
                        <a:t>SAL</a:t>
                      </a:r>
                    </a:p>
                  </a:txBody>
                  <a:tcPr marL="68576" marR="68576" marT="45726" marB="45726" anchor="b">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879CBD"/>
                    </a:solidFill>
                  </a:tcPr>
                </a:tc>
                <a:tc>
                  <a:txBody>
                    <a:bodyPr/>
                    <a:lstStyle/>
                    <a:p>
                      <a:pPr fontAlgn="b"/>
                      <a:r>
                        <a:rPr lang="en-US" sz="1800" b="1" dirty="0">
                          <a:solidFill>
                            <a:srgbClr val="FFFFFF"/>
                          </a:solidFill>
                          <a:effectLst/>
                        </a:rPr>
                        <a:t>JOB</a:t>
                      </a:r>
                    </a:p>
                  </a:txBody>
                  <a:tcPr marL="68576" marR="68576" marT="45726" marB="45726" anchor="b">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879CBD"/>
                    </a:solidFill>
                  </a:tcPr>
                </a:tc>
                <a:tc>
                  <a:txBody>
                    <a:bodyPr/>
                    <a:lstStyle/>
                    <a:p>
                      <a:pPr fontAlgn="b"/>
                      <a:r>
                        <a:rPr lang="en-US" sz="1800" b="1">
                          <a:solidFill>
                            <a:srgbClr val="FFFFFF"/>
                          </a:solidFill>
                          <a:effectLst/>
                        </a:rPr>
                        <a:t>DEPTNO</a:t>
                      </a:r>
                    </a:p>
                  </a:txBody>
                  <a:tcPr marL="68576" marR="68576" marT="45726" marB="45726" anchor="b">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879CBD"/>
                    </a:solidFill>
                  </a:tcPr>
                </a:tc>
                <a:tc>
                  <a:txBody>
                    <a:bodyPr/>
                    <a:lstStyle/>
                    <a:p>
                      <a:pPr fontAlgn="b"/>
                      <a:r>
                        <a:rPr lang="en-US" sz="1800" b="1">
                          <a:solidFill>
                            <a:srgbClr val="FFFFFF"/>
                          </a:solidFill>
                          <a:effectLst/>
                        </a:rPr>
                        <a:t>emp_rank</a:t>
                      </a:r>
                    </a:p>
                  </a:txBody>
                  <a:tcPr marL="68576" marR="68576" marT="45726" marB="45726" anchor="b">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879CBD"/>
                    </a:solidFill>
                  </a:tcPr>
                </a:tc>
                <a:tc>
                  <a:txBody>
                    <a:bodyPr/>
                    <a:lstStyle/>
                    <a:p>
                      <a:pPr fontAlgn="b"/>
                      <a:r>
                        <a:rPr lang="en-US" sz="1800" b="1" dirty="0" err="1">
                          <a:solidFill>
                            <a:srgbClr val="FFFFFF"/>
                          </a:solidFill>
                          <a:effectLst/>
                        </a:rPr>
                        <a:t>emp_dense_rank</a:t>
                      </a:r>
                      <a:endParaRPr lang="en-US" sz="1800" b="1" dirty="0">
                        <a:solidFill>
                          <a:srgbClr val="FFFFFF"/>
                        </a:solidFill>
                        <a:effectLst/>
                      </a:endParaRPr>
                    </a:p>
                  </a:txBody>
                  <a:tcPr marL="68576" marR="68576" marT="45726" marB="45726" anchor="b">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879CBD"/>
                    </a:solidFill>
                  </a:tcPr>
                </a:tc>
                <a:extLst>
                  <a:ext uri="{0D108BD9-81ED-4DB2-BD59-A6C34878D82A}">
                    <a16:rowId xmlns:a16="http://schemas.microsoft.com/office/drawing/2014/main" val="10000"/>
                  </a:ext>
                </a:extLst>
              </a:tr>
              <a:tr h="421594">
                <a:tc>
                  <a:txBody>
                    <a:bodyPr/>
                    <a:lstStyle/>
                    <a:p>
                      <a:pPr algn="ctr"/>
                      <a:r>
                        <a:rPr lang="en-US" sz="2000" dirty="0">
                          <a:effectLst/>
                        </a:rPr>
                        <a:t>1</a:t>
                      </a:r>
                    </a:p>
                  </a:txBody>
                  <a:tcPr marL="68576" marR="68576" marT="22863" marB="22863"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pPr algn="ctr"/>
                      <a:r>
                        <a:rPr lang="en-US" sz="2000">
                          <a:effectLst/>
                        </a:rPr>
                        <a:t>KING</a:t>
                      </a:r>
                    </a:p>
                  </a:txBody>
                  <a:tcPr marL="68576" marR="68576" marT="22863" marB="22863"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pPr algn="ctr"/>
                      <a:r>
                        <a:rPr lang="en-US" sz="2000">
                          <a:effectLst/>
                        </a:rPr>
                        <a:t>5000</a:t>
                      </a:r>
                    </a:p>
                  </a:txBody>
                  <a:tcPr marL="68576" marR="68576" marT="22863" marB="22863"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pPr algn="ctr"/>
                      <a:r>
                        <a:rPr lang="en-US" sz="2000" dirty="0">
                          <a:effectLst/>
                        </a:rPr>
                        <a:t>PRESIDENT</a:t>
                      </a:r>
                    </a:p>
                  </a:txBody>
                  <a:tcPr marL="68576" marR="68576" marT="22863" marB="22863"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pPr algn="ctr"/>
                      <a:r>
                        <a:rPr lang="en-US" sz="2000">
                          <a:effectLst/>
                        </a:rPr>
                        <a:t>10</a:t>
                      </a:r>
                    </a:p>
                  </a:txBody>
                  <a:tcPr marL="68576" marR="68576" marT="22863" marB="22863"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pPr algn="ctr"/>
                      <a:r>
                        <a:rPr lang="en-US" sz="2000">
                          <a:effectLst/>
                        </a:rPr>
                        <a:t>1</a:t>
                      </a:r>
                    </a:p>
                  </a:txBody>
                  <a:tcPr marL="68576" marR="68576" marT="22863" marB="22863"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pPr algn="ctr"/>
                      <a:r>
                        <a:rPr lang="en-US" sz="2000">
                          <a:effectLst/>
                        </a:rPr>
                        <a:t>1</a:t>
                      </a:r>
                    </a:p>
                  </a:txBody>
                  <a:tcPr marL="68576" marR="68576" marT="22863" marB="22863"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extLst>
                  <a:ext uri="{0D108BD9-81ED-4DB2-BD59-A6C34878D82A}">
                    <a16:rowId xmlns:a16="http://schemas.microsoft.com/office/drawing/2014/main" val="10001"/>
                  </a:ext>
                </a:extLst>
              </a:tr>
              <a:tr h="421594">
                <a:tc>
                  <a:txBody>
                    <a:bodyPr/>
                    <a:lstStyle/>
                    <a:p>
                      <a:pPr algn="ctr"/>
                      <a:r>
                        <a:rPr lang="en-US" sz="2000" dirty="0">
                          <a:effectLst/>
                        </a:rPr>
                        <a:t>2</a:t>
                      </a:r>
                    </a:p>
                  </a:txBody>
                  <a:tcPr marL="68576" marR="68576" marT="22863" marB="22863"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pPr algn="ctr"/>
                      <a:r>
                        <a:rPr lang="en-US" sz="2000" dirty="0">
                          <a:effectLst/>
                        </a:rPr>
                        <a:t>CLARK</a:t>
                      </a:r>
                    </a:p>
                  </a:txBody>
                  <a:tcPr marL="68576" marR="68576" marT="22863" marB="22863"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pPr algn="ctr"/>
                      <a:r>
                        <a:rPr lang="en-US" sz="2000" dirty="0">
                          <a:effectLst/>
                        </a:rPr>
                        <a:t>2450</a:t>
                      </a:r>
                    </a:p>
                  </a:txBody>
                  <a:tcPr marL="68576" marR="68576" marT="22863" marB="22863"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pPr algn="ctr"/>
                      <a:r>
                        <a:rPr lang="en-US" sz="2000" dirty="0">
                          <a:effectLst/>
                        </a:rPr>
                        <a:t>MANAGER</a:t>
                      </a:r>
                    </a:p>
                  </a:txBody>
                  <a:tcPr marL="68576" marR="68576" marT="22863" marB="22863"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pPr algn="ctr"/>
                      <a:r>
                        <a:rPr lang="en-US" sz="2000" dirty="0">
                          <a:effectLst/>
                        </a:rPr>
                        <a:t>10</a:t>
                      </a:r>
                    </a:p>
                  </a:txBody>
                  <a:tcPr marL="68576" marR="68576" marT="22863" marB="22863"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pPr algn="ctr"/>
                      <a:r>
                        <a:rPr lang="en-US" sz="2000" dirty="0">
                          <a:effectLst/>
                        </a:rPr>
                        <a:t>2</a:t>
                      </a:r>
                    </a:p>
                  </a:txBody>
                  <a:tcPr marL="68576" marR="68576" marT="22863" marB="22863"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pPr algn="ctr"/>
                      <a:r>
                        <a:rPr lang="en-US" sz="2000" dirty="0">
                          <a:effectLst/>
                        </a:rPr>
                        <a:t>2</a:t>
                      </a:r>
                    </a:p>
                  </a:txBody>
                  <a:tcPr marL="68576" marR="68576" marT="22863" marB="22863"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extLst>
                  <a:ext uri="{0D108BD9-81ED-4DB2-BD59-A6C34878D82A}">
                    <a16:rowId xmlns:a16="http://schemas.microsoft.com/office/drawing/2014/main" val="10002"/>
                  </a:ext>
                </a:extLst>
              </a:tr>
              <a:tr h="421594">
                <a:tc>
                  <a:txBody>
                    <a:bodyPr/>
                    <a:lstStyle/>
                    <a:p>
                      <a:pPr algn="ctr"/>
                      <a:r>
                        <a:rPr lang="en-US" sz="2000" dirty="0">
                          <a:effectLst/>
                        </a:rPr>
                        <a:t>3</a:t>
                      </a:r>
                    </a:p>
                  </a:txBody>
                  <a:tcPr marL="68576" marR="68576" marT="22863" marB="22863"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pPr algn="ctr"/>
                      <a:r>
                        <a:rPr lang="en-US" sz="2000" dirty="0">
                          <a:effectLst/>
                        </a:rPr>
                        <a:t>MILLER</a:t>
                      </a:r>
                    </a:p>
                  </a:txBody>
                  <a:tcPr marL="68576" marR="68576" marT="22863" marB="22863"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pPr algn="ctr"/>
                      <a:r>
                        <a:rPr lang="en-US" sz="2000" dirty="0">
                          <a:effectLst/>
                        </a:rPr>
                        <a:t>1300</a:t>
                      </a:r>
                    </a:p>
                  </a:txBody>
                  <a:tcPr marL="68576" marR="68576" marT="22863" marB="22863"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pPr algn="ctr"/>
                      <a:r>
                        <a:rPr lang="en-US" sz="2000" dirty="0">
                          <a:effectLst/>
                        </a:rPr>
                        <a:t>CLERK</a:t>
                      </a:r>
                    </a:p>
                  </a:txBody>
                  <a:tcPr marL="68576" marR="68576" marT="22863" marB="22863"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pPr algn="ctr"/>
                      <a:r>
                        <a:rPr lang="en-US" sz="2000" dirty="0">
                          <a:effectLst/>
                        </a:rPr>
                        <a:t>10</a:t>
                      </a:r>
                    </a:p>
                  </a:txBody>
                  <a:tcPr marL="68576" marR="68576" marT="22863" marB="22863"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pPr algn="ctr"/>
                      <a:r>
                        <a:rPr lang="en-US" sz="2000" dirty="0">
                          <a:effectLst/>
                        </a:rPr>
                        <a:t>3</a:t>
                      </a:r>
                    </a:p>
                  </a:txBody>
                  <a:tcPr marL="68576" marR="68576" marT="22863" marB="22863"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pPr algn="ctr"/>
                      <a:r>
                        <a:rPr lang="en-US" sz="2000" dirty="0">
                          <a:effectLst/>
                        </a:rPr>
                        <a:t>3</a:t>
                      </a:r>
                    </a:p>
                  </a:txBody>
                  <a:tcPr marL="68576" marR="68576" marT="22863" marB="22863"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extLst>
                  <a:ext uri="{0D108BD9-81ED-4DB2-BD59-A6C34878D82A}">
                    <a16:rowId xmlns:a16="http://schemas.microsoft.com/office/drawing/2014/main" val="10003"/>
                  </a:ext>
                </a:extLst>
              </a:tr>
              <a:tr h="421594">
                <a:tc>
                  <a:txBody>
                    <a:bodyPr/>
                    <a:lstStyle/>
                    <a:p>
                      <a:pPr algn="ctr"/>
                      <a:r>
                        <a:rPr lang="en-US" sz="2000" dirty="0">
                          <a:solidFill>
                            <a:srgbClr val="FF0000"/>
                          </a:solidFill>
                          <a:effectLst/>
                        </a:rPr>
                        <a:t>1</a:t>
                      </a:r>
                    </a:p>
                  </a:txBody>
                  <a:tcPr marL="68576" marR="68576" marT="22863" marB="22863"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pPr algn="ctr"/>
                      <a:r>
                        <a:rPr lang="en-US" sz="2000" dirty="0">
                          <a:effectLst/>
                        </a:rPr>
                        <a:t>SCOTT</a:t>
                      </a:r>
                    </a:p>
                  </a:txBody>
                  <a:tcPr marL="68576" marR="68576" marT="22863" marB="22863"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pPr algn="ctr"/>
                      <a:r>
                        <a:rPr lang="en-US" sz="2000" dirty="0">
                          <a:effectLst/>
                        </a:rPr>
                        <a:t>3000</a:t>
                      </a:r>
                    </a:p>
                  </a:txBody>
                  <a:tcPr marL="68576" marR="68576" marT="22863" marB="22863"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pPr algn="ctr"/>
                      <a:r>
                        <a:rPr lang="en-US" sz="2000" dirty="0">
                          <a:effectLst/>
                        </a:rPr>
                        <a:t>ANALYST</a:t>
                      </a:r>
                    </a:p>
                  </a:txBody>
                  <a:tcPr marL="68576" marR="68576" marT="22863" marB="22863"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pPr algn="ctr"/>
                      <a:r>
                        <a:rPr lang="en-US" sz="2000" dirty="0">
                          <a:effectLst/>
                        </a:rPr>
                        <a:t>20</a:t>
                      </a:r>
                    </a:p>
                  </a:txBody>
                  <a:tcPr marL="68576" marR="68576" marT="22863" marB="22863"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pPr algn="ctr"/>
                      <a:r>
                        <a:rPr lang="en-US" sz="2000" dirty="0">
                          <a:solidFill>
                            <a:srgbClr val="FF0000"/>
                          </a:solidFill>
                          <a:effectLst/>
                        </a:rPr>
                        <a:t>1</a:t>
                      </a:r>
                    </a:p>
                  </a:txBody>
                  <a:tcPr marL="68576" marR="68576" marT="22863" marB="22863"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pPr algn="ctr"/>
                      <a:r>
                        <a:rPr lang="en-US" sz="2000" dirty="0">
                          <a:solidFill>
                            <a:srgbClr val="FF0000"/>
                          </a:solidFill>
                          <a:effectLst/>
                        </a:rPr>
                        <a:t>1</a:t>
                      </a:r>
                    </a:p>
                  </a:txBody>
                  <a:tcPr marL="68576" marR="68576" marT="22863" marB="22863"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extLst>
                  <a:ext uri="{0D108BD9-81ED-4DB2-BD59-A6C34878D82A}">
                    <a16:rowId xmlns:a16="http://schemas.microsoft.com/office/drawing/2014/main" val="10004"/>
                  </a:ext>
                </a:extLst>
              </a:tr>
              <a:tr h="421594">
                <a:tc>
                  <a:txBody>
                    <a:bodyPr/>
                    <a:lstStyle/>
                    <a:p>
                      <a:pPr algn="ctr"/>
                      <a:r>
                        <a:rPr lang="en-US" sz="2000" dirty="0">
                          <a:solidFill>
                            <a:srgbClr val="FF0000"/>
                          </a:solidFill>
                          <a:effectLst/>
                        </a:rPr>
                        <a:t>2</a:t>
                      </a:r>
                    </a:p>
                  </a:txBody>
                  <a:tcPr marL="68576" marR="68576" marT="22863" marB="22863"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pPr algn="ctr"/>
                      <a:r>
                        <a:rPr lang="en-US" sz="2000" dirty="0">
                          <a:effectLst/>
                        </a:rPr>
                        <a:t>FORD</a:t>
                      </a:r>
                    </a:p>
                  </a:txBody>
                  <a:tcPr marL="68576" marR="68576" marT="22863" marB="22863"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pPr algn="ctr"/>
                      <a:r>
                        <a:rPr lang="en-US" sz="2000" dirty="0">
                          <a:effectLst/>
                        </a:rPr>
                        <a:t>3000</a:t>
                      </a:r>
                    </a:p>
                  </a:txBody>
                  <a:tcPr marL="68576" marR="68576" marT="22863" marB="22863"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pPr algn="ctr"/>
                      <a:r>
                        <a:rPr lang="en-US" sz="2000" dirty="0">
                          <a:effectLst/>
                        </a:rPr>
                        <a:t>ANALYST</a:t>
                      </a:r>
                    </a:p>
                  </a:txBody>
                  <a:tcPr marL="68576" marR="68576" marT="22863" marB="22863"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pPr algn="ctr"/>
                      <a:r>
                        <a:rPr lang="en-US" sz="2000" dirty="0">
                          <a:effectLst/>
                        </a:rPr>
                        <a:t>20</a:t>
                      </a:r>
                    </a:p>
                  </a:txBody>
                  <a:tcPr marL="68576" marR="68576" marT="22863" marB="22863"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pPr algn="ctr"/>
                      <a:r>
                        <a:rPr lang="en-US" sz="2000" dirty="0">
                          <a:solidFill>
                            <a:srgbClr val="FF0000"/>
                          </a:solidFill>
                          <a:effectLst/>
                        </a:rPr>
                        <a:t>1</a:t>
                      </a:r>
                    </a:p>
                  </a:txBody>
                  <a:tcPr marL="68576" marR="68576" marT="22863" marB="22863"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pPr algn="ctr"/>
                      <a:r>
                        <a:rPr lang="en-US" sz="2000" dirty="0">
                          <a:solidFill>
                            <a:srgbClr val="FF0000"/>
                          </a:solidFill>
                          <a:effectLst/>
                        </a:rPr>
                        <a:t>2</a:t>
                      </a:r>
                    </a:p>
                  </a:txBody>
                  <a:tcPr marL="68576" marR="68576" marT="22863" marB="22863"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extLst>
                  <a:ext uri="{0D108BD9-81ED-4DB2-BD59-A6C34878D82A}">
                    <a16:rowId xmlns:a16="http://schemas.microsoft.com/office/drawing/2014/main" val="10005"/>
                  </a:ext>
                </a:extLst>
              </a:tr>
              <a:tr h="421594">
                <a:tc>
                  <a:txBody>
                    <a:bodyPr/>
                    <a:lstStyle/>
                    <a:p>
                      <a:pPr algn="ctr"/>
                      <a:r>
                        <a:rPr lang="en-US" sz="2000" dirty="0">
                          <a:solidFill>
                            <a:srgbClr val="FF0000"/>
                          </a:solidFill>
                          <a:effectLst/>
                        </a:rPr>
                        <a:t>3</a:t>
                      </a:r>
                    </a:p>
                  </a:txBody>
                  <a:tcPr marL="68576" marR="68576" marT="22863" marB="22863"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pPr algn="ctr"/>
                      <a:r>
                        <a:rPr lang="en-US" sz="2000" dirty="0">
                          <a:effectLst/>
                        </a:rPr>
                        <a:t>JONES</a:t>
                      </a:r>
                    </a:p>
                  </a:txBody>
                  <a:tcPr marL="68576" marR="68576" marT="22863" marB="22863"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pPr algn="ctr"/>
                      <a:r>
                        <a:rPr lang="en-US" sz="2000" dirty="0">
                          <a:effectLst/>
                        </a:rPr>
                        <a:t>2975</a:t>
                      </a:r>
                    </a:p>
                  </a:txBody>
                  <a:tcPr marL="68576" marR="68576" marT="22863" marB="22863"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pPr algn="ctr"/>
                      <a:r>
                        <a:rPr lang="en-US" sz="2000" dirty="0">
                          <a:effectLst/>
                        </a:rPr>
                        <a:t>MANAGER</a:t>
                      </a:r>
                    </a:p>
                  </a:txBody>
                  <a:tcPr marL="68576" marR="68576" marT="22863" marB="22863"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pPr algn="ctr"/>
                      <a:r>
                        <a:rPr lang="en-US" sz="2000" dirty="0">
                          <a:effectLst/>
                        </a:rPr>
                        <a:t>20</a:t>
                      </a:r>
                    </a:p>
                  </a:txBody>
                  <a:tcPr marL="68576" marR="68576" marT="22863" marB="22863"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pPr algn="ctr"/>
                      <a:r>
                        <a:rPr lang="en-US" sz="2000" dirty="0">
                          <a:solidFill>
                            <a:srgbClr val="FF0000"/>
                          </a:solidFill>
                          <a:effectLst/>
                        </a:rPr>
                        <a:t>3</a:t>
                      </a:r>
                    </a:p>
                  </a:txBody>
                  <a:tcPr marL="68576" marR="68576" marT="22863" marB="22863"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pPr algn="ctr"/>
                      <a:r>
                        <a:rPr lang="en-US" sz="2000" dirty="0">
                          <a:solidFill>
                            <a:srgbClr val="FF0000"/>
                          </a:solidFill>
                          <a:effectLst/>
                        </a:rPr>
                        <a:t>3</a:t>
                      </a:r>
                    </a:p>
                  </a:txBody>
                  <a:tcPr marL="68576" marR="68576" marT="22863" marB="22863"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extLst>
                  <a:ext uri="{0D108BD9-81ED-4DB2-BD59-A6C34878D82A}">
                    <a16:rowId xmlns:a16="http://schemas.microsoft.com/office/drawing/2014/main" val="10006"/>
                  </a:ext>
                </a:extLst>
              </a:tr>
              <a:tr h="421594">
                <a:tc>
                  <a:txBody>
                    <a:bodyPr/>
                    <a:lstStyle/>
                    <a:p>
                      <a:pPr algn="ctr"/>
                      <a:r>
                        <a:rPr lang="en-US" sz="2000" dirty="0">
                          <a:solidFill>
                            <a:srgbClr val="FF0000"/>
                          </a:solidFill>
                          <a:effectLst/>
                        </a:rPr>
                        <a:t>4</a:t>
                      </a:r>
                    </a:p>
                  </a:txBody>
                  <a:tcPr marL="68576" marR="68576" marT="22863" marB="22863"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pPr algn="ctr"/>
                      <a:r>
                        <a:rPr lang="en-US" sz="2000">
                          <a:effectLst/>
                        </a:rPr>
                        <a:t>ADAMS</a:t>
                      </a:r>
                    </a:p>
                  </a:txBody>
                  <a:tcPr marL="68576" marR="68576" marT="22863" marB="22863"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pPr algn="ctr"/>
                      <a:r>
                        <a:rPr lang="en-US" sz="2000">
                          <a:effectLst/>
                        </a:rPr>
                        <a:t>1100</a:t>
                      </a:r>
                    </a:p>
                  </a:txBody>
                  <a:tcPr marL="68576" marR="68576" marT="22863" marB="22863"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pPr algn="ctr"/>
                      <a:r>
                        <a:rPr lang="en-US" sz="2000">
                          <a:effectLst/>
                        </a:rPr>
                        <a:t>CLERK</a:t>
                      </a:r>
                    </a:p>
                  </a:txBody>
                  <a:tcPr marL="68576" marR="68576" marT="22863" marB="22863"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pPr algn="ctr"/>
                      <a:r>
                        <a:rPr lang="en-US" sz="2000">
                          <a:effectLst/>
                        </a:rPr>
                        <a:t>20</a:t>
                      </a:r>
                    </a:p>
                  </a:txBody>
                  <a:tcPr marL="68576" marR="68576" marT="22863" marB="22863"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pPr algn="ctr"/>
                      <a:r>
                        <a:rPr lang="en-US" sz="2000" dirty="0">
                          <a:solidFill>
                            <a:srgbClr val="FF0000"/>
                          </a:solidFill>
                          <a:effectLst/>
                        </a:rPr>
                        <a:t>4</a:t>
                      </a:r>
                    </a:p>
                  </a:txBody>
                  <a:tcPr marL="68576" marR="68576" marT="22863" marB="22863"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pPr algn="ctr"/>
                      <a:r>
                        <a:rPr lang="en-US" sz="2000" dirty="0">
                          <a:solidFill>
                            <a:srgbClr val="FF0000"/>
                          </a:solidFill>
                          <a:effectLst/>
                        </a:rPr>
                        <a:t>4</a:t>
                      </a:r>
                    </a:p>
                  </a:txBody>
                  <a:tcPr marL="68576" marR="68576" marT="22863" marB="22863"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extLst>
                  <a:ext uri="{0D108BD9-81ED-4DB2-BD59-A6C34878D82A}">
                    <a16:rowId xmlns:a16="http://schemas.microsoft.com/office/drawing/2014/main" val="10007"/>
                  </a:ext>
                </a:extLst>
              </a:tr>
              <a:tr h="421594">
                <a:tc>
                  <a:txBody>
                    <a:bodyPr/>
                    <a:lstStyle/>
                    <a:p>
                      <a:pPr algn="ctr"/>
                      <a:r>
                        <a:rPr lang="en-US" sz="2000" dirty="0">
                          <a:solidFill>
                            <a:srgbClr val="FF0000"/>
                          </a:solidFill>
                          <a:effectLst/>
                        </a:rPr>
                        <a:t>5</a:t>
                      </a:r>
                    </a:p>
                  </a:txBody>
                  <a:tcPr marL="68576" marR="68576" marT="22863" marB="22863"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4F4F4"/>
                    </a:solidFill>
                  </a:tcPr>
                </a:tc>
                <a:tc>
                  <a:txBody>
                    <a:bodyPr/>
                    <a:lstStyle/>
                    <a:p>
                      <a:pPr algn="ctr"/>
                      <a:r>
                        <a:rPr lang="en-US" sz="2000" dirty="0">
                          <a:effectLst/>
                        </a:rPr>
                        <a:t>SMITH</a:t>
                      </a:r>
                    </a:p>
                  </a:txBody>
                  <a:tcPr marL="68576" marR="68576" marT="22863" marB="22863"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4F4F4"/>
                    </a:solidFill>
                  </a:tcPr>
                </a:tc>
                <a:tc>
                  <a:txBody>
                    <a:bodyPr/>
                    <a:lstStyle/>
                    <a:p>
                      <a:pPr algn="ctr"/>
                      <a:r>
                        <a:rPr lang="en-US" sz="2000" dirty="0">
                          <a:effectLst/>
                        </a:rPr>
                        <a:t>800</a:t>
                      </a:r>
                    </a:p>
                  </a:txBody>
                  <a:tcPr marL="68576" marR="68576" marT="22863" marB="22863"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4F4F4"/>
                    </a:solidFill>
                  </a:tcPr>
                </a:tc>
                <a:tc>
                  <a:txBody>
                    <a:bodyPr/>
                    <a:lstStyle/>
                    <a:p>
                      <a:pPr algn="ctr"/>
                      <a:r>
                        <a:rPr lang="en-US" sz="2000" dirty="0">
                          <a:effectLst/>
                        </a:rPr>
                        <a:t>CLERK</a:t>
                      </a:r>
                    </a:p>
                  </a:txBody>
                  <a:tcPr marL="68576" marR="68576" marT="22863" marB="22863"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4F4F4"/>
                    </a:solidFill>
                  </a:tcPr>
                </a:tc>
                <a:tc>
                  <a:txBody>
                    <a:bodyPr/>
                    <a:lstStyle/>
                    <a:p>
                      <a:pPr algn="ctr"/>
                      <a:r>
                        <a:rPr lang="en-US" sz="2000" dirty="0">
                          <a:effectLst/>
                        </a:rPr>
                        <a:t>20</a:t>
                      </a:r>
                    </a:p>
                  </a:txBody>
                  <a:tcPr marL="68576" marR="68576" marT="22863" marB="22863"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4F4F4"/>
                    </a:solidFill>
                  </a:tcPr>
                </a:tc>
                <a:tc>
                  <a:txBody>
                    <a:bodyPr/>
                    <a:lstStyle/>
                    <a:p>
                      <a:pPr algn="ctr"/>
                      <a:r>
                        <a:rPr lang="en-US" sz="2000" dirty="0">
                          <a:solidFill>
                            <a:srgbClr val="FF0000"/>
                          </a:solidFill>
                          <a:effectLst/>
                        </a:rPr>
                        <a:t>5</a:t>
                      </a:r>
                    </a:p>
                  </a:txBody>
                  <a:tcPr marL="68576" marR="68576" marT="22863" marB="22863"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4F4F4"/>
                    </a:solidFill>
                  </a:tcPr>
                </a:tc>
                <a:tc>
                  <a:txBody>
                    <a:bodyPr/>
                    <a:lstStyle/>
                    <a:p>
                      <a:pPr algn="ctr"/>
                      <a:r>
                        <a:rPr lang="en-US" sz="2000" dirty="0">
                          <a:solidFill>
                            <a:srgbClr val="FF0000"/>
                          </a:solidFill>
                          <a:effectLst/>
                        </a:rPr>
                        <a:t>5</a:t>
                      </a:r>
                    </a:p>
                  </a:txBody>
                  <a:tcPr marL="68576" marR="68576" marT="22863" marB="22863"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4F4F4"/>
                    </a:solidFill>
                  </a:tcPr>
                </a:tc>
                <a:extLst>
                  <a:ext uri="{0D108BD9-81ED-4DB2-BD59-A6C34878D82A}">
                    <a16:rowId xmlns:a16="http://schemas.microsoft.com/office/drawing/2014/main" val="10008"/>
                  </a:ext>
                </a:extLst>
              </a:tr>
            </a:tbl>
          </a:graphicData>
        </a:graphic>
      </p:graphicFrame>
      <p:sp>
        <p:nvSpPr>
          <p:cNvPr id="4" name="Slide Number Placeholder 23">
            <a:extLst>
              <a:ext uri="{FF2B5EF4-FFF2-40B4-BE49-F238E27FC236}">
                <a16:creationId xmlns:a16="http://schemas.microsoft.com/office/drawing/2014/main" id="{6145A957-4B6B-91BE-C9F9-D514744F663F}"/>
              </a:ext>
            </a:extLst>
          </p:cNvPr>
          <p:cNvSpPr>
            <a:spLocks noGrp="1"/>
          </p:cNvSpPr>
          <p:nvPr>
            <p:ph type="sldNum" sz="quarter" idx="12"/>
          </p:nvPr>
        </p:nvSpPr>
        <p:spPr>
          <a:xfrm>
            <a:off x="8532440" y="6140152"/>
            <a:ext cx="427833"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32</a:t>
            </a:fld>
            <a:endParaRPr kumimoji="0" lang="en-US" sz="1400" b="0" i="0" u="none" strike="noStrike" kern="1200" cap="none" spc="0" normalizeH="0" baseline="0" noProof="0" dirty="0">
              <a:ln>
                <a:noFill/>
              </a:ln>
              <a:solidFill>
                <a:srgbClr val="FFFFFF"/>
              </a:solidFill>
              <a:effectLst/>
              <a:uLnTx/>
              <a:uFillTx/>
              <a:latin typeface="Franklin Gothic Book"/>
              <a:ea typeface="+mj-ea"/>
              <a:cs typeface="+mj-cs"/>
            </a:endParaRPr>
          </a:p>
        </p:txBody>
      </p: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a:extLst>
              <a:ext uri="{FF2B5EF4-FFF2-40B4-BE49-F238E27FC236}">
                <a16:creationId xmlns:a16="http://schemas.microsoft.com/office/drawing/2014/main" id="{EBD04994-DD0C-4D16-957C-492F6F0AB8E2}"/>
              </a:ext>
            </a:extLst>
          </p:cNvPr>
          <p:cNvSpPr>
            <a:spLocks noGrp="1" noChangeArrowheads="1"/>
          </p:cNvSpPr>
          <p:nvPr>
            <p:ph type="title"/>
          </p:nvPr>
        </p:nvSpPr>
        <p:spPr>
          <a:xfrm>
            <a:off x="323850" y="188913"/>
            <a:ext cx="7777163" cy="533400"/>
          </a:xfrm>
        </p:spPr>
        <p:txBody>
          <a:bodyPr/>
          <a:lstStyle/>
          <a:p>
            <a:pPr eaLnBrk="1" hangingPunct="1">
              <a:spcBef>
                <a:spcPct val="50000"/>
              </a:spcBef>
            </a:pPr>
            <a:r>
              <a:rPr lang="en-US" altLang="en-US" sz="2800" b="1" u="sng" dirty="0">
                <a:solidFill>
                  <a:srgbClr val="D34817"/>
                </a:solidFill>
                <a:latin typeface="Cambria" panose="02040503050406030204" pitchFamily="18" charset="0"/>
                <a:ea typeface="Cambria" panose="02040503050406030204" pitchFamily="18" charset="0"/>
              </a:rPr>
              <a:t>Ranking – NULL values</a:t>
            </a:r>
          </a:p>
        </p:txBody>
      </p:sp>
      <p:graphicFrame>
        <p:nvGraphicFramePr>
          <p:cNvPr id="3" name="Table 2">
            <a:extLst>
              <a:ext uri="{FF2B5EF4-FFF2-40B4-BE49-F238E27FC236}">
                <a16:creationId xmlns:a16="http://schemas.microsoft.com/office/drawing/2014/main" id="{A8421C13-9EDA-5040-1F77-85553CC75332}"/>
              </a:ext>
            </a:extLst>
          </p:cNvPr>
          <p:cNvGraphicFramePr>
            <a:graphicFrameLocks noGrp="1"/>
          </p:cNvGraphicFramePr>
          <p:nvPr>
            <p:extLst>
              <p:ext uri="{D42A27DB-BD31-4B8C-83A1-F6EECF244321}">
                <p14:modId xmlns:p14="http://schemas.microsoft.com/office/powerpoint/2010/main" val="1890973779"/>
              </p:ext>
            </p:extLst>
          </p:nvPr>
        </p:nvGraphicFramePr>
        <p:xfrm>
          <a:off x="338138" y="1861929"/>
          <a:ext cx="8568952" cy="1706880"/>
        </p:xfrm>
        <a:graphic>
          <a:graphicData uri="http://schemas.openxmlformats.org/drawingml/2006/table">
            <a:tbl>
              <a:tblPr firstRow="1" bandRow="1">
                <a:tableStyleId>{5C22544A-7EE6-4342-B048-85BDC9FD1C3A}</a:tableStyleId>
              </a:tblPr>
              <a:tblGrid>
                <a:gridCol w="8568952">
                  <a:extLst>
                    <a:ext uri="{9D8B030D-6E8A-4147-A177-3AD203B41FA5}">
                      <a16:colId xmlns:a16="http://schemas.microsoft.com/office/drawing/2014/main" val="20000"/>
                    </a:ext>
                  </a:extLst>
                </a:gridCol>
              </a:tblGrid>
              <a:tr h="370840">
                <a:tc>
                  <a:txBody>
                    <a:bodyPr/>
                    <a:lstStyle/>
                    <a:p>
                      <a:pPr algn="just">
                        <a:spcBef>
                          <a:spcPts val="600"/>
                        </a:spcBef>
                        <a:buFontTx/>
                        <a:buNone/>
                      </a:pPr>
                      <a:r>
                        <a:rPr lang="en-US" altLang="en-US" sz="2400" b="0" dirty="0">
                          <a:solidFill>
                            <a:srgbClr val="000000"/>
                          </a:solidFill>
                          <a:latin typeface="Cambria" panose="02040503050406030204" pitchFamily="18" charset="0"/>
                          <a:ea typeface="Cambria" panose="02040503050406030204" pitchFamily="18" charset="0"/>
                          <a:cs typeface="Calibri" panose="020F0502020204030204" pitchFamily="34" charset="0"/>
                        </a:rPr>
                        <a:t>SELECT </a:t>
                      </a:r>
                      <a:r>
                        <a:rPr lang="en-US" altLang="en-US" sz="2400" b="0" dirty="0" err="1">
                          <a:solidFill>
                            <a:srgbClr val="000000"/>
                          </a:solidFill>
                          <a:latin typeface="Cambria" panose="02040503050406030204" pitchFamily="18" charset="0"/>
                          <a:ea typeface="Cambria" panose="02040503050406030204" pitchFamily="18" charset="0"/>
                          <a:cs typeface="Calibri" panose="020F0502020204030204" pitchFamily="34" charset="0"/>
                        </a:rPr>
                        <a:t>ename</a:t>
                      </a:r>
                      <a:r>
                        <a:rPr lang="en-US" altLang="en-US" sz="2400" b="0" dirty="0">
                          <a:solidFill>
                            <a:srgbClr val="000000"/>
                          </a:solidFill>
                          <a:latin typeface="Cambria" panose="02040503050406030204" pitchFamily="18" charset="0"/>
                          <a:ea typeface="Cambria" panose="02040503050406030204" pitchFamily="18" charset="0"/>
                          <a:cs typeface="Calibri" panose="020F0502020204030204" pitchFamily="34" charset="0"/>
                        </a:rPr>
                        <a:t>, </a:t>
                      </a:r>
                      <a:r>
                        <a:rPr lang="en-US" altLang="en-US" sz="2400" b="0" dirty="0" err="1">
                          <a:solidFill>
                            <a:srgbClr val="000000"/>
                          </a:solidFill>
                          <a:latin typeface="Cambria" panose="02040503050406030204" pitchFamily="18" charset="0"/>
                          <a:ea typeface="Cambria" panose="02040503050406030204" pitchFamily="18" charset="0"/>
                          <a:cs typeface="Calibri" panose="020F0502020204030204" pitchFamily="34" charset="0"/>
                        </a:rPr>
                        <a:t>sal</a:t>
                      </a:r>
                      <a:r>
                        <a:rPr lang="en-US" altLang="en-US" sz="2400" b="0" dirty="0">
                          <a:solidFill>
                            <a:srgbClr val="000000"/>
                          </a:solidFill>
                          <a:latin typeface="Cambria" panose="02040503050406030204" pitchFamily="18" charset="0"/>
                          <a:ea typeface="Cambria" panose="02040503050406030204" pitchFamily="18" charset="0"/>
                          <a:cs typeface="Calibri" panose="020F0502020204030204" pitchFamily="34" charset="0"/>
                        </a:rPr>
                        <a:t>, job, comm  </a:t>
                      </a:r>
                    </a:p>
                    <a:p>
                      <a:pPr algn="just">
                        <a:spcBef>
                          <a:spcPts val="600"/>
                        </a:spcBef>
                        <a:buFontTx/>
                        <a:buNone/>
                      </a:pPr>
                      <a:r>
                        <a:rPr lang="en-US" altLang="en-US" sz="2400" b="0" dirty="0">
                          <a:solidFill>
                            <a:srgbClr val="FF0000"/>
                          </a:solidFill>
                          <a:latin typeface="Cambria" panose="02040503050406030204" pitchFamily="18" charset="0"/>
                          <a:ea typeface="Cambria" panose="02040503050406030204" pitchFamily="18" charset="0"/>
                          <a:cs typeface="Calibri" panose="020F0502020204030204" pitchFamily="34" charset="0"/>
                        </a:rPr>
                        <a:t>RANK()</a:t>
                      </a:r>
                      <a:r>
                        <a:rPr lang="en-US" altLang="en-US" sz="2400" b="0" dirty="0">
                          <a:solidFill>
                            <a:srgbClr val="000000"/>
                          </a:solidFill>
                          <a:latin typeface="Cambria" panose="02040503050406030204" pitchFamily="18" charset="0"/>
                          <a:ea typeface="Cambria" panose="02040503050406030204" pitchFamily="18" charset="0"/>
                          <a:cs typeface="Calibri" panose="020F0502020204030204" pitchFamily="34" charset="0"/>
                        </a:rPr>
                        <a:t> </a:t>
                      </a:r>
                      <a:r>
                        <a:rPr lang="en-US" altLang="en-US" sz="2400" b="0" dirty="0">
                          <a:solidFill>
                            <a:schemeClr val="tx1"/>
                          </a:solidFill>
                          <a:highlight>
                            <a:srgbClr val="FFFF00"/>
                          </a:highlight>
                          <a:latin typeface="Cambria" panose="02040503050406030204" pitchFamily="18" charset="0"/>
                          <a:ea typeface="Cambria" panose="02040503050406030204" pitchFamily="18" charset="0"/>
                          <a:cs typeface="Calibri" panose="020F0502020204030204" pitchFamily="34" charset="0"/>
                        </a:rPr>
                        <a:t>OVER(order by comm desc)</a:t>
                      </a:r>
                      <a:r>
                        <a:rPr lang="en-US" altLang="en-US" sz="2400" b="0" dirty="0">
                          <a:solidFill>
                            <a:srgbClr val="000000"/>
                          </a:solidFill>
                          <a:latin typeface="Cambria" panose="02040503050406030204" pitchFamily="18" charset="0"/>
                          <a:ea typeface="Cambria" panose="02040503050406030204" pitchFamily="18" charset="0"/>
                          <a:cs typeface="Calibri" panose="020F0502020204030204" pitchFamily="34" charset="0"/>
                        </a:rPr>
                        <a:t> "</a:t>
                      </a:r>
                      <a:r>
                        <a:rPr lang="en-US" altLang="en-US" sz="2400" b="0" dirty="0" err="1">
                          <a:solidFill>
                            <a:srgbClr val="000000"/>
                          </a:solidFill>
                          <a:latin typeface="Cambria" panose="02040503050406030204" pitchFamily="18" charset="0"/>
                          <a:ea typeface="Cambria" panose="02040503050406030204" pitchFamily="18" charset="0"/>
                          <a:cs typeface="Calibri" panose="020F0502020204030204" pitchFamily="34" charset="0"/>
                        </a:rPr>
                        <a:t>emp_rank</a:t>
                      </a:r>
                      <a:r>
                        <a:rPr lang="en-US" altLang="en-US" sz="2400" b="0" dirty="0">
                          <a:solidFill>
                            <a:srgbClr val="000000"/>
                          </a:solidFill>
                          <a:latin typeface="Cambria" panose="02040503050406030204" pitchFamily="18" charset="0"/>
                          <a:ea typeface="Cambria" panose="02040503050406030204" pitchFamily="18" charset="0"/>
                          <a:cs typeface="Calibri" panose="020F0502020204030204" pitchFamily="34" charset="0"/>
                        </a:rPr>
                        <a:t>",</a:t>
                      </a:r>
                    </a:p>
                    <a:p>
                      <a:pPr algn="just">
                        <a:spcBef>
                          <a:spcPts val="600"/>
                        </a:spcBef>
                        <a:buFontTx/>
                        <a:buNone/>
                      </a:pPr>
                      <a:r>
                        <a:rPr lang="en-US" altLang="en-US" sz="2400" b="0" dirty="0">
                          <a:solidFill>
                            <a:srgbClr val="FF0000"/>
                          </a:solidFill>
                          <a:latin typeface="Cambria" panose="02040503050406030204" pitchFamily="18" charset="0"/>
                          <a:ea typeface="Cambria" panose="02040503050406030204" pitchFamily="18" charset="0"/>
                          <a:cs typeface="Calibri" panose="020F0502020204030204" pitchFamily="34" charset="0"/>
                        </a:rPr>
                        <a:t>DENSE_RANK()</a:t>
                      </a:r>
                      <a:r>
                        <a:rPr lang="en-US" altLang="en-US" sz="2400" b="0" dirty="0">
                          <a:solidFill>
                            <a:srgbClr val="000000"/>
                          </a:solidFill>
                          <a:latin typeface="Cambria" panose="02040503050406030204" pitchFamily="18" charset="0"/>
                          <a:ea typeface="Cambria" panose="02040503050406030204" pitchFamily="18" charset="0"/>
                          <a:cs typeface="Calibri" panose="020F0502020204030204" pitchFamily="34" charset="0"/>
                        </a:rPr>
                        <a:t> </a:t>
                      </a:r>
                      <a:r>
                        <a:rPr lang="en-US" altLang="en-US" sz="2400" b="0" dirty="0">
                          <a:solidFill>
                            <a:schemeClr val="tx1"/>
                          </a:solidFill>
                          <a:highlight>
                            <a:srgbClr val="FFFF00"/>
                          </a:highlight>
                          <a:latin typeface="Cambria" panose="02040503050406030204" pitchFamily="18" charset="0"/>
                          <a:ea typeface="Cambria" panose="02040503050406030204" pitchFamily="18" charset="0"/>
                          <a:cs typeface="Calibri" panose="020F0502020204030204" pitchFamily="34" charset="0"/>
                        </a:rPr>
                        <a:t>OVER(order by comm desc)</a:t>
                      </a:r>
                      <a:r>
                        <a:rPr lang="en-US" altLang="en-US" sz="2400" b="0" dirty="0">
                          <a:solidFill>
                            <a:srgbClr val="000000"/>
                          </a:solidFill>
                          <a:latin typeface="Cambria" panose="02040503050406030204" pitchFamily="18" charset="0"/>
                          <a:ea typeface="Cambria" panose="02040503050406030204" pitchFamily="18" charset="0"/>
                          <a:cs typeface="Calibri" panose="020F0502020204030204" pitchFamily="34" charset="0"/>
                        </a:rPr>
                        <a:t> AS "</a:t>
                      </a:r>
                      <a:r>
                        <a:rPr lang="en-US" altLang="en-US" sz="2400" b="0" dirty="0" err="1">
                          <a:solidFill>
                            <a:srgbClr val="000000"/>
                          </a:solidFill>
                          <a:latin typeface="Cambria" panose="02040503050406030204" pitchFamily="18" charset="0"/>
                          <a:ea typeface="Cambria" panose="02040503050406030204" pitchFamily="18" charset="0"/>
                          <a:cs typeface="Calibri" panose="020F0502020204030204" pitchFamily="34" charset="0"/>
                        </a:rPr>
                        <a:t>emp_dense_rank</a:t>
                      </a:r>
                      <a:r>
                        <a:rPr lang="en-US" altLang="en-US" sz="2400" b="0" dirty="0">
                          <a:solidFill>
                            <a:srgbClr val="000000"/>
                          </a:solidFill>
                          <a:latin typeface="Cambria" panose="02040503050406030204" pitchFamily="18" charset="0"/>
                          <a:ea typeface="Cambria" panose="02040503050406030204" pitchFamily="18" charset="0"/>
                          <a:cs typeface="Calibri" panose="020F0502020204030204" pitchFamily="34" charset="0"/>
                        </a:rPr>
                        <a:t>“ FROM emp where </a:t>
                      </a:r>
                      <a:r>
                        <a:rPr lang="en-US" altLang="en-US" sz="2400" b="0" dirty="0" err="1">
                          <a:solidFill>
                            <a:srgbClr val="000000"/>
                          </a:solidFill>
                          <a:latin typeface="Cambria" panose="02040503050406030204" pitchFamily="18" charset="0"/>
                          <a:ea typeface="Cambria" panose="02040503050406030204" pitchFamily="18" charset="0"/>
                          <a:cs typeface="Calibri" panose="020F0502020204030204" pitchFamily="34" charset="0"/>
                        </a:rPr>
                        <a:t>deptno</a:t>
                      </a:r>
                      <a:r>
                        <a:rPr lang="en-US" altLang="en-US" sz="2400" b="0" dirty="0">
                          <a:solidFill>
                            <a:srgbClr val="000000"/>
                          </a:solidFill>
                          <a:latin typeface="Cambria" panose="02040503050406030204" pitchFamily="18" charset="0"/>
                          <a:ea typeface="Cambria" panose="02040503050406030204" pitchFamily="18" charset="0"/>
                          <a:cs typeface="Calibri" panose="020F0502020204030204" pitchFamily="34" charset="0"/>
                        </a:rPr>
                        <a:t> =30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10000"/>
                  </a:ext>
                </a:extLst>
              </a:tr>
            </a:tbl>
          </a:graphicData>
        </a:graphic>
      </p:graphicFrame>
      <p:graphicFrame>
        <p:nvGraphicFramePr>
          <p:cNvPr id="4" name="Table 3">
            <a:extLst>
              <a:ext uri="{FF2B5EF4-FFF2-40B4-BE49-F238E27FC236}">
                <a16:creationId xmlns:a16="http://schemas.microsoft.com/office/drawing/2014/main" id="{36CC2B46-84C3-5CE2-6208-D44C55CFD7C6}"/>
              </a:ext>
            </a:extLst>
          </p:cNvPr>
          <p:cNvGraphicFramePr>
            <a:graphicFrameLocks noGrp="1"/>
          </p:cNvGraphicFramePr>
          <p:nvPr>
            <p:extLst>
              <p:ext uri="{D42A27DB-BD31-4B8C-83A1-F6EECF244321}">
                <p14:modId xmlns:p14="http://schemas.microsoft.com/office/powerpoint/2010/main" val="417099084"/>
              </p:ext>
            </p:extLst>
          </p:nvPr>
        </p:nvGraphicFramePr>
        <p:xfrm>
          <a:off x="338138" y="3789040"/>
          <a:ext cx="8555039" cy="2286000"/>
        </p:xfrm>
        <a:graphic>
          <a:graphicData uri="http://schemas.openxmlformats.org/drawingml/2006/table">
            <a:tbl>
              <a:tblPr/>
              <a:tblGrid>
                <a:gridCol w="1295575">
                  <a:extLst>
                    <a:ext uri="{9D8B030D-6E8A-4147-A177-3AD203B41FA5}">
                      <a16:colId xmlns:a16="http://schemas.microsoft.com/office/drawing/2014/main" val="20000"/>
                    </a:ext>
                  </a:extLst>
                </a:gridCol>
                <a:gridCol w="1295575">
                  <a:extLst>
                    <a:ext uri="{9D8B030D-6E8A-4147-A177-3AD203B41FA5}">
                      <a16:colId xmlns:a16="http://schemas.microsoft.com/office/drawing/2014/main" val="20001"/>
                    </a:ext>
                  </a:extLst>
                </a:gridCol>
                <a:gridCol w="1295575">
                  <a:extLst>
                    <a:ext uri="{9D8B030D-6E8A-4147-A177-3AD203B41FA5}">
                      <a16:colId xmlns:a16="http://schemas.microsoft.com/office/drawing/2014/main" val="20002"/>
                    </a:ext>
                  </a:extLst>
                </a:gridCol>
                <a:gridCol w="1295575">
                  <a:extLst>
                    <a:ext uri="{9D8B030D-6E8A-4147-A177-3AD203B41FA5}">
                      <a16:colId xmlns:a16="http://schemas.microsoft.com/office/drawing/2014/main" val="20003"/>
                    </a:ext>
                  </a:extLst>
                </a:gridCol>
                <a:gridCol w="1295575">
                  <a:extLst>
                    <a:ext uri="{9D8B030D-6E8A-4147-A177-3AD203B41FA5}">
                      <a16:colId xmlns:a16="http://schemas.microsoft.com/office/drawing/2014/main" val="20004"/>
                    </a:ext>
                  </a:extLst>
                </a:gridCol>
                <a:gridCol w="2077164">
                  <a:extLst>
                    <a:ext uri="{9D8B030D-6E8A-4147-A177-3AD203B41FA5}">
                      <a16:colId xmlns:a16="http://schemas.microsoft.com/office/drawing/2014/main" val="20005"/>
                    </a:ext>
                  </a:extLst>
                </a:gridCol>
              </a:tblGrid>
              <a:tr h="0">
                <a:tc>
                  <a:txBody>
                    <a:bodyPr/>
                    <a:lstStyle/>
                    <a:p>
                      <a:pPr algn="ctr" fontAlgn="b"/>
                      <a:r>
                        <a:rPr lang="en-US" b="1" dirty="0">
                          <a:solidFill>
                            <a:srgbClr val="FFFFFF"/>
                          </a:solidFill>
                          <a:effectLst/>
                        </a:rPr>
                        <a:t>ENAME</a:t>
                      </a:r>
                    </a:p>
                  </a:txBody>
                  <a:tcPr marL="68589" marR="68589" anchor="b">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879CBD"/>
                    </a:solidFill>
                  </a:tcPr>
                </a:tc>
                <a:tc>
                  <a:txBody>
                    <a:bodyPr/>
                    <a:lstStyle/>
                    <a:p>
                      <a:pPr algn="ctr" fontAlgn="b"/>
                      <a:r>
                        <a:rPr lang="en-US" b="1">
                          <a:solidFill>
                            <a:srgbClr val="FFFFFF"/>
                          </a:solidFill>
                          <a:effectLst/>
                        </a:rPr>
                        <a:t>SAL</a:t>
                      </a:r>
                    </a:p>
                  </a:txBody>
                  <a:tcPr marL="68589" marR="68589" anchor="b">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879CBD"/>
                    </a:solidFill>
                  </a:tcPr>
                </a:tc>
                <a:tc>
                  <a:txBody>
                    <a:bodyPr/>
                    <a:lstStyle/>
                    <a:p>
                      <a:pPr algn="ctr" fontAlgn="b"/>
                      <a:r>
                        <a:rPr lang="en-US" b="1">
                          <a:solidFill>
                            <a:srgbClr val="FFFFFF"/>
                          </a:solidFill>
                          <a:effectLst/>
                        </a:rPr>
                        <a:t>JOB</a:t>
                      </a:r>
                    </a:p>
                  </a:txBody>
                  <a:tcPr marL="68589" marR="68589" anchor="b">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879CBD"/>
                    </a:solidFill>
                  </a:tcPr>
                </a:tc>
                <a:tc>
                  <a:txBody>
                    <a:bodyPr/>
                    <a:lstStyle/>
                    <a:p>
                      <a:pPr algn="ctr" fontAlgn="b"/>
                      <a:r>
                        <a:rPr lang="en-US" b="1">
                          <a:solidFill>
                            <a:srgbClr val="FFFFFF"/>
                          </a:solidFill>
                          <a:effectLst/>
                        </a:rPr>
                        <a:t>COMM</a:t>
                      </a:r>
                    </a:p>
                  </a:txBody>
                  <a:tcPr marL="68589" marR="68589" anchor="b">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879CBD"/>
                    </a:solidFill>
                  </a:tcPr>
                </a:tc>
                <a:tc>
                  <a:txBody>
                    <a:bodyPr/>
                    <a:lstStyle/>
                    <a:p>
                      <a:pPr algn="ctr" fontAlgn="b"/>
                      <a:r>
                        <a:rPr lang="en-US" b="1">
                          <a:solidFill>
                            <a:srgbClr val="FFFFFF"/>
                          </a:solidFill>
                          <a:effectLst/>
                        </a:rPr>
                        <a:t>emp_rank</a:t>
                      </a:r>
                    </a:p>
                  </a:txBody>
                  <a:tcPr marL="68589" marR="68589" anchor="b">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879CBD"/>
                    </a:solidFill>
                  </a:tcPr>
                </a:tc>
                <a:tc>
                  <a:txBody>
                    <a:bodyPr/>
                    <a:lstStyle/>
                    <a:p>
                      <a:pPr algn="ctr" fontAlgn="b"/>
                      <a:r>
                        <a:rPr lang="en-US" b="1">
                          <a:solidFill>
                            <a:srgbClr val="FFFFFF"/>
                          </a:solidFill>
                          <a:effectLst/>
                        </a:rPr>
                        <a:t>emp_dense_rank</a:t>
                      </a:r>
                    </a:p>
                  </a:txBody>
                  <a:tcPr marL="68589" marR="68589" anchor="b">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879CBD"/>
                    </a:solidFill>
                  </a:tcPr>
                </a:tc>
                <a:extLst>
                  <a:ext uri="{0D108BD9-81ED-4DB2-BD59-A6C34878D82A}">
                    <a16:rowId xmlns:a16="http://schemas.microsoft.com/office/drawing/2014/main" val="10000"/>
                  </a:ext>
                </a:extLst>
              </a:tr>
              <a:tr h="0">
                <a:tc>
                  <a:txBody>
                    <a:bodyPr/>
                    <a:lstStyle/>
                    <a:p>
                      <a:pPr algn="ctr"/>
                      <a:r>
                        <a:rPr lang="en-US" dirty="0">
                          <a:effectLst/>
                        </a:rPr>
                        <a:t>BLAKE</a:t>
                      </a:r>
                    </a:p>
                  </a:txBody>
                  <a:tcPr marL="68589" marR="68589" marT="22860" marB="228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pPr algn="ctr"/>
                      <a:r>
                        <a:rPr lang="en-US">
                          <a:effectLst/>
                        </a:rPr>
                        <a:t>2850</a:t>
                      </a:r>
                    </a:p>
                  </a:txBody>
                  <a:tcPr marL="68589" marR="68589" marT="22860" marB="228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pPr algn="ctr"/>
                      <a:r>
                        <a:rPr lang="en-US">
                          <a:effectLst/>
                        </a:rPr>
                        <a:t>MANAGER</a:t>
                      </a:r>
                    </a:p>
                  </a:txBody>
                  <a:tcPr marL="68589" marR="68589" marT="22860" marB="228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pPr algn="ctr"/>
                      <a:r>
                        <a:rPr lang="en-US" dirty="0">
                          <a:solidFill>
                            <a:srgbClr val="FF0000"/>
                          </a:solidFill>
                          <a:effectLst/>
                        </a:rPr>
                        <a:t>-</a:t>
                      </a:r>
                    </a:p>
                  </a:txBody>
                  <a:tcPr marL="68589" marR="68589" marT="22860" marB="228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pPr algn="ctr"/>
                      <a:r>
                        <a:rPr lang="en-US">
                          <a:solidFill>
                            <a:srgbClr val="FF0000"/>
                          </a:solidFill>
                          <a:effectLst/>
                        </a:rPr>
                        <a:t>1</a:t>
                      </a:r>
                    </a:p>
                  </a:txBody>
                  <a:tcPr marL="68589" marR="68589" marT="22860" marB="228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pPr algn="ctr"/>
                      <a:r>
                        <a:rPr lang="en-US">
                          <a:solidFill>
                            <a:srgbClr val="FF0000"/>
                          </a:solidFill>
                          <a:effectLst/>
                        </a:rPr>
                        <a:t>1</a:t>
                      </a:r>
                    </a:p>
                  </a:txBody>
                  <a:tcPr marL="68589" marR="68589" marT="22860" marB="228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extLst>
                  <a:ext uri="{0D108BD9-81ED-4DB2-BD59-A6C34878D82A}">
                    <a16:rowId xmlns:a16="http://schemas.microsoft.com/office/drawing/2014/main" val="10001"/>
                  </a:ext>
                </a:extLst>
              </a:tr>
              <a:tr h="0">
                <a:tc>
                  <a:txBody>
                    <a:bodyPr/>
                    <a:lstStyle/>
                    <a:p>
                      <a:pPr algn="ctr"/>
                      <a:r>
                        <a:rPr lang="en-US" dirty="0">
                          <a:effectLst/>
                        </a:rPr>
                        <a:t>JAMES</a:t>
                      </a:r>
                    </a:p>
                  </a:txBody>
                  <a:tcPr marL="68589" marR="68589" marT="22860" marB="228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pPr algn="ctr"/>
                      <a:r>
                        <a:rPr lang="en-US">
                          <a:effectLst/>
                        </a:rPr>
                        <a:t>950</a:t>
                      </a:r>
                    </a:p>
                  </a:txBody>
                  <a:tcPr marL="68589" marR="68589" marT="22860" marB="228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pPr algn="ctr"/>
                      <a:r>
                        <a:rPr lang="en-US">
                          <a:effectLst/>
                        </a:rPr>
                        <a:t>CLERK</a:t>
                      </a:r>
                    </a:p>
                  </a:txBody>
                  <a:tcPr marL="68589" marR="68589" marT="22860" marB="228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pPr algn="ctr"/>
                      <a:r>
                        <a:rPr lang="en-US" dirty="0">
                          <a:solidFill>
                            <a:srgbClr val="FF0000"/>
                          </a:solidFill>
                          <a:effectLst/>
                        </a:rPr>
                        <a:t>-</a:t>
                      </a:r>
                    </a:p>
                  </a:txBody>
                  <a:tcPr marL="68589" marR="68589" marT="22860" marB="228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pPr algn="ctr"/>
                      <a:r>
                        <a:rPr lang="en-US" dirty="0">
                          <a:solidFill>
                            <a:srgbClr val="FF0000"/>
                          </a:solidFill>
                          <a:effectLst/>
                        </a:rPr>
                        <a:t>1</a:t>
                      </a:r>
                    </a:p>
                  </a:txBody>
                  <a:tcPr marL="68589" marR="68589" marT="22860" marB="228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pPr algn="ctr"/>
                      <a:r>
                        <a:rPr lang="en-US" dirty="0">
                          <a:solidFill>
                            <a:srgbClr val="FF0000"/>
                          </a:solidFill>
                          <a:effectLst/>
                        </a:rPr>
                        <a:t>1</a:t>
                      </a:r>
                    </a:p>
                  </a:txBody>
                  <a:tcPr marL="68589" marR="68589" marT="22860" marB="228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extLst>
                  <a:ext uri="{0D108BD9-81ED-4DB2-BD59-A6C34878D82A}">
                    <a16:rowId xmlns:a16="http://schemas.microsoft.com/office/drawing/2014/main" val="10002"/>
                  </a:ext>
                </a:extLst>
              </a:tr>
              <a:tr h="0">
                <a:tc>
                  <a:txBody>
                    <a:bodyPr/>
                    <a:lstStyle/>
                    <a:p>
                      <a:pPr algn="ctr"/>
                      <a:r>
                        <a:rPr lang="en-US" dirty="0">
                          <a:effectLst/>
                        </a:rPr>
                        <a:t>MARTIN</a:t>
                      </a:r>
                    </a:p>
                  </a:txBody>
                  <a:tcPr marL="68589" marR="68589" marT="22860" marB="228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pPr algn="ctr"/>
                      <a:r>
                        <a:rPr lang="en-US">
                          <a:effectLst/>
                        </a:rPr>
                        <a:t>1250</a:t>
                      </a:r>
                    </a:p>
                  </a:txBody>
                  <a:tcPr marL="68589" marR="68589" marT="22860" marB="228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pPr algn="ctr"/>
                      <a:r>
                        <a:rPr lang="en-US">
                          <a:effectLst/>
                        </a:rPr>
                        <a:t>SALESMAN</a:t>
                      </a:r>
                    </a:p>
                  </a:txBody>
                  <a:tcPr marL="68589" marR="68589" marT="22860" marB="228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pPr algn="ctr"/>
                      <a:r>
                        <a:rPr lang="en-US">
                          <a:effectLst/>
                        </a:rPr>
                        <a:t>1400</a:t>
                      </a:r>
                    </a:p>
                  </a:txBody>
                  <a:tcPr marL="68589" marR="68589" marT="22860" marB="228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pPr algn="ctr"/>
                      <a:r>
                        <a:rPr lang="en-US" dirty="0">
                          <a:effectLst/>
                        </a:rPr>
                        <a:t>3</a:t>
                      </a:r>
                    </a:p>
                  </a:txBody>
                  <a:tcPr marL="68589" marR="68589" marT="22860" marB="228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pPr algn="ctr"/>
                      <a:r>
                        <a:rPr lang="en-US" dirty="0">
                          <a:effectLst/>
                        </a:rPr>
                        <a:t>2</a:t>
                      </a:r>
                    </a:p>
                  </a:txBody>
                  <a:tcPr marL="68589" marR="68589" marT="22860" marB="228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extLst>
                  <a:ext uri="{0D108BD9-81ED-4DB2-BD59-A6C34878D82A}">
                    <a16:rowId xmlns:a16="http://schemas.microsoft.com/office/drawing/2014/main" val="10003"/>
                  </a:ext>
                </a:extLst>
              </a:tr>
              <a:tr h="0">
                <a:tc>
                  <a:txBody>
                    <a:bodyPr/>
                    <a:lstStyle/>
                    <a:p>
                      <a:pPr algn="ctr"/>
                      <a:r>
                        <a:rPr lang="en-US" dirty="0">
                          <a:effectLst/>
                        </a:rPr>
                        <a:t>WARD</a:t>
                      </a:r>
                    </a:p>
                  </a:txBody>
                  <a:tcPr marL="68589" marR="68589" marT="22860" marB="228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pPr algn="ctr"/>
                      <a:r>
                        <a:rPr lang="en-US">
                          <a:effectLst/>
                        </a:rPr>
                        <a:t>1250</a:t>
                      </a:r>
                    </a:p>
                  </a:txBody>
                  <a:tcPr marL="68589" marR="68589" marT="22860" marB="228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pPr algn="ctr"/>
                      <a:r>
                        <a:rPr lang="en-US">
                          <a:effectLst/>
                        </a:rPr>
                        <a:t>SALESMAN</a:t>
                      </a:r>
                    </a:p>
                  </a:txBody>
                  <a:tcPr marL="68589" marR="68589" marT="22860" marB="228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pPr algn="ctr"/>
                      <a:r>
                        <a:rPr lang="en-US">
                          <a:effectLst/>
                        </a:rPr>
                        <a:t>500</a:t>
                      </a:r>
                    </a:p>
                  </a:txBody>
                  <a:tcPr marL="68589" marR="68589" marT="22860" marB="228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pPr algn="ctr"/>
                      <a:r>
                        <a:rPr lang="en-US">
                          <a:effectLst/>
                        </a:rPr>
                        <a:t>4</a:t>
                      </a:r>
                    </a:p>
                  </a:txBody>
                  <a:tcPr marL="68589" marR="68589" marT="22860" marB="228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pPr algn="ctr"/>
                      <a:r>
                        <a:rPr lang="en-US">
                          <a:effectLst/>
                        </a:rPr>
                        <a:t>3</a:t>
                      </a:r>
                    </a:p>
                  </a:txBody>
                  <a:tcPr marL="68589" marR="68589" marT="22860" marB="228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extLst>
                  <a:ext uri="{0D108BD9-81ED-4DB2-BD59-A6C34878D82A}">
                    <a16:rowId xmlns:a16="http://schemas.microsoft.com/office/drawing/2014/main" val="10004"/>
                  </a:ext>
                </a:extLst>
              </a:tr>
              <a:tr h="0">
                <a:tc>
                  <a:txBody>
                    <a:bodyPr/>
                    <a:lstStyle/>
                    <a:p>
                      <a:pPr algn="ctr"/>
                      <a:r>
                        <a:rPr lang="en-US" dirty="0">
                          <a:effectLst/>
                        </a:rPr>
                        <a:t>ALLEN</a:t>
                      </a:r>
                    </a:p>
                  </a:txBody>
                  <a:tcPr marL="68589" marR="68589" marT="22860" marB="228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pPr algn="ctr"/>
                      <a:r>
                        <a:rPr lang="en-US">
                          <a:effectLst/>
                        </a:rPr>
                        <a:t>1600</a:t>
                      </a:r>
                    </a:p>
                  </a:txBody>
                  <a:tcPr marL="68589" marR="68589" marT="22860" marB="228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pPr algn="ctr"/>
                      <a:r>
                        <a:rPr lang="en-US">
                          <a:effectLst/>
                        </a:rPr>
                        <a:t>SALESMAN</a:t>
                      </a:r>
                    </a:p>
                  </a:txBody>
                  <a:tcPr marL="68589" marR="68589" marT="22860" marB="228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pPr algn="ctr"/>
                      <a:r>
                        <a:rPr lang="en-US">
                          <a:effectLst/>
                        </a:rPr>
                        <a:t>300</a:t>
                      </a:r>
                    </a:p>
                  </a:txBody>
                  <a:tcPr marL="68589" marR="68589" marT="22860" marB="228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pPr algn="ctr"/>
                      <a:r>
                        <a:rPr lang="en-US">
                          <a:effectLst/>
                        </a:rPr>
                        <a:t>5</a:t>
                      </a:r>
                    </a:p>
                  </a:txBody>
                  <a:tcPr marL="68589" marR="68589" marT="22860" marB="228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pPr algn="ctr"/>
                      <a:r>
                        <a:rPr lang="en-US">
                          <a:effectLst/>
                        </a:rPr>
                        <a:t>4</a:t>
                      </a:r>
                    </a:p>
                  </a:txBody>
                  <a:tcPr marL="68589" marR="68589" marT="22860" marB="228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extLst>
                  <a:ext uri="{0D108BD9-81ED-4DB2-BD59-A6C34878D82A}">
                    <a16:rowId xmlns:a16="http://schemas.microsoft.com/office/drawing/2014/main" val="10005"/>
                  </a:ext>
                </a:extLst>
              </a:tr>
              <a:tr h="0">
                <a:tc>
                  <a:txBody>
                    <a:bodyPr/>
                    <a:lstStyle/>
                    <a:p>
                      <a:pPr algn="ctr"/>
                      <a:r>
                        <a:rPr lang="en-US" dirty="0">
                          <a:effectLst/>
                        </a:rPr>
                        <a:t>TURNER</a:t>
                      </a:r>
                    </a:p>
                  </a:txBody>
                  <a:tcPr marL="68589" marR="68589" marT="22860" marB="228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4F4F4"/>
                    </a:solidFill>
                  </a:tcPr>
                </a:tc>
                <a:tc>
                  <a:txBody>
                    <a:bodyPr/>
                    <a:lstStyle/>
                    <a:p>
                      <a:pPr algn="ctr"/>
                      <a:r>
                        <a:rPr lang="en-US" dirty="0">
                          <a:effectLst/>
                        </a:rPr>
                        <a:t>1500</a:t>
                      </a:r>
                    </a:p>
                  </a:txBody>
                  <a:tcPr marL="68589" marR="68589" marT="22860" marB="228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4F4F4"/>
                    </a:solidFill>
                  </a:tcPr>
                </a:tc>
                <a:tc>
                  <a:txBody>
                    <a:bodyPr/>
                    <a:lstStyle/>
                    <a:p>
                      <a:pPr algn="ctr"/>
                      <a:r>
                        <a:rPr lang="en-US" dirty="0">
                          <a:effectLst/>
                        </a:rPr>
                        <a:t>SALESMAN</a:t>
                      </a:r>
                    </a:p>
                  </a:txBody>
                  <a:tcPr marL="68589" marR="68589" marT="22860" marB="228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4F4F4"/>
                    </a:solidFill>
                  </a:tcPr>
                </a:tc>
                <a:tc>
                  <a:txBody>
                    <a:bodyPr/>
                    <a:lstStyle/>
                    <a:p>
                      <a:pPr algn="ctr"/>
                      <a:r>
                        <a:rPr lang="en-US" dirty="0">
                          <a:effectLst/>
                        </a:rPr>
                        <a:t>0</a:t>
                      </a:r>
                    </a:p>
                  </a:txBody>
                  <a:tcPr marL="68589" marR="68589" marT="22860" marB="228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4F4F4"/>
                    </a:solidFill>
                  </a:tcPr>
                </a:tc>
                <a:tc>
                  <a:txBody>
                    <a:bodyPr/>
                    <a:lstStyle/>
                    <a:p>
                      <a:pPr algn="ctr"/>
                      <a:r>
                        <a:rPr lang="en-US" dirty="0">
                          <a:effectLst/>
                        </a:rPr>
                        <a:t>6</a:t>
                      </a:r>
                    </a:p>
                  </a:txBody>
                  <a:tcPr marL="68589" marR="68589" marT="22860" marB="228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4F4F4"/>
                    </a:solidFill>
                  </a:tcPr>
                </a:tc>
                <a:tc>
                  <a:txBody>
                    <a:bodyPr/>
                    <a:lstStyle/>
                    <a:p>
                      <a:pPr algn="ctr"/>
                      <a:r>
                        <a:rPr lang="en-US" dirty="0">
                          <a:effectLst/>
                        </a:rPr>
                        <a:t>5</a:t>
                      </a:r>
                    </a:p>
                  </a:txBody>
                  <a:tcPr marL="68589" marR="68589" marT="22860" marB="228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4F4F4"/>
                    </a:solidFill>
                  </a:tcPr>
                </a:tc>
                <a:extLst>
                  <a:ext uri="{0D108BD9-81ED-4DB2-BD59-A6C34878D82A}">
                    <a16:rowId xmlns:a16="http://schemas.microsoft.com/office/drawing/2014/main" val="10006"/>
                  </a:ext>
                </a:extLst>
              </a:tr>
            </a:tbl>
          </a:graphicData>
        </a:graphic>
      </p:graphicFrame>
      <p:sp>
        <p:nvSpPr>
          <p:cNvPr id="2" name="Rectangle 3">
            <a:extLst>
              <a:ext uri="{FF2B5EF4-FFF2-40B4-BE49-F238E27FC236}">
                <a16:creationId xmlns:a16="http://schemas.microsoft.com/office/drawing/2014/main" id="{FA89AC69-D35F-C78E-E642-5555C6FB5697}"/>
              </a:ext>
            </a:extLst>
          </p:cNvPr>
          <p:cNvSpPr txBox="1">
            <a:spLocks noChangeArrowheads="1"/>
          </p:cNvSpPr>
          <p:nvPr/>
        </p:nvSpPr>
        <p:spPr bwMode="auto">
          <a:xfrm>
            <a:off x="320243" y="620688"/>
            <a:ext cx="8394700" cy="12470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7688"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6963"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285750" indent="-285750" algn="just">
              <a:buSzPct val="50000"/>
              <a:buFont typeface="Wingdings" panose="05000000000000000000" pitchFamily="2" charset="2"/>
              <a:buChar char="l"/>
            </a:pPr>
            <a:r>
              <a:rPr lang="en-US" altLang="en-US" sz="2400" dirty="0">
                <a:solidFill>
                  <a:srgbClr val="0033CC"/>
                </a:solidFill>
                <a:latin typeface="Cambria" panose="02040503050406030204" pitchFamily="18" charset="0"/>
                <a:ea typeface="Cambria" panose="02040503050406030204" pitchFamily="18" charset="0"/>
                <a:cs typeface="Calibri" panose="020F0502020204030204" pitchFamily="34" charset="0"/>
              </a:rPr>
              <a:t>RANK()</a:t>
            </a:r>
            <a:r>
              <a:rPr lang="en-US" altLang="en-US" sz="2400" dirty="0">
                <a:latin typeface="Cambria" panose="02040503050406030204" pitchFamily="18" charset="0"/>
                <a:ea typeface="Cambria" panose="02040503050406030204" pitchFamily="18" charset="0"/>
                <a:cs typeface="Calibri" panose="020F0502020204030204" pitchFamily="34" charset="0"/>
              </a:rPr>
              <a:t> and </a:t>
            </a:r>
            <a:r>
              <a:rPr lang="en-US" altLang="en-US" sz="2400" dirty="0">
                <a:solidFill>
                  <a:srgbClr val="0033CC"/>
                </a:solidFill>
                <a:latin typeface="Cambria" panose="02040503050406030204" pitchFamily="18" charset="0"/>
                <a:ea typeface="Cambria" panose="02040503050406030204" pitchFamily="18" charset="0"/>
                <a:cs typeface="Calibri" panose="020F0502020204030204" pitchFamily="34" charset="0"/>
              </a:rPr>
              <a:t>DENSE_RANK()</a:t>
            </a:r>
            <a:r>
              <a:rPr lang="en-US" altLang="en-US" sz="2400" dirty="0">
                <a:latin typeface="Cambria" panose="02040503050406030204" pitchFamily="18" charset="0"/>
                <a:ea typeface="Cambria" panose="02040503050406030204" pitchFamily="18" charset="0"/>
                <a:cs typeface="Calibri" panose="020F0502020204030204" pitchFamily="34" charset="0"/>
              </a:rPr>
              <a:t> assign the highest rank of 1 to NULL values in descending rankings, and the lowest rank in ascending rankings.</a:t>
            </a:r>
          </a:p>
        </p:txBody>
      </p:sp>
      <p:sp>
        <p:nvSpPr>
          <p:cNvPr id="5" name="Footer Placeholder 2">
            <a:extLst>
              <a:ext uri="{FF2B5EF4-FFF2-40B4-BE49-F238E27FC236}">
                <a16:creationId xmlns:a16="http://schemas.microsoft.com/office/drawing/2014/main" id="{34162ADE-8E96-BC75-A847-4DE201C52FED}"/>
              </a:ext>
            </a:extLst>
          </p:cNvPr>
          <p:cNvSpPr>
            <a:spLocks noGrp="1"/>
          </p:cNvSpPr>
          <p:nvPr>
            <p:ph type="ftr" sz="quarter" idx="11"/>
          </p:nvPr>
        </p:nvSpPr>
        <p:spPr>
          <a:xfrm>
            <a:off x="2555776" y="6381328"/>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6" name="Slide Number Placeholder 23">
            <a:extLst>
              <a:ext uri="{FF2B5EF4-FFF2-40B4-BE49-F238E27FC236}">
                <a16:creationId xmlns:a16="http://schemas.microsoft.com/office/drawing/2014/main" id="{0E615C50-CF66-E963-7CE0-AC28B68B6A58}"/>
              </a:ext>
            </a:extLst>
          </p:cNvPr>
          <p:cNvSpPr>
            <a:spLocks noGrp="1"/>
          </p:cNvSpPr>
          <p:nvPr>
            <p:ph type="sldNum" sz="quarter" idx="12"/>
          </p:nvPr>
        </p:nvSpPr>
        <p:spPr>
          <a:xfrm>
            <a:off x="8532440" y="6166335"/>
            <a:ext cx="427833"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33</a:t>
            </a:fld>
            <a:endParaRPr kumimoji="0" lang="en-US" sz="1400" b="0" i="0" u="none" strike="noStrike" kern="1200" cap="none" spc="0" normalizeH="0" baseline="0" noProof="0" dirty="0">
              <a:ln>
                <a:noFill/>
              </a:ln>
              <a:solidFill>
                <a:srgbClr val="FFFFFF"/>
              </a:solidFill>
              <a:effectLst/>
              <a:uLnTx/>
              <a:uFillTx/>
              <a:latin typeface="Franklin Gothic Book"/>
              <a:ea typeface="+mj-ea"/>
              <a:cs typeface="+mj-cs"/>
            </a:endParaRPr>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18FCD8-49F0-BFD0-8EB4-48B2B5C97754}"/>
            </a:ext>
          </a:extLst>
        </p:cNvPr>
        <p:cNvGrpSpPr/>
        <p:nvPr/>
      </p:nvGrpSpPr>
      <p:grpSpPr>
        <a:xfrm>
          <a:off x="0" y="0"/>
          <a:ext cx="0" cy="0"/>
          <a:chOff x="0" y="0"/>
          <a:chExt cx="0" cy="0"/>
        </a:xfrm>
      </p:grpSpPr>
      <p:sp>
        <p:nvSpPr>
          <p:cNvPr id="90114" name="Rectangle 2">
            <a:extLst>
              <a:ext uri="{FF2B5EF4-FFF2-40B4-BE49-F238E27FC236}">
                <a16:creationId xmlns:a16="http://schemas.microsoft.com/office/drawing/2014/main" id="{B7DDB8DC-15CB-1756-FD15-548D5559E769}"/>
              </a:ext>
            </a:extLst>
          </p:cNvPr>
          <p:cNvSpPr>
            <a:spLocks noGrp="1" noChangeArrowheads="1"/>
          </p:cNvSpPr>
          <p:nvPr>
            <p:ph type="title"/>
          </p:nvPr>
        </p:nvSpPr>
        <p:spPr>
          <a:xfrm>
            <a:off x="323850" y="188913"/>
            <a:ext cx="7777163" cy="533400"/>
          </a:xfrm>
        </p:spPr>
        <p:txBody>
          <a:bodyPr/>
          <a:lstStyle/>
          <a:p>
            <a:pPr eaLnBrk="1" hangingPunct="1">
              <a:spcBef>
                <a:spcPct val="50000"/>
              </a:spcBef>
            </a:pPr>
            <a:r>
              <a:rPr lang="en-US" altLang="en-US" sz="2800" b="1" u="sng" dirty="0">
                <a:solidFill>
                  <a:srgbClr val="D34817"/>
                </a:solidFill>
                <a:latin typeface="Cambria" panose="02040503050406030204" pitchFamily="18" charset="0"/>
                <a:ea typeface="Cambria" panose="02040503050406030204" pitchFamily="18" charset="0"/>
              </a:rPr>
              <a:t>Ranking – NULL values</a:t>
            </a:r>
          </a:p>
        </p:txBody>
      </p:sp>
      <p:graphicFrame>
        <p:nvGraphicFramePr>
          <p:cNvPr id="3" name="Table 2">
            <a:extLst>
              <a:ext uri="{FF2B5EF4-FFF2-40B4-BE49-F238E27FC236}">
                <a16:creationId xmlns:a16="http://schemas.microsoft.com/office/drawing/2014/main" id="{00598884-37AA-A7B7-0B08-BB76C8BEFFD6}"/>
              </a:ext>
            </a:extLst>
          </p:cNvPr>
          <p:cNvGraphicFramePr>
            <a:graphicFrameLocks noGrp="1"/>
          </p:cNvGraphicFramePr>
          <p:nvPr>
            <p:extLst>
              <p:ext uri="{D42A27DB-BD31-4B8C-83A1-F6EECF244321}">
                <p14:modId xmlns:p14="http://schemas.microsoft.com/office/powerpoint/2010/main" val="4046512970"/>
              </p:ext>
            </p:extLst>
          </p:nvPr>
        </p:nvGraphicFramePr>
        <p:xfrm>
          <a:off x="338138" y="1556792"/>
          <a:ext cx="8568952" cy="1706880"/>
        </p:xfrm>
        <a:graphic>
          <a:graphicData uri="http://schemas.openxmlformats.org/drawingml/2006/table">
            <a:tbl>
              <a:tblPr firstRow="1" bandRow="1">
                <a:tableStyleId>{5C22544A-7EE6-4342-B048-85BDC9FD1C3A}</a:tableStyleId>
              </a:tblPr>
              <a:tblGrid>
                <a:gridCol w="8568952">
                  <a:extLst>
                    <a:ext uri="{9D8B030D-6E8A-4147-A177-3AD203B41FA5}">
                      <a16:colId xmlns:a16="http://schemas.microsoft.com/office/drawing/2014/main" val="20000"/>
                    </a:ext>
                  </a:extLst>
                </a:gridCol>
              </a:tblGrid>
              <a:tr h="370840">
                <a:tc>
                  <a:txBody>
                    <a:bodyPr/>
                    <a:lstStyle/>
                    <a:p>
                      <a:pPr algn="just">
                        <a:spcBef>
                          <a:spcPts val="600"/>
                        </a:spcBef>
                        <a:buFontTx/>
                        <a:buNone/>
                      </a:pPr>
                      <a:r>
                        <a:rPr lang="en-US" altLang="en-US" sz="2400" b="0" dirty="0">
                          <a:solidFill>
                            <a:srgbClr val="000000"/>
                          </a:solidFill>
                          <a:latin typeface="Cambria" panose="02040503050406030204" pitchFamily="18" charset="0"/>
                          <a:ea typeface="Cambria" panose="02040503050406030204" pitchFamily="18" charset="0"/>
                          <a:cs typeface="Calibri" panose="020F0502020204030204" pitchFamily="34" charset="0"/>
                        </a:rPr>
                        <a:t>SELECT </a:t>
                      </a:r>
                      <a:r>
                        <a:rPr lang="en-US" altLang="en-US" sz="2400" b="0" dirty="0" err="1">
                          <a:solidFill>
                            <a:srgbClr val="000000"/>
                          </a:solidFill>
                          <a:latin typeface="Cambria" panose="02040503050406030204" pitchFamily="18" charset="0"/>
                          <a:ea typeface="Cambria" panose="02040503050406030204" pitchFamily="18" charset="0"/>
                          <a:cs typeface="Calibri" panose="020F0502020204030204" pitchFamily="34" charset="0"/>
                        </a:rPr>
                        <a:t>ename</a:t>
                      </a:r>
                      <a:r>
                        <a:rPr lang="en-US" altLang="en-US" sz="2400" b="0" dirty="0">
                          <a:solidFill>
                            <a:srgbClr val="000000"/>
                          </a:solidFill>
                          <a:latin typeface="Cambria" panose="02040503050406030204" pitchFamily="18" charset="0"/>
                          <a:ea typeface="Cambria" panose="02040503050406030204" pitchFamily="18" charset="0"/>
                          <a:cs typeface="Calibri" panose="020F0502020204030204" pitchFamily="34" charset="0"/>
                        </a:rPr>
                        <a:t>, </a:t>
                      </a:r>
                      <a:r>
                        <a:rPr lang="en-US" altLang="en-US" sz="2400" b="0" dirty="0" err="1">
                          <a:solidFill>
                            <a:srgbClr val="000000"/>
                          </a:solidFill>
                          <a:latin typeface="Cambria" panose="02040503050406030204" pitchFamily="18" charset="0"/>
                          <a:ea typeface="Cambria" panose="02040503050406030204" pitchFamily="18" charset="0"/>
                          <a:cs typeface="Calibri" panose="020F0502020204030204" pitchFamily="34" charset="0"/>
                        </a:rPr>
                        <a:t>sal</a:t>
                      </a:r>
                      <a:r>
                        <a:rPr lang="en-US" altLang="en-US" sz="2400" b="0" dirty="0">
                          <a:solidFill>
                            <a:srgbClr val="000000"/>
                          </a:solidFill>
                          <a:latin typeface="Cambria" panose="02040503050406030204" pitchFamily="18" charset="0"/>
                          <a:ea typeface="Cambria" panose="02040503050406030204" pitchFamily="18" charset="0"/>
                          <a:cs typeface="Calibri" panose="020F0502020204030204" pitchFamily="34" charset="0"/>
                        </a:rPr>
                        <a:t>, job, comm  </a:t>
                      </a:r>
                    </a:p>
                    <a:p>
                      <a:pPr algn="just">
                        <a:spcBef>
                          <a:spcPts val="600"/>
                        </a:spcBef>
                        <a:buFontTx/>
                        <a:buNone/>
                      </a:pPr>
                      <a:r>
                        <a:rPr lang="en-US" altLang="en-US" sz="2400" b="0" dirty="0">
                          <a:solidFill>
                            <a:srgbClr val="FF0000"/>
                          </a:solidFill>
                          <a:latin typeface="Cambria" panose="02040503050406030204" pitchFamily="18" charset="0"/>
                          <a:ea typeface="Cambria" panose="02040503050406030204" pitchFamily="18" charset="0"/>
                          <a:cs typeface="Calibri" panose="020F0502020204030204" pitchFamily="34" charset="0"/>
                        </a:rPr>
                        <a:t>RANK()</a:t>
                      </a:r>
                      <a:r>
                        <a:rPr lang="en-US" altLang="en-US" sz="2400" b="0" dirty="0">
                          <a:solidFill>
                            <a:srgbClr val="000000"/>
                          </a:solidFill>
                          <a:latin typeface="Cambria" panose="02040503050406030204" pitchFamily="18" charset="0"/>
                          <a:ea typeface="Cambria" panose="02040503050406030204" pitchFamily="18" charset="0"/>
                          <a:cs typeface="Calibri" panose="020F0502020204030204" pitchFamily="34" charset="0"/>
                        </a:rPr>
                        <a:t> </a:t>
                      </a:r>
                      <a:r>
                        <a:rPr lang="en-US" altLang="en-US" sz="2400" b="0" dirty="0">
                          <a:solidFill>
                            <a:srgbClr val="0033CC"/>
                          </a:solidFill>
                          <a:highlight>
                            <a:srgbClr val="FFFF00"/>
                          </a:highlight>
                          <a:latin typeface="Cambria" panose="02040503050406030204" pitchFamily="18" charset="0"/>
                          <a:ea typeface="Cambria" panose="02040503050406030204" pitchFamily="18" charset="0"/>
                          <a:cs typeface="Calibri" panose="020F0502020204030204" pitchFamily="34" charset="0"/>
                        </a:rPr>
                        <a:t>OVER</a:t>
                      </a:r>
                      <a:r>
                        <a:rPr lang="en-US" altLang="en-US" sz="2400" b="0" dirty="0">
                          <a:solidFill>
                            <a:srgbClr val="000000"/>
                          </a:solidFill>
                          <a:highlight>
                            <a:srgbClr val="FFFF00"/>
                          </a:highlight>
                          <a:latin typeface="Cambria" panose="02040503050406030204" pitchFamily="18" charset="0"/>
                          <a:ea typeface="Cambria" panose="02040503050406030204" pitchFamily="18" charset="0"/>
                          <a:cs typeface="Calibri" panose="020F0502020204030204" pitchFamily="34" charset="0"/>
                        </a:rPr>
                        <a:t>(order by comm desc </a:t>
                      </a:r>
                      <a:r>
                        <a:rPr lang="en-US" altLang="en-US" sz="2400" b="0" dirty="0">
                          <a:solidFill>
                            <a:srgbClr val="FF0000"/>
                          </a:solidFill>
                          <a:highlight>
                            <a:srgbClr val="FFFF00"/>
                          </a:highlight>
                          <a:latin typeface="Cambria" panose="02040503050406030204" pitchFamily="18" charset="0"/>
                          <a:ea typeface="Cambria" panose="02040503050406030204" pitchFamily="18" charset="0"/>
                          <a:cs typeface="Calibri" panose="020F0502020204030204" pitchFamily="34" charset="0"/>
                        </a:rPr>
                        <a:t>NULLS LAST</a:t>
                      </a:r>
                      <a:r>
                        <a:rPr lang="en-US" altLang="en-US" sz="2400" b="0" dirty="0">
                          <a:solidFill>
                            <a:srgbClr val="000000"/>
                          </a:solidFill>
                          <a:highlight>
                            <a:srgbClr val="FFFF00"/>
                          </a:highlight>
                          <a:latin typeface="Cambria" panose="02040503050406030204" pitchFamily="18" charset="0"/>
                          <a:ea typeface="Cambria" panose="02040503050406030204" pitchFamily="18" charset="0"/>
                          <a:cs typeface="Calibri" panose="020F0502020204030204" pitchFamily="34" charset="0"/>
                        </a:rPr>
                        <a:t>)</a:t>
                      </a:r>
                      <a:r>
                        <a:rPr lang="en-US" altLang="en-US" sz="2400" b="0" dirty="0">
                          <a:solidFill>
                            <a:srgbClr val="000000"/>
                          </a:solidFill>
                          <a:latin typeface="Cambria" panose="02040503050406030204" pitchFamily="18" charset="0"/>
                          <a:ea typeface="Cambria" panose="02040503050406030204" pitchFamily="18" charset="0"/>
                          <a:cs typeface="Calibri" panose="020F0502020204030204" pitchFamily="34" charset="0"/>
                        </a:rPr>
                        <a:t> "</a:t>
                      </a:r>
                      <a:r>
                        <a:rPr lang="en-US" altLang="en-US" sz="2400" b="0" dirty="0" err="1">
                          <a:solidFill>
                            <a:srgbClr val="000000"/>
                          </a:solidFill>
                          <a:latin typeface="Cambria" panose="02040503050406030204" pitchFamily="18" charset="0"/>
                          <a:ea typeface="Cambria" panose="02040503050406030204" pitchFamily="18" charset="0"/>
                          <a:cs typeface="Calibri" panose="020F0502020204030204" pitchFamily="34" charset="0"/>
                        </a:rPr>
                        <a:t>emp_rank</a:t>
                      </a:r>
                      <a:r>
                        <a:rPr lang="en-US" altLang="en-US" sz="2400" b="0" dirty="0">
                          <a:solidFill>
                            <a:srgbClr val="000000"/>
                          </a:solidFill>
                          <a:latin typeface="Cambria" panose="02040503050406030204" pitchFamily="18" charset="0"/>
                          <a:ea typeface="Cambria" panose="02040503050406030204" pitchFamily="18" charset="0"/>
                          <a:cs typeface="Calibri" panose="020F0502020204030204" pitchFamily="34" charset="0"/>
                        </a:rPr>
                        <a:t>",</a:t>
                      </a:r>
                    </a:p>
                    <a:p>
                      <a:pPr algn="just">
                        <a:spcBef>
                          <a:spcPts val="600"/>
                        </a:spcBef>
                        <a:buFontTx/>
                        <a:buNone/>
                      </a:pPr>
                      <a:r>
                        <a:rPr lang="en-US" altLang="en-US" sz="2400" b="0" dirty="0">
                          <a:solidFill>
                            <a:srgbClr val="FF0000"/>
                          </a:solidFill>
                          <a:latin typeface="Cambria" panose="02040503050406030204" pitchFamily="18" charset="0"/>
                          <a:ea typeface="Cambria" panose="02040503050406030204" pitchFamily="18" charset="0"/>
                          <a:cs typeface="Calibri" panose="020F0502020204030204" pitchFamily="34" charset="0"/>
                        </a:rPr>
                        <a:t>DENSE_RANK()</a:t>
                      </a:r>
                      <a:r>
                        <a:rPr lang="en-US" altLang="en-US" sz="2400" b="0" dirty="0">
                          <a:solidFill>
                            <a:srgbClr val="000000"/>
                          </a:solidFill>
                          <a:latin typeface="Cambria" panose="02040503050406030204" pitchFamily="18" charset="0"/>
                          <a:ea typeface="Cambria" panose="02040503050406030204" pitchFamily="18" charset="0"/>
                          <a:cs typeface="Calibri" panose="020F0502020204030204" pitchFamily="34" charset="0"/>
                        </a:rPr>
                        <a:t> </a:t>
                      </a:r>
                      <a:r>
                        <a:rPr lang="en-US" altLang="en-US" sz="2400" b="0" dirty="0">
                          <a:solidFill>
                            <a:srgbClr val="0033CC"/>
                          </a:solidFill>
                          <a:highlight>
                            <a:srgbClr val="FFFF00"/>
                          </a:highlight>
                          <a:latin typeface="Cambria" panose="02040503050406030204" pitchFamily="18" charset="0"/>
                          <a:ea typeface="Cambria" panose="02040503050406030204" pitchFamily="18" charset="0"/>
                          <a:cs typeface="Calibri" panose="020F0502020204030204" pitchFamily="34" charset="0"/>
                        </a:rPr>
                        <a:t>OVER</a:t>
                      </a:r>
                      <a:r>
                        <a:rPr lang="en-US" altLang="en-US" sz="2400" b="0" dirty="0">
                          <a:solidFill>
                            <a:srgbClr val="000000"/>
                          </a:solidFill>
                          <a:highlight>
                            <a:srgbClr val="FFFF00"/>
                          </a:highlight>
                          <a:latin typeface="Cambria" panose="02040503050406030204" pitchFamily="18" charset="0"/>
                          <a:ea typeface="Cambria" panose="02040503050406030204" pitchFamily="18" charset="0"/>
                          <a:cs typeface="Calibri" panose="020F0502020204030204" pitchFamily="34" charset="0"/>
                        </a:rPr>
                        <a:t>(order by comm desc </a:t>
                      </a:r>
                      <a:r>
                        <a:rPr lang="en-US" altLang="en-US" sz="2400" b="0" dirty="0">
                          <a:solidFill>
                            <a:srgbClr val="FF0000"/>
                          </a:solidFill>
                          <a:highlight>
                            <a:srgbClr val="FFFF00"/>
                          </a:highlight>
                          <a:latin typeface="Cambria" panose="02040503050406030204" pitchFamily="18" charset="0"/>
                          <a:ea typeface="Cambria" panose="02040503050406030204" pitchFamily="18" charset="0"/>
                          <a:cs typeface="Calibri" panose="020F0502020204030204" pitchFamily="34" charset="0"/>
                        </a:rPr>
                        <a:t>NULLS LAST</a:t>
                      </a:r>
                      <a:r>
                        <a:rPr lang="en-US" altLang="en-US" sz="2400" b="0" dirty="0">
                          <a:solidFill>
                            <a:srgbClr val="000000"/>
                          </a:solidFill>
                          <a:highlight>
                            <a:srgbClr val="FFFF00"/>
                          </a:highlight>
                          <a:latin typeface="Cambria" panose="02040503050406030204" pitchFamily="18" charset="0"/>
                          <a:ea typeface="Cambria" panose="02040503050406030204" pitchFamily="18" charset="0"/>
                          <a:cs typeface="Calibri" panose="020F0502020204030204" pitchFamily="34" charset="0"/>
                        </a:rPr>
                        <a:t>)</a:t>
                      </a:r>
                      <a:r>
                        <a:rPr lang="en-US" altLang="en-US" sz="2400" b="0" dirty="0">
                          <a:solidFill>
                            <a:srgbClr val="000000"/>
                          </a:solidFill>
                          <a:latin typeface="Cambria" panose="02040503050406030204" pitchFamily="18" charset="0"/>
                          <a:ea typeface="Cambria" panose="02040503050406030204" pitchFamily="18" charset="0"/>
                          <a:cs typeface="Calibri" panose="020F0502020204030204" pitchFamily="34" charset="0"/>
                        </a:rPr>
                        <a:t> AS "</a:t>
                      </a:r>
                      <a:r>
                        <a:rPr lang="en-US" altLang="en-US" sz="2400" b="0" dirty="0" err="1">
                          <a:solidFill>
                            <a:srgbClr val="000000"/>
                          </a:solidFill>
                          <a:latin typeface="Cambria" panose="02040503050406030204" pitchFamily="18" charset="0"/>
                          <a:ea typeface="Cambria" panose="02040503050406030204" pitchFamily="18" charset="0"/>
                          <a:cs typeface="Calibri" panose="020F0502020204030204" pitchFamily="34" charset="0"/>
                        </a:rPr>
                        <a:t>emp_dense_rank</a:t>
                      </a:r>
                      <a:r>
                        <a:rPr lang="en-US" altLang="en-US" sz="2400" b="0" dirty="0">
                          <a:solidFill>
                            <a:srgbClr val="000000"/>
                          </a:solidFill>
                          <a:latin typeface="Cambria" panose="02040503050406030204" pitchFamily="18" charset="0"/>
                          <a:ea typeface="Cambria" panose="02040503050406030204" pitchFamily="18" charset="0"/>
                          <a:cs typeface="Calibri" panose="020F0502020204030204" pitchFamily="34" charset="0"/>
                        </a:rPr>
                        <a:t>“ FROM emp where </a:t>
                      </a:r>
                      <a:r>
                        <a:rPr lang="en-US" altLang="en-US" sz="2400" b="0" dirty="0" err="1">
                          <a:solidFill>
                            <a:srgbClr val="000000"/>
                          </a:solidFill>
                          <a:latin typeface="Cambria" panose="02040503050406030204" pitchFamily="18" charset="0"/>
                          <a:ea typeface="Cambria" panose="02040503050406030204" pitchFamily="18" charset="0"/>
                          <a:cs typeface="Calibri" panose="020F0502020204030204" pitchFamily="34" charset="0"/>
                        </a:rPr>
                        <a:t>deptno</a:t>
                      </a:r>
                      <a:r>
                        <a:rPr lang="en-US" altLang="en-US" sz="2400" b="0" dirty="0">
                          <a:solidFill>
                            <a:srgbClr val="000000"/>
                          </a:solidFill>
                          <a:latin typeface="Cambria" panose="02040503050406030204" pitchFamily="18" charset="0"/>
                          <a:ea typeface="Cambria" panose="02040503050406030204" pitchFamily="18" charset="0"/>
                          <a:cs typeface="Calibri" panose="020F0502020204030204" pitchFamily="34" charset="0"/>
                        </a:rPr>
                        <a:t> =30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10000"/>
                  </a:ext>
                </a:extLst>
              </a:tr>
            </a:tbl>
          </a:graphicData>
        </a:graphic>
      </p:graphicFrame>
      <p:sp>
        <p:nvSpPr>
          <p:cNvPr id="2" name="Rectangle 3">
            <a:extLst>
              <a:ext uri="{FF2B5EF4-FFF2-40B4-BE49-F238E27FC236}">
                <a16:creationId xmlns:a16="http://schemas.microsoft.com/office/drawing/2014/main" id="{7C427D57-22A6-B496-F530-E3C6CC030F59}"/>
              </a:ext>
            </a:extLst>
          </p:cNvPr>
          <p:cNvSpPr txBox="1">
            <a:spLocks noChangeArrowheads="1"/>
          </p:cNvSpPr>
          <p:nvPr/>
        </p:nvSpPr>
        <p:spPr bwMode="auto">
          <a:xfrm>
            <a:off x="320243" y="620688"/>
            <a:ext cx="8394700" cy="8640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7688"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6963"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285750" indent="-285750" algn="just">
              <a:buSzPct val="50000"/>
              <a:buFont typeface="Wingdings" panose="05000000000000000000" pitchFamily="2" charset="2"/>
              <a:buChar char="l"/>
            </a:pPr>
            <a:r>
              <a:rPr lang="en-US" altLang="en-US" sz="2400" dirty="0">
                <a:latin typeface="Cambria" panose="02040503050406030204" pitchFamily="18" charset="0"/>
                <a:ea typeface="Cambria" panose="02040503050406030204" pitchFamily="18" charset="0"/>
                <a:cs typeface="Calibri" panose="020F0502020204030204" pitchFamily="34" charset="0"/>
              </a:rPr>
              <a:t>Rank of NULL values can be controlled explicitly by using </a:t>
            </a:r>
            <a:r>
              <a:rPr lang="en-US" altLang="en-US" sz="2400" dirty="0">
                <a:solidFill>
                  <a:srgbClr val="0033CC"/>
                </a:solidFill>
                <a:latin typeface="Cambria" panose="02040503050406030204" pitchFamily="18" charset="0"/>
                <a:ea typeface="Cambria" panose="02040503050406030204" pitchFamily="18" charset="0"/>
                <a:cs typeface="Calibri" panose="020F0502020204030204" pitchFamily="34" charset="0"/>
              </a:rPr>
              <a:t>NULLS FIRST</a:t>
            </a:r>
            <a:r>
              <a:rPr lang="en-US" altLang="en-US" sz="2400" dirty="0">
                <a:latin typeface="Cambria" panose="02040503050406030204" pitchFamily="18" charset="0"/>
                <a:ea typeface="Cambria" panose="02040503050406030204" pitchFamily="18" charset="0"/>
                <a:cs typeface="Calibri" panose="020F0502020204030204" pitchFamily="34" charset="0"/>
              </a:rPr>
              <a:t> or </a:t>
            </a:r>
            <a:r>
              <a:rPr lang="en-US" altLang="en-US" sz="2400" dirty="0">
                <a:solidFill>
                  <a:srgbClr val="0033CC"/>
                </a:solidFill>
                <a:latin typeface="Cambria" panose="02040503050406030204" pitchFamily="18" charset="0"/>
                <a:ea typeface="Cambria" panose="02040503050406030204" pitchFamily="18" charset="0"/>
                <a:cs typeface="Calibri" panose="020F0502020204030204" pitchFamily="34" charset="0"/>
              </a:rPr>
              <a:t>NULLS LAST.</a:t>
            </a:r>
          </a:p>
        </p:txBody>
      </p:sp>
      <p:sp>
        <p:nvSpPr>
          <p:cNvPr id="5" name="Footer Placeholder 2">
            <a:extLst>
              <a:ext uri="{FF2B5EF4-FFF2-40B4-BE49-F238E27FC236}">
                <a16:creationId xmlns:a16="http://schemas.microsoft.com/office/drawing/2014/main" id="{38F5468F-CBD9-A4C7-C178-99DB94EEE235}"/>
              </a:ext>
            </a:extLst>
          </p:cNvPr>
          <p:cNvSpPr>
            <a:spLocks noGrp="1"/>
          </p:cNvSpPr>
          <p:nvPr>
            <p:ph type="ftr" sz="quarter" idx="11"/>
          </p:nvPr>
        </p:nvSpPr>
        <p:spPr>
          <a:xfrm>
            <a:off x="2555776" y="6381328"/>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6" name="Slide Number Placeholder 23">
            <a:extLst>
              <a:ext uri="{FF2B5EF4-FFF2-40B4-BE49-F238E27FC236}">
                <a16:creationId xmlns:a16="http://schemas.microsoft.com/office/drawing/2014/main" id="{923E06BC-CA2D-D7C7-B015-892E19E2D42F}"/>
              </a:ext>
            </a:extLst>
          </p:cNvPr>
          <p:cNvSpPr>
            <a:spLocks noGrp="1"/>
          </p:cNvSpPr>
          <p:nvPr>
            <p:ph type="sldNum" sz="quarter" idx="12"/>
          </p:nvPr>
        </p:nvSpPr>
        <p:spPr>
          <a:xfrm>
            <a:off x="8532440" y="6166335"/>
            <a:ext cx="427833"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34</a:t>
            </a:fld>
            <a:endParaRPr kumimoji="0" lang="en-US" sz="1400" b="0" i="0" u="none" strike="noStrike" kern="1200" cap="none" spc="0" normalizeH="0" baseline="0" noProof="0" dirty="0">
              <a:ln>
                <a:noFill/>
              </a:ln>
              <a:solidFill>
                <a:srgbClr val="FFFFFF"/>
              </a:solidFill>
              <a:effectLst/>
              <a:uLnTx/>
              <a:uFillTx/>
              <a:latin typeface="Franklin Gothic Book"/>
              <a:ea typeface="+mj-ea"/>
              <a:cs typeface="+mj-cs"/>
            </a:endParaRPr>
          </a:p>
        </p:txBody>
      </p:sp>
      <p:graphicFrame>
        <p:nvGraphicFramePr>
          <p:cNvPr id="7" name="Table 6">
            <a:extLst>
              <a:ext uri="{FF2B5EF4-FFF2-40B4-BE49-F238E27FC236}">
                <a16:creationId xmlns:a16="http://schemas.microsoft.com/office/drawing/2014/main" id="{2568187D-195F-4D63-EC33-877BCCA37068}"/>
              </a:ext>
            </a:extLst>
          </p:cNvPr>
          <p:cNvGraphicFramePr>
            <a:graphicFrameLocks noGrp="1"/>
          </p:cNvGraphicFramePr>
          <p:nvPr>
            <p:extLst>
              <p:ext uri="{D42A27DB-BD31-4B8C-83A1-F6EECF244321}">
                <p14:modId xmlns:p14="http://schemas.microsoft.com/office/powerpoint/2010/main" val="227626923"/>
              </p:ext>
            </p:extLst>
          </p:nvPr>
        </p:nvGraphicFramePr>
        <p:xfrm>
          <a:off x="338138" y="3429000"/>
          <a:ext cx="8555039" cy="2286000"/>
        </p:xfrm>
        <a:graphic>
          <a:graphicData uri="http://schemas.openxmlformats.org/drawingml/2006/table">
            <a:tbl>
              <a:tblPr/>
              <a:tblGrid>
                <a:gridCol w="1295575">
                  <a:extLst>
                    <a:ext uri="{9D8B030D-6E8A-4147-A177-3AD203B41FA5}">
                      <a16:colId xmlns:a16="http://schemas.microsoft.com/office/drawing/2014/main" val="20000"/>
                    </a:ext>
                  </a:extLst>
                </a:gridCol>
                <a:gridCol w="1295575">
                  <a:extLst>
                    <a:ext uri="{9D8B030D-6E8A-4147-A177-3AD203B41FA5}">
                      <a16:colId xmlns:a16="http://schemas.microsoft.com/office/drawing/2014/main" val="20001"/>
                    </a:ext>
                  </a:extLst>
                </a:gridCol>
                <a:gridCol w="1295575">
                  <a:extLst>
                    <a:ext uri="{9D8B030D-6E8A-4147-A177-3AD203B41FA5}">
                      <a16:colId xmlns:a16="http://schemas.microsoft.com/office/drawing/2014/main" val="20002"/>
                    </a:ext>
                  </a:extLst>
                </a:gridCol>
                <a:gridCol w="1295575">
                  <a:extLst>
                    <a:ext uri="{9D8B030D-6E8A-4147-A177-3AD203B41FA5}">
                      <a16:colId xmlns:a16="http://schemas.microsoft.com/office/drawing/2014/main" val="20003"/>
                    </a:ext>
                  </a:extLst>
                </a:gridCol>
                <a:gridCol w="1295575">
                  <a:extLst>
                    <a:ext uri="{9D8B030D-6E8A-4147-A177-3AD203B41FA5}">
                      <a16:colId xmlns:a16="http://schemas.microsoft.com/office/drawing/2014/main" val="20004"/>
                    </a:ext>
                  </a:extLst>
                </a:gridCol>
                <a:gridCol w="2077164">
                  <a:extLst>
                    <a:ext uri="{9D8B030D-6E8A-4147-A177-3AD203B41FA5}">
                      <a16:colId xmlns:a16="http://schemas.microsoft.com/office/drawing/2014/main" val="20005"/>
                    </a:ext>
                  </a:extLst>
                </a:gridCol>
              </a:tblGrid>
              <a:tr h="0">
                <a:tc>
                  <a:txBody>
                    <a:bodyPr/>
                    <a:lstStyle/>
                    <a:p>
                      <a:pPr algn="ctr" fontAlgn="b"/>
                      <a:r>
                        <a:rPr lang="en-US" b="1" dirty="0">
                          <a:solidFill>
                            <a:srgbClr val="FFFFFF"/>
                          </a:solidFill>
                          <a:effectLst/>
                        </a:rPr>
                        <a:t>ENAME</a:t>
                      </a:r>
                    </a:p>
                  </a:txBody>
                  <a:tcPr marL="68589" marR="68589" anchor="b">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879CBD"/>
                    </a:solidFill>
                  </a:tcPr>
                </a:tc>
                <a:tc>
                  <a:txBody>
                    <a:bodyPr/>
                    <a:lstStyle/>
                    <a:p>
                      <a:pPr algn="ctr" fontAlgn="b"/>
                      <a:r>
                        <a:rPr lang="en-US" b="1">
                          <a:solidFill>
                            <a:srgbClr val="FFFFFF"/>
                          </a:solidFill>
                          <a:effectLst/>
                        </a:rPr>
                        <a:t>SAL</a:t>
                      </a:r>
                    </a:p>
                  </a:txBody>
                  <a:tcPr marL="68589" marR="68589" anchor="b">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879CBD"/>
                    </a:solidFill>
                  </a:tcPr>
                </a:tc>
                <a:tc>
                  <a:txBody>
                    <a:bodyPr/>
                    <a:lstStyle/>
                    <a:p>
                      <a:pPr algn="ctr" fontAlgn="b"/>
                      <a:r>
                        <a:rPr lang="en-US" b="1">
                          <a:solidFill>
                            <a:srgbClr val="FFFFFF"/>
                          </a:solidFill>
                          <a:effectLst/>
                        </a:rPr>
                        <a:t>JOB</a:t>
                      </a:r>
                    </a:p>
                  </a:txBody>
                  <a:tcPr marL="68589" marR="68589" anchor="b">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879CBD"/>
                    </a:solidFill>
                  </a:tcPr>
                </a:tc>
                <a:tc>
                  <a:txBody>
                    <a:bodyPr/>
                    <a:lstStyle/>
                    <a:p>
                      <a:pPr algn="ctr" fontAlgn="b"/>
                      <a:r>
                        <a:rPr lang="en-US" b="1">
                          <a:solidFill>
                            <a:srgbClr val="FFFFFF"/>
                          </a:solidFill>
                          <a:effectLst/>
                        </a:rPr>
                        <a:t>COMM</a:t>
                      </a:r>
                    </a:p>
                  </a:txBody>
                  <a:tcPr marL="68589" marR="68589" anchor="b">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879CBD"/>
                    </a:solidFill>
                  </a:tcPr>
                </a:tc>
                <a:tc>
                  <a:txBody>
                    <a:bodyPr/>
                    <a:lstStyle/>
                    <a:p>
                      <a:pPr algn="ctr" fontAlgn="b"/>
                      <a:r>
                        <a:rPr lang="en-US" b="1">
                          <a:solidFill>
                            <a:srgbClr val="FFFFFF"/>
                          </a:solidFill>
                          <a:effectLst/>
                        </a:rPr>
                        <a:t>emp_rank</a:t>
                      </a:r>
                    </a:p>
                  </a:txBody>
                  <a:tcPr marL="68589" marR="68589" anchor="b">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879CBD"/>
                    </a:solidFill>
                  </a:tcPr>
                </a:tc>
                <a:tc>
                  <a:txBody>
                    <a:bodyPr/>
                    <a:lstStyle/>
                    <a:p>
                      <a:pPr algn="ctr" fontAlgn="b"/>
                      <a:r>
                        <a:rPr lang="en-US" b="1">
                          <a:solidFill>
                            <a:srgbClr val="FFFFFF"/>
                          </a:solidFill>
                          <a:effectLst/>
                        </a:rPr>
                        <a:t>emp_dense_rank</a:t>
                      </a:r>
                    </a:p>
                  </a:txBody>
                  <a:tcPr marL="68589" marR="68589" anchor="b">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879CBD"/>
                    </a:solidFill>
                  </a:tcPr>
                </a:tc>
                <a:extLst>
                  <a:ext uri="{0D108BD9-81ED-4DB2-BD59-A6C34878D82A}">
                    <a16:rowId xmlns:a16="http://schemas.microsoft.com/office/drawing/2014/main" val="10000"/>
                  </a:ext>
                </a:extLst>
              </a:tr>
              <a:tr h="0">
                <a:tc>
                  <a:txBody>
                    <a:bodyPr/>
                    <a:lstStyle/>
                    <a:p>
                      <a:pPr algn="ctr"/>
                      <a:r>
                        <a:rPr lang="en-US" dirty="0">
                          <a:effectLst/>
                        </a:rPr>
                        <a:t>MARTIN</a:t>
                      </a:r>
                    </a:p>
                  </a:txBody>
                  <a:tcPr marL="68589" marR="68589" marT="22860" marB="228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pPr algn="ctr"/>
                      <a:r>
                        <a:rPr lang="en-US">
                          <a:effectLst/>
                        </a:rPr>
                        <a:t>1250</a:t>
                      </a:r>
                    </a:p>
                  </a:txBody>
                  <a:tcPr marL="68589" marR="68589" marT="22860" marB="228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pPr algn="ctr"/>
                      <a:r>
                        <a:rPr lang="en-US">
                          <a:effectLst/>
                        </a:rPr>
                        <a:t>SALESMAN</a:t>
                      </a:r>
                    </a:p>
                  </a:txBody>
                  <a:tcPr marL="68589" marR="68589" marT="22860" marB="228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pPr algn="ctr"/>
                      <a:r>
                        <a:rPr lang="en-US">
                          <a:effectLst/>
                        </a:rPr>
                        <a:t>1400</a:t>
                      </a:r>
                    </a:p>
                  </a:txBody>
                  <a:tcPr marL="68589" marR="68589" marT="22860" marB="228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pPr algn="ctr"/>
                      <a:r>
                        <a:rPr lang="en-US" dirty="0">
                          <a:effectLst/>
                        </a:rPr>
                        <a:t>1</a:t>
                      </a:r>
                    </a:p>
                  </a:txBody>
                  <a:tcPr marL="68589" marR="68589" marT="22860" marB="228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pPr algn="ctr"/>
                      <a:r>
                        <a:rPr lang="en-US" dirty="0">
                          <a:effectLst/>
                        </a:rPr>
                        <a:t>1</a:t>
                      </a:r>
                    </a:p>
                  </a:txBody>
                  <a:tcPr marL="68589" marR="68589" marT="22860" marB="228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extLst>
                  <a:ext uri="{0D108BD9-81ED-4DB2-BD59-A6C34878D82A}">
                    <a16:rowId xmlns:a16="http://schemas.microsoft.com/office/drawing/2014/main" val="10001"/>
                  </a:ext>
                </a:extLst>
              </a:tr>
              <a:tr h="0">
                <a:tc>
                  <a:txBody>
                    <a:bodyPr/>
                    <a:lstStyle/>
                    <a:p>
                      <a:pPr algn="ctr"/>
                      <a:r>
                        <a:rPr lang="en-US" dirty="0">
                          <a:effectLst/>
                        </a:rPr>
                        <a:t>WARD</a:t>
                      </a:r>
                    </a:p>
                  </a:txBody>
                  <a:tcPr marL="68589" marR="68589" marT="22860" marB="228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pPr algn="ctr"/>
                      <a:r>
                        <a:rPr lang="en-US" dirty="0">
                          <a:effectLst/>
                        </a:rPr>
                        <a:t>1250</a:t>
                      </a:r>
                    </a:p>
                  </a:txBody>
                  <a:tcPr marL="68589" marR="68589" marT="22860" marB="228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pPr algn="ctr"/>
                      <a:r>
                        <a:rPr lang="en-US">
                          <a:effectLst/>
                        </a:rPr>
                        <a:t>SALESMAN</a:t>
                      </a:r>
                    </a:p>
                  </a:txBody>
                  <a:tcPr marL="68589" marR="68589" marT="22860" marB="228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pPr algn="ctr"/>
                      <a:r>
                        <a:rPr lang="en-US">
                          <a:effectLst/>
                        </a:rPr>
                        <a:t>500</a:t>
                      </a:r>
                    </a:p>
                  </a:txBody>
                  <a:tcPr marL="68589" marR="68589" marT="22860" marB="228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pPr algn="ctr"/>
                      <a:r>
                        <a:rPr lang="en-US" dirty="0">
                          <a:effectLst/>
                        </a:rPr>
                        <a:t>2</a:t>
                      </a:r>
                    </a:p>
                  </a:txBody>
                  <a:tcPr marL="68589" marR="68589" marT="22860" marB="228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pPr algn="ctr"/>
                      <a:r>
                        <a:rPr lang="en-US" dirty="0">
                          <a:effectLst/>
                        </a:rPr>
                        <a:t>2</a:t>
                      </a:r>
                    </a:p>
                  </a:txBody>
                  <a:tcPr marL="68589" marR="68589" marT="22860" marB="228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extLst>
                  <a:ext uri="{0D108BD9-81ED-4DB2-BD59-A6C34878D82A}">
                    <a16:rowId xmlns:a16="http://schemas.microsoft.com/office/drawing/2014/main" val="10002"/>
                  </a:ext>
                </a:extLst>
              </a:tr>
              <a:tr h="0">
                <a:tc>
                  <a:txBody>
                    <a:bodyPr/>
                    <a:lstStyle/>
                    <a:p>
                      <a:pPr algn="ctr"/>
                      <a:r>
                        <a:rPr lang="en-US" dirty="0">
                          <a:effectLst/>
                        </a:rPr>
                        <a:t>ALLEN</a:t>
                      </a:r>
                    </a:p>
                  </a:txBody>
                  <a:tcPr marL="68589" marR="68589" marT="22860" marB="228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pPr algn="ctr"/>
                      <a:r>
                        <a:rPr lang="en-US">
                          <a:effectLst/>
                        </a:rPr>
                        <a:t>1600</a:t>
                      </a:r>
                    </a:p>
                  </a:txBody>
                  <a:tcPr marL="68589" marR="68589" marT="22860" marB="228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pPr algn="ctr"/>
                      <a:r>
                        <a:rPr lang="en-US">
                          <a:effectLst/>
                        </a:rPr>
                        <a:t>SALESMAN</a:t>
                      </a:r>
                    </a:p>
                  </a:txBody>
                  <a:tcPr marL="68589" marR="68589" marT="22860" marB="228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pPr algn="ctr"/>
                      <a:r>
                        <a:rPr lang="en-US">
                          <a:effectLst/>
                        </a:rPr>
                        <a:t>300</a:t>
                      </a:r>
                    </a:p>
                  </a:txBody>
                  <a:tcPr marL="68589" marR="68589" marT="22860" marB="228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pPr algn="ctr"/>
                      <a:r>
                        <a:rPr lang="en-US" dirty="0">
                          <a:effectLst/>
                        </a:rPr>
                        <a:t>3</a:t>
                      </a:r>
                    </a:p>
                  </a:txBody>
                  <a:tcPr marL="68589" marR="68589" marT="22860" marB="228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pPr algn="ctr"/>
                      <a:r>
                        <a:rPr lang="en-US" dirty="0">
                          <a:effectLst/>
                        </a:rPr>
                        <a:t>3</a:t>
                      </a:r>
                    </a:p>
                  </a:txBody>
                  <a:tcPr marL="68589" marR="68589" marT="22860" marB="228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extLst>
                  <a:ext uri="{0D108BD9-81ED-4DB2-BD59-A6C34878D82A}">
                    <a16:rowId xmlns:a16="http://schemas.microsoft.com/office/drawing/2014/main" val="10003"/>
                  </a:ext>
                </a:extLst>
              </a:tr>
              <a:tr h="0">
                <a:tc>
                  <a:txBody>
                    <a:bodyPr/>
                    <a:lstStyle/>
                    <a:p>
                      <a:pPr algn="ctr"/>
                      <a:r>
                        <a:rPr lang="en-US" dirty="0">
                          <a:effectLst/>
                        </a:rPr>
                        <a:t>TURNER</a:t>
                      </a:r>
                    </a:p>
                  </a:txBody>
                  <a:tcPr marL="68589" marR="68589" marT="22860" marB="228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pPr algn="ctr"/>
                      <a:r>
                        <a:rPr lang="en-US" dirty="0">
                          <a:effectLst/>
                        </a:rPr>
                        <a:t>1500</a:t>
                      </a:r>
                    </a:p>
                  </a:txBody>
                  <a:tcPr marL="68589" marR="68589" marT="22860" marB="228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pPr algn="ctr"/>
                      <a:r>
                        <a:rPr lang="en-US" dirty="0">
                          <a:effectLst/>
                        </a:rPr>
                        <a:t>SALESMAN</a:t>
                      </a:r>
                    </a:p>
                  </a:txBody>
                  <a:tcPr marL="68589" marR="68589" marT="22860" marB="228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pPr algn="ctr"/>
                      <a:r>
                        <a:rPr lang="en-US" dirty="0">
                          <a:effectLst/>
                        </a:rPr>
                        <a:t>0</a:t>
                      </a:r>
                    </a:p>
                  </a:txBody>
                  <a:tcPr marL="68589" marR="68589" marT="22860" marB="228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pPr algn="ctr"/>
                      <a:r>
                        <a:rPr lang="en-US" dirty="0">
                          <a:effectLst/>
                        </a:rPr>
                        <a:t>4</a:t>
                      </a:r>
                    </a:p>
                  </a:txBody>
                  <a:tcPr marL="68589" marR="68589" marT="22860" marB="228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pPr algn="ctr"/>
                      <a:r>
                        <a:rPr lang="en-US" dirty="0">
                          <a:effectLst/>
                        </a:rPr>
                        <a:t>4</a:t>
                      </a:r>
                    </a:p>
                  </a:txBody>
                  <a:tcPr marL="68589" marR="68589" marT="22860" marB="228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extLst>
                  <a:ext uri="{0D108BD9-81ED-4DB2-BD59-A6C34878D82A}">
                    <a16:rowId xmlns:a16="http://schemas.microsoft.com/office/drawing/2014/main" val="10004"/>
                  </a:ext>
                </a:extLst>
              </a:tr>
              <a:tr h="0">
                <a:tc>
                  <a:txBody>
                    <a:bodyPr/>
                    <a:lstStyle/>
                    <a:p>
                      <a:pPr algn="ctr"/>
                      <a:r>
                        <a:rPr lang="en-US" dirty="0">
                          <a:effectLst/>
                        </a:rPr>
                        <a:t>JAMES</a:t>
                      </a:r>
                    </a:p>
                  </a:txBody>
                  <a:tcPr marL="68589" marR="68589" marT="22860" marB="228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FFF00"/>
                    </a:solidFill>
                  </a:tcPr>
                </a:tc>
                <a:tc>
                  <a:txBody>
                    <a:bodyPr/>
                    <a:lstStyle/>
                    <a:p>
                      <a:pPr algn="ctr"/>
                      <a:r>
                        <a:rPr lang="en-US" dirty="0">
                          <a:effectLst/>
                        </a:rPr>
                        <a:t>950</a:t>
                      </a:r>
                    </a:p>
                  </a:txBody>
                  <a:tcPr marL="68589" marR="68589" marT="22860" marB="228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FFF00"/>
                    </a:solidFill>
                  </a:tcPr>
                </a:tc>
                <a:tc>
                  <a:txBody>
                    <a:bodyPr/>
                    <a:lstStyle/>
                    <a:p>
                      <a:pPr algn="ctr"/>
                      <a:r>
                        <a:rPr lang="en-US" dirty="0">
                          <a:effectLst/>
                        </a:rPr>
                        <a:t>CLERK</a:t>
                      </a:r>
                    </a:p>
                  </a:txBody>
                  <a:tcPr marL="68589" marR="68589" marT="22860" marB="228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FFF00"/>
                    </a:solidFill>
                  </a:tcPr>
                </a:tc>
                <a:tc>
                  <a:txBody>
                    <a:bodyPr/>
                    <a:lstStyle/>
                    <a:p>
                      <a:pPr algn="ctr"/>
                      <a:r>
                        <a:rPr lang="en-US" dirty="0">
                          <a:solidFill>
                            <a:srgbClr val="FF0000"/>
                          </a:solidFill>
                          <a:effectLst/>
                        </a:rPr>
                        <a:t>-</a:t>
                      </a:r>
                    </a:p>
                  </a:txBody>
                  <a:tcPr marL="68589" marR="68589" marT="22860" marB="228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FFF00"/>
                    </a:solidFill>
                  </a:tcPr>
                </a:tc>
                <a:tc>
                  <a:txBody>
                    <a:bodyPr/>
                    <a:lstStyle/>
                    <a:p>
                      <a:pPr algn="ctr"/>
                      <a:r>
                        <a:rPr lang="en-US" dirty="0">
                          <a:solidFill>
                            <a:srgbClr val="FF0000"/>
                          </a:solidFill>
                          <a:effectLst/>
                        </a:rPr>
                        <a:t>5</a:t>
                      </a:r>
                    </a:p>
                  </a:txBody>
                  <a:tcPr marL="68589" marR="68589" marT="22860" marB="228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FFF00"/>
                    </a:solidFill>
                  </a:tcPr>
                </a:tc>
                <a:tc>
                  <a:txBody>
                    <a:bodyPr/>
                    <a:lstStyle/>
                    <a:p>
                      <a:pPr algn="ctr"/>
                      <a:r>
                        <a:rPr lang="en-US" dirty="0">
                          <a:solidFill>
                            <a:srgbClr val="FF0000"/>
                          </a:solidFill>
                          <a:effectLst/>
                        </a:rPr>
                        <a:t>5</a:t>
                      </a:r>
                    </a:p>
                  </a:txBody>
                  <a:tcPr marL="68589" marR="68589" marT="22860" marB="228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FFF00"/>
                    </a:solidFill>
                  </a:tcPr>
                </a:tc>
                <a:extLst>
                  <a:ext uri="{0D108BD9-81ED-4DB2-BD59-A6C34878D82A}">
                    <a16:rowId xmlns:a16="http://schemas.microsoft.com/office/drawing/2014/main" val="10005"/>
                  </a:ext>
                </a:extLst>
              </a:tr>
              <a:tr h="0">
                <a:tc>
                  <a:txBody>
                    <a:bodyPr/>
                    <a:lstStyle/>
                    <a:p>
                      <a:pPr algn="ctr"/>
                      <a:r>
                        <a:rPr lang="en-US" dirty="0">
                          <a:effectLst/>
                        </a:rPr>
                        <a:t>BLAKE</a:t>
                      </a:r>
                    </a:p>
                  </a:txBody>
                  <a:tcPr marL="68589" marR="68589" marT="22860" marB="228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00"/>
                    </a:solidFill>
                  </a:tcPr>
                </a:tc>
                <a:tc>
                  <a:txBody>
                    <a:bodyPr/>
                    <a:lstStyle/>
                    <a:p>
                      <a:pPr algn="ctr"/>
                      <a:r>
                        <a:rPr lang="en-US" dirty="0">
                          <a:effectLst/>
                        </a:rPr>
                        <a:t>2850</a:t>
                      </a:r>
                    </a:p>
                  </a:txBody>
                  <a:tcPr marL="68589" marR="68589" marT="22860" marB="228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00"/>
                    </a:solidFill>
                  </a:tcPr>
                </a:tc>
                <a:tc>
                  <a:txBody>
                    <a:bodyPr/>
                    <a:lstStyle/>
                    <a:p>
                      <a:pPr algn="ctr"/>
                      <a:r>
                        <a:rPr lang="en-US" dirty="0">
                          <a:effectLst/>
                        </a:rPr>
                        <a:t>MANAGER</a:t>
                      </a:r>
                    </a:p>
                  </a:txBody>
                  <a:tcPr marL="68589" marR="68589" marT="22860" marB="228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00"/>
                    </a:solidFill>
                  </a:tcPr>
                </a:tc>
                <a:tc>
                  <a:txBody>
                    <a:bodyPr/>
                    <a:lstStyle/>
                    <a:p>
                      <a:pPr algn="ctr"/>
                      <a:r>
                        <a:rPr lang="en-US" dirty="0">
                          <a:solidFill>
                            <a:srgbClr val="FF0000"/>
                          </a:solidFill>
                          <a:effectLst/>
                        </a:rPr>
                        <a:t>-</a:t>
                      </a:r>
                    </a:p>
                  </a:txBody>
                  <a:tcPr marL="68589" marR="68589" marT="22860" marB="228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00"/>
                    </a:solidFill>
                  </a:tcPr>
                </a:tc>
                <a:tc>
                  <a:txBody>
                    <a:bodyPr/>
                    <a:lstStyle/>
                    <a:p>
                      <a:pPr algn="ctr"/>
                      <a:r>
                        <a:rPr lang="en-US" dirty="0">
                          <a:solidFill>
                            <a:srgbClr val="FF0000"/>
                          </a:solidFill>
                          <a:effectLst/>
                        </a:rPr>
                        <a:t>5</a:t>
                      </a:r>
                    </a:p>
                  </a:txBody>
                  <a:tcPr marL="68589" marR="68589" marT="22860" marB="228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00"/>
                    </a:solidFill>
                  </a:tcPr>
                </a:tc>
                <a:tc>
                  <a:txBody>
                    <a:bodyPr/>
                    <a:lstStyle/>
                    <a:p>
                      <a:pPr algn="ctr"/>
                      <a:r>
                        <a:rPr lang="en-US" dirty="0">
                          <a:solidFill>
                            <a:srgbClr val="FF0000"/>
                          </a:solidFill>
                          <a:effectLst/>
                        </a:rPr>
                        <a:t>5</a:t>
                      </a:r>
                    </a:p>
                  </a:txBody>
                  <a:tcPr marL="68589" marR="68589" marT="22860" marB="228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00"/>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143297618"/>
      </p:ext>
    </p:extLst>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a:extLst>
              <a:ext uri="{FF2B5EF4-FFF2-40B4-BE49-F238E27FC236}">
                <a16:creationId xmlns:a16="http://schemas.microsoft.com/office/drawing/2014/main" id="{B8EF7454-5754-9607-869B-146251C05DB7}"/>
              </a:ext>
            </a:extLst>
          </p:cNvPr>
          <p:cNvSpPr>
            <a:spLocks noGrp="1" noChangeArrowheads="1"/>
          </p:cNvSpPr>
          <p:nvPr>
            <p:ph type="title"/>
          </p:nvPr>
        </p:nvSpPr>
        <p:spPr>
          <a:xfrm>
            <a:off x="323850" y="188913"/>
            <a:ext cx="7777163" cy="533400"/>
          </a:xfrm>
        </p:spPr>
        <p:txBody>
          <a:bodyPr/>
          <a:lstStyle/>
          <a:p>
            <a:pPr eaLnBrk="1" hangingPunct="1">
              <a:spcBef>
                <a:spcPct val="50000"/>
              </a:spcBef>
            </a:pPr>
            <a:r>
              <a:rPr lang="en-US" altLang="en-US" sz="2800" b="1" u="sng" dirty="0">
                <a:solidFill>
                  <a:srgbClr val="D34817"/>
                </a:solidFill>
                <a:latin typeface="Cambria" panose="02040503050406030204" pitchFamily="18" charset="0"/>
                <a:ea typeface="Cambria" panose="02040503050406030204" pitchFamily="18" charset="0"/>
              </a:rPr>
              <a:t>Ranking – Nth Ranking</a:t>
            </a:r>
          </a:p>
        </p:txBody>
      </p:sp>
      <p:graphicFrame>
        <p:nvGraphicFramePr>
          <p:cNvPr id="3" name="Table 2">
            <a:extLst>
              <a:ext uri="{FF2B5EF4-FFF2-40B4-BE49-F238E27FC236}">
                <a16:creationId xmlns:a16="http://schemas.microsoft.com/office/drawing/2014/main" id="{D2D91155-85F3-A14A-0914-6C338CAB355B}"/>
              </a:ext>
            </a:extLst>
          </p:cNvPr>
          <p:cNvGraphicFramePr>
            <a:graphicFrameLocks noGrp="1"/>
          </p:cNvGraphicFramePr>
          <p:nvPr>
            <p:extLst>
              <p:ext uri="{D42A27DB-BD31-4B8C-83A1-F6EECF244321}">
                <p14:modId xmlns:p14="http://schemas.microsoft.com/office/powerpoint/2010/main" val="1461392683"/>
              </p:ext>
            </p:extLst>
          </p:nvPr>
        </p:nvGraphicFramePr>
        <p:xfrm>
          <a:off x="323528" y="699236"/>
          <a:ext cx="8568952" cy="2529840"/>
        </p:xfrm>
        <a:graphic>
          <a:graphicData uri="http://schemas.openxmlformats.org/drawingml/2006/table">
            <a:tbl>
              <a:tblPr firstRow="1" bandRow="1">
                <a:tableStyleId>{5C22544A-7EE6-4342-B048-85BDC9FD1C3A}</a:tableStyleId>
              </a:tblPr>
              <a:tblGrid>
                <a:gridCol w="8568952">
                  <a:extLst>
                    <a:ext uri="{9D8B030D-6E8A-4147-A177-3AD203B41FA5}">
                      <a16:colId xmlns:a16="http://schemas.microsoft.com/office/drawing/2014/main" val="20000"/>
                    </a:ext>
                  </a:extLst>
                </a:gridCol>
              </a:tblGrid>
              <a:tr h="370840">
                <a:tc>
                  <a:txBody>
                    <a:bodyPr/>
                    <a:lstStyle/>
                    <a:p>
                      <a:pPr>
                        <a:spcBef>
                          <a:spcPts val="600"/>
                        </a:spcBef>
                        <a:buFontTx/>
                        <a:buNone/>
                      </a:pPr>
                      <a:r>
                        <a:rPr lang="en-US" altLang="en-US" sz="2800" b="0" dirty="0">
                          <a:solidFill>
                            <a:srgbClr val="000000"/>
                          </a:solidFill>
                          <a:highlight>
                            <a:srgbClr val="FFFF00"/>
                          </a:highlight>
                          <a:latin typeface="Cambria" panose="02040503050406030204" pitchFamily="18" charset="0"/>
                          <a:ea typeface="Cambria" panose="02040503050406030204" pitchFamily="18" charset="0"/>
                          <a:cs typeface="Calibri" panose="020F0502020204030204" pitchFamily="34" charset="0"/>
                        </a:rPr>
                        <a:t>WITH</a:t>
                      </a:r>
                      <a:r>
                        <a:rPr lang="en-US" altLang="en-US" sz="2800" b="0" dirty="0">
                          <a:solidFill>
                            <a:srgbClr val="000000"/>
                          </a:solidFill>
                          <a:latin typeface="Cambria" panose="02040503050406030204" pitchFamily="18" charset="0"/>
                          <a:ea typeface="Cambria" panose="02040503050406030204" pitchFamily="18" charset="0"/>
                          <a:cs typeface="Calibri" panose="020F0502020204030204" pitchFamily="34" charset="0"/>
                        </a:rPr>
                        <a:t> </a:t>
                      </a:r>
                      <a:r>
                        <a:rPr lang="en-US" altLang="en-US" sz="2800" b="0" dirty="0" err="1">
                          <a:solidFill>
                            <a:srgbClr val="000000"/>
                          </a:solidFill>
                          <a:latin typeface="Cambria" panose="02040503050406030204" pitchFamily="18" charset="0"/>
                          <a:ea typeface="Cambria" panose="02040503050406030204" pitchFamily="18" charset="0"/>
                          <a:cs typeface="Calibri" panose="020F0502020204030204" pitchFamily="34" charset="0"/>
                        </a:rPr>
                        <a:t>emp_sal</a:t>
                      </a:r>
                      <a:r>
                        <a:rPr lang="en-US" altLang="en-US" sz="2800" b="0" dirty="0">
                          <a:solidFill>
                            <a:srgbClr val="000000"/>
                          </a:solidFill>
                          <a:latin typeface="Cambria" panose="02040503050406030204" pitchFamily="18" charset="0"/>
                          <a:ea typeface="Cambria" panose="02040503050406030204" pitchFamily="18" charset="0"/>
                          <a:cs typeface="Calibri" panose="020F0502020204030204" pitchFamily="34" charset="0"/>
                        </a:rPr>
                        <a:t> AS </a:t>
                      </a:r>
                    </a:p>
                    <a:p>
                      <a:pPr>
                        <a:spcBef>
                          <a:spcPts val="600"/>
                        </a:spcBef>
                        <a:buFontTx/>
                        <a:buNone/>
                      </a:pPr>
                      <a:r>
                        <a:rPr lang="en-US" altLang="en-US" sz="2800" b="0" dirty="0">
                          <a:solidFill>
                            <a:srgbClr val="000000"/>
                          </a:solidFill>
                          <a:latin typeface="Cambria" panose="02040503050406030204" pitchFamily="18" charset="0"/>
                          <a:ea typeface="Cambria" panose="02040503050406030204" pitchFamily="18" charset="0"/>
                          <a:cs typeface="Calibri" panose="020F0502020204030204" pitchFamily="34" charset="0"/>
                        </a:rPr>
                        <a:t>(SELECT  </a:t>
                      </a:r>
                      <a:r>
                        <a:rPr lang="en-US" altLang="en-US" sz="2800" b="0" dirty="0" err="1">
                          <a:solidFill>
                            <a:srgbClr val="000000"/>
                          </a:solidFill>
                          <a:latin typeface="Cambria" panose="02040503050406030204" pitchFamily="18" charset="0"/>
                          <a:ea typeface="Cambria" panose="02040503050406030204" pitchFamily="18" charset="0"/>
                          <a:cs typeface="Calibri" panose="020F0502020204030204" pitchFamily="34" charset="0"/>
                        </a:rPr>
                        <a:t>ename</a:t>
                      </a:r>
                      <a:r>
                        <a:rPr lang="en-US" altLang="en-US" sz="2800" b="0" dirty="0">
                          <a:solidFill>
                            <a:srgbClr val="000000"/>
                          </a:solidFill>
                          <a:latin typeface="Cambria" panose="02040503050406030204" pitchFamily="18" charset="0"/>
                          <a:ea typeface="Cambria" panose="02040503050406030204" pitchFamily="18" charset="0"/>
                          <a:cs typeface="Calibri" panose="020F0502020204030204" pitchFamily="34" charset="0"/>
                        </a:rPr>
                        <a:t>, </a:t>
                      </a:r>
                      <a:r>
                        <a:rPr lang="en-US" altLang="en-US" sz="2800" b="0" dirty="0" err="1">
                          <a:solidFill>
                            <a:srgbClr val="000000"/>
                          </a:solidFill>
                          <a:latin typeface="Cambria" panose="02040503050406030204" pitchFamily="18" charset="0"/>
                          <a:ea typeface="Cambria" panose="02040503050406030204" pitchFamily="18" charset="0"/>
                          <a:cs typeface="Calibri" panose="020F0502020204030204" pitchFamily="34" charset="0"/>
                        </a:rPr>
                        <a:t>sal</a:t>
                      </a:r>
                      <a:r>
                        <a:rPr lang="en-US" altLang="en-US" sz="2800" b="0" dirty="0">
                          <a:solidFill>
                            <a:srgbClr val="000000"/>
                          </a:solidFill>
                          <a:latin typeface="Cambria" panose="02040503050406030204" pitchFamily="18" charset="0"/>
                          <a:ea typeface="Cambria" panose="02040503050406030204" pitchFamily="18" charset="0"/>
                          <a:cs typeface="Calibri" panose="020F0502020204030204" pitchFamily="34" charset="0"/>
                        </a:rPr>
                        <a:t>, </a:t>
                      </a:r>
                    </a:p>
                    <a:p>
                      <a:pPr>
                        <a:spcBef>
                          <a:spcPts val="600"/>
                        </a:spcBef>
                        <a:buFontTx/>
                        <a:buNone/>
                      </a:pPr>
                      <a:r>
                        <a:rPr lang="en-US" altLang="en-US" sz="2800" b="0" dirty="0">
                          <a:solidFill>
                            <a:srgbClr val="0033CC"/>
                          </a:solidFill>
                          <a:latin typeface="Cambria" panose="02040503050406030204" pitchFamily="18" charset="0"/>
                          <a:ea typeface="Cambria" panose="02040503050406030204" pitchFamily="18" charset="0"/>
                          <a:cs typeface="Calibri" panose="020F0502020204030204" pitchFamily="34" charset="0"/>
                        </a:rPr>
                        <a:t>RANK() </a:t>
                      </a:r>
                      <a:r>
                        <a:rPr lang="en-US" altLang="en-US" sz="2800" b="0" dirty="0">
                          <a:solidFill>
                            <a:srgbClr val="FF0000"/>
                          </a:solidFill>
                          <a:latin typeface="Cambria" panose="02040503050406030204" pitchFamily="18" charset="0"/>
                          <a:ea typeface="Cambria" panose="02040503050406030204" pitchFamily="18" charset="0"/>
                          <a:cs typeface="Calibri" panose="020F0502020204030204" pitchFamily="34" charset="0"/>
                        </a:rPr>
                        <a:t>OVER (ORDRE BY </a:t>
                      </a:r>
                      <a:r>
                        <a:rPr lang="en-US" altLang="en-US" sz="2800" b="0" dirty="0" err="1">
                          <a:solidFill>
                            <a:srgbClr val="FF0000"/>
                          </a:solidFill>
                          <a:latin typeface="Cambria" panose="02040503050406030204" pitchFamily="18" charset="0"/>
                          <a:ea typeface="Cambria" panose="02040503050406030204" pitchFamily="18" charset="0"/>
                          <a:cs typeface="Calibri" panose="020F0502020204030204" pitchFamily="34" charset="0"/>
                        </a:rPr>
                        <a:t>sal</a:t>
                      </a:r>
                      <a:r>
                        <a:rPr lang="en-US" altLang="en-US" sz="2800" b="0" dirty="0">
                          <a:solidFill>
                            <a:srgbClr val="FF0000"/>
                          </a:solidFill>
                          <a:latin typeface="Cambria" panose="02040503050406030204" pitchFamily="18" charset="0"/>
                          <a:ea typeface="Cambria" panose="02040503050406030204" pitchFamily="18" charset="0"/>
                          <a:cs typeface="Calibri" panose="020F0502020204030204" pitchFamily="34" charset="0"/>
                        </a:rPr>
                        <a:t> DESC)</a:t>
                      </a:r>
                      <a:r>
                        <a:rPr lang="en-US" altLang="en-US" sz="2800" b="0" dirty="0">
                          <a:solidFill>
                            <a:srgbClr val="000000"/>
                          </a:solidFill>
                          <a:latin typeface="Cambria" panose="02040503050406030204" pitchFamily="18" charset="0"/>
                          <a:ea typeface="Cambria" panose="02040503050406030204" pitchFamily="18" charset="0"/>
                          <a:cs typeface="Calibri" panose="020F0502020204030204" pitchFamily="34" charset="0"/>
                        </a:rPr>
                        <a:t> AS </a:t>
                      </a:r>
                      <a:r>
                        <a:rPr lang="en-US" altLang="en-US" sz="2800" b="0" dirty="0" err="1">
                          <a:solidFill>
                            <a:srgbClr val="000000"/>
                          </a:solidFill>
                          <a:latin typeface="Cambria" panose="02040503050406030204" pitchFamily="18" charset="0"/>
                          <a:ea typeface="Cambria" panose="02040503050406030204" pitchFamily="18" charset="0"/>
                          <a:cs typeface="Calibri" panose="020F0502020204030204" pitchFamily="34" charset="0"/>
                        </a:rPr>
                        <a:t>sal_rank</a:t>
                      </a:r>
                      <a:r>
                        <a:rPr lang="en-US" altLang="en-US" sz="2800" b="0" dirty="0">
                          <a:solidFill>
                            <a:srgbClr val="000000"/>
                          </a:solidFill>
                          <a:latin typeface="Cambria" panose="02040503050406030204" pitchFamily="18" charset="0"/>
                          <a:ea typeface="Cambria" panose="02040503050406030204" pitchFamily="18" charset="0"/>
                          <a:cs typeface="Calibri" panose="020F0502020204030204" pitchFamily="34" charset="0"/>
                        </a:rPr>
                        <a:t> </a:t>
                      </a:r>
                    </a:p>
                    <a:p>
                      <a:pPr>
                        <a:spcBef>
                          <a:spcPts val="600"/>
                        </a:spcBef>
                        <a:buFontTx/>
                        <a:buNone/>
                      </a:pPr>
                      <a:r>
                        <a:rPr lang="en-US" altLang="en-US" sz="2800" b="0" dirty="0">
                          <a:solidFill>
                            <a:srgbClr val="000000"/>
                          </a:solidFill>
                          <a:latin typeface="Cambria" panose="02040503050406030204" pitchFamily="18" charset="0"/>
                          <a:ea typeface="Cambria" panose="02040503050406030204" pitchFamily="18" charset="0"/>
                          <a:cs typeface="Calibri" panose="020F0502020204030204" pitchFamily="34" charset="0"/>
                        </a:rPr>
                        <a:t>FROM  emp)</a:t>
                      </a:r>
                    </a:p>
                    <a:p>
                      <a:pPr>
                        <a:spcBef>
                          <a:spcPts val="600"/>
                        </a:spcBef>
                        <a:buFontTx/>
                        <a:buNone/>
                      </a:pPr>
                      <a:r>
                        <a:rPr lang="en-US" altLang="en-US" sz="2800" b="0" dirty="0">
                          <a:solidFill>
                            <a:srgbClr val="000000"/>
                          </a:solidFill>
                          <a:latin typeface="Cambria" panose="02040503050406030204" pitchFamily="18" charset="0"/>
                          <a:ea typeface="Cambria" panose="02040503050406030204" pitchFamily="18" charset="0"/>
                          <a:cs typeface="Calibri" panose="020F0502020204030204" pitchFamily="34" charset="0"/>
                        </a:rPr>
                        <a:t>SELECT * from </a:t>
                      </a:r>
                      <a:r>
                        <a:rPr lang="en-US" altLang="en-US" sz="2800" b="0" dirty="0" err="1">
                          <a:solidFill>
                            <a:srgbClr val="000000"/>
                          </a:solidFill>
                          <a:latin typeface="Cambria" panose="02040503050406030204" pitchFamily="18" charset="0"/>
                          <a:ea typeface="Cambria" panose="02040503050406030204" pitchFamily="18" charset="0"/>
                          <a:cs typeface="Calibri" panose="020F0502020204030204" pitchFamily="34" charset="0"/>
                        </a:rPr>
                        <a:t>emp_sal</a:t>
                      </a:r>
                      <a:r>
                        <a:rPr lang="en-US" altLang="en-US" sz="2800" b="0" dirty="0">
                          <a:solidFill>
                            <a:srgbClr val="000000"/>
                          </a:solidFill>
                          <a:latin typeface="Cambria" panose="02040503050406030204" pitchFamily="18" charset="0"/>
                          <a:ea typeface="Cambria" panose="02040503050406030204" pitchFamily="18" charset="0"/>
                          <a:cs typeface="Calibri" panose="020F0502020204030204" pitchFamily="34" charset="0"/>
                        </a:rPr>
                        <a:t> where </a:t>
                      </a:r>
                      <a:r>
                        <a:rPr lang="en-US" altLang="en-US" sz="2800" b="0" dirty="0" err="1">
                          <a:solidFill>
                            <a:srgbClr val="000000"/>
                          </a:solidFill>
                          <a:latin typeface="Cambria" panose="02040503050406030204" pitchFamily="18" charset="0"/>
                          <a:ea typeface="Cambria" panose="02040503050406030204" pitchFamily="18" charset="0"/>
                          <a:cs typeface="Calibri" panose="020F0502020204030204" pitchFamily="34" charset="0"/>
                        </a:rPr>
                        <a:t>sal_rank</a:t>
                      </a:r>
                      <a:r>
                        <a:rPr lang="en-US" altLang="en-US" sz="2800" b="0" dirty="0">
                          <a:solidFill>
                            <a:srgbClr val="000000"/>
                          </a:solidFill>
                          <a:latin typeface="Cambria" panose="02040503050406030204" pitchFamily="18" charset="0"/>
                          <a:ea typeface="Cambria" panose="02040503050406030204" pitchFamily="18" charset="0"/>
                          <a:cs typeface="Calibri" panose="020F0502020204030204" pitchFamily="34" charset="0"/>
                        </a:rPr>
                        <a:t> = 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10000"/>
                  </a:ext>
                </a:extLst>
              </a:tr>
            </a:tbl>
          </a:graphicData>
        </a:graphic>
      </p:graphicFrame>
      <p:graphicFrame>
        <p:nvGraphicFramePr>
          <p:cNvPr id="2" name="Table 1">
            <a:extLst>
              <a:ext uri="{FF2B5EF4-FFF2-40B4-BE49-F238E27FC236}">
                <a16:creationId xmlns:a16="http://schemas.microsoft.com/office/drawing/2014/main" id="{3988E163-52CB-A00D-E0E9-B72E94A18EBB}"/>
              </a:ext>
            </a:extLst>
          </p:cNvPr>
          <p:cNvGraphicFramePr>
            <a:graphicFrameLocks noGrp="1"/>
          </p:cNvGraphicFramePr>
          <p:nvPr>
            <p:extLst>
              <p:ext uri="{D42A27DB-BD31-4B8C-83A1-F6EECF244321}">
                <p14:modId xmlns:p14="http://schemas.microsoft.com/office/powerpoint/2010/main" val="2919898492"/>
              </p:ext>
            </p:extLst>
          </p:nvPr>
        </p:nvGraphicFramePr>
        <p:xfrm>
          <a:off x="2058988" y="3429000"/>
          <a:ext cx="5097462" cy="1279926"/>
        </p:xfrm>
        <a:graphic>
          <a:graphicData uri="http://schemas.openxmlformats.org/drawingml/2006/table">
            <a:tbl>
              <a:tblPr/>
              <a:tblGrid>
                <a:gridCol w="1699154">
                  <a:extLst>
                    <a:ext uri="{9D8B030D-6E8A-4147-A177-3AD203B41FA5}">
                      <a16:colId xmlns:a16="http://schemas.microsoft.com/office/drawing/2014/main" val="20000"/>
                    </a:ext>
                  </a:extLst>
                </a:gridCol>
                <a:gridCol w="1699154">
                  <a:extLst>
                    <a:ext uri="{9D8B030D-6E8A-4147-A177-3AD203B41FA5}">
                      <a16:colId xmlns:a16="http://schemas.microsoft.com/office/drawing/2014/main" val="20001"/>
                    </a:ext>
                  </a:extLst>
                </a:gridCol>
                <a:gridCol w="1699154">
                  <a:extLst>
                    <a:ext uri="{9D8B030D-6E8A-4147-A177-3AD203B41FA5}">
                      <a16:colId xmlns:a16="http://schemas.microsoft.com/office/drawing/2014/main" val="20002"/>
                    </a:ext>
                  </a:extLst>
                </a:gridCol>
              </a:tblGrid>
              <a:tr h="456949">
                <a:tc>
                  <a:txBody>
                    <a:bodyPr/>
                    <a:lstStyle/>
                    <a:p>
                      <a:pPr algn="ctr" fontAlgn="b"/>
                      <a:r>
                        <a:rPr lang="en-US" sz="2400" b="1">
                          <a:solidFill>
                            <a:srgbClr val="FFFFFF"/>
                          </a:solidFill>
                          <a:effectLst/>
                        </a:rPr>
                        <a:t>ENAME</a:t>
                      </a:r>
                    </a:p>
                  </a:txBody>
                  <a:tcPr marL="68576" marR="68576" marT="45661" marB="45661" anchor="b">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879CBD"/>
                    </a:solidFill>
                  </a:tcPr>
                </a:tc>
                <a:tc>
                  <a:txBody>
                    <a:bodyPr/>
                    <a:lstStyle/>
                    <a:p>
                      <a:pPr algn="ctr" fontAlgn="b"/>
                      <a:r>
                        <a:rPr lang="en-US" sz="2400" b="1">
                          <a:solidFill>
                            <a:srgbClr val="FFFFFF"/>
                          </a:solidFill>
                          <a:effectLst/>
                        </a:rPr>
                        <a:t>SAL</a:t>
                      </a:r>
                    </a:p>
                  </a:txBody>
                  <a:tcPr marL="68576" marR="68576" marT="45661" marB="45661" anchor="b">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879CBD"/>
                    </a:solidFill>
                  </a:tcPr>
                </a:tc>
                <a:tc>
                  <a:txBody>
                    <a:bodyPr/>
                    <a:lstStyle/>
                    <a:p>
                      <a:pPr algn="ctr" fontAlgn="b"/>
                      <a:r>
                        <a:rPr lang="en-US" sz="2400" b="1" dirty="0">
                          <a:solidFill>
                            <a:srgbClr val="FFFFFF"/>
                          </a:solidFill>
                          <a:effectLst/>
                        </a:rPr>
                        <a:t>SAL_RANK</a:t>
                      </a:r>
                    </a:p>
                  </a:txBody>
                  <a:tcPr marL="68576" marR="68576" marT="45661" marB="45661" anchor="b">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879CBD"/>
                    </a:solidFill>
                  </a:tcPr>
                </a:tc>
                <a:extLst>
                  <a:ext uri="{0D108BD9-81ED-4DB2-BD59-A6C34878D82A}">
                    <a16:rowId xmlns:a16="http://schemas.microsoft.com/office/drawing/2014/main" val="10000"/>
                  </a:ext>
                </a:extLst>
              </a:tr>
              <a:tr h="411288">
                <a:tc>
                  <a:txBody>
                    <a:bodyPr/>
                    <a:lstStyle/>
                    <a:p>
                      <a:pPr algn="ctr"/>
                      <a:r>
                        <a:rPr lang="en-US" sz="2400">
                          <a:effectLst/>
                        </a:rPr>
                        <a:t>SCOTT</a:t>
                      </a:r>
                    </a:p>
                  </a:txBody>
                  <a:tcPr marL="68576" marR="68576" marT="22831" marB="22831"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pPr algn="ctr"/>
                      <a:r>
                        <a:rPr lang="en-US" sz="2400">
                          <a:effectLst/>
                        </a:rPr>
                        <a:t>3000</a:t>
                      </a:r>
                    </a:p>
                  </a:txBody>
                  <a:tcPr marL="68576" marR="68576" marT="22831" marB="22831"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pPr algn="ctr"/>
                      <a:r>
                        <a:rPr lang="en-US" sz="2400">
                          <a:effectLst/>
                        </a:rPr>
                        <a:t>2</a:t>
                      </a:r>
                    </a:p>
                  </a:txBody>
                  <a:tcPr marL="68576" marR="68576" marT="22831" marB="22831"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extLst>
                  <a:ext uri="{0D108BD9-81ED-4DB2-BD59-A6C34878D82A}">
                    <a16:rowId xmlns:a16="http://schemas.microsoft.com/office/drawing/2014/main" val="10001"/>
                  </a:ext>
                </a:extLst>
              </a:tr>
              <a:tr h="411288">
                <a:tc>
                  <a:txBody>
                    <a:bodyPr/>
                    <a:lstStyle/>
                    <a:p>
                      <a:pPr algn="ctr"/>
                      <a:r>
                        <a:rPr lang="en-US" sz="2400">
                          <a:effectLst/>
                        </a:rPr>
                        <a:t>FORD</a:t>
                      </a:r>
                    </a:p>
                  </a:txBody>
                  <a:tcPr marL="68576" marR="68576" marT="22831" marB="22831"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4F4F4"/>
                    </a:solidFill>
                  </a:tcPr>
                </a:tc>
                <a:tc>
                  <a:txBody>
                    <a:bodyPr/>
                    <a:lstStyle/>
                    <a:p>
                      <a:pPr algn="ctr"/>
                      <a:r>
                        <a:rPr lang="en-US" sz="2400">
                          <a:effectLst/>
                        </a:rPr>
                        <a:t>3000</a:t>
                      </a:r>
                    </a:p>
                  </a:txBody>
                  <a:tcPr marL="68576" marR="68576" marT="22831" marB="22831"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4F4F4"/>
                    </a:solidFill>
                  </a:tcPr>
                </a:tc>
                <a:tc>
                  <a:txBody>
                    <a:bodyPr/>
                    <a:lstStyle/>
                    <a:p>
                      <a:pPr algn="ctr"/>
                      <a:r>
                        <a:rPr lang="en-US" sz="2400" dirty="0">
                          <a:effectLst/>
                        </a:rPr>
                        <a:t>2</a:t>
                      </a:r>
                    </a:p>
                  </a:txBody>
                  <a:tcPr marL="68576" marR="68576" marT="22831" marB="22831"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4F4F4"/>
                    </a:solidFill>
                  </a:tcPr>
                </a:tc>
                <a:extLst>
                  <a:ext uri="{0D108BD9-81ED-4DB2-BD59-A6C34878D82A}">
                    <a16:rowId xmlns:a16="http://schemas.microsoft.com/office/drawing/2014/main" val="10002"/>
                  </a:ext>
                </a:extLst>
              </a:tr>
            </a:tbl>
          </a:graphicData>
        </a:graphic>
      </p:graphicFrame>
      <p:sp>
        <p:nvSpPr>
          <p:cNvPr id="4" name="Footer Placeholder 2">
            <a:extLst>
              <a:ext uri="{FF2B5EF4-FFF2-40B4-BE49-F238E27FC236}">
                <a16:creationId xmlns:a16="http://schemas.microsoft.com/office/drawing/2014/main" id="{D8C3A33E-80FC-E0BC-E3F5-329A36327454}"/>
              </a:ext>
            </a:extLst>
          </p:cNvPr>
          <p:cNvSpPr>
            <a:spLocks noGrp="1"/>
          </p:cNvSpPr>
          <p:nvPr>
            <p:ph type="ftr" sz="quarter" idx="11"/>
          </p:nvPr>
        </p:nvSpPr>
        <p:spPr>
          <a:xfrm>
            <a:off x="2555776" y="6381328"/>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5" name="Slide Number Placeholder 23">
            <a:extLst>
              <a:ext uri="{FF2B5EF4-FFF2-40B4-BE49-F238E27FC236}">
                <a16:creationId xmlns:a16="http://schemas.microsoft.com/office/drawing/2014/main" id="{850A6577-6665-7880-26A1-A17830350ABD}"/>
              </a:ext>
            </a:extLst>
          </p:cNvPr>
          <p:cNvSpPr>
            <a:spLocks noGrp="1"/>
          </p:cNvSpPr>
          <p:nvPr>
            <p:ph type="sldNum" sz="quarter" idx="12"/>
          </p:nvPr>
        </p:nvSpPr>
        <p:spPr>
          <a:xfrm>
            <a:off x="8532440" y="6166335"/>
            <a:ext cx="427833"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35</a:t>
            </a:fld>
            <a:endParaRPr kumimoji="0" lang="en-US" sz="1400" b="0" i="0" u="none" strike="noStrike" kern="1200" cap="none" spc="0" normalizeH="0" baseline="0" noProof="0" dirty="0">
              <a:ln>
                <a:noFill/>
              </a:ln>
              <a:solidFill>
                <a:srgbClr val="FFFFFF"/>
              </a:solidFill>
              <a:effectLst/>
              <a:uLnTx/>
              <a:uFillTx/>
              <a:latin typeface="Franklin Gothic Book"/>
              <a:ea typeface="+mj-ea"/>
              <a:cs typeface="+mj-cs"/>
            </a:endParaRPr>
          </a:p>
        </p:txBody>
      </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a:extLst>
              <a:ext uri="{FF2B5EF4-FFF2-40B4-BE49-F238E27FC236}">
                <a16:creationId xmlns:a16="http://schemas.microsoft.com/office/drawing/2014/main" id="{AC8ED238-43B4-970B-317F-1A8132BE5E68}"/>
              </a:ext>
            </a:extLst>
          </p:cNvPr>
          <p:cNvSpPr>
            <a:spLocks noGrp="1" noChangeArrowheads="1"/>
          </p:cNvSpPr>
          <p:nvPr>
            <p:ph type="title"/>
          </p:nvPr>
        </p:nvSpPr>
        <p:spPr>
          <a:xfrm>
            <a:off x="323850" y="188913"/>
            <a:ext cx="7777163" cy="533400"/>
          </a:xfrm>
        </p:spPr>
        <p:txBody>
          <a:bodyPr/>
          <a:lstStyle/>
          <a:p>
            <a:pPr eaLnBrk="1" hangingPunct="1">
              <a:spcBef>
                <a:spcPct val="50000"/>
              </a:spcBef>
            </a:pPr>
            <a:r>
              <a:rPr lang="en-US" altLang="en-US" sz="2800" b="1" u="sng" dirty="0">
                <a:solidFill>
                  <a:srgbClr val="D34817"/>
                </a:solidFill>
                <a:latin typeface="Cambria" panose="02040503050406030204" pitchFamily="18" charset="0"/>
                <a:ea typeface="Cambria" panose="02040503050406030204" pitchFamily="18" charset="0"/>
              </a:rPr>
              <a:t>Ranking with GROUP functions</a:t>
            </a:r>
          </a:p>
        </p:txBody>
      </p:sp>
      <p:graphicFrame>
        <p:nvGraphicFramePr>
          <p:cNvPr id="3" name="Table 2">
            <a:extLst>
              <a:ext uri="{FF2B5EF4-FFF2-40B4-BE49-F238E27FC236}">
                <a16:creationId xmlns:a16="http://schemas.microsoft.com/office/drawing/2014/main" id="{F3C06C77-B691-63FE-7221-7F738D33F9D4}"/>
              </a:ext>
            </a:extLst>
          </p:cNvPr>
          <p:cNvGraphicFramePr>
            <a:graphicFrameLocks noGrp="1"/>
          </p:cNvGraphicFramePr>
          <p:nvPr>
            <p:extLst>
              <p:ext uri="{D42A27DB-BD31-4B8C-83A1-F6EECF244321}">
                <p14:modId xmlns:p14="http://schemas.microsoft.com/office/powerpoint/2010/main" val="111427236"/>
              </p:ext>
            </p:extLst>
          </p:nvPr>
        </p:nvGraphicFramePr>
        <p:xfrm>
          <a:off x="323528" y="699236"/>
          <a:ext cx="8568952" cy="2026920"/>
        </p:xfrm>
        <a:graphic>
          <a:graphicData uri="http://schemas.openxmlformats.org/drawingml/2006/table">
            <a:tbl>
              <a:tblPr firstRow="1" bandRow="1">
                <a:tableStyleId>{5C22544A-7EE6-4342-B048-85BDC9FD1C3A}</a:tableStyleId>
              </a:tblPr>
              <a:tblGrid>
                <a:gridCol w="8568952">
                  <a:extLst>
                    <a:ext uri="{9D8B030D-6E8A-4147-A177-3AD203B41FA5}">
                      <a16:colId xmlns:a16="http://schemas.microsoft.com/office/drawing/2014/main" val="20000"/>
                    </a:ext>
                  </a:extLst>
                </a:gridCol>
              </a:tblGrid>
              <a:tr h="370840">
                <a:tc>
                  <a:txBody>
                    <a:bodyPr/>
                    <a:lstStyle/>
                    <a:p>
                      <a:pPr>
                        <a:spcBef>
                          <a:spcPts val="600"/>
                        </a:spcBef>
                        <a:buFontTx/>
                        <a:buNone/>
                      </a:pPr>
                      <a:r>
                        <a:rPr lang="en-US" altLang="en-US" sz="2800" b="0" dirty="0">
                          <a:solidFill>
                            <a:srgbClr val="000000"/>
                          </a:solidFill>
                          <a:latin typeface="Cambria" panose="02040503050406030204" pitchFamily="18" charset="0"/>
                          <a:ea typeface="Cambria" panose="02040503050406030204" pitchFamily="18" charset="0"/>
                          <a:cs typeface="Calibri" panose="020F0502020204030204" pitchFamily="34" charset="0"/>
                        </a:rPr>
                        <a:t>SELECT job, SUM(</a:t>
                      </a:r>
                      <a:r>
                        <a:rPr lang="en-US" altLang="en-US" sz="2800" b="0" dirty="0" err="1">
                          <a:solidFill>
                            <a:srgbClr val="000000"/>
                          </a:solidFill>
                          <a:latin typeface="Cambria" panose="02040503050406030204" pitchFamily="18" charset="0"/>
                          <a:ea typeface="Cambria" panose="02040503050406030204" pitchFamily="18" charset="0"/>
                          <a:cs typeface="Calibri" panose="020F0502020204030204" pitchFamily="34" charset="0"/>
                        </a:rPr>
                        <a:t>sal</a:t>
                      </a:r>
                      <a:r>
                        <a:rPr lang="en-US" altLang="en-US" sz="2800" b="0" dirty="0">
                          <a:solidFill>
                            <a:srgbClr val="000000"/>
                          </a:solidFill>
                          <a:latin typeface="Cambria" panose="02040503050406030204" pitchFamily="18" charset="0"/>
                          <a:ea typeface="Cambria" panose="02040503050406030204" pitchFamily="18" charset="0"/>
                          <a:cs typeface="Calibri" panose="020F0502020204030204" pitchFamily="34" charset="0"/>
                        </a:rPr>
                        <a:t>)  </a:t>
                      </a:r>
                    </a:p>
                    <a:p>
                      <a:pPr>
                        <a:spcBef>
                          <a:spcPts val="600"/>
                        </a:spcBef>
                        <a:buFontTx/>
                        <a:buNone/>
                      </a:pPr>
                      <a:r>
                        <a:rPr lang="en-US" altLang="en-US" sz="2800" b="0" dirty="0">
                          <a:solidFill>
                            <a:srgbClr val="FF0000"/>
                          </a:solidFill>
                          <a:latin typeface="Cambria" panose="02040503050406030204" pitchFamily="18" charset="0"/>
                          <a:ea typeface="Cambria" panose="02040503050406030204" pitchFamily="18" charset="0"/>
                          <a:cs typeface="Calibri" panose="020F0502020204030204" pitchFamily="34" charset="0"/>
                        </a:rPr>
                        <a:t>RANK()</a:t>
                      </a:r>
                      <a:r>
                        <a:rPr lang="en-US" altLang="en-US" sz="2800" b="0" dirty="0">
                          <a:solidFill>
                            <a:srgbClr val="000000"/>
                          </a:solidFill>
                          <a:latin typeface="Cambria" panose="02040503050406030204" pitchFamily="18" charset="0"/>
                          <a:ea typeface="Cambria" panose="02040503050406030204" pitchFamily="18" charset="0"/>
                          <a:cs typeface="Calibri" panose="020F0502020204030204" pitchFamily="34" charset="0"/>
                        </a:rPr>
                        <a:t> </a:t>
                      </a:r>
                      <a:r>
                        <a:rPr lang="en-US" altLang="en-US" sz="2800" b="0" dirty="0">
                          <a:solidFill>
                            <a:schemeClr val="tx1"/>
                          </a:solidFill>
                          <a:highlight>
                            <a:srgbClr val="FFFF00"/>
                          </a:highlight>
                          <a:latin typeface="Cambria" panose="02040503050406030204" pitchFamily="18" charset="0"/>
                          <a:ea typeface="Cambria" panose="02040503050406030204" pitchFamily="18" charset="0"/>
                          <a:cs typeface="Calibri" panose="020F0502020204030204" pitchFamily="34" charset="0"/>
                        </a:rPr>
                        <a:t>OVER(ORDER BY SUM(</a:t>
                      </a:r>
                      <a:r>
                        <a:rPr lang="en-US" altLang="en-US" sz="2800" b="0" dirty="0" err="1">
                          <a:solidFill>
                            <a:schemeClr val="tx1"/>
                          </a:solidFill>
                          <a:highlight>
                            <a:srgbClr val="FFFF00"/>
                          </a:highlight>
                          <a:latin typeface="Cambria" panose="02040503050406030204" pitchFamily="18" charset="0"/>
                          <a:ea typeface="Cambria" panose="02040503050406030204" pitchFamily="18" charset="0"/>
                          <a:cs typeface="Calibri" panose="020F0502020204030204" pitchFamily="34" charset="0"/>
                        </a:rPr>
                        <a:t>sal</a:t>
                      </a:r>
                      <a:r>
                        <a:rPr lang="en-US" altLang="en-US" sz="2800" b="0" dirty="0">
                          <a:solidFill>
                            <a:schemeClr val="tx1"/>
                          </a:solidFill>
                          <a:highlight>
                            <a:srgbClr val="FFFF00"/>
                          </a:highlight>
                          <a:latin typeface="Cambria" panose="02040503050406030204" pitchFamily="18" charset="0"/>
                          <a:ea typeface="Cambria" panose="02040503050406030204" pitchFamily="18" charset="0"/>
                          <a:cs typeface="Calibri" panose="020F0502020204030204" pitchFamily="34" charset="0"/>
                        </a:rPr>
                        <a:t>) DESC)</a:t>
                      </a:r>
                      <a:r>
                        <a:rPr lang="en-US" altLang="en-US" sz="2800" b="0" dirty="0">
                          <a:solidFill>
                            <a:srgbClr val="000000"/>
                          </a:solidFill>
                          <a:latin typeface="Cambria" panose="02040503050406030204" pitchFamily="18" charset="0"/>
                          <a:ea typeface="Cambria" panose="02040503050406030204" pitchFamily="18" charset="0"/>
                          <a:cs typeface="Calibri" panose="020F0502020204030204" pitchFamily="34" charset="0"/>
                        </a:rPr>
                        <a:t> “</a:t>
                      </a:r>
                      <a:r>
                        <a:rPr lang="en-US" altLang="en-US" sz="2800" b="0" dirty="0" err="1">
                          <a:solidFill>
                            <a:srgbClr val="000000"/>
                          </a:solidFill>
                          <a:latin typeface="Cambria" panose="02040503050406030204" pitchFamily="18" charset="0"/>
                          <a:ea typeface="Cambria" panose="02040503050406030204" pitchFamily="18" charset="0"/>
                          <a:cs typeface="Calibri" panose="020F0502020204030204" pitchFamily="34" charset="0"/>
                        </a:rPr>
                        <a:t>job_rank</a:t>
                      </a:r>
                      <a:r>
                        <a:rPr lang="en-US" altLang="en-US" sz="2800" b="0" dirty="0">
                          <a:solidFill>
                            <a:srgbClr val="000000"/>
                          </a:solidFill>
                          <a:latin typeface="Cambria" panose="02040503050406030204" pitchFamily="18" charset="0"/>
                          <a:ea typeface="Cambria" panose="02040503050406030204" pitchFamily="18" charset="0"/>
                          <a:cs typeface="Calibri" panose="020F0502020204030204" pitchFamily="34" charset="0"/>
                        </a:rPr>
                        <a:t>",</a:t>
                      </a:r>
                    </a:p>
                    <a:p>
                      <a:pPr>
                        <a:spcBef>
                          <a:spcPts val="600"/>
                        </a:spcBef>
                        <a:buFontTx/>
                        <a:buNone/>
                      </a:pPr>
                      <a:r>
                        <a:rPr lang="en-US" altLang="en-US" sz="2800" b="0" dirty="0">
                          <a:solidFill>
                            <a:srgbClr val="000000"/>
                          </a:solidFill>
                          <a:latin typeface="Cambria" panose="02040503050406030204" pitchFamily="18" charset="0"/>
                          <a:ea typeface="Cambria" panose="02040503050406030204" pitchFamily="18" charset="0"/>
                          <a:cs typeface="Calibri" panose="020F0502020204030204" pitchFamily="34" charset="0"/>
                        </a:rPr>
                        <a:t>FROM emp</a:t>
                      </a:r>
                    </a:p>
                    <a:p>
                      <a:pPr>
                        <a:spcBef>
                          <a:spcPts val="600"/>
                        </a:spcBef>
                        <a:buFontTx/>
                        <a:buNone/>
                      </a:pPr>
                      <a:r>
                        <a:rPr lang="en-US" altLang="en-US" sz="2800" b="0" dirty="0">
                          <a:solidFill>
                            <a:srgbClr val="000000"/>
                          </a:solidFill>
                          <a:latin typeface="Cambria" panose="02040503050406030204" pitchFamily="18" charset="0"/>
                          <a:ea typeface="Cambria" panose="02040503050406030204" pitchFamily="18" charset="0"/>
                          <a:cs typeface="Calibri" panose="020F0502020204030204" pitchFamily="34" charset="0"/>
                        </a:rPr>
                        <a:t>GROUP BY job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10000"/>
                  </a:ext>
                </a:extLst>
              </a:tr>
            </a:tbl>
          </a:graphicData>
        </a:graphic>
      </p:graphicFrame>
      <p:graphicFrame>
        <p:nvGraphicFramePr>
          <p:cNvPr id="2" name="Table 1">
            <a:extLst>
              <a:ext uri="{FF2B5EF4-FFF2-40B4-BE49-F238E27FC236}">
                <a16:creationId xmlns:a16="http://schemas.microsoft.com/office/drawing/2014/main" id="{C6048E07-E4D7-84F1-664C-51691C712887}"/>
              </a:ext>
            </a:extLst>
          </p:cNvPr>
          <p:cNvGraphicFramePr>
            <a:graphicFrameLocks noGrp="1"/>
          </p:cNvGraphicFramePr>
          <p:nvPr>
            <p:extLst>
              <p:ext uri="{D42A27DB-BD31-4B8C-83A1-F6EECF244321}">
                <p14:modId xmlns:p14="http://schemas.microsoft.com/office/powerpoint/2010/main" val="404858588"/>
              </p:ext>
            </p:extLst>
          </p:nvPr>
        </p:nvGraphicFramePr>
        <p:xfrm>
          <a:off x="1808163" y="2930624"/>
          <a:ext cx="4808538" cy="2514600"/>
        </p:xfrm>
        <a:graphic>
          <a:graphicData uri="http://schemas.openxmlformats.org/drawingml/2006/table">
            <a:tbl>
              <a:tblPr/>
              <a:tblGrid>
                <a:gridCol w="1602846">
                  <a:extLst>
                    <a:ext uri="{9D8B030D-6E8A-4147-A177-3AD203B41FA5}">
                      <a16:colId xmlns:a16="http://schemas.microsoft.com/office/drawing/2014/main" val="20000"/>
                    </a:ext>
                  </a:extLst>
                </a:gridCol>
                <a:gridCol w="1602846">
                  <a:extLst>
                    <a:ext uri="{9D8B030D-6E8A-4147-A177-3AD203B41FA5}">
                      <a16:colId xmlns:a16="http://schemas.microsoft.com/office/drawing/2014/main" val="20001"/>
                    </a:ext>
                  </a:extLst>
                </a:gridCol>
                <a:gridCol w="1602846">
                  <a:extLst>
                    <a:ext uri="{9D8B030D-6E8A-4147-A177-3AD203B41FA5}">
                      <a16:colId xmlns:a16="http://schemas.microsoft.com/office/drawing/2014/main" val="20002"/>
                    </a:ext>
                  </a:extLst>
                </a:gridCol>
              </a:tblGrid>
              <a:tr h="0">
                <a:tc>
                  <a:txBody>
                    <a:bodyPr/>
                    <a:lstStyle/>
                    <a:p>
                      <a:pPr algn="ctr" fontAlgn="b"/>
                      <a:r>
                        <a:rPr lang="en-US" sz="2400" b="1" dirty="0">
                          <a:solidFill>
                            <a:srgbClr val="FFFFFF"/>
                          </a:solidFill>
                          <a:effectLst/>
                        </a:rPr>
                        <a:t>JOB</a:t>
                      </a:r>
                    </a:p>
                  </a:txBody>
                  <a:tcPr marL="68563" marR="68563" anchor="b">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879CBD"/>
                    </a:solidFill>
                  </a:tcPr>
                </a:tc>
                <a:tc>
                  <a:txBody>
                    <a:bodyPr/>
                    <a:lstStyle/>
                    <a:p>
                      <a:pPr algn="ctr" fontAlgn="b"/>
                      <a:r>
                        <a:rPr lang="en-US" sz="2400" b="1">
                          <a:solidFill>
                            <a:srgbClr val="FFFFFF"/>
                          </a:solidFill>
                          <a:effectLst/>
                        </a:rPr>
                        <a:t>SUM(SAL)</a:t>
                      </a:r>
                    </a:p>
                  </a:txBody>
                  <a:tcPr marL="68563" marR="68563" anchor="b">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879CBD"/>
                    </a:solidFill>
                  </a:tcPr>
                </a:tc>
                <a:tc>
                  <a:txBody>
                    <a:bodyPr/>
                    <a:lstStyle/>
                    <a:p>
                      <a:pPr algn="ctr" fontAlgn="b"/>
                      <a:r>
                        <a:rPr lang="en-US" sz="2400" b="1">
                          <a:solidFill>
                            <a:srgbClr val="FFFFFF"/>
                          </a:solidFill>
                          <a:effectLst/>
                        </a:rPr>
                        <a:t>job_rank</a:t>
                      </a:r>
                    </a:p>
                  </a:txBody>
                  <a:tcPr marL="68563" marR="68563" anchor="b">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879CBD"/>
                    </a:solidFill>
                  </a:tcPr>
                </a:tc>
                <a:extLst>
                  <a:ext uri="{0D108BD9-81ED-4DB2-BD59-A6C34878D82A}">
                    <a16:rowId xmlns:a16="http://schemas.microsoft.com/office/drawing/2014/main" val="10000"/>
                  </a:ext>
                </a:extLst>
              </a:tr>
              <a:tr h="0">
                <a:tc>
                  <a:txBody>
                    <a:bodyPr/>
                    <a:lstStyle/>
                    <a:p>
                      <a:pPr algn="ctr"/>
                      <a:r>
                        <a:rPr lang="en-US" sz="2400" dirty="0">
                          <a:effectLst/>
                        </a:rPr>
                        <a:t>MANAGER</a:t>
                      </a:r>
                    </a:p>
                  </a:txBody>
                  <a:tcPr marL="68563" marR="68563" marT="22860" marB="228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pPr algn="ctr"/>
                      <a:r>
                        <a:rPr lang="en-US" sz="2400">
                          <a:effectLst/>
                        </a:rPr>
                        <a:t>8275</a:t>
                      </a:r>
                    </a:p>
                  </a:txBody>
                  <a:tcPr marL="68563" marR="68563" marT="22860" marB="228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pPr algn="ctr"/>
                      <a:r>
                        <a:rPr lang="en-US" sz="2400">
                          <a:effectLst/>
                        </a:rPr>
                        <a:t>1</a:t>
                      </a:r>
                    </a:p>
                  </a:txBody>
                  <a:tcPr marL="68563" marR="68563" marT="22860" marB="228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extLst>
                  <a:ext uri="{0D108BD9-81ED-4DB2-BD59-A6C34878D82A}">
                    <a16:rowId xmlns:a16="http://schemas.microsoft.com/office/drawing/2014/main" val="10001"/>
                  </a:ext>
                </a:extLst>
              </a:tr>
              <a:tr h="0">
                <a:tc>
                  <a:txBody>
                    <a:bodyPr/>
                    <a:lstStyle/>
                    <a:p>
                      <a:pPr algn="ctr"/>
                      <a:r>
                        <a:rPr lang="en-US" sz="2400" dirty="0">
                          <a:effectLst/>
                        </a:rPr>
                        <a:t>ANALYST</a:t>
                      </a:r>
                    </a:p>
                  </a:txBody>
                  <a:tcPr marL="68563" marR="68563" marT="22860" marB="228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pPr algn="ctr"/>
                      <a:r>
                        <a:rPr lang="en-US" sz="2400">
                          <a:effectLst/>
                        </a:rPr>
                        <a:t>6000</a:t>
                      </a:r>
                    </a:p>
                  </a:txBody>
                  <a:tcPr marL="68563" marR="68563" marT="22860" marB="228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pPr algn="ctr"/>
                      <a:r>
                        <a:rPr lang="en-US" sz="2400" dirty="0">
                          <a:effectLst/>
                        </a:rPr>
                        <a:t>2</a:t>
                      </a:r>
                    </a:p>
                  </a:txBody>
                  <a:tcPr marL="68563" marR="68563" marT="22860" marB="228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extLst>
                  <a:ext uri="{0D108BD9-81ED-4DB2-BD59-A6C34878D82A}">
                    <a16:rowId xmlns:a16="http://schemas.microsoft.com/office/drawing/2014/main" val="10002"/>
                  </a:ext>
                </a:extLst>
              </a:tr>
              <a:tr h="0">
                <a:tc>
                  <a:txBody>
                    <a:bodyPr/>
                    <a:lstStyle/>
                    <a:p>
                      <a:pPr algn="ctr"/>
                      <a:r>
                        <a:rPr lang="en-US" sz="2400" dirty="0">
                          <a:effectLst/>
                        </a:rPr>
                        <a:t>SALESMAN</a:t>
                      </a:r>
                    </a:p>
                  </a:txBody>
                  <a:tcPr marL="68563" marR="68563" marT="22860" marB="228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pPr algn="ctr"/>
                      <a:r>
                        <a:rPr lang="en-US" sz="2400">
                          <a:effectLst/>
                        </a:rPr>
                        <a:t>5600</a:t>
                      </a:r>
                    </a:p>
                  </a:txBody>
                  <a:tcPr marL="68563" marR="68563" marT="22860" marB="228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pPr algn="ctr"/>
                      <a:r>
                        <a:rPr lang="en-US" sz="2400">
                          <a:effectLst/>
                        </a:rPr>
                        <a:t>3</a:t>
                      </a:r>
                    </a:p>
                  </a:txBody>
                  <a:tcPr marL="68563" marR="68563" marT="22860" marB="228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extLst>
                  <a:ext uri="{0D108BD9-81ED-4DB2-BD59-A6C34878D82A}">
                    <a16:rowId xmlns:a16="http://schemas.microsoft.com/office/drawing/2014/main" val="10003"/>
                  </a:ext>
                </a:extLst>
              </a:tr>
              <a:tr h="0">
                <a:tc>
                  <a:txBody>
                    <a:bodyPr/>
                    <a:lstStyle/>
                    <a:p>
                      <a:pPr algn="ctr"/>
                      <a:r>
                        <a:rPr lang="en-US" sz="2400" dirty="0">
                          <a:effectLst/>
                        </a:rPr>
                        <a:t>PRESIDENT</a:t>
                      </a:r>
                    </a:p>
                  </a:txBody>
                  <a:tcPr marL="68563" marR="68563" marT="22860" marB="228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pPr algn="ctr"/>
                      <a:r>
                        <a:rPr lang="en-US" sz="2400">
                          <a:effectLst/>
                        </a:rPr>
                        <a:t>5000</a:t>
                      </a:r>
                    </a:p>
                  </a:txBody>
                  <a:tcPr marL="68563" marR="68563" marT="22860" marB="228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pPr algn="ctr"/>
                      <a:r>
                        <a:rPr lang="en-US" sz="2400">
                          <a:effectLst/>
                        </a:rPr>
                        <a:t>4</a:t>
                      </a:r>
                    </a:p>
                  </a:txBody>
                  <a:tcPr marL="68563" marR="68563" marT="22860" marB="228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extLst>
                  <a:ext uri="{0D108BD9-81ED-4DB2-BD59-A6C34878D82A}">
                    <a16:rowId xmlns:a16="http://schemas.microsoft.com/office/drawing/2014/main" val="10004"/>
                  </a:ext>
                </a:extLst>
              </a:tr>
              <a:tr h="0">
                <a:tc>
                  <a:txBody>
                    <a:bodyPr/>
                    <a:lstStyle/>
                    <a:p>
                      <a:pPr algn="ctr"/>
                      <a:r>
                        <a:rPr lang="en-US" sz="2400" dirty="0">
                          <a:effectLst/>
                        </a:rPr>
                        <a:t>CLERK</a:t>
                      </a:r>
                    </a:p>
                  </a:txBody>
                  <a:tcPr marL="68563" marR="68563" marT="22860" marB="228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4F4F4"/>
                    </a:solidFill>
                  </a:tcPr>
                </a:tc>
                <a:tc>
                  <a:txBody>
                    <a:bodyPr/>
                    <a:lstStyle/>
                    <a:p>
                      <a:pPr algn="ctr"/>
                      <a:r>
                        <a:rPr lang="en-US" sz="2400" dirty="0">
                          <a:effectLst/>
                        </a:rPr>
                        <a:t>4150</a:t>
                      </a:r>
                    </a:p>
                  </a:txBody>
                  <a:tcPr marL="68563" marR="68563" marT="22860" marB="228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4F4F4"/>
                    </a:solidFill>
                  </a:tcPr>
                </a:tc>
                <a:tc>
                  <a:txBody>
                    <a:bodyPr/>
                    <a:lstStyle/>
                    <a:p>
                      <a:pPr algn="ctr"/>
                      <a:r>
                        <a:rPr lang="en-US" sz="2400" dirty="0">
                          <a:effectLst/>
                        </a:rPr>
                        <a:t>5</a:t>
                      </a:r>
                    </a:p>
                  </a:txBody>
                  <a:tcPr marL="68563" marR="68563" marT="22860" marB="228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4F4F4"/>
                    </a:solidFill>
                  </a:tcPr>
                </a:tc>
                <a:extLst>
                  <a:ext uri="{0D108BD9-81ED-4DB2-BD59-A6C34878D82A}">
                    <a16:rowId xmlns:a16="http://schemas.microsoft.com/office/drawing/2014/main" val="10005"/>
                  </a:ext>
                </a:extLst>
              </a:tr>
            </a:tbl>
          </a:graphicData>
        </a:graphic>
      </p:graphicFrame>
      <p:sp>
        <p:nvSpPr>
          <p:cNvPr id="4" name="Footer Placeholder 2">
            <a:extLst>
              <a:ext uri="{FF2B5EF4-FFF2-40B4-BE49-F238E27FC236}">
                <a16:creationId xmlns:a16="http://schemas.microsoft.com/office/drawing/2014/main" id="{1F6B6A4C-D85E-B2E2-3EB6-0B4AA9BB0DCE}"/>
              </a:ext>
            </a:extLst>
          </p:cNvPr>
          <p:cNvSpPr>
            <a:spLocks noGrp="1"/>
          </p:cNvSpPr>
          <p:nvPr>
            <p:ph type="ftr" sz="quarter" idx="11"/>
          </p:nvPr>
        </p:nvSpPr>
        <p:spPr>
          <a:xfrm>
            <a:off x="2555776" y="6381328"/>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7" name="Slide Number Placeholder 23">
            <a:extLst>
              <a:ext uri="{FF2B5EF4-FFF2-40B4-BE49-F238E27FC236}">
                <a16:creationId xmlns:a16="http://schemas.microsoft.com/office/drawing/2014/main" id="{78394AAA-BA03-11E8-E39B-0B069FAB5D19}"/>
              </a:ext>
            </a:extLst>
          </p:cNvPr>
          <p:cNvSpPr>
            <a:spLocks noGrp="1"/>
          </p:cNvSpPr>
          <p:nvPr>
            <p:ph type="sldNum" sz="quarter" idx="12"/>
          </p:nvPr>
        </p:nvSpPr>
        <p:spPr>
          <a:xfrm>
            <a:off x="8532440" y="6166335"/>
            <a:ext cx="427833"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36</a:t>
            </a:fld>
            <a:endParaRPr kumimoji="0" lang="en-US" sz="1400" b="0" i="0" u="none" strike="noStrike" kern="1200" cap="none" spc="0" normalizeH="0" baseline="0" noProof="0" dirty="0">
              <a:ln>
                <a:noFill/>
              </a:ln>
              <a:solidFill>
                <a:srgbClr val="FFFFFF"/>
              </a:solidFill>
              <a:effectLst/>
              <a:uLnTx/>
              <a:uFillTx/>
              <a:latin typeface="Franklin Gothic Book"/>
              <a:ea typeface="+mj-ea"/>
              <a:cs typeface="+mj-cs"/>
            </a:endParaRPr>
          </a:p>
        </p:txBody>
      </p:sp>
    </p:spTree>
  </p:cSld>
  <p:clrMapOvr>
    <a:masterClrMapping/>
  </p:clrMapOvr>
  <p:transition/>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quity">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ppt/theme/theme2.xml><?xml version="1.0" encoding="utf-8"?>
<a:theme xmlns:a="http://schemas.openxmlformats.org/drawingml/2006/main" name="1_Equity">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themeOverride>
</file>

<file path=docProps/app.xml><?xml version="1.0" encoding="utf-8"?>
<Properties xmlns="http://schemas.openxmlformats.org/officeDocument/2006/extended-properties" xmlns:vt="http://schemas.openxmlformats.org/officeDocument/2006/docPropsVTypes">
  <Template>Overload Protection</Template>
  <TotalTime>16375</TotalTime>
  <Words>3941</Words>
  <Application>Microsoft Office PowerPoint</Application>
  <PresentationFormat>On-screen Show (4:3)</PresentationFormat>
  <Paragraphs>1413</Paragraphs>
  <Slides>36</Slides>
  <Notes>1</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36</vt:i4>
      </vt:variant>
    </vt:vector>
  </HeadingPairs>
  <TitlesOfParts>
    <vt:vector size="47" baseType="lpstr">
      <vt:lpstr>Arial</vt:lpstr>
      <vt:lpstr>Cambria</vt:lpstr>
      <vt:lpstr>Comic Sans MS</vt:lpstr>
      <vt:lpstr>Courier New</vt:lpstr>
      <vt:lpstr>Franklin Gothic Book</vt:lpstr>
      <vt:lpstr>Perpetua</vt:lpstr>
      <vt:lpstr>Times New Roman</vt:lpstr>
      <vt:lpstr>Wingdings</vt:lpstr>
      <vt:lpstr>Wingdings 2</vt:lpstr>
      <vt:lpstr>Equity</vt:lpstr>
      <vt:lpstr>1_Equity</vt:lpstr>
      <vt:lpstr>CC-215-L Database Systems Lab</vt:lpstr>
      <vt:lpstr>  Introduction</vt:lpstr>
      <vt:lpstr>  Group Functions</vt:lpstr>
      <vt:lpstr>  Group Functions</vt:lpstr>
      <vt:lpstr>  Group Functions</vt:lpstr>
      <vt:lpstr>  COUNT Group Function</vt:lpstr>
      <vt:lpstr>  Group Functions and NULL Values</vt:lpstr>
      <vt:lpstr>  Creating Groups of Data</vt:lpstr>
      <vt:lpstr>  Creating Groups of Data</vt:lpstr>
      <vt:lpstr>  Creating Groups of Data</vt:lpstr>
      <vt:lpstr>  Grouping by More  Than One Column</vt:lpstr>
      <vt:lpstr>  Grouping by More  Than One Column</vt:lpstr>
      <vt:lpstr>    Incorrect Queries of Group Functions</vt:lpstr>
      <vt:lpstr>  Excluding Group Results</vt:lpstr>
      <vt:lpstr>  Excluding Group Results</vt:lpstr>
      <vt:lpstr>  HAVING clause</vt:lpstr>
      <vt:lpstr>  Nesting Group Functions</vt:lpstr>
      <vt:lpstr>  Extended GROUP BY Clauses</vt:lpstr>
      <vt:lpstr>  Extended GROUP BY Clauses</vt:lpstr>
      <vt:lpstr>  Extended GROUP BY Clauses</vt:lpstr>
      <vt:lpstr>PowerPoint Presentation</vt:lpstr>
      <vt:lpstr>  Extended GROUP BY Clauses</vt:lpstr>
      <vt:lpstr>  List Aggregate</vt:lpstr>
      <vt:lpstr>  Analytic Functions</vt:lpstr>
      <vt:lpstr>  Window Function</vt:lpstr>
      <vt:lpstr>  Window Function</vt:lpstr>
      <vt:lpstr>Window Function – Frame Caluse</vt:lpstr>
      <vt:lpstr>Window Function – Frame Caluse</vt:lpstr>
      <vt:lpstr>Window Function – Frame Caluse</vt:lpstr>
      <vt:lpstr>Ranking Function</vt:lpstr>
      <vt:lpstr>Ranking Function</vt:lpstr>
      <vt:lpstr>Ranking Function</vt:lpstr>
      <vt:lpstr>Ranking – NULL values</vt:lpstr>
      <vt:lpstr>Ranking – NULL values</vt:lpstr>
      <vt:lpstr>Ranking – Nth Ranking</vt:lpstr>
      <vt:lpstr>Ranking with GROUP functions</vt:lpstr>
    </vt:vector>
  </TitlesOfParts>
  <Company>TU - Wien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Analytical Model for Performance Measurement of Queueing Systems</dc:title>
  <dc:creator>ssarwar</dc:creator>
  <cp:lastModifiedBy>Dr.Asif Sohail</cp:lastModifiedBy>
  <cp:revision>817</cp:revision>
  <dcterms:created xsi:type="dcterms:W3CDTF">2006-05-17T12:38:56Z</dcterms:created>
  <dcterms:modified xsi:type="dcterms:W3CDTF">2025-10-04T12:09:07Z</dcterms:modified>
</cp:coreProperties>
</file>