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19"/>
  </p:notesMasterIdLst>
  <p:handoutMasterIdLst>
    <p:handoutMasterId r:id="rId20"/>
  </p:handoutMasterIdLst>
  <p:sldIdLst>
    <p:sldId id="646" r:id="rId2"/>
    <p:sldId id="666" r:id="rId3"/>
    <p:sldId id="667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676" r:id="rId13"/>
    <p:sldId id="677" r:id="rId14"/>
    <p:sldId id="678" r:id="rId15"/>
    <p:sldId id="679" r:id="rId16"/>
    <p:sldId id="680" r:id="rId17"/>
    <p:sldId id="681" r:id="rId18"/>
  </p:sldIdLst>
  <p:sldSz cx="9144000" cy="6858000" type="screen4x3"/>
  <p:notesSz cx="6858000" cy="9296400"/>
  <p:defaultTextStyle>
    <a:defPPr>
      <a:defRPr lang="de-A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FF66"/>
    <a:srgbClr val="FF0000"/>
    <a:srgbClr val="00FF00"/>
    <a:srgbClr val="FFFFCC"/>
    <a:srgbClr val="99CCFF"/>
    <a:srgbClr val="3399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44" autoAdjust="0"/>
    <p:restoredTop sz="85572" autoAdjust="0"/>
  </p:normalViewPr>
  <p:slideViewPr>
    <p:cSldViewPr>
      <p:cViewPr varScale="1">
        <p:scale>
          <a:sx n="83" d="100"/>
          <a:sy n="83" d="100"/>
        </p:scale>
        <p:origin x="93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5DEB7010-B5CA-5CA7-9CF6-719B11CCD8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0F062984-EEF2-8A42-6B99-3196FFF813B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33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7D9104EF-5FB8-7552-D087-EE8F3CFFFC9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33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7F808766-2F7E-AACB-3222-FA586DE0141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338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>
              <a:defRPr sz="1200"/>
            </a:lvl1pPr>
          </a:lstStyle>
          <a:p>
            <a:fld id="{EB8EF20C-1BDA-48C5-9354-76C5EC7621A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652F4EA-3D9C-05B4-1C90-27AE8A6821E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48D9E97-87FF-4DD0-FCF8-59982D93F06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9F8030DE-5502-E81C-198B-484BCEEBFD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77EDE61-7740-DAF3-DB36-EF2C58B6705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3D2C02A1-651A-77DE-6AA6-3953A27083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1805043C-0269-6A6C-F436-1ED971FF7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829675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>
              <a:defRPr sz="1200"/>
            </a:lvl1pPr>
          </a:lstStyle>
          <a:p>
            <a:fld id="{9912E97F-88C1-42DC-8CC6-34837189C0F1}" type="slidenum">
              <a:rPr lang="de-AT" altLang="en-US"/>
              <a:pPr/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66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6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81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8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6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9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017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EEBACE9-901A-9407-FF6B-F93445D247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62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8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CC-215-L</a:t>
            </a:r>
            <a:b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altLang="en-US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Systems Lab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4700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— Unit 10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Controlling User Access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4828183"/>
            <a:ext cx="6477000" cy="148113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5C58E-0F41-E365-5874-2471AB0F60B5}"/>
              </a:ext>
            </a:extLst>
          </p:cNvPr>
          <p:cNvSpPr txBox="1"/>
          <p:nvPr/>
        </p:nvSpPr>
        <p:spPr>
          <a:xfrm>
            <a:off x="438448" y="6309320"/>
            <a:ext cx="77127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Some of the slides are adapted from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Oracle Corporation.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52263002-B443-FA9E-DD31-44571C458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3" y="191419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0664FCA6-02D3-5FBE-852B-E0830F9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18864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E179-0397-9338-F236-BA3018E9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7AE8CD6-ECD8-5047-0900-F1C12A0C6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6A5DFDB-7825-1D98-42A0-9F06C178213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FA9B2FE-E72B-36D7-F0D2-8FB464A1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5180D19A-02C2-D56B-3EE7-527881F0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133A55-FA8A-5831-2C3E-649E70318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After completing this lesson, you should be able to do the following: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users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roles to ease setup and maintenance of the security model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 the GRANT and REVOKE statements to grant and revoke object privileges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66661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78B8-6DF2-E98B-9BB3-54D1C7EB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B7BDD8F-0868-04B7-DE32-E86D57837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Controlling User Access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2A82186-EC84-890A-0EFA-A080CEDA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DB0517E2-C29D-9885-8EA6-E6FED2FC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62668446-DA9F-E500-C517-A6D75A4776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9816" y="1736204"/>
            <a:ext cx="2719799" cy="69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7EFD12-4721-DD3C-9C9D-2D8836738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09595"/>
            <a:ext cx="697242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DBA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9169D3-783E-424E-5B05-B9F5F3C2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328" y="416124"/>
            <a:ext cx="847989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7318D9-DF53-862A-22FD-211446C2000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773536" y="1257474"/>
            <a:ext cx="1900386" cy="958850"/>
          </a:xfrm>
          <a:prstGeom prst="rect">
            <a:avLst/>
          </a:prstGeom>
          <a:solidFill>
            <a:srgbClr val="FF996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400050" eaLnBrk="0" hangingPunct="0"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0050" eaLnBrk="0" hangingPunct="0"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0050" eaLnBrk="0" hangingPunct="0"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0050" eaLnBrk="0" hangingPunct="0"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0050" eaLnBrk="0" hangingPunct="0"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0050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0050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0050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0050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r"/>
                <a:tab pos="673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Security </a:t>
            </a:r>
          </a:p>
          <a:p>
            <a:pPr algn="ctr"/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Privileges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32AC2A-4915-DA49-1B57-483915661074}"/>
              </a:ext>
            </a:extLst>
          </p:cNvPr>
          <p:cNvGrpSpPr>
            <a:grpSpLocks/>
          </p:cNvGrpSpPr>
          <p:nvPr/>
        </p:nvGrpSpPr>
        <p:grpSpPr bwMode="auto">
          <a:xfrm>
            <a:off x="5070128" y="773634"/>
            <a:ext cx="1662112" cy="1719262"/>
            <a:chOff x="4089" y="1681"/>
            <a:chExt cx="1047" cy="108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9F9C4C8-917E-F215-7263-1033FE46D8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" y="1681"/>
              <a:ext cx="1047" cy="1083"/>
              <a:chOff x="4089" y="1681"/>
              <a:chExt cx="1047" cy="1083"/>
            </a:xfrm>
          </p:grpSpPr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9D1DD0EE-92C3-E480-29F2-8025F00F4B1A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4089" y="1901"/>
                <a:ext cx="1047" cy="649"/>
              </a:xfrm>
              <a:prstGeom prst="rect">
                <a:avLst/>
              </a:prstGeom>
              <a:gradFill rotWithShape="0">
                <a:gsLst>
                  <a:gs pos="0">
                    <a:srgbClr val="878787"/>
                  </a:gs>
                  <a:gs pos="50000">
                    <a:srgbClr val="969696"/>
                  </a:gs>
                  <a:gs pos="100000">
                    <a:srgbClr val="878787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2" name="Oval 11">
                <a:extLst>
                  <a:ext uri="{FF2B5EF4-FFF2-40B4-BE49-F238E27FC236}">
                    <a16:creationId xmlns:a16="http://schemas.microsoft.com/office/drawing/2014/main" id="{C984DFCB-04F3-F0A4-2169-714B3644CC21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4089" y="1681"/>
                <a:ext cx="1047" cy="416"/>
              </a:xfrm>
              <a:prstGeom prst="ellipse">
                <a:avLst/>
              </a:prstGeom>
              <a:gradFill rotWithShape="0">
                <a:gsLst>
                  <a:gs pos="0">
                    <a:srgbClr val="878787"/>
                  </a:gs>
                  <a:gs pos="100000">
                    <a:srgbClr val="96969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3" name="Oval 12">
                <a:extLst>
                  <a:ext uri="{FF2B5EF4-FFF2-40B4-BE49-F238E27FC236}">
                    <a16:creationId xmlns:a16="http://schemas.microsoft.com/office/drawing/2014/main" id="{76A94C50-7EFE-87AD-0BFA-3F693C291E82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4089" y="2348"/>
                <a:ext cx="1047" cy="416"/>
              </a:xfrm>
              <a:prstGeom prst="ellipse">
                <a:avLst/>
              </a:prstGeom>
              <a:gradFill rotWithShape="0">
                <a:gsLst>
                  <a:gs pos="0">
                    <a:srgbClr val="878787"/>
                  </a:gs>
                  <a:gs pos="50000">
                    <a:srgbClr val="969696"/>
                  </a:gs>
                  <a:gs pos="100000">
                    <a:srgbClr val="878787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2DB90D16-660E-EE33-C55F-580BA0E993A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26" y="2180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32506B91-ECE5-0AB5-33FE-CABAAF92C33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497" y="2180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8E50AC1B-A6A5-AF91-F5C0-E20679CD473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766" y="2180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5405014E-17BD-0F63-A1E1-B473854A6AA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27" y="2351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5BF7B625-649F-5891-E52E-A0D4F50F323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498" y="2351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4F3E9DA0-A4BB-E5D1-0B40-39F5A9D406F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767" y="2351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EB03BB52-03C7-C471-9746-8DEC076BB7F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27" y="2519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BEC36379-E997-5CDE-8A92-10848EDC82A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498" y="2519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C3C71099-AA61-F206-1813-B29FB440C2E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767" y="2519"/>
              <a:ext cx="222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4" name="Group 22">
            <a:extLst>
              <a:ext uri="{FF2B5EF4-FFF2-40B4-BE49-F238E27FC236}">
                <a16:creationId xmlns:a16="http://schemas.microsoft.com/office/drawing/2014/main" id="{5F53D3C8-F080-0318-6FFB-B0C7D739A4D0}"/>
              </a:ext>
            </a:extLst>
          </p:cNvPr>
          <p:cNvGrpSpPr>
            <a:grpSpLocks/>
          </p:cNvGrpSpPr>
          <p:nvPr/>
        </p:nvGrpSpPr>
        <p:grpSpPr bwMode="auto">
          <a:xfrm>
            <a:off x="7134025" y="956195"/>
            <a:ext cx="1438275" cy="1419225"/>
            <a:chOff x="791" y="2915"/>
            <a:chExt cx="906" cy="894"/>
          </a:xfrm>
        </p:grpSpPr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BCFE625-2260-0405-1D28-43B00BA9A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2946"/>
              <a:ext cx="224" cy="732"/>
            </a:xfrm>
            <a:custGeom>
              <a:avLst/>
              <a:gdLst>
                <a:gd name="T0" fmla="*/ 180 w 224"/>
                <a:gd name="T1" fmla="*/ 412 h 732"/>
                <a:gd name="T2" fmla="*/ 203 w 224"/>
                <a:gd name="T3" fmla="*/ 303 h 732"/>
                <a:gd name="T4" fmla="*/ 221 w 224"/>
                <a:gd name="T5" fmla="*/ 249 h 732"/>
                <a:gd name="T6" fmla="*/ 216 w 224"/>
                <a:gd name="T7" fmla="*/ 226 h 732"/>
                <a:gd name="T8" fmla="*/ 208 w 224"/>
                <a:gd name="T9" fmla="*/ 195 h 732"/>
                <a:gd name="T10" fmla="*/ 198 w 224"/>
                <a:gd name="T11" fmla="*/ 166 h 732"/>
                <a:gd name="T12" fmla="*/ 184 w 224"/>
                <a:gd name="T13" fmla="*/ 147 h 732"/>
                <a:gd name="T14" fmla="*/ 163 w 224"/>
                <a:gd name="T15" fmla="*/ 130 h 732"/>
                <a:gd name="T16" fmla="*/ 142 w 224"/>
                <a:gd name="T17" fmla="*/ 116 h 732"/>
                <a:gd name="T18" fmla="*/ 128 w 224"/>
                <a:gd name="T19" fmla="*/ 107 h 732"/>
                <a:gd name="T20" fmla="*/ 133 w 224"/>
                <a:gd name="T21" fmla="*/ 97 h 732"/>
                <a:gd name="T22" fmla="*/ 136 w 224"/>
                <a:gd name="T23" fmla="*/ 69 h 732"/>
                <a:gd name="T24" fmla="*/ 138 w 224"/>
                <a:gd name="T25" fmla="*/ 59 h 732"/>
                <a:gd name="T26" fmla="*/ 139 w 224"/>
                <a:gd name="T27" fmla="*/ 44 h 732"/>
                <a:gd name="T28" fmla="*/ 138 w 224"/>
                <a:gd name="T29" fmla="*/ 29 h 732"/>
                <a:gd name="T30" fmla="*/ 131 w 224"/>
                <a:gd name="T31" fmla="*/ 18 h 732"/>
                <a:gd name="T32" fmla="*/ 128 w 224"/>
                <a:gd name="T33" fmla="*/ 13 h 732"/>
                <a:gd name="T34" fmla="*/ 127 w 224"/>
                <a:gd name="T35" fmla="*/ 11 h 732"/>
                <a:gd name="T36" fmla="*/ 121 w 224"/>
                <a:gd name="T37" fmla="*/ 7 h 732"/>
                <a:gd name="T38" fmla="*/ 102 w 224"/>
                <a:gd name="T39" fmla="*/ 1 h 732"/>
                <a:gd name="T40" fmla="*/ 87 w 224"/>
                <a:gd name="T41" fmla="*/ 0 h 732"/>
                <a:gd name="T42" fmla="*/ 78 w 224"/>
                <a:gd name="T43" fmla="*/ 3 h 732"/>
                <a:gd name="T44" fmla="*/ 69 w 224"/>
                <a:gd name="T45" fmla="*/ 12 h 732"/>
                <a:gd name="T46" fmla="*/ 59 w 224"/>
                <a:gd name="T47" fmla="*/ 23 h 732"/>
                <a:gd name="T48" fmla="*/ 58 w 224"/>
                <a:gd name="T49" fmla="*/ 42 h 732"/>
                <a:gd name="T50" fmla="*/ 59 w 224"/>
                <a:gd name="T51" fmla="*/ 64 h 732"/>
                <a:gd name="T52" fmla="*/ 61 w 224"/>
                <a:gd name="T53" fmla="*/ 80 h 732"/>
                <a:gd name="T54" fmla="*/ 75 w 224"/>
                <a:gd name="T55" fmla="*/ 94 h 732"/>
                <a:gd name="T56" fmla="*/ 75 w 224"/>
                <a:gd name="T57" fmla="*/ 107 h 732"/>
                <a:gd name="T58" fmla="*/ 58 w 224"/>
                <a:gd name="T59" fmla="*/ 117 h 732"/>
                <a:gd name="T60" fmla="*/ 35 w 224"/>
                <a:gd name="T61" fmla="*/ 133 h 732"/>
                <a:gd name="T62" fmla="*/ 19 w 224"/>
                <a:gd name="T63" fmla="*/ 146 h 732"/>
                <a:gd name="T64" fmla="*/ 16 w 224"/>
                <a:gd name="T65" fmla="*/ 158 h 732"/>
                <a:gd name="T66" fmla="*/ 12 w 224"/>
                <a:gd name="T67" fmla="*/ 190 h 732"/>
                <a:gd name="T68" fmla="*/ 7 w 224"/>
                <a:gd name="T69" fmla="*/ 234 h 732"/>
                <a:gd name="T70" fmla="*/ 3 w 224"/>
                <a:gd name="T71" fmla="*/ 270 h 732"/>
                <a:gd name="T72" fmla="*/ 2 w 224"/>
                <a:gd name="T73" fmla="*/ 287 h 732"/>
                <a:gd name="T74" fmla="*/ 1 w 224"/>
                <a:gd name="T75" fmla="*/ 317 h 732"/>
                <a:gd name="T76" fmla="*/ 0 w 224"/>
                <a:gd name="T77" fmla="*/ 355 h 732"/>
                <a:gd name="T78" fmla="*/ 1 w 224"/>
                <a:gd name="T79" fmla="*/ 391 h 732"/>
                <a:gd name="T80" fmla="*/ 6 w 224"/>
                <a:gd name="T81" fmla="*/ 407 h 732"/>
                <a:gd name="T82" fmla="*/ 13 w 224"/>
                <a:gd name="T83" fmla="*/ 412 h 732"/>
                <a:gd name="T84" fmla="*/ 21 w 224"/>
                <a:gd name="T85" fmla="*/ 413 h 732"/>
                <a:gd name="T86" fmla="*/ 26 w 224"/>
                <a:gd name="T87" fmla="*/ 413 h 732"/>
                <a:gd name="T88" fmla="*/ 24 w 224"/>
                <a:gd name="T89" fmla="*/ 402 h 732"/>
                <a:gd name="T90" fmla="*/ 34 w 224"/>
                <a:gd name="T91" fmla="*/ 405 h 732"/>
                <a:gd name="T92" fmla="*/ 32 w 224"/>
                <a:gd name="T93" fmla="*/ 534 h 732"/>
                <a:gd name="T94" fmla="*/ 27 w 224"/>
                <a:gd name="T95" fmla="*/ 674 h 732"/>
                <a:gd name="T96" fmla="*/ 58 w 224"/>
                <a:gd name="T97" fmla="*/ 691 h 732"/>
                <a:gd name="T98" fmla="*/ 102 w 224"/>
                <a:gd name="T99" fmla="*/ 693 h 732"/>
                <a:gd name="T100" fmla="*/ 109 w 224"/>
                <a:gd name="T101" fmla="*/ 703 h 732"/>
                <a:gd name="T102" fmla="*/ 118 w 224"/>
                <a:gd name="T103" fmla="*/ 716 h 732"/>
                <a:gd name="T104" fmla="*/ 128 w 224"/>
                <a:gd name="T105" fmla="*/ 727 h 732"/>
                <a:gd name="T106" fmla="*/ 137 w 224"/>
                <a:gd name="T107" fmla="*/ 731 h 732"/>
                <a:gd name="T108" fmla="*/ 147 w 224"/>
                <a:gd name="T109" fmla="*/ 729 h 732"/>
                <a:gd name="T110" fmla="*/ 156 w 224"/>
                <a:gd name="T111" fmla="*/ 727 h 732"/>
                <a:gd name="T112" fmla="*/ 161 w 224"/>
                <a:gd name="T113" fmla="*/ 726 h 732"/>
                <a:gd name="T114" fmla="*/ 153 w 224"/>
                <a:gd name="T115" fmla="*/ 700 h 732"/>
                <a:gd name="T116" fmla="*/ 168 w 224"/>
                <a:gd name="T117" fmla="*/ 542 h 732"/>
                <a:gd name="T118" fmla="*/ 178 w 224"/>
                <a:gd name="T119" fmla="*/ 379 h 73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4"/>
                <a:gd name="T181" fmla="*/ 0 h 732"/>
                <a:gd name="T182" fmla="*/ 224 w 224"/>
                <a:gd name="T183" fmla="*/ 732 h 732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4" h="732">
                  <a:moveTo>
                    <a:pt x="178" y="379"/>
                  </a:moveTo>
                  <a:lnTo>
                    <a:pt x="180" y="412"/>
                  </a:lnTo>
                  <a:lnTo>
                    <a:pt x="210" y="371"/>
                  </a:lnTo>
                  <a:lnTo>
                    <a:pt x="203" y="303"/>
                  </a:lnTo>
                  <a:lnTo>
                    <a:pt x="223" y="251"/>
                  </a:lnTo>
                  <a:lnTo>
                    <a:pt x="221" y="249"/>
                  </a:lnTo>
                  <a:lnTo>
                    <a:pt x="220" y="240"/>
                  </a:lnTo>
                  <a:lnTo>
                    <a:pt x="216" y="226"/>
                  </a:lnTo>
                  <a:lnTo>
                    <a:pt x="213" y="211"/>
                  </a:lnTo>
                  <a:lnTo>
                    <a:pt x="208" y="195"/>
                  </a:lnTo>
                  <a:lnTo>
                    <a:pt x="203" y="179"/>
                  </a:lnTo>
                  <a:lnTo>
                    <a:pt x="198" y="166"/>
                  </a:lnTo>
                  <a:lnTo>
                    <a:pt x="192" y="156"/>
                  </a:lnTo>
                  <a:lnTo>
                    <a:pt x="184" y="147"/>
                  </a:lnTo>
                  <a:lnTo>
                    <a:pt x="174" y="138"/>
                  </a:lnTo>
                  <a:lnTo>
                    <a:pt x="163" y="130"/>
                  </a:lnTo>
                  <a:lnTo>
                    <a:pt x="152" y="122"/>
                  </a:lnTo>
                  <a:lnTo>
                    <a:pt x="142" y="116"/>
                  </a:lnTo>
                  <a:lnTo>
                    <a:pt x="133" y="111"/>
                  </a:lnTo>
                  <a:lnTo>
                    <a:pt x="128" y="107"/>
                  </a:lnTo>
                  <a:lnTo>
                    <a:pt x="126" y="106"/>
                  </a:lnTo>
                  <a:lnTo>
                    <a:pt x="133" y="97"/>
                  </a:lnTo>
                  <a:lnTo>
                    <a:pt x="136" y="70"/>
                  </a:lnTo>
                  <a:lnTo>
                    <a:pt x="136" y="69"/>
                  </a:lnTo>
                  <a:lnTo>
                    <a:pt x="137" y="65"/>
                  </a:lnTo>
                  <a:lnTo>
                    <a:pt x="138" y="59"/>
                  </a:lnTo>
                  <a:lnTo>
                    <a:pt x="139" y="52"/>
                  </a:lnTo>
                  <a:lnTo>
                    <a:pt x="139" y="44"/>
                  </a:lnTo>
                  <a:lnTo>
                    <a:pt x="139" y="37"/>
                  </a:lnTo>
                  <a:lnTo>
                    <a:pt x="138" y="29"/>
                  </a:lnTo>
                  <a:lnTo>
                    <a:pt x="135" y="23"/>
                  </a:lnTo>
                  <a:lnTo>
                    <a:pt x="131" y="18"/>
                  </a:lnTo>
                  <a:lnTo>
                    <a:pt x="128" y="16"/>
                  </a:lnTo>
                  <a:lnTo>
                    <a:pt x="128" y="13"/>
                  </a:lnTo>
                  <a:lnTo>
                    <a:pt x="128" y="12"/>
                  </a:lnTo>
                  <a:lnTo>
                    <a:pt x="127" y="11"/>
                  </a:lnTo>
                  <a:lnTo>
                    <a:pt x="125" y="9"/>
                  </a:lnTo>
                  <a:lnTo>
                    <a:pt x="121" y="7"/>
                  </a:lnTo>
                  <a:lnTo>
                    <a:pt x="113" y="4"/>
                  </a:lnTo>
                  <a:lnTo>
                    <a:pt x="102" y="1"/>
                  </a:lnTo>
                  <a:lnTo>
                    <a:pt x="94" y="0"/>
                  </a:lnTo>
                  <a:lnTo>
                    <a:pt x="87" y="0"/>
                  </a:lnTo>
                  <a:lnTo>
                    <a:pt x="83" y="1"/>
                  </a:lnTo>
                  <a:lnTo>
                    <a:pt x="78" y="3"/>
                  </a:lnTo>
                  <a:lnTo>
                    <a:pt x="74" y="8"/>
                  </a:lnTo>
                  <a:lnTo>
                    <a:pt x="69" y="12"/>
                  </a:lnTo>
                  <a:lnTo>
                    <a:pt x="63" y="17"/>
                  </a:lnTo>
                  <a:lnTo>
                    <a:pt x="59" y="23"/>
                  </a:lnTo>
                  <a:lnTo>
                    <a:pt x="58" y="32"/>
                  </a:lnTo>
                  <a:lnTo>
                    <a:pt x="58" y="42"/>
                  </a:lnTo>
                  <a:lnTo>
                    <a:pt x="58" y="54"/>
                  </a:lnTo>
                  <a:lnTo>
                    <a:pt x="59" y="64"/>
                  </a:lnTo>
                  <a:lnTo>
                    <a:pt x="60" y="74"/>
                  </a:lnTo>
                  <a:lnTo>
                    <a:pt x="61" y="80"/>
                  </a:lnTo>
                  <a:lnTo>
                    <a:pt x="63" y="83"/>
                  </a:lnTo>
                  <a:lnTo>
                    <a:pt x="75" y="94"/>
                  </a:lnTo>
                  <a:lnTo>
                    <a:pt x="78" y="106"/>
                  </a:lnTo>
                  <a:lnTo>
                    <a:pt x="75" y="107"/>
                  </a:lnTo>
                  <a:lnTo>
                    <a:pt x="68" y="112"/>
                  </a:lnTo>
                  <a:lnTo>
                    <a:pt x="58" y="117"/>
                  </a:lnTo>
                  <a:lnTo>
                    <a:pt x="47" y="125"/>
                  </a:lnTo>
                  <a:lnTo>
                    <a:pt x="35" y="133"/>
                  </a:lnTo>
                  <a:lnTo>
                    <a:pt x="27" y="140"/>
                  </a:lnTo>
                  <a:lnTo>
                    <a:pt x="19" y="146"/>
                  </a:lnTo>
                  <a:lnTo>
                    <a:pt x="17" y="151"/>
                  </a:lnTo>
                  <a:lnTo>
                    <a:pt x="16" y="158"/>
                  </a:lnTo>
                  <a:lnTo>
                    <a:pt x="14" y="172"/>
                  </a:lnTo>
                  <a:lnTo>
                    <a:pt x="12" y="190"/>
                  </a:lnTo>
                  <a:lnTo>
                    <a:pt x="9" y="211"/>
                  </a:lnTo>
                  <a:lnTo>
                    <a:pt x="7" y="234"/>
                  </a:lnTo>
                  <a:lnTo>
                    <a:pt x="4" y="253"/>
                  </a:lnTo>
                  <a:lnTo>
                    <a:pt x="3" y="270"/>
                  </a:lnTo>
                  <a:lnTo>
                    <a:pt x="3" y="280"/>
                  </a:lnTo>
                  <a:lnTo>
                    <a:pt x="2" y="287"/>
                  </a:lnTo>
                  <a:lnTo>
                    <a:pt x="2" y="299"/>
                  </a:lnTo>
                  <a:lnTo>
                    <a:pt x="1" y="317"/>
                  </a:lnTo>
                  <a:lnTo>
                    <a:pt x="1" y="335"/>
                  </a:lnTo>
                  <a:lnTo>
                    <a:pt x="0" y="355"/>
                  </a:lnTo>
                  <a:lnTo>
                    <a:pt x="1" y="374"/>
                  </a:lnTo>
                  <a:lnTo>
                    <a:pt x="1" y="391"/>
                  </a:lnTo>
                  <a:lnTo>
                    <a:pt x="3" y="403"/>
                  </a:lnTo>
                  <a:lnTo>
                    <a:pt x="6" y="407"/>
                  </a:lnTo>
                  <a:lnTo>
                    <a:pt x="9" y="411"/>
                  </a:lnTo>
                  <a:lnTo>
                    <a:pt x="13" y="412"/>
                  </a:lnTo>
                  <a:lnTo>
                    <a:pt x="17" y="413"/>
                  </a:lnTo>
                  <a:lnTo>
                    <a:pt x="21" y="413"/>
                  </a:lnTo>
                  <a:lnTo>
                    <a:pt x="24" y="413"/>
                  </a:lnTo>
                  <a:lnTo>
                    <a:pt x="26" y="413"/>
                  </a:lnTo>
                  <a:lnTo>
                    <a:pt x="27" y="413"/>
                  </a:lnTo>
                  <a:lnTo>
                    <a:pt x="24" y="402"/>
                  </a:lnTo>
                  <a:lnTo>
                    <a:pt x="14" y="395"/>
                  </a:lnTo>
                  <a:lnTo>
                    <a:pt x="34" y="405"/>
                  </a:lnTo>
                  <a:lnTo>
                    <a:pt x="28" y="503"/>
                  </a:lnTo>
                  <a:lnTo>
                    <a:pt x="32" y="534"/>
                  </a:lnTo>
                  <a:lnTo>
                    <a:pt x="59" y="646"/>
                  </a:lnTo>
                  <a:lnTo>
                    <a:pt x="27" y="674"/>
                  </a:lnTo>
                  <a:lnTo>
                    <a:pt x="22" y="692"/>
                  </a:lnTo>
                  <a:lnTo>
                    <a:pt x="58" y="691"/>
                  </a:lnTo>
                  <a:lnTo>
                    <a:pt x="101" y="692"/>
                  </a:lnTo>
                  <a:lnTo>
                    <a:pt x="102" y="693"/>
                  </a:lnTo>
                  <a:lnTo>
                    <a:pt x="105" y="697"/>
                  </a:lnTo>
                  <a:lnTo>
                    <a:pt x="109" y="703"/>
                  </a:lnTo>
                  <a:lnTo>
                    <a:pt x="113" y="709"/>
                  </a:lnTo>
                  <a:lnTo>
                    <a:pt x="118" y="716"/>
                  </a:lnTo>
                  <a:lnTo>
                    <a:pt x="123" y="722"/>
                  </a:lnTo>
                  <a:lnTo>
                    <a:pt x="128" y="727"/>
                  </a:lnTo>
                  <a:lnTo>
                    <a:pt x="133" y="729"/>
                  </a:lnTo>
                  <a:lnTo>
                    <a:pt x="137" y="731"/>
                  </a:lnTo>
                  <a:lnTo>
                    <a:pt x="142" y="731"/>
                  </a:lnTo>
                  <a:lnTo>
                    <a:pt x="147" y="729"/>
                  </a:lnTo>
                  <a:lnTo>
                    <a:pt x="152" y="728"/>
                  </a:lnTo>
                  <a:lnTo>
                    <a:pt x="156" y="727"/>
                  </a:lnTo>
                  <a:lnTo>
                    <a:pt x="158" y="727"/>
                  </a:lnTo>
                  <a:lnTo>
                    <a:pt x="161" y="726"/>
                  </a:lnTo>
                  <a:lnTo>
                    <a:pt x="162" y="726"/>
                  </a:lnTo>
                  <a:lnTo>
                    <a:pt x="153" y="700"/>
                  </a:lnTo>
                  <a:lnTo>
                    <a:pt x="142" y="670"/>
                  </a:lnTo>
                  <a:lnTo>
                    <a:pt x="168" y="542"/>
                  </a:lnTo>
                  <a:lnTo>
                    <a:pt x="173" y="422"/>
                  </a:lnTo>
                  <a:lnTo>
                    <a:pt x="178" y="379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A3669949-57FF-4488-25FA-EC5D4948C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" y="2956"/>
              <a:ext cx="215" cy="686"/>
            </a:xfrm>
            <a:custGeom>
              <a:avLst/>
              <a:gdLst>
                <a:gd name="T0" fmla="*/ 103 w 215"/>
                <a:gd name="T1" fmla="*/ 324 h 686"/>
                <a:gd name="T2" fmla="*/ 103 w 215"/>
                <a:gd name="T3" fmla="*/ 324 h 686"/>
                <a:gd name="T4" fmla="*/ 106 w 215"/>
                <a:gd name="T5" fmla="*/ 322 h 686"/>
                <a:gd name="T6" fmla="*/ 106 w 215"/>
                <a:gd name="T7" fmla="*/ 323 h 686"/>
                <a:gd name="T8" fmla="*/ 196 w 215"/>
                <a:gd name="T9" fmla="*/ 646 h 686"/>
                <a:gd name="T10" fmla="*/ 163 w 215"/>
                <a:gd name="T11" fmla="*/ 603 h 686"/>
                <a:gd name="T12" fmla="*/ 170 w 215"/>
                <a:gd name="T13" fmla="*/ 507 h 686"/>
                <a:gd name="T14" fmla="*/ 175 w 215"/>
                <a:gd name="T15" fmla="*/ 473 h 686"/>
                <a:gd name="T16" fmla="*/ 185 w 215"/>
                <a:gd name="T17" fmla="*/ 450 h 686"/>
                <a:gd name="T18" fmla="*/ 174 w 215"/>
                <a:gd name="T19" fmla="*/ 310 h 686"/>
                <a:gd name="T20" fmla="*/ 185 w 215"/>
                <a:gd name="T21" fmla="*/ 330 h 686"/>
                <a:gd name="T22" fmla="*/ 194 w 215"/>
                <a:gd name="T23" fmla="*/ 312 h 686"/>
                <a:gd name="T24" fmla="*/ 181 w 215"/>
                <a:gd name="T25" fmla="*/ 272 h 686"/>
                <a:gd name="T26" fmla="*/ 188 w 215"/>
                <a:gd name="T27" fmla="*/ 204 h 686"/>
                <a:gd name="T28" fmla="*/ 159 w 215"/>
                <a:gd name="T29" fmla="*/ 116 h 686"/>
                <a:gd name="T30" fmla="*/ 138 w 215"/>
                <a:gd name="T31" fmla="*/ 101 h 686"/>
                <a:gd name="T32" fmla="*/ 147 w 215"/>
                <a:gd name="T33" fmla="*/ 97 h 686"/>
                <a:gd name="T34" fmla="*/ 152 w 215"/>
                <a:gd name="T35" fmla="*/ 81 h 686"/>
                <a:gd name="T36" fmla="*/ 142 w 215"/>
                <a:gd name="T37" fmla="*/ 70 h 686"/>
                <a:gd name="T38" fmla="*/ 138 w 215"/>
                <a:gd name="T39" fmla="*/ 42 h 686"/>
                <a:gd name="T40" fmla="*/ 143 w 215"/>
                <a:gd name="T41" fmla="*/ 26 h 686"/>
                <a:gd name="T42" fmla="*/ 131 w 215"/>
                <a:gd name="T43" fmla="*/ 9 h 686"/>
                <a:gd name="T44" fmla="*/ 117 w 215"/>
                <a:gd name="T45" fmla="*/ 0 h 686"/>
                <a:gd name="T46" fmla="*/ 81 w 215"/>
                <a:gd name="T47" fmla="*/ 4 h 686"/>
                <a:gd name="T48" fmla="*/ 61 w 215"/>
                <a:gd name="T49" fmla="*/ 34 h 686"/>
                <a:gd name="T50" fmla="*/ 47 w 215"/>
                <a:gd name="T51" fmla="*/ 73 h 686"/>
                <a:gd name="T52" fmla="*/ 34 w 215"/>
                <a:gd name="T53" fmla="*/ 90 h 686"/>
                <a:gd name="T54" fmla="*/ 45 w 215"/>
                <a:gd name="T55" fmla="*/ 101 h 686"/>
                <a:gd name="T56" fmla="*/ 42 w 215"/>
                <a:gd name="T57" fmla="*/ 116 h 686"/>
                <a:gd name="T58" fmla="*/ 8 w 215"/>
                <a:gd name="T59" fmla="*/ 185 h 686"/>
                <a:gd name="T60" fmla="*/ 1 w 215"/>
                <a:gd name="T61" fmla="*/ 232 h 686"/>
                <a:gd name="T62" fmla="*/ 21 w 215"/>
                <a:gd name="T63" fmla="*/ 292 h 686"/>
                <a:gd name="T64" fmla="*/ 21 w 215"/>
                <a:gd name="T65" fmla="*/ 391 h 686"/>
                <a:gd name="T66" fmla="*/ 19 w 215"/>
                <a:gd name="T67" fmla="*/ 464 h 686"/>
                <a:gd name="T68" fmla="*/ 43 w 215"/>
                <a:gd name="T69" fmla="*/ 478 h 686"/>
                <a:gd name="T70" fmla="*/ 50 w 215"/>
                <a:gd name="T71" fmla="*/ 489 h 686"/>
                <a:gd name="T72" fmla="*/ 60 w 215"/>
                <a:gd name="T73" fmla="*/ 516 h 686"/>
                <a:gd name="T74" fmla="*/ 56 w 215"/>
                <a:gd name="T75" fmla="*/ 526 h 686"/>
                <a:gd name="T76" fmla="*/ 55 w 215"/>
                <a:gd name="T77" fmla="*/ 562 h 686"/>
                <a:gd name="T78" fmla="*/ 68 w 215"/>
                <a:gd name="T79" fmla="*/ 611 h 686"/>
                <a:gd name="T80" fmla="*/ 64 w 215"/>
                <a:gd name="T81" fmla="*/ 676 h 686"/>
                <a:gd name="T82" fmla="*/ 81 w 215"/>
                <a:gd name="T83" fmla="*/ 685 h 686"/>
                <a:gd name="T84" fmla="*/ 94 w 215"/>
                <a:gd name="T85" fmla="*/ 667 h 686"/>
                <a:gd name="T86" fmla="*/ 87 w 215"/>
                <a:gd name="T87" fmla="*/ 609 h 686"/>
                <a:gd name="T88" fmla="*/ 123 w 215"/>
                <a:gd name="T89" fmla="*/ 500 h 686"/>
                <a:gd name="T90" fmla="*/ 126 w 215"/>
                <a:gd name="T91" fmla="*/ 535 h 686"/>
                <a:gd name="T92" fmla="*/ 136 w 215"/>
                <a:gd name="T93" fmla="*/ 588 h 686"/>
                <a:gd name="T94" fmla="*/ 138 w 215"/>
                <a:gd name="T95" fmla="*/ 654 h 686"/>
                <a:gd name="T96" fmla="*/ 157 w 215"/>
                <a:gd name="T97" fmla="*/ 655 h 686"/>
                <a:gd name="T98" fmla="*/ 181 w 215"/>
                <a:gd name="T99" fmla="*/ 668 h 686"/>
                <a:gd name="T100" fmla="*/ 207 w 215"/>
                <a:gd name="T101" fmla="*/ 671 h 686"/>
                <a:gd name="T102" fmla="*/ 103 w 215"/>
                <a:gd name="T103" fmla="*/ 324 h 6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15"/>
                <a:gd name="T157" fmla="*/ 0 h 686"/>
                <a:gd name="T158" fmla="*/ 215 w 215"/>
                <a:gd name="T159" fmla="*/ 686 h 68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15" h="686">
                  <a:moveTo>
                    <a:pt x="103" y="324"/>
                  </a:moveTo>
                  <a:lnTo>
                    <a:pt x="103" y="324"/>
                  </a:lnTo>
                  <a:lnTo>
                    <a:pt x="106" y="323"/>
                  </a:lnTo>
                  <a:lnTo>
                    <a:pt x="107" y="322"/>
                  </a:lnTo>
                  <a:lnTo>
                    <a:pt x="106" y="322"/>
                  </a:lnTo>
                  <a:lnTo>
                    <a:pt x="106" y="323"/>
                  </a:lnTo>
                  <a:lnTo>
                    <a:pt x="103" y="324"/>
                  </a:lnTo>
                  <a:lnTo>
                    <a:pt x="212" y="656"/>
                  </a:lnTo>
                  <a:lnTo>
                    <a:pt x="210" y="655"/>
                  </a:lnTo>
                  <a:lnTo>
                    <a:pt x="205" y="651"/>
                  </a:lnTo>
                  <a:lnTo>
                    <a:pt x="196" y="646"/>
                  </a:lnTo>
                  <a:lnTo>
                    <a:pt x="188" y="639"/>
                  </a:lnTo>
                  <a:lnTo>
                    <a:pt x="179" y="631"/>
                  </a:lnTo>
                  <a:lnTo>
                    <a:pt x="170" y="623"/>
                  </a:lnTo>
                  <a:lnTo>
                    <a:pt x="165" y="613"/>
                  </a:lnTo>
                  <a:lnTo>
                    <a:pt x="163" y="603"/>
                  </a:lnTo>
                  <a:lnTo>
                    <a:pt x="164" y="590"/>
                  </a:lnTo>
                  <a:lnTo>
                    <a:pt x="165" y="572"/>
                  </a:lnTo>
                  <a:lnTo>
                    <a:pt x="166" y="551"/>
                  </a:lnTo>
                  <a:lnTo>
                    <a:pt x="169" y="528"/>
                  </a:lnTo>
                  <a:lnTo>
                    <a:pt x="170" y="507"/>
                  </a:lnTo>
                  <a:lnTo>
                    <a:pt x="173" y="490"/>
                  </a:lnTo>
                  <a:lnTo>
                    <a:pt x="174" y="479"/>
                  </a:lnTo>
                  <a:lnTo>
                    <a:pt x="174" y="474"/>
                  </a:lnTo>
                  <a:lnTo>
                    <a:pt x="175" y="473"/>
                  </a:lnTo>
                  <a:lnTo>
                    <a:pt x="178" y="471"/>
                  </a:lnTo>
                  <a:lnTo>
                    <a:pt x="180" y="469"/>
                  </a:lnTo>
                  <a:lnTo>
                    <a:pt x="181" y="464"/>
                  </a:lnTo>
                  <a:lnTo>
                    <a:pt x="184" y="459"/>
                  </a:lnTo>
                  <a:lnTo>
                    <a:pt x="185" y="450"/>
                  </a:lnTo>
                  <a:lnTo>
                    <a:pt x="186" y="439"/>
                  </a:lnTo>
                  <a:lnTo>
                    <a:pt x="173" y="307"/>
                  </a:lnTo>
                  <a:lnTo>
                    <a:pt x="173" y="305"/>
                  </a:lnTo>
                  <a:lnTo>
                    <a:pt x="173" y="307"/>
                  </a:lnTo>
                  <a:lnTo>
                    <a:pt x="174" y="310"/>
                  </a:lnTo>
                  <a:lnTo>
                    <a:pt x="175" y="315"/>
                  </a:lnTo>
                  <a:lnTo>
                    <a:pt x="178" y="320"/>
                  </a:lnTo>
                  <a:lnTo>
                    <a:pt x="180" y="325"/>
                  </a:lnTo>
                  <a:lnTo>
                    <a:pt x="183" y="329"/>
                  </a:lnTo>
                  <a:lnTo>
                    <a:pt x="185" y="330"/>
                  </a:lnTo>
                  <a:lnTo>
                    <a:pt x="186" y="329"/>
                  </a:lnTo>
                  <a:lnTo>
                    <a:pt x="189" y="325"/>
                  </a:lnTo>
                  <a:lnTo>
                    <a:pt x="191" y="320"/>
                  </a:lnTo>
                  <a:lnTo>
                    <a:pt x="192" y="317"/>
                  </a:lnTo>
                  <a:lnTo>
                    <a:pt x="194" y="312"/>
                  </a:lnTo>
                  <a:lnTo>
                    <a:pt x="194" y="305"/>
                  </a:lnTo>
                  <a:lnTo>
                    <a:pt x="192" y="299"/>
                  </a:lnTo>
                  <a:lnTo>
                    <a:pt x="190" y="293"/>
                  </a:lnTo>
                  <a:lnTo>
                    <a:pt x="186" y="284"/>
                  </a:lnTo>
                  <a:lnTo>
                    <a:pt x="181" y="272"/>
                  </a:lnTo>
                  <a:lnTo>
                    <a:pt x="180" y="262"/>
                  </a:lnTo>
                  <a:lnTo>
                    <a:pt x="183" y="252"/>
                  </a:lnTo>
                  <a:lnTo>
                    <a:pt x="185" y="241"/>
                  </a:lnTo>
                  <a:lnTo>
                    <a:pt x="188" y="225"/>
                  </a:lnTo>
                  <a:lnTo>
                    <a:pt x="188" y="204"/>
                  </a:lnTo>
                  <a:lnTo>
                    <a:pt x="183" y="174"/>
                  </a:lnTo>
                  <a:lnTo>
                    <a:pt x="173" y="133"/>
                  </a:lnTo>
                  <a:lnTo>
                    <a:pt x="169" y="127"/>
                  </a:lnTo>
                  <a:lnTo>
                    <a:pt x="164" y="121"/>
                  </a:lnTo>
                  <a:lnTo>
                    <a:pt x="159" y="116"/>
                  </a:lnTo>
                  <a:lnTo>
                    <a:pt x="153" y="111"/>
                  </a:lnTo>
                  <a:lnTo>
                    <a:pt x="147" y="107"/>
                  </a:lnTo>
                  <a:lnTo>
                    <a:pt x="142" y="104"/>
                  </a:lnTo>
                  <a:lnTo>
                    <a:pt x="139" y="102"/>
                  </a:lnTo>
                  <a:lnTo>
                    <a:pt x="138" y="101"/>
                  </a:lnTo>
                  <a:lnTo>
                    <a:pt x="139" y="101"/>
                  </a:lnTo>
                  <a:lnTo>
                    <a:pt x="142" y="100"/>
                  </a:lnTo>
                  <a:lnTo>
                    <a:pt x="144" y="100"/>
                  </a:lnTo>
                  <a:lnTo>
                    <a:pt x="147" y="97"/>
                  </a:lnTo>
                  <a:lnTo>
                    <a:pt x="149" y="96"/>
                  </a:lnTo>
                  <a:lnTo>
                    <a:pt x="150" y="92"/>
                  </a:lnTo>
                  <a:lnTo>
                    <a:pt x="152" y="89"/>
                  </a:lnTo>
                  <a:lnTo>
                    <a:pt x="153" y="84"/>
                  </a:lnTo>
                  <a:lnTo>
                    <a:pt x="152" y="81"/>
                  </a:lnTo>
                  <a:lnTo>
                    <a:pt x="150" y="79"/>
                  </a:lnTo>
                  <a:lnTo>
                    <a:pt x="149" y="78"/>
                  </a:lnTo>
                  <a:lnTo>
                    <a:pt x="147" y="75"/>
                  </a:lnTo>
                  <a:lnTo>
                    <a:pt x="144" y="74"/>
                  </a:lnTo>
                  <a:lnTo>
                    <a:pt x="142" y="70"/>
                  </a:lnTo>
                  <a:lnTo>
                    <a:pt x="139" y="66"/>
                  </a:lnTo>
                  <a:lnTo>
                    <a:pt x="138" y="61"/>
                  </a:lnTo>
                  <a:lnTo>
                    <a:pt x="137" y="55"/>
                  </a:lnTo>
                  <a:lnTo>
                    <a:pt x="137" y="48"/>
                  </a:lnTo>
                  <a:lnTo>
                    <a:pt x="138" y="42"/>
                  </a:lnTo>
                  <a:lnTo>
                    <a:pt x="141" y="35"/>
                  </a:lnTo>
                  <a:lnTo>
                    <a:pt x="142" y="30"/>
                  </a:lnTo>
                  <a:lnTo>
                    <a:pt x="143" y="28"/>
                  </a:lnTo>
                  <a:lnTo>
                    <a:pt x="143" y="27"/>
                  </a:lnTo>
                  <a:lnTo>
                    <a:pt x="143" y="26"/>
                  </a:lnTo>
                  <a:lnTo>
                    <a:pt x="141" y="24"/>
                  </a:lnTo>
                  <a:lnTo>
                    <a:pt x="138" y="21"/>
                  </a:lnTo>
                  <a:lnTo>
                    <a:pt x="136" y="17"/>
                  </a:lnTo>
                  <a:lnTo>
                    <a:pt x="133" y="13"/>
                  </a:lnTo>
                  <a:lnTo>
                    <a:pt x="131" y="9"/>
                  </a:lnTo>
                  <a:lnTo>
                    <a:pt x="129" y="6"/>
                  </a:lnTo>
                  <a:lnTo>
                    <a:pt x="128" y="3"/>
                  </a:lnTo>
                  <a:lnTo>
                    <a:pt x="127" y="1"/>
                  </a:lnTo>
                  <a:lnTo>
                    <a:pt x="123" y="0"/>
                  </a:lnTo>
                  <a:lnTo>
                    <a:pt x="117" y="0"/>
                  </a:lnTo>
                  <a:lnTo>
                    <a:pt x="108" y="0"/>
                  </a:lnTo>
                  <a:lnTo>
                    <a:pt x="101" y="1"/>
                  </a:lnTo>
                  <a:lnTo>
                    <a:pt x="94" y="2"/>
                  </a:lnTo>
                  <a:lnTo>
                    <a:pt x="86" y="3"/>
                  </a:lnTo>
                  <a:lnTo>
                    <a:pt x="81" y="4"/>
                  </a:lnTo>
                  <a:lnTo>
                    <a:pt x="77" y="7"/>
                  </a:lnTo>
                  <a:lnTo>
                    <a:pt x="72" y="12"/>
                  </a:lnTo>
                  <a:lnTo>
                    <a:pt x="69" y="18"/>
                  </a:lnTo>
                  <a:lnTo>
                    <a:pt x="65" y="26"/>
                  </a:lnTo>
                  <a:lnTo>
                    <a:pt x="61" y="34"/>
                  </a:lnTo>
                  <a:lnTo>
                    <a:pt x="58" y="43"/>
                  </a:lnTo>
                  <a:lnTo>
                    <a:pt x="55" y="52"/>
                  </a:lnTo>
                  <a:lnTo>
                    <a:pt x="53" y="59"/>
                  </a:lnTo>
                  <a:lnTo>
                    <a:pt x="50" y="66"/>
                  </a:lnTo>
                  <a:lnTo>
                    <a:pt x="47" y="73"/>
                  </a:lnTo>
                  <a:lnTo>
                    <a:pt x="44" y="78"/>
                  </a:lnTo>
                  <a:lnTo>
                    <a:pt x="42" y="82"/>
                  </a:lnTo>
                  <a:lnTo>
                    <a:pt x="38" y="86"/>
                  </a:lnTo>
                  <a:lnTo>
                    <a:pt x="37" y="89"/>
                  </a:lnTo>
                  <a:lnTo>
                    <a:pt x="34" y="90"/>
                  </a:lnTo>
                  <a:lnTo>
                    <a:pt x="42" y="97"/>
                  </a:lnTo>
                  <a:lnTo>
                    <a:pt x="44" y="99"/>
                  </a:lnTo>
                  <a:lnTo>
                    <a:pt x="45" y="101"/>
                  </a:lnTo>
                  <a:lnTo>
                    <a:pt x="48" y="104"/>
                  </a:lnTo>
                  <a:lnTo>
                    <a:pt x="49" y="106"/>
                  </a:lnTo>
                  <a:lnTo>
                    <a:pt x="48" y="109"/>
                  </a:lnTo>
                  <a:lnTo>
                    <a:pt x="47" y="112"/>
                  </a:lnTo>
                  <a:lnTo>
                    <a:pt x="42" y="116"/>
                  </a:lnTo>
                  <a:lnTo>
                    <a:pt x="35" y="122"/>
                  </a:lnTo>
                  <a:lnTo>
                    <a:pt x="28" y="135"/>
                  </a:lnTo>
                  <a:lnTo>
                    <a:pt x="21" y="151"/>
                  </a:lnTo>
                  <a:lnTo>
                    <a:pt x="14" y="168"/>
                  </a:lnTo>
                  <a:lnTo>
                    <a:pt x="8" y="185"/>
                  </a:lnTo>
                  <a:lnTo>
                    <a:pt x="3" y="201"/>
                  </a:lnTo>
                  <a:lnTo>
                    <a:pt x="1" y="213"/>
                  </a:lnTo>
                  <a:lnTo>
                    <a:pt x="0" y="219"/>
                  </a:lnTo>
                  <a:lnTo>
                    <a:pt x="0" y="224"/>
                  </a:lnTo>
                  <a:lnTo>
                    <a:pt x="1" y="232"/>
                  </a:lnTo>
                  <a:lnTo>
                    <a:pt x="3" y="245"/>
                  </a:lnTo>
                  <a:lnTo>
                    <a:pt x="6" y="258"/>
                  </a:lnTo>
                  <a:lnTo>
                    <a:pt x="9" y="272"/>
                  </a:lnTo>
                  <a:lnTo>
                    <a:pt x="14" y="283"/>
                  </a:lnTo>
                  <a:lnTo>
                    <a:pt x="21" y="292"/>
                  </a:lnTo>
                  <a:lnTo>
                    <a:pt x="27" y="296"/>
                  </a:lnTo>
                  <a:lnTo>
                    <a:pt x="25" y="312"/>
                  </a:lnTo>
                  <a:lnTo>
                    <a:pt x="23" y="335"/>
                  </a:lnTo>
                  <a:lnTo>
                    <a:pt x="22" y="362"/>
                  </a:lnTo>
                  <a:lnTo>
                    <a:pt x="21" y="391"/>
                  </a:lnTo>
                  <a:lnTo>
                    <a:pt x="19" y="418"/>
                  </a:lnTo>
                  <a:lnTo>
                    <a:pt x="18" y="442"/>
                  </a:lnTo>
                  <a:lnTo>
                    <a:pt x="18" y="457"/>
                  </a:lnTo>
                  <a:lnTo>
                    <a:pt x="18" y="463"/>
                  </a:lnTo>
                  <a:lnTo>
                    <a:pt x="19" y="464"/>
                  </a:lnTo>
                  <a:lnTo>
                    <a:pt x="22" y="466"/>
                  </a:lnTo>
                  <a:lnTo>
                    <a:pt x="27" y="469"/>
                  </a:lnTo>
                  <a:lnTo>
                    <a:pt x="32" y="473"/>
                  </a:lnTo>
                  <a:lnTo>
                    <a:pt x="38" y="475"/>
                  </a:lnTo>
                  <a:lnTo>
                    <a:pt x="43" y="478"/>
                  </a:lnTo>
                  <a:lnTo>
                    <a:pt x="45" y="476"/>
                  </a:lnTo>
                  <a:lnTo>
                    <a:pt x="47" y="474"/>
                  </a:lnTo>
                  <a:lnTo>
                    <a:pt x="48" y="476"/>
                  </a:lnTo>
                  <a:lnTo>
                    <a:pt x="49" y="481"/>
                  </a:lnTo>
                  <a:lnTo>
                    <a:pt x="50" y="489"/>
                  </a:lnTo>
                  <a:lnTo>
                    <a:pt x="53" y="496"/>
                  </a:lnTo>
                  <a:lnTo>
                    <a:pt x="55" y="504"/>
                  </a:lnTo>
                  <a:lnTo>
                    <a:pt x="58" y="510"/>
                  </a:lnTo>
                  <a:lnTo>
                    <a:pt x="59" y="514"/>
                  </a:lnTo>
                  <a:lnTo>
                    <a:pt x="60" y="516"/>
                  </a:lnTo>
                  <a:lnTo>
                    <a:pt x="59" y="516"/>
                  </a:lnTo>
                  <a:lnTo>
                    <a:pt x="59" y="517"/>
                  </a:lnTo>
                  <a:lnTo>
                    <a:pt x="58" y="520"/>
                  </a:lnTo>
                  <a:lnTo>
                    <a:pt x="58" y="522"/>
                  </a:lnTo>
                  <a:lnTo>
                    <a:pt x="56" y="526"/>
                  </a:lnTo>
                  <a:lnTo>
                    <a:pt x="55" y="531"/>
                  </a:lnTo>
                  <a:lnTo>
                    <a:pt x="55" y="537"/>
                  </a:lnTo>
                  <a:lnTo>
                    <a:pt x="54" y="543"/>
                  </a:lnTo>
                  <a:lnTo>
                    <a:pt x="54" y="551"/>
                  </a:lnTo>
                  <a:lnTo>
                    <a:pt x="55" y="562"/>
                  </a:lnTo>
                  <a:lnTo>
                    <a:pt x="58" y="573"/>
                  </a:lnTo>
                  <a:lnTo>
                    <a:pt x="60" y="585"/>
                  </a:lnTo>
                  <a:lnTo>
                    <a:pt x="64" y="597"/>
                  </a:lnTo>
                  <a:lnTo>
                    <a:pt x="66" y="605"/>
                  </a:lnTo>
                  <a:lnTo>
                    <a:pt x="68" y="611"/>
                  </a:lnTo>
                  <a:lnTo>
                    <a:pt x="69" y="614"/>
                  </a:lnTo>
                  <a:lnTo>
                    <a:pt x="58" y="637"/>
                  </a:lnTo>
                  <a:lnTo>
                    <a:pt x="61" y="673"/>
                  </a:lnTo>
                  <a:lnTo>
                    <a:pt x="63" y="675"/>
                  </a:lnTo>
                  <a:lnTo>
                    <a:pt x="64" y="676"/>
                  </a:lnTo>
                  <a:lnTo>
                    <a:pt x="66" y="678"/>
                  </a:lnTo>
                  <a:lnTo>
                    <a:pt x="70" y="681"/>
                  </a:lnTo>
                  <a:lnTo>
                    <a:pt x="74" y="683"/>
                  </a:lnTo>
                  <a:lnTo>
                    <a:pt x="77" y="685"/>
                  </a:lnTo>
                  <a:lnTo>
                    <a:pt x="81" y="685"/>
                  </a:lnTo>
                  <a:lnTo>
                    <a:pt x="85" y="683"/>
                  </a:lnTo>
                  <a:lnTo>
                    <a:pt x="89" y="680"/>
                  </a:lnTo>
                  <a:lnTo>
                    <a:pt x="91" y="676"/>
                  </a:lnTo>
                  <a:lnTo>
                    <a:pt x="92" y="671"/>
                  </a:lnTo>
                  <a:lnTo>
                    <a:pt x="94" y="667"/>
                  </a:lnTo>
                  <a:lnTo>
                    <a:pt x="95" y="662"/>
                  </a:lnTo>
                  <a:lnTo>
                    <a:pt x="95" y="658"/>
                  </a:lnTo>
                  <a:lnTo>
                    <a:pt x="96" y="656"/>
                  </a:lnTo>
                  <a:lnTo>
                    <a:pt x="87" y="609"/>
                  </a:lnTo>
                  <a:lnTo>
                    <a:pt x="102" y="514"/>
                  </a:lnTo>
                  <a:lnTo>
                    <a:pt x="105" y="496"/>
                  </a:lnTo>
                  <a:lnTo>
                    <a:pt x="123" y="496"/>
                  </a:lnTo>
                  <a:lnTo>
                    <a:pt x="123" y="500"/>
                  </a:lnTo>
                  <a:lnTo>
                    <a:pt x="123" y="505"/>
                  </a:lnTo>
                  <a:lnTo>
                    <a:pt x="123" y="510"/>
                  </a:lnTo>
                  <a:lnTo>
                    <a:pt x="124" y="517"/>
                  </a:lnTo>
                  <a:lnTo>
                    <a:pt x="124" y="526"/>
                  </a:lnTo>
                  <a:lnTo>
                    <a:pt x="126" y="535"/>
                  </a:lnTo>
                  <a:lnTo>
                    <a:pt x="127" y="543"/>
                  </a:lnTo>
                  <a:lnTo>
                    <a:pt x="128" y="554"/>
                  </a:lnTo>
                  <a:lnTo>
                    <a:pt x="131" y="566"/>
                  </a:lnTo>
                  <a:lnTo>
                    <a:pt x="133" y="577"/>
                  </a:lnTo>
                  <a:lnTo>
                    <a:pt x="136" y="588"/>
                  </a:lnTo>
                  <a:lnTo>
                    <a:pt x="138" y="598"/>
                  </a:lnTo>
                  <a:lnTo>
                    <a:pt x="139" y="605"/>
                  </a:lnTo>
                  <a:lnTo>
                    <a:pt x="141" y="610"/>
                  </a:lnTo>
                  <a:lnTo>
                    <a:pt x="142" y="613"/>
                  </a:lnTo>
                  <a:lnTo>
                    <a:pt x="138" y="654"/>
                  </a:lnTo>
                  <a:lnTo>
                    <a:pt x="150" y="657"/>
                  </a:lnTo>
                  <a:lnTo>
                    <a:pt x="150" y="652"/>
                  </a:lnTo>
                  <a:lnTo>
                    <a:pt x="153" y="654"/>
                  </a:lnTo>
                  <a:lnTo>
                    <a:pt x="157" y="655"/>
                  </a:lnTo>
                  <a:lnTo>
                    <a:pt x="160" y="657"/>
                  </a:lnTo>
                  <a:lnTo>
                    <a:pt x="165" y="660"/>
                  </a:lnTo>
                  <a:lnTo>
                    <a:pt x="170" y="663"/>
                  </a:lnTo>
                  <a:lnTo>
                    <a:pt x="175" y="666"/>
                  </a:lnTo>
                  <a:lnTo>
                    <a:pt x="181" y="668"/>
                  </a:lnTo>
                  <a:lnTo>
                    <a:pt x="186" y="671"/>
                  </a:lnTo>
                  <a:lnTo>
                    <a:pt x="192" y="671"/>
                  </a:lnTo>
                  <a:lnTo>
                    <a:pt x="197" y="672"/>
                  </a:lnTo>
                  <a:lnTo>
                    <a:pt x="204" y="671"/>
                  </a:lnTo>
                  <a:lnTo>
                    <a:pt x="207" y="671"/>
                  </a:lnTo>
                  <a:lnTo>
                    <a:pt x="211" y="670"/>
                  </a:lnTo>
                  <a:lnTo>
                    <a:pt x="214" y="668"/>
                  </a:lnTo>
                  <a:lnTo>
                    <a:pt x="212" y="656"/>
                  </a:lnTo>
                  <a:lnTo>
                    <a:pt x="103" y="324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74B14D0-9C0E-0F2E-037D-55460C887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3276"/>
              <a:ext cx="21" cy="22"/>
            </a:xfrm>
            <a:custGeom>
              <a:avLst/>
              <a:gdLst>
                <a:gd name="T0" fmla="*/ 0 w 21"/>
                <a:gd name="T1" fmla="*/ 21 h 22"/>
                <a:gd name="T2" fmla="*/ 6 w 21"/>
                <a:gd name="T3" fmla="*/ 10 h 22"/>
                <a:gd name="T4" fmla="*/ 6 w 21"/>
                <a:gd name="T5" fmla="*/ 10 h 22"/>
                <a:gd name="T6" fmla="*/ 6 w 21"/>
                <a:gd name="T7" fmla="*/ 10 h 22"/>
                <a:gd name="T8" fmla="*/ 0 w 21"/>
                <a:gd name="T9" fmla="*/ 10 h 22"/>
                <a:gd name="T10" fmla="*/ 0 w 21"/>
                <a:gd name="T11" fmla="*/ 10 h 22"/>
                <a:gd name="T12" fmla="*/ 0 w 21"/>
                <a:gd name="T13" fmla="*/ 21 h 22"/>
                <a:gd name="T14" fmla="*/ 0 w 21"/>
                <a:gd name="T15" fmla="*/ 21 h 22"/>
                <a:gd name="T16" fmla="*/ 0 w 21"/>
                <a:gd name="T17" fmla="*/ 21 h 22"/>
                <a:gd name="T18" fmla="*/ 0 w 21"/>
                <a:gd name="T19" fmla="*/ 21 h 22"/>
                <a:gd name="T20" fmla="*/ 13 w 21"/>
                <a:gd name="T21" fmla="*/ 0 h 22"/>
                <a:gd name="T22" fmla="*/ 20 w 21"/>
                <a:gd name="T23" fmla="*/ 0 h 22"/>
                <a:gd name="T24" fmla="*/ 20 w 21"/>
                <a:gd name="T25" fmla="*/ 0 h 22"/>
                <a:gd name="T26" fmla="*/ 20 w 21"/>
                <a:gd name="T27" fmla="*/ 0 h 22"/>
                <a:gd name="T28" fmla="*/ 20 w 21"/>
                <a:gd name="T29" fmla="*/ 0 h 22"/>
                <a:gd name="T30" fmla="*/ 20 w 21"/>
                <a:gd name="T31" fmla="*/ 0 h 22"/>
                <a:gd name="T32" fmla="*/ 13 w 21"/>
                <a:gd name="T33" fmla="*/ 0 h 22"/>
                <a:gd name="T34" fmla="*/ 13 w 21"/>
                <a:gd name="T35" fmla="*/ 0 h 22"/>
                <a:gd name="T36" fmla="*/ 13 w 21"/>
                <a:gd name="T37" fmla="*/ 0 h 22"/>
                <a:gd name="T38" fmla="*/ 13 w 21"/>
                <a:gd name="T39" fmla="*/ 0 h 22"/>
                <a:gd name="T40" fmla="*/ 0 w 21"/>
                <a:gd name="T41" fmla="*/ 21 h 2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"/>
                <a:gd name="T64" fmla="*/ 0 h 22"/>
                <a:gd name="T65" fmla="*/ 21 w 21"/>
                <a:gd name="T66" fmla="*/ 22 h 2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" h="22">
                  <a:moveTo>
                    <a:pt x="0" y="21"/>
                  </a:moveTo>
                  <a:lnTo>
                    <a:pt x="6" y="10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13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0" y="21"/>
                  </a:ln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8332093F-C0E3-4A9B-A4F7-F3BD439A8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3350"/>
              <a:ext cx="42" cy="35"/>
            </a:xfrm>
            <a:custGeom>
              <a:avLst/>
              <a:gdLst>
                <a:gd name="T0" fmla="*/ 4 w 42"/>
                <a:gd name="T1" fmla="*/ 20 h 35"/>
                <a:gd name="T2" fmla="*/ 3 w 42"/>
                <a:gd name="T3" fmla="*/ 20 h 35"/>
                <a:gd name="T4" fmla="*/ 3 w 42"/>
                <a:gd name="T5" fmla="*/ 20 h 35"/>
                <a:gd name="T6" fmla="*/ 4 w 42"/>
                <a:gd name="T7" fmla="*/ 20 h 35"/>
                <a:gd name="T8" fmla="*/ 9 w 42"/>
                <a:gd name="T9" fmla="*/ 0 h 35"/>
                <a:gd name="T10" fmla="*/ 11 w 42"/>
                <a:gd name="T11" fmla="*/ 1 h 35"/>
                <a:gd name="T12" fmla="*/ 11 w 42"/>
                <a:gd name="T13" fmla="*/ 2 h 35"/>
                <a:gd name="T14" fmla="*/ 12 w 42"/>
                <a:gd name="T15" fmla="*/ 3 h 35"/>
                <a:gd name="T16" fmla="*/ 12 w 42"/>
                <a:gd name="T17" fmla="*/ 4 h 35"/>
                <a:gd name="T18" fmla="*/ 12 w 42"/>
                <a:gd name="T19" fmla="*/ 4 h 35"/>
                <a:gd name="T20" fmla="*/ 13 w 42"/>
                <a:gd name="T21" fmla="*/ 6 h 35"/>
                <a:gd name="T22" fmla="*/ 13 w 42"/>
                <a:gd name="T23" fmla="*/ 6 h 35"/>
                <a:gd name="T24" fmla="*/ 13 w 42"/>
                <a:gd name="T25" fmla="*/ 6 h 35"/>
                <a:gd name="T26" fmla="*/ 14 w 42"/>
                <a:gd name="T27" fmla="*/ 7 h 35"/>
                <a:gd name="T28" fmla="*/ 18 w 42"/>
                <a:gd name="T29" fmla="*/ 8 h 35"/>
                <a:gd name="T30" fmla="*/ 23 w 42"/>
                <a:gd name="T31" fmla="*/ 9 h 35"/>
                <a:gd name="T32" fmla="*/ 28 w 42"/>
                <a:gd name="T33" fmla="*/ 13 h 35"/>
                <a:gd name="T34" fmla="*/ 34 w 42"/>
                <a:gd name="T35" fmla="*/ 15 h 35"/>
                <a:gd name="T36" fmla="*/ 38 w 42"/>
                <a:gd name="T37" fmla="*/ 20 h 35"/>
                <a:gd name="T38" fmla="*/ 41 w 42"/>
                <a:gd name="T39" fmla="*/ 25 h 35"/>
                <a:gd name="T40" fmla="*/ 41 w 42"/>
                <a:gd name="T41" fmla="*/ 31 h 35"/>
                <a:gd name="T42" fmla="*/ 41 w 42"/>
                <a:gd name="T43" fmla="*/ 31 h 35"/>
                <a:gd name="T44" fmla="*/ 41 w 42"/>
                <a:gd name="T45" fmla="*/ 31 h 35"/>
                <a:gd name="T46" fmla="*/ 41 w 42"/>
                <a:gd name="T47" fmla="*/ 31 h 35"/>
                <a:gd name="T48" fmla="*/ 41 w 42"/>
                <a:gd name="T49" fmla="*/ 32 h 35"/>
                <a:gd name="T50" fmla="*/ 39 w 42"/>
                <a:gd name="T51" fmla="*/ 32 h 35"/>
                <a:gd name="T52" fmla="*/ 39 w 42"/>
                <a:gd name="T53" fmla="*/ 32 h 35"/>
                <a:gd name="T54" fmla="*/ 39 w 42"/>
                <a:gd name="T55" fmla="*/ 34 h 35"/>
                <a:gd name="T56" fmla="*/ 39 w 42"/>
                <a:gd name="T57" fmla="*/ 34 h 35"/>
                <a:gd name="T58" fmla="*/ 33 w 42"/>
                <a:gd name="T59" fmla="*/ 30 h 35"/>
                <a:gd name="T60" fmla="*/ 27 w 42"/>
                <a:gd name="T61" fmla="*/ 27 h 35"/>
                <a:gd name="T62" fmla="*/ 21 w 42"/>
                <a:gd name="T63" fmla="*/ 25 h 35"/>
                <a:gd name="T64" fmla="*/ 14 w 42"/>
                <a:gd name="T65" fmla="*/ 24 h 35"/>
                <a:gd name="T66" fmla="*/ 11 w 42"/>
                <a:gd name="T67" fmla="*/ 21 h 35"/>
                <a:gd name="T68" fmla="*/ 7 w 42"/>
                <a:gd name="T69" fmla="*/ 21 h 35"/>
                <a:gd name="T70" fmla="*/ 4 w 42"/>
                <a:gd name="T71" fmla="*/ 20 h 35"/>
                <a:gd name="T72" fmla="*/ 4 w 42"/>
                <a:gd name="T73" fmla="*/ 20 h 35"/>
                <a:gd name="T74" fmla="*/ 0 w 42"/>
                <a:gd name="T75" fmla="*/ 23 h 35"/>
                <a:gd name="T76" fmla="*/ 1 w 42"/>
                <a:gd name="T77" fmla="*/ 21 h 35"/>
                <a:gd name="T78" fmla="*/ 1 w 42"/>
                <a:gd name="T79" fmla="*/ 23 h 35"/>
                <a:gd name="T80" fmla="*/ 1 w 42"/>
                <a:gd name="T81" fmla="*/ 23 h 35"/>
                <a:gd name="T82" fmla="*/ 1 w 42"/>
                <a:gd name="T83" fmla="*/ 23 h 35"/>
                <a:gd name="T84" fmla="*/ 0 w 42"/>
                <a:gd name="T85" fmla="*/ 23 h 35"/>
                <a:gd name="T86" fmla="*/ 0 w 42"/>
                <a:gd name="T87" fmla="*/ 23 h 35"/>
                <a:gd name="T88" fmla="*/ 0 w 42"/>
                <a:gd name="T89" fmla="*/ 23 h 35"/>
                <a:gd name="T90" fmla="*/ 0 w 42"/>
                <a:gd name="T91" fmla="*/ 23 h 35"/>
                <a:gd name="T92" fmla="*/ 0 w 42"/>
                <a:gd name="T93" fmla="*/ 23 h 35"/>
                <a:gd name="T94" fmla="*/ 4 w 42"/>
                <a:gd name="T95" fmla="*/ 20 h 35"/>
                <a:gd name="T96" fmla="*/ 2 w 42"/>
                <a:gd name="T97" fmla="*/ 21 h 35"/>
                <a:gd name="T98" fmla="*/ 3 w 42"/>
                <a:gd name="T99" fmla="*/ 20 h 35"/>
                <a:gd name="T100" fmla="*/ 3 w 42"/>
                <a:gd name="T101" fmla="*/ 20 h 35"/>
                <a:gd name="T102" fmla="*/ 3 w 42"/>
                <a:gd name="T103" fmla="*/ 20 h 35"/>
                <a:gd name="T104" fmla="*/ 3 w 42"/>
                <a:gd name="T105" fmla="*/ 20 h 35"/>
                <a:gd name="T106" fmla="*/ 3 w 42"/>
                <a:gd name="T107" fmla="*/ 20 h 35"/>
                <a:gd name="T108" fmla="*/ 3 w 42"/>
                <a:gd name="T109" fmla="*/ 20 h 35"/>
                <a:gd name="T110" fmla="*/ 2 w 42"/>
                <a:gd name="T111" fmla="*/ 21 h 35"/>
                <a:gd name="T112" fmla="*/ 2 w 42"/>
                <a:gd name="T113" fmla="*/ 21 h 35"/>
                <a:gd name="T114" fmla="*/ 2 w 42"/>
                <a:gd name="T115" fmla="*/ 21 h 35"/>
                <a:gd name="T116" fmla="*/ 4 w 42"/>
                <a:gd name="T117" fmla="*/ 20 h 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42"/>
                <a:gd name="T178" fmla="*/ 0 h 35"/>
                <a:gd name="T179" fmla="*/ 42 w 42"/>
                <a:gd name="T180" fmla="*/ 35 h 3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42" h="35">
                  <a:moveTo>
                    <a:pt x="4" y="20"/>
                  </a:moveTo>
                  <a:lnTo>
                    <a:pt x="3" y="20"/>
                  </a:lnTo>
                  <a:lnTo>
                    <a:pt x="4" y="20"/>
                  </a:lnTo>
                  <a:lnTo>
                    <a:pt x="9" y="0"/>
                  </a:lnTo>
                  <a:lnTo>
                    <a:pt x="11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3" y="6"/>
                  </a:lnTo>
                  <a:lnTo>
                    <a:pt x="14" y="7"/>
                  </a:lnTo>
                  <a:lnTo>
                    <a:pt x="18" y="8"/>
                  </a:lnTo>
                  <a:lnTo>
                    <a:pt x="23" y="9"/>
                  </a:lnTo>
                  <a:lnTo>
                    <a:pt x="28" y="13"/>
                  </a:lnTo>
                  <a:lnTo>
                    <a:pt x="34" y="15"/>
                  </a:lnTo>
                  <a:lnTo>
                    <a:pt x="38" y="20"/>
                  </a:lnTo>
                  <a:lnTo>
                    <a:pt x="41" y="25"/>
                  </a:lnTo>
                  <a:lnTo>
                    <a:pt x="41" y="31"/>
                  </a:lnTo>
                  <a:lnTo>
                    <a:pt x="41" y="32"/>
                  </a:lnTo>
                  <a:lnTo>
                    <a:pt x="39" y="32"/>
                  </a:lnTo>
                  <a:lnTo>
                    <a:pt x="39" y="34"/>
                  </a:lnTo>
                  <a:lnTo>
                    <a:pt x="33" y="30"/>
                  </a:lnTo>
                  <a:lnTo>
                    <a:pt x="27" y="27"/>
                  </a:lnTo>
                  <a:lnTo>
                    <a:pt x="21" y="25"/>
                  </a:lnTo>
                  <a:lnTo>
                    <a:pt x="14" y="24"/>
                  </a:lnTo>
                  <a:lnTo>
                    <a:pt x="11" y="21"/>
                  </a:lnTo>
                  <a:lnTo>
                    <a:pt x="7" y="21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0" y="23"/>
                  </a:lnTo>
                  <a:lnTo>
                    <a:pt x="4" y="20"/>
                  </a:lnTo>
                  <a:lnTo>
                    <a:pt x="2" y="21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4" y="20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AA6607E7-4FE1-844F-1167-76D92212F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" y="3437"/>
              <a:ext cx="20" cy="20"/>
            </a:xfrm>
            <a:custGeom>
              <a:avLst/>
              <a:gdLst>
                <a:gd name="T0" fmla="*/ 3 w 20"/>
                <a:gd name="T1" fmla="*/ 0 h 20"/>
                <a:gd name="T2" fmla="*/ 6 w 20"/>
                <a:gd name="T3" fmla="*/ 3 h 20"/>
                <a:gd name="T4" fmla="*/ 7 w 20"/>
                <a:gd name="T5" fmla="*/ 5 h 20"/>
                <a:gd name="T6" fmla="*/ 10 w 20"/>
                <a:gd name="T7" fmla="*/ 7 h 20"/>
                <a:gd name="T8" fmla="*/ 11 w 20"/>
                <a:gd name="T9" fmla="*/ 11 h 20"/>
                <a:gd name="T10" fmla="*/ 13 w 20"/>
                <a:gd name="T11" fmla="*/ 13 h 20"/>
                <a:gd name="T12" fmla="*/ 15 w 20"/>
                <a:gd name="T13" fmla="*/ 15 h 20"/>
                <a:gd name="T14" fmla="*/ 16 w 20"/>
                <a:gd name="T15" fmla="*/ 17 h 20"/>
                <a:gd name="T16" fmla="*/ 19 w 20"/>
                <a:gd name="T17" fmla="*/ 19 h 20"/>
                <a:gd name="T18" fmla="*/ 1 w 20"/>
                <a:gd name="T19" fmla="*/ 17 h 20"/>
                <a:gd name="T20" fmla="*/ 0 w 20"/>
                <a:gd name="T21" fmla="*/ 5 h 20"/>
                <a:gd name="T22" fmla="*/ 3 w 20"/>
                <a:gd name="T23" fmla="*/ 0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"/>
                <a:gd name="T37" fmla="*/ 0 h 20"/>
                <a:gd name="T38" fmla="*/ 20 w 20"/>
                <a:gd name="T39" fmla="*/ 20 h 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" h="20">
                  <a:moveTo>
                    <a:pt x="3" y="0"/>
                  </a:moveTo>
                  <a:lnTo>
                    <a:pt x="6" y="3"/>
                  </a:lnTo>
                  <a:lnTo>
                    <a:pt x="7" y="5"/>
                  </a:lnTo>
                  <a:lnTo>
                    <a:pt x="10" y="7"/>
                  </a:lnTo>
                  <a:lnTo>
                    <a:pt x="11" y="11"/>
                  </a:lnTo>
                  <a:lnTo>
                    <a:pt x="13" y="13"/>
                  </a:lnTo>
                  <a:lnTo>
                    <a:pt x="15" y="15"/>
                  </a:lnTo>
                  <a:lnTo>
                    <a:pt x="16" y="17"/>
                  </a:lnTo>
                  <a:lnTo>
                    <a:pt x="19" y="19"/>
                  </a:lnTo>
                  <a:lnTo>
                    <a:pt x="1" y="17"/>
                  </a:lnTo>
                  <a:lnTo>
                    <a:pt x="0" y="5"/>
                  </a:lnTo>
                  <a:lnTo>
                    <a:pt x="3" y="0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D689D668-7DAE-1B40-E123-FD6DC154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3380"/>
              <a:ext cx="24" cy="26"/>
            </a:xfrm>
            <a:custGeom>
              <a:avLst/>
              <a:gdLst>
                <a:gd name="T0" fmla="*/ 5 w 24"/>
                <a:gd name="T1" fmla="*/ 0 h 26"/>
                <a:gd name="T2" fmla="*/ 0 w 24"/>
                <a:gd name="T3" fmla="*/ 23 h 26"/>
                <a:gd name="T4" fmla="*/ 21 w 24"/>
                <a:gd name="T5" fmla="*/ 25 h 26"/>
                <a:gd name="T6" fmla="*/ 23 w 24"/>
                <a:gd name="T7" fmla="*/ 14 h 26"/>
                <a:gd name="T8" fmla="*/ 11 w 24"/>
                <a:gd name="T9" fmla="*/ 7 h 26"/>
                <a:gd name="T10" fmla="*/ 5 w 24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26"/>
                <a:gd name="T20" fmla="*/ 24 w 24"/>
                <a:gd name="T21" fmla="*/ 26 h 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26">
                  <a:moveTo>
                    <a:pt x="5" y="0"/>
                  </a:moveTo>
                  <a:lnTo>
                    <a:pt x="0" y="23"/>
                  </a:lnTo>
                  <a:lnTo>
                    <a:pt x="21" y="25"/>
                  </a:lnTo>
                  <a:lnTo>
                    <a:pt x="23" y="14"/>
                  </a:lnTo>
                  <a:lnTo>
                    <a:pt x="11" y="7"/>
                  </a:lnTo>
                  <a:lnTo>
                    <a:pt x="5" y="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241D7CAE-88B2-7937-2200-8F31D0EB4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7" y="2917"/>
              <a:ext cx="219" cy="716"/>
            </a:xfrm>
            <a:custGeom>
              <a:avLst/>
              <a:gdLst>
                <a:gd name="T0" fmla="*/ 218 w 219"/>
                <a:gd name="T1" fmla="*/ 600 h 716"/>
                <a:gd name="T2" fmla="*/ 201 w 219"/>
                <a:gd name="T3" fmla="*/ 415 h 716"/>
                <a:gd name="T4" fmla="*/ 208 w 219"/>
                <a:gd name="T5" fmla="*/ 408 h 716"/>
                <a:gd name="T6" fmla="*/ 211 w 219"/>
                <a:gd name="T7" fmla="*/ 401 h 716"/>
                <a:gd name="T8" fmla="*/ 208 w 219"/>
                <a:gd name="T9" fmla="*/ 379 h 716"/>
                <a:gd name="T10" fmla="*/ 209 w 219"/>
                <a:gd name="T11" fmla="*/ 296 h 716"/>
                <a:gd name="T12" fmla="*/ 206 w 219"/>
                <a:gd name="T13" fmla="*/ 235 h 716"/>
                <a:gd name="T14" fmla="*/ 195 w 219"/>
                <a:gd name="T15" fmla="*/ 166 h 716"/>
                <a:gd name="T16" fmla="*/ 173 w 219"/>
                <a:gd name="T17" fmla="*/ 137 h 716"/>
                <a:gd name="T18" fmla="*/ 142 w 219"/>
                <a:gd name="T19" fmla="*/ 114 h 716"/>
                <a:gd name="T20" fmla="*/ 125 w 219"/>
                <a:gd name="T21" fmla="*/ 104 h 716"/>
                <a:gd name="T22" fmla="*/ 138 w 219"/>
                <a:gd name="T23" fmla="*/ 64 h 716"/>
                <a:gd name="T24" fmla="*/ 139 w 219"/>
                <a:gd name="T25" fmla="*/ 49 h 716"/>
                <a:gd name="T26" fmla="*/ 137 w 219"/>
                <a:gd name="T27" fmla="*/ 28 h 716"/>
                <a:gd name="T28" fmla="*/ 127 w 219"/>
                <a:gd name="T29" fmla="*/ 12 h 716"/>
                <a:gd name="T30" fmla="*/ 121 w 219"/>
                <a:gd name="T31" fmla="*/ 2 h 716"/>
                <a:gd name="T32" fmla="*/ 99 w 219"/>
                <a:gd name="T33" fmla="*/ 0 h 716"/>
                <a:gd name="T34" fmla="*/ 76 w 219"/>
                <a:gd name="T35" fmla="*/ 1 h 716"/>
                <a:gd name="T36" fmla="*/ 70 w 219"/>
                <a:gd name="T37" fmla="*/ 7 h 716"/>
                <a:gd name="T38" fmla="*/ 59 w 219"/>
                <a:gd name="T39" fmla="*/ 21 h 716"/>
                <a:gd name="T40" fmla="*/ 56 w 219"/>
                <a:gd name="T41" fmla="*/ 42 h 716"/>
                <a:gd name="T42" fmla="*/ 60 w 219"/>
                <a:gd name="T43" fmla="*/ 58 h 716"/>
                <a:gd name="T44" fmla="*/ 76 w 219"/>
                <a:gd name="T45" fmla="*/ 104 h 716"/>
                <a:gd name="T46" fmla="*/ 58 w 219"/>
                <a:gd name="T47" fmla="*/ 116 h 716"/>
                <a:gd name="T48" fmla="*/ 26 w 219"/>
                <a:gd name="T49" fmla="*/ 138 h 716"/>
                <a:gd name="T50" fmla="*/ 16 w 219"/>
                <a:gd name="T51" fmla="*/ 156 h 716"/>
                <a:gd name="T52" fmla="*/ 9 w 219"/>
                <a:gd name="T53" fmla="*/ 210 h 716"/>
                <a:gd name="T54" fmla="*/ 2 w 219"/>
                <a:gd name="T55" fmla="*/ 268 h 716"/>
                <a:gd name="T56" fmla="*/ 1 w 219"/>
                <a:gd name="T57" fmla="*/ 298 h 716"/>
                <a:gd name="T58" fmla="*/ 0 w 219"/>
                <a:gd name="T59" fmla="*/ 354 h 716"/>
                <a:gd name="T60" fmla="*/ 3 w 219"/>
                <a:gd name="T61" fmla="*/ 401 h 716"/>
                <a:gd name="T62" fmla="*/ 12 w 219"/>
                <a:gd name="T63" fmla="*/ 411 h 716"/>
                <a:gd name="T64" fmla="*/ 23 w 219"/>
                <a:gd name="T65" fmla="*/ 412 h 716"/>
                <a:gd name="T66" fmla="*/ 14 w 219"/>
                <a:gd name="T67" fmla="*/ 394 h 716"/>
                <a:gd name="T68" fmla="*/ 63 w 219"/>
                <a:gd name="T69" fmla="*/ 666 h 716"/>
                <a:gd name="T70" fmla="*/ 70 w 219"/>
                <a:gd name="T71" fmla="*/ 712 h 716"/>
                <a:gd name="T72" fmla="*/ 106 w 219"/>
                <a:gd name="T73" fmla="*/ 693 h 716"/>
                <a:gd name="T74" fmla="*/ 128 w 219"/>
                <a:gd name="T75" fmla="*/ 706 h 716"/>
                <a:gd name="T76" fmla="*/ 147 w 219"/>
                <a:gd name="T77" fmla="*/ 715 h 716"/>
                <a:gd name="T78" fmla="*/ 161 w 219"/>
                <a:gd name="T79" fmla="*/ 715 h 716"/>
                <a:gd name="T80" fmla="*/ 173 w 219"/>
                <a:gd name="T81" fmla="*/ 711 h 716"/>
                <a:gd name="T82" fmla="*/ 168 w 219"/>
                <a:gd name="T83" fmla="*/ 684 h 716"/>
                <a:gd name="T84" fmla="*/ 177 w 219"/>
                <a:gd name="T85" fmla="*/ 391 h 716"/>
                <a:gd name="T86" fmla="*/ 184 w 219"/>
                <a:gd name="T87" fmla="*/ 407 h 716"/>
                <a:gd name="T88" fmla="*/ 184 w 219"/>
                <a:gd name="T89" fmla="*/ 408 h 716"/>
                <a:gd name="T90" fmla="*/ 188 w 219"/>
                <a:gd name="T91" fmla="*/ 411 h 716"/>
                <a:gd name="T92" fmla="*/ 190 w 219"/>
                <a:gd name="T93" fmla="*/ 428 h 7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19"/>
                <a:gd name="T142" fmla="*/ 0 h 716"/>
                <a:gd name="T143" fmla="*/ 219 w 219"/>
                <a:gd name="T144" fmla="*/ 716 h 71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19" h="716">
                  <a:moveTo>
                    <a:pt x="174" y="428"/>
                  </a:moveTo>
                  <a:lnTo>
                    <a:pt x="174" y="600"/>
                  </a:lnTo>
                  <a:lnTo>
                    <a:pt x="218" y="600"/>
                  </a:lnTo>
                  <a:lnTo>
                    <a:pt x="218" y="428"/>
                  </a:lnTo>
                  <a:lnTo>
                    <a:pt x="201" y="428"/>
                  </a:lnTo>
                  <a:lnTo>
                    <a:pt x="201" y="415"/>
                  </a:lnTo>
                  <a:lnTo>
                    <a:pt x="204" y="413"/>
                  </a:lnTo>
                  <a:lnTo>
                    <a:pt x="205" y="411"/>
                  </a:lnTo>
                  <a:lnTo>
                    <a:pt x="208" y="408"/>
                  </a:lnTo>
                  <a:lnTo>
                    <a:pt x="209" y="405"/>
                  </a:lnTo>
                  <a:lnTo>
                    <a:pt x="210" y="403"/>
                  </a:lnTo>
                  <a:lnTo>
                    <a:pt x="211" y="401"/>
                  </a:lnTo>
                  <a:lnTo>
                    <a:pt x="211" y="400"/>
                  </a:lnTo>
                  <a:lnTo>
                    <a:pt x="211" y="399"/>
                  </a:lnTo>
                  <a:lnTo>
                    <a:pt x="208" y="379"/>
                  </a:lnTo>
                  <a:lnTo>
                    <a:pt x="209" y="302"/>
                  </a:lnTo>
                  <a:lnTo>
                    <a:pt x="209" y="296"/>
                  </a:lnTo>
                  <a:lnTo>
                    <a:pt x="209" y="281"/>
                  </a:lnTo>
                  <a:lnTo>
                    <a:pt x="208" y="260"/>
                  </a:lnTo>
                  <a:lnTo>
                    <a:pt x="206" y="235"/>
                  </a:lnTo>
                  <a:lnTo>
                    <a:pt x="204" y="210"/>
                  </a:lnTo>
                  <a:lnTo>
                    <a:pt x="200" y="185"/>
                  </a:lnTo>
                  <a:lnTo>
                    <a:pt x="195" y="166"/>
                  </a:lnTo>
                  <a:lnTo>
                    <a:pt x="190" y="153"/>
                  </a:lnTo>
                  <a:lnTo>
                    <a:pt x="183" y="146"/>
                  </a:lnTo>
                  <a:lnTo>
                    <a:pt x="173" y="137"/>
                  </a:lnTo>
                  <a:lnTo>
                    <a:pt x="163" y="128"/>
                  </a:lnTo>
                  <a:lnTo>
                    <a:pt x="152" y="121"/>
                  </a:lnTo>
                  <a:lnTo>
                    <a:pt x="142" y="114"/>
                  </a:lnTo>
                  <a:lnTo>
                    <a:pt x="133" y="109"/>
                  </a:lnTo>
                  <a:lnTo>
                    <a:pt x="127" y="105"/>
                  </a:lnTo>
                  <a:lnTo>
                    <a:pt x="125" y="104"/>
                  </a:lnTo>
                  <a:lnTo>
                    <a:pt x="127" y="86"/>
                  </a:lnTo>
                  <a:lnTo>
                    <a:pt x="137" y="65"/>
                  </a:lnTo>
                  <a:lnTo>
                    <a:pt x="138" y="64"/>
                  </a:lnTo>
                  <a:lnTo>
                    <a:pt x="138" y="60"/>
                  </a:lnTo>
                  <a:lnTo>
                    <a:pt x="139" y="55"/>
                  </a:lnTo>
                  <a:lnTo>
                    <a:pt x="139" y="49"/>
                  </a:lnTo>
                  <a:lnTo>
                    <a:pt x="139" y="42"/>
                  </a:lnTo>
                  <a:lnTo>
                    <a:pt x="139" y="34"/>
                  </a:lnTo>
                  <a:lnTo>
                    <a:pt x="137" y="28"/>
                  </a:lnTo>
                  <a:lnTo>
                    <a:pt x="133" y="22"/>
                  </a:lnTo>
                  <a:lnTo>
                    <a:pt x="130" y="16"/>
                  </a:lnTo>
                  <a:lnTo>
                    <a:pt x="127" y="12"/>
                  </a:lnTo>
                  <a:lnTo>
                    <a:pt x="125" y="8"/>
                  </a:lnTo>
                  <a:lnTo>
                    <a:pt x="123" y="4"/>
                  </a:lnTo>
                  <a:lnTo>
                    <a:pt x="121" y="2"/>
                  </a:lnTo>
                  <a:lnTo>
                    <a:pt x="116" y="1"/>
                  </a:lnTo>
                  <a:lnTo>
                    <a:pt x="109" y="0"/>
                  </a:lnTo>
                  <a:lnTo>
                    <a:pt x="99" y="0"/>
                  </a:lnTo>
                  <a:lnTo>
                    <a:pt x="87" y="0"/>
                  </a:lnTo>
                  <a:lnTo>
                    <a:pt x="80" y="0"/>
                  </a:lnTo>
                  <a:lnTo>
                    <a:pt x="76" y="1"/>
                  </a:lnTo>
                  <a:lnTo>
                    <a:pt x="74" y="3"/>
                  </a:lnTo>
                  <a:lnTo>
                    <a:pt x="73" y="4"/>
                  </a:lnTo>
                  <a:lnTo>
                    <a:pt x="70" y="7"/>
                  </a:lnTo>
                  <a:lnTo>
                    <a:pt x="68" y="11"/>
                  </a:lnTo>
                  <a:lnTo>
                    <a:pt x="63" y="16"/>
                  </a:lnTo>
                  <a:lnTo>
                    <a:pt x="59" y="21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6" y="42"/>
                  </a:lnTo>
                  <a:lnTo>
                    <a:pt x="58" y="48"/>
                  </a:lnTo>
                  <a:lnTo>
                    <a:pt x="59" y="54"/>
                  </a:lnTo>
                  <a:lnTo>
                    <a:pt x="60" y="58"/>
                  </a:lnTo>
                  <a:lnTo>
                    <a:pt x="60" y="60"/>
                  </a:lnTo>
                  <a:lnTo>
                    <a:pt x="61" y="90"/>
                  </a:lnTo>
                  <a:lnTo>
                    <a:pt x="76" y="104"/>
                  </a:lnTo>
                  <a:lnTo>
                    <a:pt x="74" y="106"/>
                  </a:lnTo>
                  <a:lnTo>
                    <a:pt x="68" y="110"/>
                  </a:lnTo>
                  <a:lnTo>
                    <a:pt x="58" y="116"/>
                  </a:lnTo>
                  <a:lnTo>
                    <a:pt x="47" y="123"/>
                  </a:lnTo>
                  <a:lnTo>
                    <a:pt x="35" y="131"/>
                  </a:lnTo>
                  <a:lnTo>
                    <a:pt x="26" y="138"/>
                  </a:lnTo>
                  <a:lnTo>
                    <a:pt x="18" y="144"/>
                  </a:lnTo>
                  <a:lnTo>
                    <a:pt x="16" y="148"/>
                  </a:lnTo>
                  <a:lnTo>
                    <a:pt x="16" y="156"/>
                  </a:lnTo>
                  <a:lnTo>
                    <a:pt x="13" y="171"/>
                  </a:lnTo>
                  <a:lnTo>
                    <a:pt x="12" y="189"/>
                  </a:lnTo>
                  <a:lnTo>
                    <a:pt x="9" y="210"/>
                  </a:lnTo>
                  <a:lnTo>
                    <a:pt x="6" y="232"/>
                  </a:lnTo>
                  <a:lnTo>
                    <a:pt x="4" y="252"/>
                  </a:lnTo>
                  <a:lnTo>
                    <a:pt x="2" y="268"/>
                  </a:lnTo>
                  <a:lnTo>
                    <a:pt x="2" y="278"/>
                  </a:lnTo>
                  <a:lnTo>
                    <a:pt x="2" y="286"/>
                  </a:lnTo>
                  <a:lnTo>
                    <a:pt x="1" y="298"/>
                  </a:lnTo>
                  <a:lnTo>
                    <a:pt x="0" y="314"/>
                  </a:lnTo>
                  <a:lnTo>
                    <a:pt x="0" y="334"/>
                  </a:lnTo>
                  <a:lnTo>
                    <a:pt x="0" y="354"/>
                  </a:lnTo>
                  <a:lnTo>
                    <a:pt x="0" y="372"/>
                  </a:lnTo>
                  <a:lnTo>
                    <a:pt x="1" y="389"/>
                  </a:lnTo>
                  <a:lnTo>
                    <a:pt x="3" y="401"/>
                  </a:lnTo>
                  <a:lnTo>
                    <a:pt x="4" y="406"/>
                  </a:lnTo>
                  <a:lnTo>
                    <a:pt x="8" y="408"/>
                  </a:lnTo>
                  <a:lnTo>
                    <a:pt x="12" y="411"/>
                  </a:lnTo>
                  <a:lnTo>
                    <a:pt x="16" y="412"/>
                  </a:lnTo>
                  <a:lnTo>
                    <a:pt x="19" y="412"/>
                  </a:lnTo>
                  <a:lnTo>
                    <a:pt x="23" y="412"/>
                  </a:lnTo>
                  <a:lnTo>
                    <a:pt x="26" y="411"/>
                  </a:lnTo>
                  <a:lnTo>
                    <a:pt x="14" y="394"/>
                  </a:lnTo>
                  <a:lnTo>
                    <a:pt x="34" y="262"/>
                  </a:lnTo>
                  <a:lnTo>
                    <a:pt x="33" y="402"/>
                  </a:lnTo>
                  <a:lnTo>
                    <a:pt x="63" y="666"/>
                  </a:lnTo>
                  <a:lnTo>
                    <a:pt x="39" y="696"/>
                  </a:lnTo>
                  <a:lnTo>
                    <a:pt x="34" y="715"/>
                  </a:lnTo>
                  <a:lnTo>
                    <a:pt x="70" y="712"/>
                  </a:lnTo>
                  <a:lnTo>
                    <a:pt x="101" y="690"/>
                  </a:lnTo>
                  <a:lnTo>
                    <a:pt x="102" y="691"/>
                  </a:lnTo>
                  <a:lnTo>
                    <a:pt x="106" y="693"/>
                  </a:lnTo>
                  <a:lnTo>
                    <a:pt x="112" y="697"/>
                  </a:lnTo>
                  <a:lnTo>
                    <a:pt x="120" y="701"/>
                  </a:lnTo>
                  <a:lnTo>
                    <a:pt x="128" y="706"/>
                  </a:lnTo>
                  <a:lnTo>
                    <a:pt x="136" y="710"/>
                  </a:lnTo>
                  <a:lnTo>
                    <a:pt x="142" y="712"/>
                  </a:lnTo>
                  <a:lnTo>
                    <a:pt x="147" y="715"/>
                  </a:lnTo>
                  <a:lnTo>
                    <a:pt x="152" y="715"/>
                  </a:lnTo>
                  <a:lnTo>
                    <a:pt x="156" y="715"/>
                  </a:lnTo>
                  <a:lnTo>
                    <a:pt x="161" y="715"/>
                  </a:lnTo>
                  <a:lnTo>
                    <a:pt x="165" y="713"/>
                  </a:lnTo>
                  <a:lnTo>
                    <a:pt x="169" y="712"/>
                  </a:lnTo>
                  <a:lnTo>
                    <a:pt x="173" y="711"/>
                  </a:lnTo>
                  <a:lnTo>
                    <a:pt x="174" y="711"/>
                  </a:lnTo>
                  <a:lnTo>
                    <a:pt x="175" y="710"/>
                  </a:lnTo>
                  <a:lnTo>
                    <a:pt x="168" y="684"/>
                  </a:lnTo>
                  <a:lnTo>
                    <a:pt x="141" y="667"/>
                  </a:lnTo>
                  <a:lnTo>
                    <a:pt x="165" y="420"/>
                  </a:lnTo>
                  <a:lnTo>
                    <a:pt x="177" y="391"/>
                  </a:lnTo>
                  <a:lnTo>
                    <a:pt x="163" y="250"/>
                  </a:lnTo>
                  <a:lnTo>
                    <a:pt x="191" y="395"/>
                  </a:lnTo>
                  <a:lnTo>
                    <a:pt x="184" y="407"/>
                  </a:lnTo>
                  <a:lnTo>
                    <a:pt x="184" y="408"/>
                  </a:lnTo>
                  <a:lnTo>
                    <a:pt x="185" y="410"/>
                  </a:lnTo>
                  <a:lnTo>
                    <a:pt x="187" y="410"/>
                  </a:lnTo>
                  <a:lnTo>
                    <a:pt x="188" y="411"/>
                  </a:lnTo>
                  <a:lnTo>
                    <a:pt x="188" y="412"/>
                  </a:lnTo>
                  <a:lnTo>
                    <a:pt x="190" y="413"/>
                  </a:lnTo>
                  <a:lnTo>
                    <a:pt x="190" y="428"/>
                  </a:lnTo>
                  <a:lnTo>
                    <a:pt x="174" y="428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12" name="Freeform 30">
              <a:extLst>
                <a:ext uri="{FF2B5EF4-FFF2-40B4-BE49-F238E27FC236}">
                  <a16:creationId xmlns:a16="http://schemas.microsoft.com/office/drawing/2014/main" id="{009C18E4-47D8-3D33-8712-8582D3F91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2965"/>
              <a:ext cx="216" cy="685"/>
            </a:xfrm>
            <a:custGeom>
              <a:avLst/>
              <a:gdLst>
                <a:gd name="T0" fmla="*/ 118 w 216"/>
                <a:gd name="T1" fmla="*/ 322 h 685"/>
                <a:gd name="T2" fmla="*/ 116 w 216"/>
                <a:gd name="T3" fmla="*/ 324 h 685"/>
                <a:gd name="T4" fmla="*/ 120 w 216"/>
                <a:gd name="T5" fmla="*/ 321 h 685"/>
                <a:gd name="T6" fmla="*/ 120 w 216"/>
                <a:gd name="T7" fmla="*/ 321 h 685"/>
                <a:gd name="T8" fmla="*/ 197 w 216"/>
                <a:gd name="T9" fmla="*/ 645 h 685"/>
                <a:gd name="T10" fmla="*/ 164 w 216"/>
                <a:gd name="T11" fmla="*/ 602 h 685"/>
                <a:gd name="T12" fmla="*/ 171 w 216"/>
                <a:gd name="T13" fmla="*/ 507 h 685"/>
                <a:gd name="T14" fmla="*/ 176 w 216"/>
                <a:gd name="T15" fmla="*/ 472 h 685"/>
                <a:gd name="T16" fmla="*/ 186 w 216"/>
                <a:gd name="T17" fmla="*/ 450 h 685"/>
                <a:gd name="T18" fmla="*/ 173 w 216"/>
                <a:gd name="T19" fmla="*/ 309 h 685"/>
                <a:gd name="T20" fmla="*/ 185 w 216"/>
                <a:gd name="T21" fmla="*/ 330 h 685"/>
                <a:gd name="T22" fmla="*/ 193 w 216"/>
                <a:gd name="T23" fmla="*/ 311 h 685"/>
                <a:gd name="T24" fmla="*/ 181 w 216"/>
                <a:gd name="T25" fmla="*/ 272 h 685"/>
                <a:gd name="T26" fmla="*/ 187 w 216"/>
                <a:gd name="T27" fmla="*/ 202 h 685"/>
                <a:gd name="T28" fmla="*/ 159 w 216"/>
                <a:gd name="T29" fmla="*/ 116 h 685"/>
                <a:gd name="T30" fmla="*/ 137 w 216"/>
                <a:gd name="T31" fmla="*/ 101 h 685"/>
                <a:gd name="T32" fmla="*/ 147 w 216"/>
                <a:gd name="T33" fmla="*/ 97 h 685"/>
                <a:gd name="T34" fmla="*/ 152 w 216"/>
                <a:gd name="T35" fmla="*/ 81 h 685"/>
                <a:gd name="T36" fmla="*/ 142 w 216"/>
                <a:gd name="T37" fmla="*/ 70 h 685"/>
                <a:gd name="T38" fmla="*/ 139 w 216"/>
                <a:gd name="T39" fmla="*/ 42 h 685"/>
                <a:gd name="T40" fmla="*/ 142 w 216"/>
                <a:gd name="T41" fmla="*/ 25 h 685"/>
                <a:gd name="T42" fmla="*/ 131 w 216"/>
                <a:gd name="T43" fmla="*/ 9 h 685"/>
                <a:gd name="T44" fmla="*/ 116 w 216"/>
                <a:gd name="T45" fmla="*/ 0 h 685"/>
                <a:gd name="T46" fmla="*/ 82 w 216"/>
                <a:gd name="T47" fmla="*/ 4 h 685"/>
                <a:gd name="T48" fmla="*/ 60 w 216"/>
                <a:gd name="T49" fmla="*/ 34 h 685"/>
                <a:gd name="T50" fmla="*/ 47 w 216"/>
                <a:gd name="T51" fmla="*/ 72 h 685"/>
                <a:gd name="T52" fmla="*/ 34 w 216"/>
                <a:gd name="T53" fmla="*/ 90 h 685"/>
                <a:gd name="T54" fmla="*/ 45 w 216"/>
                <a:gd name="T55" fmla="*/ 101 h 685"/>
                <a:gd name="T56" fmla="*/ 41 w 216"/>
                <a:gd name="T57" fmla="*/ 116 h 685"/>
                <a:gd name="T58" fmla="*/ 8 w 216"/>
                <a:gd name="T59" fmla="*/ 185 h 685"/>
                <a:gd name="T60" fmla="*/ 1 w 216"/>
                <a:gd name="T61" fmla="*/ 232 h 685"/>
                <a:gd name="T62" fmla="*/ 19 w 216"/>
                <a:gd name="T63" fmla="*/ 291 h 685"/>
                <a:gd name="T64" fmla="*/ 21 w 216"/>
                <a:gd name="T65" fmla="*/ 390 h 685"/>
                <a:gd name="T66" fmla="*/ 18 w 216"/>
                <a:gd name="T67" fmla="*/ 463 h 685"/>
                <a:gd name="T68" fmla="*/ 42 w 216"/>
                <a:gd name="T69" fmla="*/ 476 h 685"/>
                <a:gd name="T70" fmla="*/ 50 w 216"/>
                <a:gd name="T71" fmla="*/ 488 h 685"/>
                <a:gd name="T72" fmla="*/ 59 w 216"/>
                <a:gd name="T73" fmla="*/ 515 h 685"/>
                <a:gd name="T74" fmla="*/ 57 w 216"/>
                <a:gd name="T75" fmla="*/ 525 h 685"/>
                <a:gd name="T76" fmla="*/ 55 w 216"/>
                <a:gd name="T77" fmla="*/ 561 h 685"/>
                <a:gd name="T78" fmla="*/ 68 w 216"/>
                <a:gd name="T79" fmla="*/ 611 h 685"/>
                <a:gd name="T80" fmla="*/ 63 w 216"/>
                <a:gd name="T81" fmla="*/ 675 h 685"/>
                <a:gd name="T82" fmla="*/ 82 w 216"/>
                <a:gd name="T83" fmla="*/ 684 h 685"/>
                <a:gd name="T84" fmla="*/ 94 w 216"/>
                <a:gd name="T85" fmla="*/ 665 h 685"/>
                <a:gd name="T86" fmla="*/ 86 w 216"/>
                <a:gd name="T87" fmla="*/ 608 h 685"/>
                <a:gd name="T88" fmla="*/ 123 w 216"/>
                <a:gd name="T89" fmla="*/ 499 h 685"/>
                <a:gd name="T90" fmla="*/ 125 w 216"/>
                <a:gd name="T91" fmla="*/ 534 h 685"/>
                <a:gd name="T92" fmla="*/ 136 w 216"/>
                <a:gd name="T93" fmla="*/ 587 h 685"/>
                <a:gd name="T94" fmla="*/ 137 w 216"/>
                <a:gd name="T95" fmla="*/ 653 h 685"/>
                <a:gd name="T96" fmla="*/ 156 w 216"/>
                <a:gd name="T97" fmla="*/ 654 h 685"/>
                <a:gd name="T98" fmla="*/ 181 w 216"/>
                <a:gd name="T99" fmla="*/ 667 h 685"/>
                <a:gd name="T100" fmla="*/ 208 w 216"/>
                <a:gd name="T101" fmla="*/ 669 h 685"/>
                <a:gd name="T102" fmla="*/ 116 w 216"/>
                <a:gd name="T103" fmla="*/ 324 h 6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16"/>
                <a:gd name="T157" fmla="*/ 0 h 685"/>
                <a:gd name="T158" fmla="*/ 216 w 216"/>
                <a:gd name="T159" fmla="*/ 685 h 6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16" h="685">
                  <a:moveTo>
                    <a:pt x="116" y="324"/>
                  </a:moveTo>
                  <a:lnTo>
                    <a:pt x="118" y="322"/>
                  </a:lnTo>
                  <a:lnTo>
                    <a:pt x="118" y="324"/>
                  </a:lnTo>
                  <a:lnTo>
                    <a:pt x="116" y="324"/>
                  </a:lnTo>
                  <a:lnTo>
                    <a:pt x="120" y="321"/>
                  </a:lnTo>
                  <a:lnTo>
                    <a:pt x="121" y="321"/>
                  </a:lnTo>
                  <a:lnTo>
                    <a:pt x="120" y="321"/>
                  </a:lnTo>
                  <a:lnTo>
                    <a:pt x="116" y="324"/>
                  </a:lnTo>
                  <a:lnTo>
                    <a:pt x="212" y="655"/>
                  </a:lnTo>
                  <a:lnTo>
                    <a:pt x="211" y="654"/>
                  </a:lnTo>
                  <a:lnTo>
                    <a:pt x="205" y="650"/>
                  </a:lnTo>
                  <a:lnTo>
                    <a:pt x="197" y="645"/>
                  </a:lnTo>
                  <a:lnTo>
                    <a:pt x="188" y="638"/>
                  </a:lnTo>
                  <a:lnTo>
                    <a:pt x="178" y="630"/>
                  </a:lnTo>
                  <a:lnTo>
                    <a:pt x="171" y="620"/>
                  </a:lnTo>
                  <a:lnTo>
                    <a:pt x="165" y="612"/>
                  </a:lnTo>
                  <a:lnTo>
                    <a:pt x="164" y="602"/>
                  </a:lnTo>
                  <a:lnTo>
                    <a:pt x="164" y="589"/>
                  </a:lnTo>
                  <a:lnTo>
                    <a:pt x="165" y="571"/>
                  </a:lnTo>
                  <a:lnTo>
                    <a:pt x="167" y="550"/>
                  </a:lnTo>
                  <a:lnTo>
                    <a:pt x="169" y="528"/>
                  </a:lnTo>
                  <a:lnTo>
                    <a:pt x="171" y="507"/>
                  </a:lnTo>
                  <a:lnTo>
                    <a:pt x="172" y="489"/>
                  </a:lnTo>
                  <a:lnTo>
                    <a:pt x="173" y="477"/>
                  </a:lnTo>
                  <a:lnTo>
                    <a:pt x="175" y="473"/>
                  </a:lnTo>
                  <a:lnTo>
                    <a:pt x="176" y="472"/>
                  </a:lnTo>
                  <a:lnTo>
                    <a:pt x="177" y="471"/>
                  </a:lnTo>
                  <a:lnTo>
                    <a:pt x="180" y="468"/>
                  </a:lnTo>
                  <a:lnTo>
                    <a:pt x="182" y="463"/>
                  </a:lnTo>
                  <a:lnTo>
                    <a:pt x="185" y="457"/>
                  </a:lnTo>
                  <a:lnTo>
                    <a:pt x="186" y="450"/>
                  </a:lnTo>
                  <a:lnTo>
                    <a:pt x="187" y="439"/>
                  </a:lnTo>
                  <a:lnTo>
                    <a:pt x="172" y="306"/>
                  </a:lnTo>
                  <a:lnTo>
                    <a:pt x="172" y="304"/>
                  </a:lnTo>
                  <a:lnTo>
                    <a:pt x="173" y="306"/>
                  </a:lnTo>
                  <a:lnTo>
                    <a:pt x="173" y="309"/>
                  </a:lnTo>
                  <a:lnTo>
                    <a:pt x="176" y="314"/>
                  </a:lnTo>
                  <a:lnTo>
                    <a:pt x="177" y="320"/>
                  </a:lnTo>
                  <a:lnTo>
                    <a:pt x="180" y="325"/>
                  </a:lnTo>
                  <a:lnTo>
                    <a:pt x="182" y="329"/>
                  </a:lnTo>
                  <a:lnTo>
                    <a:pt x="185" y="330"/>
                  </a:lnTo>
                  <a:lnTo>
                    <a:pt x="187" y="327"/>
                  </a:lnTo>
                  <a:lnTo>
                    <a:pt x="188" y="324"/>
                  </a:lnTo>
                  <a:lnTo>
                    <a:pt x="191" y="320"/>
                  </a:lnTo>
                  <a:lnTo>
                    <a:pt x="192" y="316"/>
                  </a:lnTo>
                  <a:lnTo>
                    <a:pt x="193" y="311"/>
                  </a:lnTo>
                  <a:lnTo>
                    <a:pt x="193" y="305"/>
                  </a:lnTo>
                  <a:lnTo>
                    <a:pt x="193" y="299"/>
                  </a:lnTo>
                  <a:lnTo>
                    <a:pt x="191" y="291"/>
                  </a:lnTo>
                  <a:lnTo>
                    <a:pt x="187" y="284"/>
                  </a:lnTo>
                  <a:lnTo>
                    <a:pt x="181" y="272"/>
                  </a:lnTo>
                  <a:lnTo>
                    <a:pt x="181" y="262"/>
                  </a:lnTo>
                  <a:lnTo>
                    <a:pt x="183" y="252"/>
                  </a:lnTo>
                  <a:lnTo>
                    <a:pt x="186" y="241"/>
                  </a:lnTo>
                  <a:lnTo>
                    <a:pt x="188" y="225"/>
                  </a:lnTo>
                  <a:lnTo>
                    <a:pt x="187" y="202"/>
                  </a:lnTo>
                  <a:lnTo>
                    <a:pt x="183" y="174"/>
                  </a:lnTo>
                  <a:lnTo>
                    <a:pt x="172" y="133"/>
                  </a:lnTo>
                  <a:lnTo>
                    <a:pt x="170" y="127"/>
                  </a:lnTo>
                  <a:lnTo>
                    <a:pt x="165" y="121"/>
                  </a:lnTo>
                  <a:lnTo>
                    <a:pt x="159" y="116"/>
                  </a:lnTo>
                  <a:lnTo>
                    <a:pt x="152" y="111"/>
                  </a:lnTo>
                  <a:lnTo>
                    <a:pt x="147" y="106"/>
                  </a:lnTo>
                  <a:lnTo>
                    <a:pt x="142" y="103"/>
                  </a:lnTo>
                  <a:lnTo>
                    <a:pt x="139" y="101"/>
                  </a:lnTo>
                  <a:lnTo>
                    <a:pt x="137" y="101"/>
                  </a:lnTo>
                  <a:lnTo>
                    <a:pt x="139" y="101"/>
                  </a:lnTo>
                  <a:lnTo>
                    <a:pt x="140" y="101"/>
                  </a:lnTo>
                  <a:lnTo>
                    <a:pt x="142" y="100"/>
                  </a:lnTo>
                  <a:lnTo>
                    <a:pt x="145" y="100"/>
                  </a:lnTo>
                  <a:lnTo>
                    <a:pt x="147" y="97"/>
                  </a:lnTo>
                  <a:lnTo>
                    <a:pt x="149" y="96"/>
                  </a:lnTo>
                  <a:lnTo>
                    <a:pt x="151" y="92"/>
                  </a:lnTo>
                  <a:lnTo>
                    <a:pt x="152" y="89"/>
                  </a:lnTo>
                  <a:lnTo>
                    <a:pt x="152" y="84"/>
                  </a:lnTo>
                  <a:lnTo>
                    <a:pt x="152" y="81"/>
                  </a:lnTo>
                  <a:lnTo>
                    <a:pt x="151" y="79"/>
                  </a:lnTo>
                  <a:lnTo>
                    <a:pt x="150" y="77"/>
                  </a:lnTo>
                  <a:lnTo>
                    <a:pt x="147" y="75"/>
                  </a:lnTo>
                  <a:lnTo>
                    <a:pt x="145" y="74"/>
                  </a:lnTo>
                  <a:lnTo>
                    <a:pt x="142" y="70"/>
                  </a:lnTo>
                  <a:lnTo>
                    <a:pt x="140" y="66"/>
                  </a:lnTo>
                  <a:lnTo>
                    <a:pt x="137" y="61"/>
                  </a:lnTo>
                  <a:lnTo>
                    <a:pt x="137" y="55"/>
                  </a:lnTo>
                  <a:lnTo>
                    <a:pt x="137" y="48"/>
                  </a:lnTo>
                  <a:lnTo>
                    <a:pt x="139" y="42"/>
                  </a:lnTo>
                  <a:lnTo>
                    <a:pt x="140" y="35"/>
                  </a:lnTo>
                  <a:lnTo>
                    <a:pt x="141" y="30"/>
                  </a:lnTo>
                  <a:lnTo>
                    <a:pt x="142" y="28"/>
                  </a:lnTo>
                  <a:lnTo>
                    <a:pt x="144" y="27"/>
                  </a:lnTo>
                  <a:lnTo>
                    <a:pt x="142" y="25"/>
                  </a:lnTo>
                  <a:lnTo>
                    <a:pt x="141" y="23"/>
                  </a:lnTo>
                  <a:lnTo>
                    <a:pt x="139" y="21"/>
                  </a:lnTo>
                  <a:lnTo>
                    <a:pt x="136" y="17"/>
                  </a:lnTo>
                  <a:lnTo>
                    <a:pt x="134" y="13"/>
                  </a:lnTo>
                  <a:lnTo>
                    <a:pt x="131" y="9"/>
                  </a:lnTo>
                  <a:lnTo>
                    <a:pt x="129" y="6"/>
                  </a:lnTo>
                  <a:lnTo>
                    <a:pt x="129" y="3"/>
                  </a:lnTo>
                  <a:lnTo>
                    <a:pt x="128" y="1"/>
                  </a:lnTo>
                  <a:lnTo>
                    <a:pt x="123" y="0"/>
                  </a:lnTo>
                  <a:lnTo>
                    <a:pt x="116" y="0"/>
                  </a:lnTo>
                  <a:lnTo>
                    <a:pt x="109" y="0"/>
                  </a:lnTo>
                  <a:lnTo>
                    <a:pt x="101" y="1"/>
                  </a:lnTo>
                  <a:lnTo>
                    <a:pt x="93" y="2"/>
                  </a:lnTo>
                  <a:lnTo>
                    <a:pt x="86" y="3"/>
                  </a:lnTo>
                  <a:lnTo>
                    <a:pt x="82" y="4"/>
                  </a:lnTo>
                  <a:lnTo>
                    <a:pt x="77" y="7"/>
                  </a:lnTo>
                  <a:lnTo>
                    <a:pt x="73" y="12"/>
                  </a:lnTo>
                  <a:lnTo>
                    <a:pt x="68" y="18"/>
                  </a:lnTo>
                  <a:lnTo>
                    <a:pt x="64" y="25"/>
                  </a:lnTo>
                  <a:lnTo>
                    <a:pt x="60" y="34"/>
                  </a:lnTo>
                  <a:lnTo>
                    <a:pt x="57" y="43"/>
                  </a:lnTo>
                  <a:lnTo>
                    <a:pt x="54" y="51"/>
                  </a:lnTo>
                  <a:lnTo>
                    <a:pt x="52" y="59"/>
                  </a:lnTo>
                  <a:lnTo>
                    <a:pt x="49" y="66"/>
                  </a:lnTo>
                  <a:lnTo>
                    <a:pt x="47" y="72"/>
                  </a:lnTo>
                  <a:lnTo>
                    <a:pt x="44" y="77"/>
                  </a:lnTo>
                  <a:lnTo>
                    <a:pt x="41" y="82"/>
                  </a:lnTo>
                  <a:lnTo>
                    <a:pt x="38" y="85"/>
                  </a:lnTo>
                  <a:lnTo>
                    <a:pt x="36" y="87"/>
                  </a:lnTo>
                  <a:lnTo>
                    <a:pt x="34" y="90"/>
                  </a:lnTo>
                  <a:lnTo>
                    <a:pt x="41" y="97"/>
                  </a:lnTo>
                  <a:lnTo>
                    <a:pt x="42" y="97"/>
                  </a:lnTo>
                  <a:lnTo>
                    <a:pt x="43" y="98"/>
                  </a:lnTo>
                  <a:lnTo>
                    <a:pt x="45" y="101"/>
                  </a:lnTo>
                  <a:lnTo>
                    <a:pt x="47" y="103"/>
                  </a:lnTo>
                  <a:lnTo>
                    <a:pt x="48" y="106"/>
                  </a:lnTo>
                  <a:lnTo>
                    <a:pt x="48" y="108"/>
                  </a:lnTo>
                  <a:lnTo>
                    <a:pt x="45" y="112"/>
                  </a:lnTo>
                  <a:lnTo>
                    <a:pt x="41" y="116"/>
                  </a:lnTo>
                  <a:lnTo>
                    <a:pt x="34" y="122"/>
                  </a:lnTo>
                  <a:lnTo>
                    <a:pt x="28" y="134"/>
                  </a:lnTo>
                  <a:lnTo>
                    <a:pt x="21" y="150"/>
                  </a:lnTo>
                  <a:lnTo>
                    <a:pt x="14" y="168"/>
                  </a:lnTo>
                  <a:lnTo>
                    <a:pt x="8" y="185"/>
                  </a:lnTo>
                  <a:lnTo>
                    <a:pt x="3" y="201"/>
                  </a:lnTo>
                  <a:lnTo>
                    <a:pt x="0" y="212"/>
                  </a:lnTo>
                  <a:lnTo>
                    <a:pt x="0" y="218"/>
                  </a:lnTo>
                  <a:lnTo>
                    <a:pt x="0" y="223"/>
                  </a:lnTo>
                  <a:lnTo>
                    <a:pt x="1" y="232"/>
                  </a:lnTo>
                  <a:lnTo>
                    <a:pt x="2" y="244"/>
                  </a:lnTo>
                  <a:lnTo>
                    <a:pt x="6" y="258"/>
                  </a:lnTo>
                  <a:lnTo>
                    <a:pt x="9" y="272"/>
                  </a:lnTo>
                  <a:lnTo>
                    <a:pt x="14" y="283"/>
                  </a:lnTo>
                  <a:lnTo>
                    <a:pt x="19" y="291"/>
                  </a:lnTo>
                  <a:lnTo>
                    <a:pt x="27" y="295"/>
                  </a:lnTo>
                  <a:lnTo>
                    <a:pt x="24" y="311"/>
                  </a:lnTo>
                  <a:lnTo>
                    <a:pt x="23" y="335"/>
                  </a:lnTo>
                  <a:lnTo>
                    <a:pt x="22" y="362"/>
                  </a:lnTo>
                  <a:lnTo>
                    <a:pt x="21" y="390"/>
                  </a:lnTo>
                  <a:lnTo>
                    <a:pt x="19" y="418"/>
                  </a:lnTo>
                  <a:lnTo>
                    <a:pt x="18" y="440"/>
                  </a:lnTo>
                  <a:lnTo>
                    <a:pt x="17" y="456"/>
                  </a:lnTo>
                  <a:lnTo>
                    <a:pt x="17" y="462"/>
                  </a:lnTo>
                  <a:lnTo>
                    <a:pt x="18" y="463"/>
                  </a:lnTo>
                  <a:lnTo>
                    <a:pt x="22" y="466"/>
                  </a:lnTo>
                  <a:lnTo>
                    <a:pt x="27" y="468"/>
                  </a:lnTo>
                  <a:lnTo>
                    <a:pt x="32" y="472"/>
                  </a:lnTo>
                  <a:lnTo>
                    <a:pt x="37" y="474"/>
                  </a:lnTo>
                  <a:lnTo>
                    <a:pt x="42" y="476"/>
                  </a:lnTo>
                  <a:lnTo>
                    <a:pt x="45" y="476"/>
                  </a:lnTo>
                  <a:lnTo>
                    <a:pt x="47" y="473"/>
                  </a:lnTo>
                  <a:lnTo>
                    <a:pt x="47" y="476"/>
                  </a:lnTo>
                  <a:lnTo>
                    <a:pt x="48" y="481"/>
                  </a:lnTo>
                  <a:lnTo>
                    <a:pt x="50" y="488"/>
                  </a:lnTo>
                  <a:lnTo>
                    <a:pt x="53" y="495"/>
                  </a:lnTo>
                  <a:lnTo>
                    <a:pt x="55" y="503"/>
                  </a:lnTo>
                  <a:lnTo>
                    <a:pt x="57" y="509"/>
                  </a:lnTo>
                  <a:lnTo>
                    <a:pt x="59" y="513"/>
                  </a:lnTo>
                  <a:lnTo>
                    <a:pt x="59" y="515"/>
                  </a:lnTo>
                  <a:lnTo>
                    <a:pt x="59" y="517"/>
                  </a:lnTo>
                  <a:lnTo>
                    <a:pt x="58" y="519"/>
                  </a:lnTo>
                  <a:lnTo>
                    <a:pt x="57" y="521"/>
                  </a:lnTo>
                  <a:lnTo>
                    <a:pt x="57" y="525"/>
                  </a:lnTo>
                  <a:lnTo>
                    <a:pt x="55" y="530"/>
                  </a:lnTo>
                  <a:lnTo>
                    <a:pt x="54" y="535"/>
                  </a:lnTo>
                  <a:lnTo>
                    <a:pt x="54" y="542"/>
                  </a:lnTo>
                  <a:lnTo>
                    <a:pt x="54" y="550"/>
                  </a:lnTo>
                  <a:lnTo>
                    <a:pt x="55" y="561"/>
                  </a:lnTo>
                  <a:lnTo>
                    <a:pt x="58" y="572"/>
                  </a:lnTo>
                  <a:lnTo>
                    <a:pt x="60" y="585"/>
                  </a:lnTo>
                  <a:lnTo>
                    <a:pt x="63" y="596"/>
                  </a:lnTo>
                  <a:lnTo>
                    <a:pt x="65" y="604"/>
                  </a:lnTo>
                  <a:lnTo>
                    <a:pt x="68" y="611"/>
                  </a:lnTo>
                  <a:lnTo>
                    <a:pt x="68" y="613"/>
                  </a:lnTo>
                  <a:lnTo>
                    <a:pt x="58" y="636"/>
                  </a:lnTo>
                  <a:lnTo>
                    <a:pt x="62" y="672"/>
                  </a:lnTo>
                  <a:lnTo>
                    <a:pt x="62" y="674"/>
                  </a:lnTo>
                  <a:lnTo>
                    <a:pt x="63" y="675"/>
                  </a:lnTo>
                  <a:lnTo>
                    <a:pt x="67" y="677"/>
                  </a:lnTo>
                  <a:lnTo>
                    <a:pt x="69" y="680"/>
                  </a:lnTo>
                  <a:lnTo>
                    <a:pt x="73" y="682"/>
                  </a:lnTo>
                  <a:lnTo>
                    <a:pt x="77" y="684"/>
                  </a:lnTo>
                  <a:lnTo>
                    <a:pt x="82" y="684"/>
                  </a:lnTo>
                  <a:lnTo>
                    <a:pt x="85" y="682"/>
                  </a:lnTo>
                  <a:lnTo>
                    <a:pt x="88" y="679"/>
                  </a:lnTo>
                  <a:lnTo>
                    <a:pt x="90" y="675"/>
                  </a:lnTo>
                  <a:lnTo>
                    <a:pt x="93" y="670"/>
                  </a:lnTo>
                  <a:lnTo>
                    <a:pt x="94" y="665"/>
                  </a:lnTo>
                  <a:lnTo>
                    <a:pt x="95" y="661"/>
                  </a:lnTo>
                  <a:lnTo>
                    <a:pt x="95" y="658"/>
                  </a:lnTo>
                  <a:lnTo>
                    <a:pt x="95" y="655"/>
                  </a:lnTo>
                  <a:lnTo>
                    <a:pt x="86" y="608"/>
                  </a:lnTo>
                  <a:lnTo>
                    <a:pt x="101" y="513"/>
                  </a:lnTo>
                  <a:lnTo>
                    <a:pt x="105" y="494"/>
                  </a:lnTo>
                  <a:lnTo>
                    <a:pt x="123" y="494"/>
                  </a:lnTo>
                  <a:lnTo>
                    <a:pt x="123" y="495"/>
                  </a:lnTo>
                  <a:lnTo>
                    <a:pt x="123" y="499"/>
                  </a:lnTo>
                  <a:lnTo>
                    <a:pt x="124" y="503"/>
                  </a:lnTo>
                  <a:lnTo>
                    <a:pt x="124" y="509"/>
                  </a:lnTo>
                  <a:lnTo>
                    <a:pt x="124" y="517"/>
                  </a:lnTo>
                  <a:lnTo>
                    <a:pt x="125" y="525"/>
                  </a:lnTo>
                  <a:lnTo>
                    <a:pt x="125" y="534"/>
                  </a:lnTo>
                  <a:lnTo>
                    <a:pt x="126" y="542"/>
                  </a:lnTo>
                  <a:lnTo>
                    <a:pt x="129" y="552"/>
                  </a:lnTo>
                  <a:lnTo>
                    <a:pt x="131" y="565"/>
                  </a:lnTo>
                  <a:lnTo>
                    <a:pt x="134" y="576"/>
                  </a:lnTo>
                  <a:lnTo>
                    <a:pt x="136" y="587"/>
                  </a:lnTo>
                  <a:lnTo>
                    <a:pt x="137" y="597"/>
                  </a:lnTo>
                  <a:lnTo>
                    <a:pt x="140" y="604"/>
                  </a:lnTo>
                  <a:lnTo>
                    <a:pt x="141" y="609"/>
                  </a:lnTo>
                  <a:lnTo>
                    <a:pt x="141" y="611"/>
                  </a:lnTo>
                  <a:lnTo>
                    <a:pt x="137" y="653"/>
                  </a:lnTo>
                  <a:lnTo>
                    <a:pt x="150" y="656"/>
                  </a:lnTo>
                  <a:lnTo>
                    <a:pt x="150" y="651"/>
                  </a:lnTo>
                  <a:lnTo>
                    <a:pt x="151" y="651"/>
                  </a:lnTo>
                  <a:lnTo>
                    <a:pt x="154" y="653"/>
                  </a:lnTo>
                  <a:lnTo>
                    <a:pt x="156" y="654"/>
                  </a:lnTo>
                  <a:lnTo>
                    <a:pt x="161" y="656"/>
                  </a:lnTo>
                  <a:lnTo>
                    <a:pt x="165" y="659"/>
                  </a:lnTo>
                  <a:lnTo>
                    <a:pt x="171" y="661"/>
                  </a:lnTo>
                  <a:lnTo>
                    <a:pt x="176" y="665"/>
                  </a:lnTo>
                  <a:lnTo>
                    <a:pt x="181" y="667"/>
                  </a:lnTo>
                  <a:lnTo>
                    <a:pt x="187" y="670"/>
                  </a:lnTo>
                  <a:lnTo>
                    <a:pt x="193" y="670"/>
                  </a:lnTo>
                  <a:lnTo>
                    <a:pt x="198" y="670"/>
                  </a:lnTo>
                  <a:lnTo>
                    <a:pt x="203" y="670"/>
                  </a:lnTo>
                  <a:lnTo>
                    <a:pt x="208" y="669"/>
                  </a:lnTo>
                  <a:lnTo>
                    <a:pt x="211" y="669"/>
                  </a:lnTo>
                  <a:lnTo>
                    <a:pt x="213" y="667"/>
                  </a:lnTo>
                  <a:lnTo>
                    <a:pt x="215" y="667"/>
                  </a:lnTo>
                  <a:lnTo>
                    <a:pt x="212" y="655"/>
                  </a:lnTo>
                  <a:lnTo>
                    <a:pt x="116" y="324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13" name="Freeform 31">
              <a:extLst>
                <a:ext uri="{FF2B5EF4-FFF2-40B4-BE49-F238E27FC236}">
                  <a16:creationId xmlns:a16="http://schemas.microsoft.com/office/drawing/2014/main" id="{2C8DB203-01FD-2B35-9148-2AC904E0F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2952"/>
              <a:ext cx="225" cy="732"/>
            </a:xfrm>
            <a:custGeom>
              <a:avLst/>
              <a:gdLst>
                <a:gd name="T0" fmla="*/ 181 w 225"/>
                <a:gd name="T1" fmla="*/ 412 h 732"/>
                <a:gd name="T2" fmla="*/ 202 w 225"/>
                <a:gd name="T3" fmla="*/ 303 h 732"/>
                <a:gd name="T4" fmla="*/ 222 w 225"/>
                <a:gd name="T5" fmla="*/ 249 h 732"/>
                <a:gd name="T6" fmla="*/ 217 w 225"/>
                <a:gd name="T7" fmla="*/ 226 h 732"/>
                <a:gd name="T8" fmla="*/ 209 w 225"/>
                <a:gd name="T9" fmla="*/ 195 h 732"/>
                <a:gd name="T10" fmla="*/ 197 w 225"/>
                <a:gd name="T11" fmla="*/ 166 h 732"/>
                <a:gd name="T12" fmla="*/ 184 w 225"/>
                <a:gd name="T13" fmla="*/ 147 h 732"/>
                <a:gd name="T14" fmla="*/ 164 w 225"/>
                <a:gd name="T15" fmla="*/ 130 h 732"/>
                <a:gd name="T16" fmla="*/ 143 w 225"/>
                <a:gd name="T17" fmla="*/ 116 h 732"/>
                <a:gd name="T18" fmla="*/ 128 w 225"/>
                <a:gd name="T19" fmla="*/ 107 h 732"/>
                <a:gd name="T20" fmla="*/ 134 w 225"/>
                <a:gd name="T21" fmla="*/ 97 h 732"/>
                <a:gd name="T22" fmla="*/ 135 w 225"/>
                <a:gd name="T23" fmla="*/ 68 h 732"/>
                <a:gd name="T24" fmla="*/ 138 w 225"/>
                <a:gd name="T25" fmla="*/ 59 h 732"/>
                <a:gd name="T26" fmla="*/ 140 w 225"/>
                <a:gd name="T27" fmla="*/ 44 h 732"/>
                <a:gd name="T28" fmla="*/ 138 w 225"/>
                <a:gd name="T29" fmla="*/ 29 h 732"/>
                <a:gd name="T30" fmla="*/ 130 w 225"/>
                <a:gd name="T31" fmla="*/ 18 h 732"/>
                <a:gd name="T32" fmla="*/ 128 w 225"/>
                <a:gd name="T33" fmla="*/ 13 h 732"/>
                <a:gd name="T34" fmla="*/ 126 w 225"/>
                <a:gd name="T35" fmla="*/ 11 h 732"/>
                <a:gd name="T36" fmla="*/ 120 w 225"/>
                <a:gd name="T37" fmla="*/ 7 h 732"/>
                <a:gd name="T38" fmla="*/ 103 w 225"/>
                <a:gd name="T39" fmla="*/ 1 h 732"/>
                <a:gd name="T40" fmla="*/ 88 w 225"/>
                <a:gd name="T41" fmla="*/ 0 h 732"/>
                <a:gd name="T42" fmla="*/ 78 w 225"/>
                <a:gd name="T43" fmla="*/ 4 h 732"/>
                <a:gd name="T44" fmla="*/ 69 w 225"/>
                <a:gd name="T45" fmla="*/ 12 h 732"/>
                <a:gd name="T46" fmla="*/ 59 w 225"/>
                <a:gd name="T47" fmla="*/ 23 h 732"/>
                <a:gd name="T48" fmla="*/ 57 w 225"/>
                <a:gd name="T49" fmla="*/ 42 h 732"/>
                <a:gd name="T50" fmla="*/ 59 w 225"/>
                <a:gd name="T51" fmla="*/ 64 h 732"/>
                <a:gd name="T52" fmla="*/ 62 w 225"/>
                <a:gd name="T53" fmla="*/ 80 h 732"/>
                <a:gd name="T54" fmla="*/ 75 w 225"/>
                <a:gd name="T55" fmla="*/ 94 h 732"/>
                <a:gd name="T56" fmla="*/ 74 w 225"/>
                <a:gd name="T57" fmla="*/ 107 h 732"/>
                <a:gd name="T58" fmla="*/ 58 w 225"/>
                <a:gd name="T59" fmla="*/ 117 h 732"/>
                <a:gd name="T60" fmla="*/ 36 w 225"/>
                <a:gd name="T61" fmla="*/ 133 h 732"/>
                <a:gd name="T62" fmla="*/ 19 w 225"/>
                <a:gd name="T63" fmla="*/ 146 h 732"/>
                <a:gd name="T64" fmla="*/ 16 w 225"/>
                <a:gd name="T65" fmla="*/ 158 h 732"/>
                <a:gd name="T66" fmla="*/ 12 w 225"/>
                <a:gd name="T67" fmla="*/ 190 h 732"/>
                <a:gd name="T68" fmla="*/ 7 w 225"/>
                <a:gd name="T69" fmla="*/ 234 h 732"/>
                <a:gd name="T70" fmla="*/ 3 w 225"/>
                <a:gd name="T71" fmla="*/ 270 h 732"/>
                <a:gd name="T72" fmla="*/ 2 w 225"/>
                <a:gd name="T73" fmla="*/ 287 h 732"/>
                <a:gd name="T74" fmla="*/ 1 w 225"/>
                <a:gd name="T75" fmla="*/ 317 h 732"/>
                <a:gd name="T76" fmla="*/ 0 w 225"/>
                <a:gd name="T77" fmla="*/ 355 h 732"/>
                <a:gd name="T78" fmla="*/ 1 w 225"/>
                <a:gd name="T79" fmla="*/ 391 h 732"/>
                <a:gd name="T80" fmla="*/ 6 w 225"/>
                <a:gd name="T81" fmla="*/ 407 h 732"/>
                <a:gd name="T82" fmla="*/ 12 w 225"/>
                <a:gd name="T83" fmla="*/ 412 h 732"/>
                <a:gd name="T84" fmla="*/ 21 w 225"/>
                <a:gd name="T85" fmla="*/ 413 h 732"/>
                <a:gd name="T86" fmla="*/ 26 w 225"/>
                <a:gd name="T87" fmla="*/ 413 h 732"/>
                <a:gd name="T88" fmla="*/ 24 w 225"/>
                <a:gd name="T89" fmla="*/ 402 h 732"/>
                <a:gd name="T90" fmla="*/ 33 w 225"/>
                <a:gd name="T91" fmla="*/ 405 h 732"/>
                <a:gd name="T92" fmla="*/ 31 w 225"/>
                <a:gd name="T93" fmla="*/ 534 h 732"/>
                <a:gd name="T94" fmla="*/ 26 w 225"/>
                <a:gd name="T95" fmla="*/ 674 h 732"/>
                <a:gd name="T96" fmla="*/ 58 w 225"/>
                <a:gd name="T97" fmla="*/ 691 h 732"/>
                <a:gd name="T98" fmla="*/ 103 w 225"/>
                <a:gd name="T99" fmla="*/ 693 h 732"/>
                <a:gd name="T100" fmla="*/ 109 w 225"/>
                <a:gd name="T101" fmla="*/ 703 h 732"/>
                <a:gd name="T102" fmla="*/ 119 w 225"/>
                <a:gd name="T103" fmla="*/ 716 h 732"/>
                <a:gd name="T104" fmla="*/ 129 w 225"/>
                <a:gd name="T105" fmla="*/ 727 h 732"/>
                <a:gd name="T106" fmla="*/ 138 w 225"/>
                <a:gd name="T107" fmla="*/ 731 h 732"/>
                <a:gd name="T108" fmla="*/ 148 w 225"/>
                <a:gd name="T109" fmla="*/ 729 h 732"/>
                <a:gd name="T110" fmla="*/ 155 w 225"/>
                <a:gd name="T111" fmla="*/ 727 h 732"/>
                <a:gd name="T112" fmla="*/ 161 w 225"/>
                <a:gd name="T113" fmla="*/ 726 h 732"/>
                <a:gd name="T114" fmla="*/ 154 w 225"/>
                <a:gd name="T115" fmla="*/ 700 h 732"/>
                <a:gd name="T116" fmla="*/ 169 w 225"/>
                <a:gd name="T117" fmla="*/ 542 h 732"/>
                <a:gd name="T118" fmla="*/ 177 w 225"/>
                <a:gd name="T119" fmla="*/ 379 h 73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5"/>
                <a:gd name="T181" fmla="*/ 0 h 732"/>
                <a:gd name="T182" fmla="*/ 225 w 225"/>
                <a:gd name="T183" fmla="*/ 732 h 732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5" h="732">
                  <a:moveTo>
                    <a:pt x="177" y="379"/>
                  </a:moveTo>
                  <a:lnTo>
                    <a:pt x="181" y="412"/>
                  </a:lnTo>
                  <a:lnTo>
                    <a:pt x="210" y="371"/>
                  </a:lnTo>
                  <a:lnTo>
                    <a:pt x="202" y="303"/>
                  </a:lnTo>
                  <a:lnTo>
                    <a:pt x="224" y="251"/>
                  </a:lnTo>
                  <a:lnTo>
                    <a:pt x="222" y="249"/>
                  </a:lnTo>
                  <a:lnTo>
                    <a:pt x="220" y="240"/>
                  </a:lnTo>
                  <a:lnTo>
                    <a:pt x="217" y="226"/>
                  </a:lnTo>
                  <a:lnTo>
                    <a:pt x="214" y="211"/>
                  </a:lnTo>
                  <a:lnTo>
                    <a:pt x="209" y="195"/>
                  </a:lnTo>
                  <a:lnTo>
                    <a:pt x="204" y="179"/>
                  </a:lnTo>
                  <a:lnTo>
                    <a:pt x="197" y="166"/>
                  </a:lnTo>
                  <a:lnTo>
                    <a:pt x="191" y="156"/>
                  </a:lnTo>
                  <a:lnTo>
                    <a:pt x="184" y="147"/>
                  </a:lnTo>
                  <a:lnTo>
                    <a:pt x="174" y="138"/>
                  </a:lnTo>
                  <a:lnTo>
                    <a:pt x="164" y="130"/>
                  </a:lnTo>
                  <a:lnTo>
                    <a:pt x="153" y="122"/>
                  </a:lnTo>
                  <a:lnTo>
                    <a:pt x="143" y="116"/>
                  </a:lnTo>
                  <a:lnTo>
                    <a:pt x="134" y="111"/>
                  </a:lnTo>
                  <a:lnTo>
                    <a:pt x="128" y="107"/>
                  </a:lnTo>
                  <a:lnTo>
                    <a:pt x="126" y="106"/>
                  </a:lnTo>
                  <a:lnTo>
                    <a:pt x="134" y="97"/>
                  </a:lnTo>
                  <a:lnTo>
                    <a:pt x="135" y="70"/>
                  </a:lnTo>
                  <a:lnTo>
                    <a:pt x="135" y="68"/>
                  </a:lnTo>
                  <a:lnTo>
                    <a:pt x="136" y="64"/>
                  </a:lnTo>
                  <a:lnTo>
                    <a:pt x="138" y="59"/>
                  </a:lnTo>
                  <a:lnTo>
                    <a:pt x="139" y="52"/>
                  </a:lnTo>
                  <a:lnTo>
                    <a:pt x="140" y="44"/>
                  </a:lnTo>
                  <a:lnTo>
                    <a:pt x="139" y="37"/>
                  </a:lnTo>
                  <a:lnTo>
                    <a:pt x="138" y="29"/>
                  </a:lnTo>
                  <a:lnTo>
                    <a:pt x="134" y="23"/>
                  </a:lnTo>
                  <a:lnTo>
                    <a:pt x="130" y="18"/>
                  </a:lnTo>
                  <a:lnTo>
                    <a:pt x="129" y="14"/>
                  </a:lnTo>
                  <a:lnTo>
                    <a:pt x="128" y="13"/>
                  </a:lnTo>
                  <a:lnTo>
                    <a:pt x="128" y="12"/>
                  </a:lnTo>
                  <a:lnTo>
                    <a:pt x="126" y="11"/>
                  </a:lnTo>
                  <a:lnTo>
                    <a:pt x="125" y="9"/>
                  </a:lnTo>
                  <a:lnTo>
                    <a:pt x="120" y="7"/>
                  </a:lnTo>
                  <a:lnTo>
                    <a:pt x="114" y="4"/>
                  </a:lnTo>
                  <a:lnTo>
                    <a:pt x="103" y="1"/>
                  </a:lnTo>
                  <a:lnTo>
                    <a:pt x="94" y="0"/>
                  </a:lnTo>
                  <a:lnTo>
                    <a:pt x="88" y="0"/>
                  </a:lnTo>
                  <a:lnTo>
                    <a:pt x="82" y="1"/>
                  </a:lnTo>
                  <a:lnTo>
                    <a:pt x="78" y="4"/>
                  </a:lnTo>
                  <a:lnTo>
                    <a:pt x="73" y="8"/>
                  </a:lnTo>
                  <a:lnTo>
                    <a:pt x="69" y="12"/>
                  </a:lnTo>
                  <a:lnTo>
                    <a:pt x="63" y="17"/>
                  </a:lnTo>
                  <a:lnTo>
                    <a:pt x="59" y="23"/>
                  </a:lnTo>
                  <a:lnTo>
                    <a:pt x="57" y="32"/>
                  </a:lnTo>
                  <a:lnTo>
                    <a:pt x="57" y="42"/>
                  </a:lnTo>
                  <a:lnTo>
                    <a:pt x="58" y="54"/>
                  </a:lnTo>
                  <a:lnTo>
                    <a:pt x="59" y="64"/>
                  </a:lnTo>
                  <a:lnTo>
                    <a:pt x="60" y="74"/>
                  </a:lnTo>
                  <a:lnTo>
                    <a:pt x="62" y="80"/>
                  </a:lnTo>
                  <a:lnTo>
                    <a:pt x="62" y="83"/>
                  </a:lnTo>
                  <a:lnTo>
                    <a:pt x="75" y="94"/>
                  </a:lnTo>
                  <a:lnTo>
                    <a:pt x="77" y="106"/>
                  </a:lnTo>
                  <a:lnTo>
                    <a:pt x="74" y="107"/>
                  </a:lnTo>
                  <a:lnTo>
                    <a:pt x="68" y="112"/>
                  </a:lnTo>
                  <a:lnTo>
                    <a:pt x="58" y="117"/>
                  </a:lnTo>
                  <a:lnTo>
                    <a:pt x="47" y="125"/>
                  </a:lnTo>
                  <a:lnTo>
                    <a:pt x="36" y="133"/>
                  </a:lnTo>
                  <a:lnTo>
                    <a:pt x="26" y="140"/>
                  </a:lnTo>
                  <a:lnTo>
                    <a:pt x="19" y="146"/>
                  </a:lnTo>
                  <a:lnTo>
                    <a:pt x="17" y="151"/>
                  </a:lnTo>
                  <a:lnTo>
                    <a:pt x="16" y="158"/>
                  </a:lnTo>
                  <a:lnTo>
                    <a:pt x="14" y="172"/>
                  </a:lnTo>
                  <a:lnTo>
                    <a:pt x="12" y="190"/>
                  </a:lnTo>
                  <a:lnTo>
                    <a:pt x="9" y="211"/>
                  </a:lnTo>
                  <a:lnTo>
                    <a:pt x="7" y="234"/>
                  </a:lnTo>
                  <a:lnTo>
                    <a:pt x="4" y="253"/>
                  </a:lnTo>
                  <a:lnTo>
                    <a:pt x="3" y="270"/>
                  </a:lnTo>
                  <a:lnTo>
                    <a:pt x="2" y="280"/>
                  </a:lnTo>
                  <a:lnTo>
                    <a:pt x="2" y="287"/>
                  </a:lnTo>
                  <a:lnTo>
                    <a:pt x="1" y="299"/>
                  </a:lnTo>
                  <a:lnTo>
                    <a:pt x="1" y="317"/>
                  </a:lnTo>
                  <a:lnTo>
                    <a:pt x="0" y="335"/>
                  </a:lnTo>
                  <a:lnTo>
                    <a:pt x="0" y="355"/>
                  </a:lnTo>
                  <a:lnTo>
                    <a:pt x="0" y="374"/>
                  </a:lnTo>
                  <a:lnTo>
                    <a:pt x="1" y="391"/>
                  </a:lnTo>
                  <a:lnTo>
                    <a:pt x="3" y="403"/>
                  </a:lnTo>
                  <a:lnTo>
                    <a:pt x="6" y="407"/>
                  </a:lnTo>
                  <a:lnTo>
                    <a:pt x="8" y="411"/>
                  </a:lnTo>
                  <a:lnTo>
                    <a:pt x="12" y="412"/>
                  </a:lnTo>
                  <a:lnTo>
                    <a:pt x="16" y="413"/>
                  </a:lnTo>
                  <a:lnTo>
                    <a:pt x="21" y="413"/>
                  </a:lnTo>
                  <a:lnTo>
                    <a:pt x="23" y="413"/>
                  </a:lnTo>
                  <a:lnTo>
                    <a:pt x="26" y="413"/>
                  </a:lnTo>
                  <a:lnTo>
                    <a:pt x="27" y="413"/>
                  </a:lnTo>
                  <a:lnTo>
                    <a:pt x="24" y="402"/>
                  </a:lnTo>
                  <a:lnTo>
                    <a:pt x="14" y="395"/>
                  </a:lnTo>
                  <a:lnTo>
                    <a:pt x="33" y="405"/>
                  </a:lnTo>
                  <a:lnTo>
                    <a:pt x="28" y="503"/>
                  </a:lnTo>
                  <a:lnTo>
                    <a:pt x="31" y="534"/>
                  </a:lnTo>
                  <a:lnTo>
                    <a:pt x="58" y="646"/>
                  </a:lnTo>
                  <a:lnTo>
                    <a:pt x="26" y="674"/>
                  </a:lnTo>
                  <a:lnTo>
                    <a:pt x="21" y="692"/>
                  </a:lnTo>
                  <a:lnTo>
                    <a:pt x="58" y="691"/>
                  </a:lnTo>
                  <a:lnTo>
                    <a:pt x="102" y="692"/>
                  </a:lnTo>
                  <a:lnTo>
                    <a:pt x="103" y="693"/>
                  </a:lnTo>
                  <a:lnTo>
                    <a:pt x="105" y="697"/>
                  </a:lnTo>
                  <a:lnTo>
                    <a:pt x="109" y="703"/>
                  </a:lnTo>
                  <a:lnTo>
                    <a:pt x="113" y="709"/>
                  </a:lnTo>
                  <a:lnTo>
                    <a:pt x="119" y="716"/>
                  </a:lnTo>
                  <a:lnTo>
                    <a:pt x="124" y="722"/>
                  </a:lnTo>
                  <a:lnTo>
                    <a:pt x="129" y="727"/>
                  </a:lnTo>
                  <a:lnTo>
                    <a:pt x="133" y="729"/>
                  </a:lnTo>
                  <a:lnTo>
                    <a:pt x="138" y="731"/>
                  </a:lnTo>
                  <a:lnTo>
                    <a:pt x="143" y="729"/>
                  </a:lnTo>
                  <a:lnTo>
                    <a:pt x="148" y="729"/>
                  </a:lnTo>
                  <a:lnTo>
                    <a:pt x="151" y="728"/>
                  </a:lnTo>
                  <a:lnTo>
                    <a:pt x="155" y="727"/>
                  </a:lnTo>
                  <a:lnTo>
                    <a:pt x="159" y="727"/>
                  </a:lnTo>
                  <a:lnTo>
                    <a:pt x="161" y="726"/>
                  </a:lnTo>
                  <a:lnTo>
                    <a:pt x="154" y="700"/>
                  </a:lnTo>
                  <a:lnTo>
                    <a:pt x="143" y="670"/>
                  </a:lnTo>
                  <a:lnTo>
                    <a:pt x="169" y="542"/>
                  </a:lnTo>
                  <a:lnTo>
                    <a:pt x="174" y="422"/>
                  </a:lnTo>
                  <a:lnTo>
                    <a:pt x="177" y="379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16" name="Freeform 32">
              <a:extLst>
                <a:ext uri="{FF2B5EF4-FFF2-40B4-BE49-F238E27FC236}">
                  <a16:creationId xmlns:a16="http://schemas.microsoft.com/office/drawing/2014/main" id="{6C330679-AF9D-A041-93B8-AE203C27B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2915"/>
              <a:ext cx="220" cy="717"/>
            </a:xfrm>
            <a:custGeom>
              <a:avLst/>
              <a:gdLst>
                <a:gd name="T0" fmla="*/ 219 w 220"/>
                <a:gd name="T1" fmla="*/ 600 h 717"/>
                <a:gd name="T2" fmla="*/ 202 w 220"/>
                <a:gd name="T3" fmla="*/ 416 h 717"/>
                <a:gd name="T4" fmla="*/ 207 w 220"/>
                <a:gd name="T5" fmla="*/ 408 h 717"/>
                <a:gd name="T6" fmla="*/ 211 w 220"/>
                <a:gd name="T7" fmla="*/ 402 h 717"/>
                <a:gd name="T8" fmla="*/ 207 w 220"/>
                <a:gd name="T9" fmla="*/ 380 h 717"/>
                <a:gd name="T10" fmla="*/ 209 w 220"/>
                <a:gd name="T11" fmla="*/ 297 h 717"/>
                <a:gd name="T12" fmla="*/ 206 w 220"/>
                <a:gd name="T13" fmla="*/ 236 h 717"/>
                <a:gd name="T14" fmla="*/ 196 w 220"/>
                <a:gd name="T15" fmla="*/ 167 h 717"/>
                <a:gd name="T16" fmla="*/ 174 w 220"/>
                <a:gd name="T17" fmla="*/ 137 h 717"/>
                <a:gd name="T18" fmla="*/ 142 w 220"/>
                <a:gd name="T19" fmla="*/ 115 h 717"/>
                <a:gd name="T20" fmla="*/ 126 w 220"/>
                <a:gd name="T21" fmla="*/ 105 h 717"/>
                <a:gd name="T22" fmla="*/ 138 w 220"/>
                <a:gd name="T23" fmla="*/ 64 h 717"/>
                <a:gd name="T24" fmla="*/ 141 w 220"/>
                <a:gd name="T25" fmla="*/ 49 h 717"/>
                <a:gd name="T26" fmla="*/ 137 w 220"/>
                <a:gd name="T27" fmla="*/ 28 h 717"/>
                <a:gd name="T28" fmla="*/ 127 w 220"/>
                <a:gd name="T29" fmla="*/ 12 h 717"/>
                <a:gd name="T30" fmla="*/ 121 w 220"/>
                <a:gd name="T31" fmla="*/ 3 h 717"/>
                <a:gd name="T32" fmla="*/ 98 w 220"/>
                <a:gd name="T33" fmla="*/ 0 h 717"/>
                <a:gd name="T34" fmla="*/ 76 w 220"/>
                <a:gd name="T35" fmla="*/ 2 h 717"/>
                <a:gd name="T36" fmla="*/ 71 w 220"/>
                <a:gd name="T37" fmla="*/ 8 h 717"/>
                <a:gd name="T38" fmla="*/ 59 w 220"/>
                <a:gd name="T39" fmla="*/ 21 h 717"/>
                <a:gd name="T40" fmla="*/ 56 w 220"/>
                <a:gd name="T41" fmla="*/ 42 h 717"/>
                <a:gd name="T42" fmla="*/ 60 w 220"/>
                <a:gd name="T43" fmla="*/ 59 h 717"/>
                <a:gd name="T44" fmla="*/ 76 w 220"/>
                <a:gd name="T45" fmla="*/ 105 h 717"/>
                <a:gd name="T46" fmla="*/ 58 w 220"/>
                <a:gd name="T47" fmla="*/ 117 h 717"/>
                <a:gd name="T48" fmla="*/ 25 w 220"/>
                <a:gd name="T49" fmla="*/ 139 h 717"/>
                <a:gd name="T50" fmla="*/ 16 w 220"/>
                <a:gd name="T51" fmla="*/ 157 h 717"/>
                <a:gd name="T52" fmla="*/ 9 w 220"/>
                <a:gd name="T53" fmla="*/ 211 h 717"/>
                <a:gd name="T54" fmla="*/ 3 w 220"/>
                <a:gd name="T55" fmla="*/ 268 h 717"/>
                <a:gd name="T56" fmla="*/ 1 w 220"/>
                <a:gd name="T57" fmla="*/ 298 h 717"/>
                <a:gd name="T58" fmla="*/ 0 w 220"/>
                <a:gd name="T59" fmla="*/ 354 h 717"/>
                <a:gd name="T60" fmla="*/ 3 w 220"/>
                <a:gd name="T61" fmla="*/ 402 h 717"/>
                <a:gd name="T62" fmla="*/ 12 w 220"/>
                <a:gd name="T63" fmla="*/ 411 h 717"/>
                <a:gd name="T64" fmla="*/ 23 w 220"/>
                <a:gd name="T65" fmla="*/ 412 h 717"/>
                <a:gd name="T66" fmla="*/ 14 w 220"/>
                <a:gd name="T67" fmla="*/ 393 h 717"/>
                <a:gd name="T68" fmla="*/ 63 w 220"/>
                <a:gd name="T69" fmla="*/ 666 h 717"/>
                <a:gd name="T70" fmla="*/ 71 w 220"/>
                <a:gd name="T71" fmla="*/ 713 h 717"/>
                <a:gd name="T72" fmla="*/ 107 w 220"/>
                <a:gd name="T73" fmla="*/ 693 h 717"/>
                <a:gd name="T74" fmla="*/ 128 w 220"/>
                <a:gd name="T75" fmla="*/ 706 h 717"/>
                <a:gd name="T76" fmla="*/ 148 w 220"/>
                <a:gd name="T77" fmla="*/ 714 h 717"/>
                <a:gd name="T78" fmla="*/ 162 w 220"/>
                <a:gd name="T79" fmla="*/ 714 h 717"/>
                <a:gd name="T80" fmla="*/ 173 w 220"/>
                <a:gd name="T81" fmla="*/ 712 h 717"/>
                <a:gd name="T82" fmla="*/ 168 w 220"/>
                <a:gd name="T83" fmla="*/ 685 h 717"/>
                <a:gd name="T84" fmla="*/ 176 w 220"/>
                <a:gd name="T85" fmla="*/ 392 h 717"/>
                <a:gd name="T86" fmla="*/ 184 w 220"/>
                <a:gd name="T87" fmla="*/ 408 h 717"/>
                <a:gd name="T88" fmla="*/ 185 w 220"/>
                <a:gd name="T89" fmla="*/ 410 h 717"/>
                <a:gd name="T90" fmla="*/ 188 w 220"/>
                <a:gd name="T91" fmla="*/ 412 h 717"/>
                <a:gd name="T92" fmla="*/ 190 w 220"/>
                <a:gd name="T93" fmla="*/ 429 h 7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20"/>
                <a:gd name="T142" fmla="*/ 0 h 717"/>
                <a:gd name="T143" fmla="*/ 220 w 220"/>
                <a:gd name="T144" fmla="*/ 717 h 71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20" h="717">
                  <a:moveTo>
                    <a:pt x="175" y="429"/>
                  </a:moveTo>
                  <a:lnTo>
                    <a:pt x="175" y="600"/>
                  </a:lnTo>
                  <a:lnTo>
                    <a:pt x="219" y="600"/>
                  </a:lnTo>
                  <a:lnTo>
                    <a:pt x="219" y="429"/>
                  </a:lnTo>
                  <a:lnTo>
                    <a:pt x="202" y="429"/>
                  </a:lnTo>
                  <a:lnTo>
                    <a:pt x="202" y="416"/>
                  </a:lnTo>
                  <a:lnTo>
                    <a:pt x="204" y="413"/>
                  </a:lnTo>
                  <a:lnTo>
                    <a:pt x="206" y="411"/>
                  </a:lnTo>
                  <a:lnTo>
                    <a:pt x="207" y="408"/>
                  </a:lnTo>
                  <a:lnTo>
                    <a:pt x="209" y="406"/>
                  </a:lnTo>
                  <a:lnTo>
                    <a:pt x="210" y="403"/>
                  </a:lnTo>
                  <a:lnTo>
                    <a:pt x="211" y="402"/>
                  </a:lnTo>
                  <a:lnTo>
                    <a:pt x="212" y="400"/>
                  </a:lnTo>
                  <a:lnTo>
                    <a:pt x="207" y="380"/>
                  </a:lnTo>
                  <a:lnTo>
                    <a:pt x="210" y="302"/>
                  </a:lnTo>
                  <a:lnTo>
                    <a:pt x="209" y="297"/>
                  </a:lnTo>
                  <a:lnTo>
                    <a:pt x="209" y="282"/>
                  </a:lnTo>
                  <a:lnTo>
                    <a:pt x="207" y="261"/>
                  </a:lnTo>
                  <a:lnTo>
                    <a:pt x="206" y="236"/>
                  </a:lnTo>
                  <a:lnTo>
                    <a:pt x="204" y="210"/>
                  </a:lnTo>
                  <a:lnTo>
                    <a:pt x="200" y="187"/>
                  </a:lnTo>
                  <a:lnTo>
                    <a:pt x="196" y="167"/>
                  </a:lnTo>
                  <a:lnTo>
                    <a:pt x="190" y="154"/>
                  </a:lnTo>
                  <a:lnTo>
                    <a:pt x="183" y="146"/>
                  </a:lnTo>
                  <a:lnTo>
                    <a:pt x="174" y="137"/>
                  </a:lnTo>
                  <a:lnTo>
                    <a:pt x="163" y="128"/>
                  </a:lnTo>
                  <a:lnTo>
                    <a:pt x="152" y="121"/>
                  </a:lnTo>
                  <a:lnTo>
                    <a:pt x="142" y="115"/>
                  </a:lnTo>
                  <a:lnTo>
                    <a:pt x="133" y="110"/>
                  </a:lnTo>
                  <a:lnTo>
                    <a:pt x="127" y="106"/>
                  </a:lnTo>
                  <a:lnTo>
                    <a:pt x="126" y="105"/>
                  </a:lnTo>
                  <a:lnTo>
                    <a:pt x="127" y="86"/>
                  </a:lnTo>
                  <a:lnTo>
                    <a:pt x="138" y="65"/>
                  </a:lnTo>
                  <a:lnTo>
                    <a:pt x="138" y="64"/>
                  </a:lnTo>
                  <a:lnTo>
                    <a:pt x="139" y="60"/>
                  </a:lnTo>
                  <a:lnTo>
                    <a:pt x="139" y="55"/>
                  </a:lnTo>
                  <a:lnTo>
                    <a:pt x="141" y="49"/>
                  </a:lnTo>
                  <a:lnTo>
                    <a:pt x="141" y="43"/>
                  </a:lnTo>
                  <a:lnTo>
                    <a:pt x="139" y="35"/>
                  </a:lnTo>
                  <a:lnTo>
                    <a:pt x="137" y="28"/>
                  </a:lnTo>
                  <a:lnTo>
                    <a:pt x="133" y="22"/>
                  </a:lnTo>
                  <a:lnTo>
                    <a:pt x="129" y="17"/>
                  </a:lnTo>
                  <a:lnTo>
                    <a:pt x="127" y="12"/>
                  </a:lnTo>
                  <a:lnTo>
                    <a:pt x="126" y="8"/>
                  </a:lnTo>
                  <a:lnTo>
                    <a:pt x="123" y="6"/>
                  </a:lnTo>
                  <a:lnTo>
                    <a:pt x="121" y="3"/>
                  </a:lnTo>
                  <a:lnTo>
                    <a:pt x="116" y="1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87" y="1"/>
                  </a:lnTo>
                  <a:lnTo>
                    <a:pt x="81" y="1"/>
                  </a:lnTo>
                  <a:lnTo>
                    <a:pt x="76" y="2"/>
                  </a:lnTo>
                  <a:lnTo>
                    <a:pt x="74" y="3"/>
                  </a:lnTo>
                  <a:lnTo>
                    <a:pt x="73" y="6"/>
                  </a:lnTo>
                  <a:lnTo>
                    <a:pt x="71" y="8"/>
                  </a:lnTo>
                  <a:lnTo>
                    <a:pt x="68" y="12"/>
                  </a:lnTo>
                  <a:lnTo>
                    <a:pt x="63" y="16"/>
                  </a:lnTo>
                  <a:lnTo>
                    <a:pt x="59" y="21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6" y="42"/>
                  </a:lnTo>
                  <a:lnTo>
                    <a:pt x="58" y="49"/>
                  </a:lnTo>
                  <a:lnTo>
                    <a:pt x="59" y="55"/>
                  </a:lnTo>
                  <a:lnTo>
                    <a:pt x="60" y="59"/>
                  </a:lnTo>
                  <a:lnTo>
                    <a:pt x="60" y="60"/>
                  </a:lnTo>
                  <a:lnTo>
                    <a:pt x="63" y="90"/>
                  </a:lnTo>
                  <a:lnTo>
                    <a:pt x="76" y="105"/>
                  </a:lnTo>
                  <a:lnTo>
                    <a:pt x="74" y="106"/>
                  </a:lnTo>
                  <a:lnTo>
                    <a:pt x="68" y="111"/>
                  </a:lnTo>
                  <a:lnTo>
                    <a:pt x="58" y="117"/>
                  </a:lnTo>
                  <a:lnTo>
                    <a:pt x="47" y="125"/>
                  </a:lnTo>
                  <a:lnTo>
                    <a:pt x="35" y="132"/>
                  </a:lnTo>
                  <a:lnTo>
                    <a:pt x="25" y="139"/>
                  </a:lnTo>
                  <a:lnTo>
                    <a:pt x="19" y="146"/>
                  </a:lnTo>
                  <a:lnTo>
                    <a:pt x="17" y="149"/>
                  </a:lnTo>
                  <a:lnTo>
                    <a:pt x="16" y="157"/>
                  </a:lnTo>
                  <a:lnTo>
                    <a:pt x="14" y="170"/>
                  </a:lnTo>
                  <a:lnTo>
                    <a:pt x="12" y="189"/>
                  </a:lnTo>
                  <a:lnTo>
                    <a:pt x="9" y="211"/>
                  </a:lnTo>
                  <a:lnTo>
                    <a:pt x="7" y="232"/>
                  </a:lnTo>
                  <a:lnTo>
                    <a:pt x="4" y="252"/>
                  </a:lnTo>
                  <a:lnTo>
                    <a:pt x="3" y="268"/>
                  </a:lnTo>
                  <a:lnTo>
                    <a:pt x="2" y="278"/>
                  </a:lnTo>
                  <a:lnTo>
                    <a:pt x="2" y="286"/>
                  </a:lnTo>
                  <a:lnTo>
                    <a:pt x="1" y="298"/>
                  </a:lnTo>
                  <a:lnTo>
                    <a:pt x="1" y="315"/>
                  </a:lnTo>
                  <a:lnTo>
                    <a:pt x="0" y="334"/>
                  </a:lnTo>
                  <a:lnTo>
                    <a:pt x="0" y="354"/>
                  </a:lnTo>
                  <a:lnTo>
                    <a:pt x="0" y="374"/>
                  </a:lnTo>
                  <a:lnTo>
                    <a:pt x="1" y="390"/>
                  </a:lnTo>
                  <a:lnTo>
                    <a:pt x="3" y="402"/>
                  </a:lnTo>
                  <a:lnTo>
                    <a:pt x="6" y="406"/>
                  </a:lnTo>
                  <a:lnTo>
                    <a:pt x="8" y="410"/>
                  </a:lnTo>
                  <a:lnTo>
                    <a:pt x="12" y="411"/>
                  </a:lnTo>
                  <a:lnTo>
                    <a:pt x="17" y="412"/>
                  </a:lnTo>
                  <a:lnTo>
                    <a:pt x="21" y="412"/>
                  </a:lnTo>
                  <a:lnTo>
                    <a:pt x="23" y="412"/>
                  </a:lnTo>
                  <a:lnTo>
                    <a:pt x="25" y="412"/>
                  </a:lnTo>
                  <a:lnTo>
                    <a:pt x="27" y="412"/>
                  </a:lnTo>
                  <a:lnTo>
                    <a:pt x="14" y="393"/>
                  </a:lnTo>
                  <a:lnTo>
                    <a:pt x="34" y="262"/>
                  </a:lnTo>
                  <a:lnTo>
                    <a:pt x="34" y="403"/>
                  </a:lnTo>
                  <a:lnTo>
                    <a:pt x="63" y="666"/>
                  </a:lnTo>
                  <a:lnTo>
                    <a:pt x="39" y="696"/>
                  </a:lnTo>
                  <a:lnTo>
                    <a:pt x="34" y="714"/>
                  </a:lnTo>
                  <a:lnTo>
                    <a:pt x="71" y="713"/>
                  </a:lnTo>
                  <a:lnTo>
                    <a:pt x="101" y="691"/>
                  </a:lnTo>
                  <a:lnTo>
                    <a:pt x="102" y="691"/>
                  </a:lnTo>
                  <a:lnTo>
                    <a:pt x="107" y="693"/>
                  </a:lnTo>
                  <a:lnTo>
                    <a:pt x="113" y="697"/>
                  </a:lnTo>
                  <a:lnTo>
                    <a:pt x="121" y="702"/>
                  </a:lnTo>
                  <a:lnTo>
                    <a:pt x="128" y="706"/>
                  </a:lnTo>
                  <a:lnTo>
                    <a:pt x="136" y="709"/>
                  </a:lnTo>
                  <a:lnTo>
                    <a:pt x="143" y="713"/>
                  </a:lnTo>
                  <a:lnTo>
                    <a:pt x="148" y="714"/>
                  </a:lnTo>
                  <a:lnTo>
                    <a:pt x="152" y="716"/>
                  </a:lnTo>
                  <a:lnTo>
                    <a:pt x="157" y="716"/>
                  </a:lnTo>
                  <a:lnTo>
                    <a:pt x="162" y="714"/>
                  </a:lnTo>
                  <a:lnTo>
                    <a:pt x="165" y="713"/>
                  </a:lnTo>
                  <a:lnTo>
                    <a:pt x="169" y="713"/>
                  </a:lnTo>
                  <a:lnTo>
                    <a:pt x="173" y="712"/>
                  </a:lnTo>
                  <a:lnTo>
                    <a:pt x="175" y="711"/>
                  </a:lnTo>
                  <a:lnTo>
                    <a:pt x="168" y="685"/>
                  </a:lnTo>
                  <a:lnTo>
                    <a:pt x="142" y="668"/>
                  </a:lnTo>
                  <a:lnTo>
                    <a:pt x="167" y="421"/>
                  </a:lnTo>
                  <a:lnTo>
                    <a:pt x="176" y="392"/>
                  </a:lnTo>
                  <a:lnTo>
                    <a:pt x="164" y="250"/>
                  </a:lnTo>
                  <a:lnTo>
                    <a:pt x="191" y="396"/>
                  </a:lnTo>
                  <a:lnTo>
                    <a:pt x="184" y="408"/>
                  </a:lnTo>
                  <a:lnTo>
                    <a:pt x="185" y="410"/>
                  </a:lnTo>
                  <a:lnTo>
                    <a:pt x="186" y="411"/>
                  </a:lnTo>
                  <a:lnTo>
                    <a:pt x="188" y="412"/>
                  </a:lnTo>
                  <a:lnTo>
                    <a:pt x="189" y="413"/>
                  </a:lnTo>
                  <a:lnTo>
                    <a:pt x="190" y="413"/>
                  </a:lnTo>
                  <a:lnTo>
                    <a:pt x="190" y="429"/>
                  </a:lnTo>
                  <a:lnTo>
                    <a:pt x="175" y="429"/>
                  </a:lnTo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17" name="Freeform 33">
              <a:extLst>
                <a:ext uri="{FF2B5EF4-FFF2-40B4-BE49-F238E27FC236}">
                  <a16:creationId xmlns:a16="http://schemas.microsoft.com/office/drawing/2014/main" id="{E017F34E-C951-478C-6813-D1BA4CFD1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963"/>
              <a:ext cx="215" cy="686"/>
            </a:xfrm>
            <a:custGeom>
              <a:avLst/>
              <a:gdLst>
                <a:gd name="T0" fmla="*/ 117 w 215"/>
                <a:gd name="T1" fmla="*/ 323 h 686"/>
                <a:gd name="T2" fmla="*/ 117 w 215"/>
                <a:gd name="T3" fmla="*/ 323 h 686"/>
                <a:gd name="T4" fmla="*/ 121 w 215"/>
                <a:gd name="T5" fmla="*/ 321 h 686"/>
                <a:gd name="T6" fmla="*/ 119 w 215"/>
                <a:gd name="T7" fmla="*/ 322 h 686"/>
                <a:gd name="T8" fmla="*/ 196 w 215"/>
                <a:gd name="T9" fmla="*/ 645 h 686"/>
                <a:gd name="T10" fmla="*/ 163 w 215"/>
                <a:gd name="T11" fmla="*/ 603 h 686"/>
                <a:gd name="T12" fmla="*/ 170 w 215"/>
                <a:gd name="T13" fmla="*/ 508 h 686"/>
                <a:gd name="T14" fmla="*/ 175 w 215"/>
                <a:gd name="T15" fmla="*/ 473 h 686"/>
                <a:gd name="T16" fmla="*/ 185 w 215"/>
                <a:gd name="T17" fmla="*/ 450 h 686"/>
                <a:gd name="T18" fmla="*/ 174 w 215"/>
                <a:gd name="T19" fmla="*/ 310 h 686"/>
                <a:gd name="T20" fmla="*/ 184 w 215"/>
                <a:gd name="T21" fmla="*/ 330 h 686"/>
                <a:gd name="T22" fmla="*/ 194 w 215"/>
                <a:gd name="T23" fmla="*/ 311 h 686"/>
                <a:gd name="T24" fmla="*/ 181 w 215"/>
                <a:gd name="T25" fmla="*/ 273 h 686"/>
                <a:gd name="T26" fmla="*/ 188 w 215"/>
                <a:gd name="T27" fmla="*/ 204 h 686"/>
                <a:gd name="T28" fmla="*/ 159 w 215"/>
                <a:gd name="T29" fmla="*/ 116 h 686"/>
                <a:gd name="T30" fmla="*/ 138 w 215"/>
                <a:gd name="T31" fmla="*/ 101 h 686"/>
                <a:gd name="T32" fmla="*/ 147 w 215"/>
                <a:gd name="T33" fmla="*/ 98 h 686"/>
                <a:gd name="T34" fmla="*/ 152 w 215"/>
                <a:gd name="T35" fmla="*/ 81 h 686"/>
                <a:gd name="T36" fmla="*/ 142 w 215"/>
                <a:gd name="T37" fmla="*/ 71 h 686"/>
                <a:gd name="T38" fmla="*/ 138 w 215"/>
                <a:gd name="T39" fmla="*/ 42 h 686"/>
                <a:gd name="T40" fmla="*/ 142 w 215"/>
                <a:gd name="T41" fmla="*/ 27 h 686"/>
                <a:gd name="T42" fmla="*/ 131 w 215"/>
                <a:gd name="T43" fmla="*/ 11 h 686"/>
                <a:gd name="T44" fmla="*/ 116 w 215"/>
                <a:gd name="T45" fmla="*/ 0 h 686"/>
                <a:gd name="T46" fmla="*/ 81 w 215"/>
                <a:gd name="T47" fmla="*/ 6 h 686"/>
                <a:gd name="T48" fmla="*/ 61 w 215"/>
                <a:gd name="T49" fmla="*/ 34 h 686"/>
                <a:gd name="T50" fmla="*/ 47 w 215"/>
                <a:gd name="T51" fmla="*/ 72 h 686"/>
                <a:gd name="T52" fmla="*/ 34 w 215"/>
                <a:gd name="T53" fmla="*/ 90 h 686"/>
                <a:gd name="T54" fmla="*/ 45 w 215"/>
                <a:gd name="T55" fmla="*/ 101 h 686"/>
                <a:gd name="T56" fmla="*/ 42 w 215"/>
                <a:gd name="T57" fmla="*/ 116 h 686"/>
                <a:gd name="T58" fmla="*/ 8 w 215"/>
                <a:gd name="T59" fmla="*/ 186 h 686"/>
                <a:gd name="T60" fmla="*/ 1 w 215"/>
                <a:gd name="T61" fmla="*/ 233 h 686"/>
                <a:gd name="T62" fmla="*/ 19 w 215"/>
                <a:gd name="T63" fmla="*/ 293 h 686"/>
                <a:gd name="T64" fmla="*/ 21 w 215"/>
                <a:gd name="T65" fmla="*/ 391 h 686"/>
                <a:gd name="T66" fmla="*/ 19 w 215"/>
                <a:gd name="T67" fmla="*/ 463 h 686"/>
                <a:gd name="T68" fmla="*/ 42 w 215"/>
                <a:gd name="T69" fmla="*/ 477 h 686"/>
                <a:gd name="T70" fmla="*/ 50 w 215"/>
                <a:gd name="T71" fmla="*/ 488 h 686"/>
                <a:gd name="T72" fmla="*/ 59 w 215"/>
                <a:gd name="T73" fmla="*/ 515 h 686"/>
                <a:gd name="T74" fmla="*/ 56 w 215"/>
                <a:gd name="T75" fmla="*/ 526 h 686"/>
                <a:gd name="T76" fmla="*/ 55 w 215"/>
                <a:gd name="T77" fmla="*/ 561 h 686"/>
                <a:gd name="T78" fmla="*/ 68 w 215"/>
                <a:gd name="T79" fmla="*/ 612 h 686"/>
                <a:gd name="T80" fmla="*/ 64 w 215"/>
                <a:gd name="T81" fmla="*/ 676 h 686"/>
                <a:gd name="T82" fmla="*/ 81 w 215"/>
                <a:gd name="T83" fmla="*/ 685 h 686"/>
                <a:gd name="T84" fmla="*/ 94 w 215"/>
                <a:gd name="T85" fmla="*/ 666 h 686"/>
                <a:gd name="T86" fmla="*/ 87 w 215"/>
                <a:gd name="T87" fmla="*/ 608 h 686"/>
                <a:gd name="T88" fmla="*/ 123 w 215"/>
                <a:gd name="T89" fmla="*/ 499 h 686"/>
                <a:gd name="T90" fmla="*/ 126 w 215"/>
                <a:gd name="T91" fmla="*/ 534 h 686"/>
                <a:gd name="T92" fmla="*/ 136 w 215"/>
                <a:gd name="T93" fmla="*/ 587 h 686"/>
                <a:gd name="T94" fmla="*/ 138 w 215"/>
                <a:gd name="T95" fmla="*/ 654 h 686"/>
                <a:gd name="T96" fmla="*/ 157 w 215"/>
                <a:gd name="T97" fmla="*/ 655 h 686"/>
                <a:gd name="T98" fmla="*/ 181 w 215"/>
                <a:gd name="T99" fmla="*/ 667 h 686"/>
                <a:gd name="T100" fmla="*/ 207 w 215"/>
                <a:gd name="T101" fmla="*/ 670 h 686"/>
                <a:gd name="T102" fmla="*/ 117 w 215"/>
                <a:gd name="T103" fmla="*/ 323 h 6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15"/>
                <a:gd name="T157" fmla="*/ 0 h 686"/>
                <a:gd name="T158" fmla="*/ 215 w 215"/>
                <a:gd name="T159" fmla="*/ 686 h 68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15" h="686">
                  <a:moveTo>
                    <a:pt x="117" y="323"/>
                  </a:moveTo>
                  <a:lnTo>
                    <a:pt x="118" y="323"/>
                  </a:lnTo>
                  <a:lnTo>
                    <a:pt x="117" y="323"/>
                  </a:lnTo>
                  <a:lnTo>
                    <a:pt x="119" y="322"/>
                  </a:lnTo>
                  <a:lnTo>
                    <a:pt x="121" y="321"/>
                  </a:lnTo>
                  <a:lnTo>
                    <a:pt x="119" y="322"/>
                  </a:lnTo>
                  <a:lnTo>
                    <a:pt x="117" y="323"/>
                  </a:lnTo>
                  <a:lnTo>
                    <a:pt x="212" y="655"/>
                  </a:lnTo>
                  <a:lnTo>
                    <a:pt x="210" y="654"/>
                  </a:lnTo>
                  <a:lnTo>
                    <a:pt x="205" y="650"/>
                  </a:lnTo>
                  <a:lnTo>
                    <a:pt x="196" y="645"/>
                  </a:lnTo>
                  <a:lnTo>
                    <a:pt x="188" y="639"/>
                  </a:lnTo>
                  <a:lnTo>
                    <a:pt x="179" y="630"/>
                  </a:lnTo>
                  <a:lnTo>
                    <a:pt x="170" y="621"/>
                  </a:lnTo>
                  <a:lnTo>
                    <a:pt x="165" y="612"/>
                  </a:lnTo>
                  <a:lnTo>
                    <a:pt x="163" y="603"/>
                  </a:lnTo>
                  <a:lnTo>
                    <a:pt x="163" y="589"/>
                  </a:lnTo>
                  <a:lnTo>
                    <a:pt x="165" y="572"/>
                  </a:lnTo>
                  <a:lnTo>
                    <a:pt x="166" y="551"/>
                  </a:lnTo>
                  <a:lnTo>
                    <a:pt x="169" y="529"/>
                  </a:lnTo>
                  <a:lnTo>
                    <a:pt x="170" y="508"/>
                  </a:lnTo>
                  <a:lnTo>
                    <a:pt x="171" y="490"/>
                  </a:lnTo>
                  <a:lnTo>
                    <a:pt x="174" y="478"/>
                  </a:lnTo>
                  <a:lnTo>
                    <a:pt x="174" y="473"/>
                  </a:lnTo>
                  <a:lnTo>
                    <a:pt x="175" y="473"/>
                  </a:lnTo>
                  <a:lnTo>
                    <a:pt x="178" y="471"/>
                  </a:lnTo>
                  <a:lnTo>
                    <a:pt x="179" y="468"/>
                  </a:lnTo>
                  <a:lnTo>
                    <a:pt x="181" y="464"/>
                  </a:lnTo>
                  <a:lnTo>
                    <a:pt x="184" y="458"/>
                  </a:lnTo>
                  <a:lnTo>
                    <a:pt x="185" y="450"/>
                  </a:lnTo>
                  <a:lnTo>
                    <a:pt x="186" y="438"/>
                  </a:lnTo>
                  <a:lnTo>
                    <a:pt x="171" y="306"/>
                  </a:lnTo>
                  <a:lnTo>
                    <a:pt x="173" y="305"/>
                  </a:lnTo>
                  <a:lnTo>
                    <a:pt x="173" y="306"/>
                  </a:lnTo>
                  <a:lnTo>
                    <a:pt x="174" y="310"/>
                  </a:lnTo>
                  <a:lnTo>
                    <a:pt x="175" y="315"/>
                  </a:lnTo>
                  <a:lnTo>
                    <a:pt x="178" y="320"/>
                  </a:lnTo>
                  <a:lnTo>
                    <a:pt x="180" y="325"/>
                  </a:lnTo>
                  <a:lnTo>
                    <a:pt x="181" y="328"/>
                  </a:lnTo>
                  <a:lnTo>
                    <a:pt x="184" y="330"/>
                  </a:lnTo>
                  <a:lnTo>
                    <a:pt x="186" y="328"/>
                  </a:lnTo>
                  <a:lnTo>
                    <a:pt x="189" y="325"/>
                  </a:lnTo>
                  <a:lnTo>
                    <a:pt x="190" y="321"/>
                  </a:lnTo>
                  <a:lnTo>
                    <a:pt x="192" y="316"/>
                  </a:lnTo>
                  <a:lnTo>
                    <a:pt x="194" y="311"/>
                  </a:lnTo>
                  <a:lnTo>
                    <a:pt x="194" y="306"/>
                  </a:lnTo>
                  <a:lnTo>
                    <a:pt x="192" y="300"/>
                  </a:lnTo>
                  <a:lnTo>
                    <a:pt x="190" y="293"/>
                  </a:lnTo>
                  <a:lnTo>
                    <a:pt x="186" y="285"/>
                  </a:lnTo>
                  <a:lnTo>
                    <a:pt x="181" y="273"/>
                  </a:lnTo>
                  <a:lnTo>
                    <a:pt x="180" y="262"/>
                  </a:lnTo>
                  <a:lnTo>
                    <a:pt x="183" y="253"/>
                  </a:lnTo>
                  <a:lnTo>
                    <a:pt x="185" y="241"/>
                  </a:lnTo>
                  <a:lnTo>
                    <a:pt x="188" y="225"/>
                  </a:lnTo>
                  <a:lnTo>
                    <a:pt x="188" y="204"/>
                  </a:lnTo>
                  <a:lnTo>
                    <a:pt x="183" y="174"/>
                  </a:lnTo>
                  <a:lnTo>
                    <a:pt x="171" y="134"/>
                  </a:lnTo>
                  <a:lnTo>
                    <a:pt x="169" y="128"/>
                  </a:lnTo>
                  <a:lnTo>
                    <a:pt x="164" y="122"/>
                  </a:lnTo>
                  <a:lnTo>
                    <a:pt x="159" y="116"/>
                  </a:lnTo>
                  <a:lnTo>
                    <a:pt x="153" y="111"/>
                  </a:lnTo>
                  <a:lnTo>
                    <a:pt x="147" y="107"/>
                  </a:lnTo>
                  <a:lnTo>
                    <a:pt x="142" y="105"/>
                  </a:lnTo>
                  <a:lnTo>
                    <a:pt x="139" y="102"/>
                  </a:lnTo>
                  <a:lnTo>
                    <a:pt x="138" y="101"/>
                  </a:lnTo>
                  <a:lnTo>
                    <a:pt x="139" y="101"/>
                  </a:lnTo>
                  <a:lnTo>
                    <a:pt x="142" y="101"/>
                  </a:lnTo>
                  <a:lnTo>
                    <a:pt x="144" y="100"/>
                  </a:lnTo>
                  <a:lnTo>
                    <a:pt x="147" y="98"/>
                  </a:lnTo>
                  <a:lnTo>
                    <a:pt x="149" y="96"/>
                  </a:lnTo>
                  <a:lnTo>
                    <a:pt x="150" y="93"/>
                  </a:lnTo>
                  <a:lnTo>
                    <a:pt x="152" y="89"/>
                  </a:lnTo>
                  <a:lnTo>
                    <a:pt x="153" y="85"/>
                  </a:lnTo>
                  <a:lnTo>
                    <a:pt x="152" y="81"/>
                  </a:lnTo>
                  <a:lnTo>
                    <a:pt x="150" y="80"/>
                  </a:lnTo>
                  <a:lnTo>
                    <a:pt x="149" y="77"/>
                  </a:lnTo>
                  <a:lnTo>
                    <a:pt x="147" y="76"/>
                  </a:lnTo>
                  <a:lnTo>
                    <a:pt x="144" y="74"/>
                  </a:lnTo>
                  <a:lnTo>
                    <a:pt x="142" y="71"/>
                  </a:lnTo>
                  <a:lnTo>
                    <a:pt x="139" y="66"/>
                  </a:lnTo>
                  <a:lnTo>
                    <a:pt x="137" y="61"/>
                  </a:lnTo>
                  <a:lnTo>
                    <a:pt x="137" y="55"/>
                  </a:lnTo>
                  <a:lnTo>
                    <a:pt x="137" y="49"/>
                  </a:lnTo>
                  <a:lnTo>
                    <a:pt x="138" y="42"/>
                  </a:lnTo>
                  <a:lnTo>
                    <a:pt x="139" y="37"/>
                  </a:lnTo>
                  <a:lnTo>
                    <a:pt x="142" y="32"/>
                  </a:lnTo>
                  <a:lnTo>
                    <a:pt x="143" y="28"/>
                  </a:lnTo>
                  <a:lnTo>
                    <a:pt x="143" y="27"/>
                  </a:lnTo>
                  <a:lnTo>
                    <a:pt x="142" y="27"/>
                  </a:lnTo>
                  <a:lnTo>
                    <a:pt x="141" y="24"/>
                  </a:lnTo>
                  <a:lnTo>
                    <a:pt x="138" y="22"/>
                  </a:lnTo>
                  <a:lnTo>
                    <a:pt x="136" y="18"/>
                  </a:lnTo>
                  <a:lnTo>
                    <a:pt x="133" y="14"/>
                  </a:lnTo>
                  <a:lnTo>
                    <a:pt x="131" y="11"/>
                  </a:lnTo>
                  <a:lnTo>
                    <a:pt x="129" y="7"/>
                  </a:lnTo>
                  <a:lnTo>
                    <a:pt x="128" y="3"/>
                  </a:lnTo>
                  <a:lnTo>
                    <a:pt x="127" y="1"/>
                  </a:lnTo>
                  <a:lnTo>
                    <a:pt x="122" y="0"/>
                  </a:lnTo>
                  <a:lnTo>
                    <a:pt x="116" y="0"/>
                  </a:lnTo>
                  <a:lnTo>
                    <a:pt x="108" y="1"/>
                  </a:lnTo>
                  <a:lnTo>
                    <a:pt x="101" y="1"/>
                  </a:lnTo>
                  <a:lnTo>
                    <a:pt x="94" y="2"/>
                  </a:lnTo>
                  <a:lnTo>
                    <a:pt x="86" y="3"/>
                  </a:lnTo>
                  <a:lnTo>
                    <a:pt x="81" y="6"/>
                  </a:lnTo>
                  <a:lnTo>
                    <a:pt x="77" y="8"/>
                  </a:lnTo>
                  <a:lnTo>
                    <a:pt x="72" y="12"/>
                  </a:lnTo>
                  <a:lnTo>
                    <a:pt x="69" y="19"/>
                  </a:lnTo>
                  <a:lnTo>
                    <a:pt x="65" y="27"/>
                  </a:lnTo>
                  <a:lnTo>
                    <a:pt x="61" y="34"/>
                  </a:lnTo>
                  <a:lnTo>
                    <a:pt x="58" y="43"/>
                  </a:lnTo>
                  <a:lnTo>
                    <a:pt x="54" y="51"/>
                  </a:lnTo>
                  <a:lnTo>
                    <a:pt x="53" y="60"/>
                  </a:lnTo>
                  <a:lnTo>
                    <a:pt x="50" y="66"/>
                  </a:lnTo>
                  <a:lnTo>
                    <a:pt x="47" y="72"/>
                  </a:lnTo>
                  <a:lnTo>
                    <a:pt x="44" y="79"/>
                  </a:lnTo>
                  <a:lnTo>
                    <a:pt x="42" y="82"/>
                  </a:lnTo>
                  <a:lnTo>
                    <a:pt x="38" y="86"/>
                  </a:lnTo>
                  <a:lnTo>
                    <a:pt x="35" y="89"/>
                  </a:lnTo>
                  <a:lnTo>
                    <a:pt x="34" y="90"/>
                  </a:lnTo>
                  <a:lnTo>
                    <a:pt x="34" y="91"/>
                  </a:lnTo>
                  <a:lnTo>
                    <a:pt x="42" y="97"/>
                  </a:lnTo>
                  <a:lnTo>
                    <a:pt x="42" y="98"/>
                  </a:lnTo>
                  <a:lnTo>
                    <a:pt x="44" y="100"/>
                  </a:lnTo>
                  <a:lnTo>
                    <a:pt x="45" y="101"/>
                  </a:lnTo>
                  <a:lnTo>
                    <a:pt x="48" y="103"/>
                  </a:lnTo>
                  <a:lnTo>
                    <a:pt x="49" y="106"/>
                  </a:lnTo>
                  <a:lnTo>
                    <a:pt x="48" y="110"/>
                  </a:lnTo>
                  <a:lnTo>
                    <a:pt x="45" y="112"/>
                  </a:lnTo>
                  <a:lnTo>
                    <a:pt x="42" y="116"/>
                  </a:lnTo>
                  <a:lnTo>
                    <a:pt x="34" y="123"/>
                  </a:lnTo>
                  <a:lnTo>
                    <a:pt x="28" y="134"/>
                  </a:lnTo>
                  <a:lnTo>
                    <a:pt x="21" y="150"/>
                  </a:lnTo>
                  <a:lnTo>
                    <a:pt x="14" y="169"/>
                  </a:lnTo>
                  <a:lnTo>
                    <a:pt x="8" y="186"/>
                  </a:lnTo>
                  <a:lnTo>
                    <a:pt x="3" y="201"/>
                  </a:lnTo>
                  <a:lnTo>
                    <a:pt x="1" y="213"/>
                  </a:lnTo>
                  <a:lnTo>
                    <a:pt x="0" y="220"/>
                  </a:lnTo>
                  <a:lnTo>
                    <a:pt x="0" y="223"/>
                  </a:lnTo>
                  <a:lnTo>
                    <a:pt x="1" y="233"/>
                  </a:lnTo>
                  <a:lnTo>
                    <a:pt x="3" y="244"/>
                  </a:lnTo>
                  <a:lnTo>
                    <a:pt x="6" y="258"/>
                  </a:lnTo>
                  <a:lnTo>
                    <a:pt x="9" y="272"/>
                  </a:lnTo>
                  <a:lnTo>
                    <a:pt x="14" y="284"/>
                  </a:lnTo>
                  <a:lnTo>
                    <a:pt x="19" y="293"/>
                  </a:lnTo>
                  <a:lnTo>
                    <a:pt x="27" y="295"/>
                  </a:lnTo>
                  <a:lnTo>
                    <a:pt x="25" y="312"/>
                  </a:lnTo>
                  <a:lnTo>
                    <a:pt x="23" y="335"/>
                  </a:lnTo>
                  <a:lnTo>
                    <a:pt x="22" y="362"/>
                  </a:lnTo>
                  <a:lnTo>
                    <a:pt x="21" y="391"/>
                  </a:lnTo>
                  <a:lnTo>
                    <a:pt x="19" y="419"/>
                  </a:lnTo>
                  <a:lnTo>
                    <a:pt x="18" y="441"/>
                  </a:lnTo>
                  <a:lnTo>
                    <a:pt x="18" y="457"/>
                  </a:lnTo>
                  <a:lnTo>
                    <a:pt x="18" y="462"/>
                  </a:lnTo>
                  <a:lnTo>
                    <a:pt x="19" y="463"/>
                  </a:lnTo>
                  <a:lnTo>
                    <a:pt x="22" y="466"/>
                  </a:lnTo>
                  <a:lnTo>
                    <a:pt x="27" y="469"/>
                  </a:lnTo>
                  <a:lnTo>
                    <a:pt x="32" y="472"/>
                  </a:lnTo>
                  <a:lnTo>
                    <a:pt x="38" y="476"/>
                  </a:lnTo>
                  <a:lnTo>
                    <a:pt x="42" y="477"/>
                  </a:lnTo>
                  <a:lnTo>
                    <a:pt x="45" y="477"/>
                  </a:lnTo>
                  <a:lnTo>
                    <a:pt x="47" y="473"/>
                  </a:lnTo>
                  <a:lnTo>
                    <a:pt x="48" y="477"/>
                  </a:lnTo>
                  <a:lnTo>
                    <a:pt x="49" y="482"/>
                  </a:lnTo>
                  <a:lnTo>
                    <a:pt x="50" y="488"/>
                  </a:lnTo>
                  <a:lnTo>
                    <a:pt x="53" y="495"/>
                  </a:lnTo>
                  <a:lnTo>
                    <a:pt x="55" y="503"/>
                  </a:lnTo>
                  <a:lnTo>
                    <a:pt x="58" y="509"/>
                  </a:lnTo>
                  <a:lnTo>
                    <a:pt x="59" y="514"/>
                  </a:lnTo>
                  <a:lnTo>
                    <a:pt x="59" y="515"/>
                  </a:lnTo>
                  <a:lnTo>
                    <a:pt x="59" y="518"/>
                  </a:lnTo>
                  <a:lnTo>
                    <a:pt x="58" y="519"/>
                  </a:lnTo>
                  <a:lnTo>
                    <a:pt x="58" y="523"/>
                  </a:lnTo>
                  <a:lnTo>
                    <a:pt x="56" y="526"/>
                  </a:lnTo>
                  <a:lnTo>
                    <a:pt x="55" y="530"/>
                  </a:lnTo>
                  <a:lnTo>
                    <a:pt x="55" y="536"/>
                  </a:lnTo>
                  <a:lnTo>
                    <a:pt x="54" y="542"/>
                  </a:lnTo>
                  <a:lnTo>
                    <a:pt x="54" y="551"/>
                  </a:lnTo>
                  <a:lnTo>
                    <a:pt x="55" y="561"/>
                  </a:lnTo>
                  <a:lnTo>
                    <a:pt x="58" y="573"/>
                  </a:lnTo>
                  <a:lnTo>
                    <a:pt x="60" y="584"/>
                  </a:lnTo>
                  <a:lnTo>
                    <a:pt x="64" y="595"/>
                  </a:lnTo>
                  <a:lnTo>
                    <a:pt x="66" y="605"/>
                  </a:lnTo>
                  <a:lnTo>
                    <a:pt x="68" y="612"/>
                  </a:lnTo>
                  <a:lnTo>
                    <a:pt x="69" y="613"/>
                  </a:lnTo>
                  <a:lnTo>
                    <a:pt x="58" y="636"/>
                  </a:lnTo>
                  <a:lnTo>
                    <a:pt x="61" y="673"/>
                  </a:lnTo>
                  <a:lnTo>
                    <a:pt x="64" y="676"/>
                  </a:lnTo>
                  <a:lnTo>
                    <a:pt x="66" y="678"/>
                  </a:lnTo>
                  <a:lnTo>
                    <a:pt x="70" y="681"/>
                  </a:lnTo>
                  <a:lnTo>
                    <a:pt x="74" y="682"/>
                  </a:lnTo>
                  <a:lnTo>
                    <a:pt x="77" y="685"/>
                  </a:lnTo>
                  <a:lnTo>
                    <a:pt x="81" y="685"/>
                  </a:lnTo>
                  <a:lnTo>
                    <a:pt x="85" y="682"/>
                  </a:lnTo>
                  <a:lnTo>
                    <a:pt x="87" y="680"/>
                  </a:lnTo>
                  <a:lnTo>
                    <a:pt x="90" y="675"/>
                  </a:lnTo>
                  <a:lnTo>
                    <a:pt x="92" y="671"/>
                  </a:lnTo>
                  <a:lnTo>
                    <a:pt x="94" y="666"/>
                  </a:lnTo>
                  <a:lnTo>
                    <a:pt x="95" y="662"/>
                  </a:lnTo>
                  <a:lnTo>
                    <a:pt x="95" y="659"/>
                  </a:lnTo>
                  <a:lnTo>
                    <a:pt x="96" y="656"/>
                  </a:lnTo>
                  <a:lnTo>
                    <a:pt x="96" y="655"/>
                  </a:lnTo>
                  <a:lnTo>
                    <a:pt x="87" y="608"/>
                  </a:lnTo>
                  <a:lnTo>
                    <a:pt x="101" y="514"/>
                  </a:lnTo>
                  <a:lnTo>
                    <a:pt x="105" y="495"/>
                  </a:lnTo>
                  <a:lnTo>
                    <a:pt x="123" y="495"/>
                  </a:lnTo>
                  <a:lnTo>
                    <a:pt x="123" y="497"/>
                  </a:lnTo>
                  <a:lnTo>
                    <a:pt x="123" y="499"/>
                  </a:lnTo>
                  <a:lnTo>
                    <a:pt x="123" y="504"/>
                  </a:lnTo>
                  <a:lnTo>
                    <a:pt x="123" y="510"/>
                  </a:lnTo>
                  <a:lnTo>
                    <a:pt x="123" y="518"/>
                  </a:lnTo>
                  <a:lnTo>
                    <a:pt x="124" y="525"/>
                  </a:lnTo>
                  <a:lnTo>
                    <a:pt x="126" y="534"/>
                  </a:lnTo>
                  <a:lnTo>
                    <a:pt x="127" y="542"/>
                  </a:lnTo>
                  <a:lnTo>
                    <a:pt x="128" y="553"/>
                  </a:lnTo>
                  <a:lnTo>
                    <a:pt x="131" y="565"/>
                  </a:lnTo>
                  <a:lnTo>
                    <a:pt x="133" y="577"/>
                  </a:lnTo>
                  <a:lnTo>
                    <a:pt x="136" y="587"/>
                  </a:lnTo>
                  <a:lnTo>
                    <a:pt x="138" y="597"/>
                  </a:lnTo>
                  <a:lnTo>
                    <a:pt x="139" y="604"/>
                  </a:lnTo>
                  <a:lnTo>
                    <a:pt x="141" y="609"/>
                  </a:lnTo>
                  <a:lnTo>
                    <a:pt x="141" y="612"/>
                  </a:lnTo>
                  <a:lnTo>
                    <a:pt x="138" y="654"/>
                  </a:lnTo>
                  <a:lnTo>
                    <a:pt x="150" y="657"/>
                  </a:lnTo>
                  <a:lnTo>
                    <a:pt x="150" y="651"/>
                  </a:lnTo>
                  <a:lnTo>
                    <a:pt x="150" y="652"/>
                  </a:lnTo>
                  <a:lnTo>
                    <a:pt x="153" y="652"/>
                  </a:lnTo>
                  <a:lnTo>
                    <a:pt x="157" y="655"/>
                  </a:lnTo>
                  <a:lnTo>
                    <a:pt x="160" y="657"/>
                  </a:lnTo>
                  <a:lnTo>
                    <a:pt x="165" y="660"/>
                  </a:lnTo>
                  <a:lnTo>
                    <a:pt x="170" y="662"/>
                  </a:lnTo>
                  <a:lnTo>
                    <a:pt x="175" y="665"/>
                  </a:lnTo>
                  <a:lnTo>
                    <a:pt x="181" y="667"/>
                  </a:lnTo>
                  <a:lnTo>
                    <a:pt x="186" y="670"/>
                  </a:lnTo>
                  <a:lnTo>
                    <a:pt x="192" y="671"/>
                  </a:lnTo>
                  <a:lnTo>
                    <a:pt x="197" y="671"/>
                  </a:lnTo>
                  <a:lnTo>
                    <a:pt x="202" y="671"/>
                  </a:lnTo>
                  <a:lnTo>
                    <a:pt x="207" y="670"/>
                  </a:lnTo>
                  <a:lnTo>
                    <a:pt x="211" y="668"/>
                  </a:lnTo>
                  <a:lnTo>
                    <a:pt x="214" y="668"/>
                  </a:lnTo>
                  <a:lnTo>
                    <a:pt x="214" y="667"/>
                  </a:lnTo>
                  <a:lnTo>
                    <a:pt x="212" y="655"/>
                  </a:lnTo>
                  <a:lnTo>
                    <a:pt x="117" y="323"/>
                  </a:lnTo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18" name="Freeform 34">
              <a:extLst>
                <a:ext uri="{FF2B5EF4-FFF2-40B4-BE49-F238E27FC236}">
                  <a16:creationId xmlns:a16="http://schemas.microsoft.com/office/drawing/2014/main" id="{C9B25115-2E6D-61C0-2E84-A53F0722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023"/>
              <a:ext cx="224" cy="729"/>
            </a:xfrm>
            <a:custGeom>
              <a:avLst/>
              <a:gdLst>
                <a:gd name="T0" fmla="*/ 42 w 224"/>
                <a:gd name="T1" fmla="*/ 409 h 729"/>
                <a:gd name="T2" fmla="*/ 19 w 224"/>
                <a:gd name="T3" fmla="*/ 300 h 729"/>
                <a:gd name="T4" fmla="*/ 1 w 224"/>
                <a:gd name="T5" fmla="*/ 246 h 729"/>
                <a:gd name="T6" fmla="*/ 6 w 224"/>
                <a:gd name="T7" fmla="*/ 225 h 729"/>
                <a:gd name="T8" fmla="*/ 14 w 224"/>
                <a:gd name="T9" fmla="*/ 193 h 729"/>
                <a:gd name="T10" fmla="*/ 26 w 224"/>
                <a:gd name="T11" fmla="*/ 163 h 729"/>
                <a:gd name="T12" fmla="*/ 39 w 224"/>
                <a:gd name="T13" fmla="*/ 144 h 729"/>
                <a:gd name="T14" fmla="*/ 59 w 224"/>
                <a:gd name="T15" fmla="*/ 128 h 729"/>
                <a:gd name="T16" fmla="*/ 80 w 224"/>
                <a:gd name="T17" fmla="*/ 113 h 729"/>
                <a:gd name="T18" fmla="*/ 95 w 224"/>
                <a:gd name="T19" fmla="*/ 105 h 729"/>
                <a:gd name="T20" fmla="*/ 95 w 224"/>
                <a:gd name="T21" fmla="*/ 86 h 729"/>
                <a:gd name="T22" fmla="*/ 84 w 224"/>
                <a:gd name="T23" fmla="*/ 64 h 729"/>
                <a:gd name="T24" fmla="*/ 83 w 224"/>
                <a:gd name="T25" fmla="*/ 55 h 729"/>
                <a:gd name="T26" fmla="*/ 81 w 224"/>
                <a:gd name="T27" fmla="*/ 42 h 729"/>
                <a:gd name="T28" fmla="*/ 85 w 224"/>
                <a:gd name="T29" fmla="*/ 28 h 729"/>
                <a:gd name="T30" fmla="*/ 92 w 224"/>
                <a:gd name="T31" fmla="*/ 16 h 729"/>
                <a:gd name="T32" fmla="*/ 96 w 224"/>
                <a:gd name="T33" fmla="*/ 7 h 729"/>
                <a:gd name="T34" fmla="*/ 101 w 224"/>
                <a:gd name="T35" fmla="*/ 2 h 729"/>
                <a:gd name="T36" fmla="*/ 112 w 224"/>
                <a:gd name="T37" fmla="*/ 0 h 729"/>
                <a:gd name="T38" fmla="*/ 135 w 224"/>
                <a:gd name="T39" fmla="*/ 0 h 729"/>
                <a:gd name="T40" fmla="*/ 146 w 224"/>
                <a:gd name="T41" fmla="*/ 1 h 729"/>
                <a:gd name="T42" fmla="*/ 149 w 224"/>
                <a:gd name="T43" fmla="*/ 4 h 729"/>
                <a:gd name="T44" fmla="*/ 154 w 224"/>
                <a:gd name="T45" fmla="*/ 11 h 729"/>
                <a:gd name="T46" fmla="*/ 163 w 224"/>
                <a:gd name="T47" fmla="*/ 21 h 729"/>
                <a:gd name="T48" fmla="*/ 166 w 224"/>
                <a:gd name="T49" fmla="*/ 34 h 729"/>
                <a:gd name="T50" fmla="*/ 164 w 224"/>
                <a:gd name="T51" fmla="*/ 48 h 729"/>
                <a:gd name="T52" fmla="*/ 162 w 224"/>
                <a:gd name="T53" fmla="*/ 58 h 729"/>
                <a:gd name="T54" fmla="*/ 147 w 224"/>
                <a:gd name="T55" fmla="*/ 92 h 729"/>
                <a:gd name="T56" fmla="*/ 148 w 224"/>
                <a:gd name="T57" fmla="*/ 106 h 729"/>
                <a:gd name="T58" fmla="*/ 164 w 224"/>
                <a:gd name="T59" fmla="*/ 116 h 729"/>
                <a:gd name="T60" fmla="*/ 187 w 224"/>
                <a:gd name="T61" fmla="*/ 131 h 729"/>
                <a:gd name="T62" fmla="*/ 203 w 224"/>
                <a:gd name="T63" fmla="*/ 144 h 729"/>
                <a:gd name="T64" fmla="*/ 206 w 224"/>
                <a:gd name="T65" fmla="*/ 156 h 729"/>
                <a:gd name="T66" fmla="*/ 210 w 224"/>
                <a:gd name="T67" fmla="*/ 189 h 729"/>
                <a:gd name="T68" fmla="*/ 215 w 224"/>
                <a:gd name="T69" fmla="*/ 232 h 729"/>
                <a:gd name="T70" fmla="*/ 219 w 224"/>
                <a:gd name="T71" fmla="*/ 268 h 729"/>
                <a:gd name="T72" fmla="*/ 220 w 224"/>
                <a:gd name="T73" fmla="*/ 284 h 729"/>
                <a:gd name="T74" fmla="*/ 221 w 224"/>
                <a:gd name="T75" fmla="*/ 314 h 729"/>
                <a:gd name="T76" fmla="*/ 223 w 224"/>
                <a:gd name="T77" fmla="*/ 354 h 729"/>
                <a:gd name="T78" fmla="*/ 221 w 224"/>
                <a:gd name="T79" fmla="*/ 388 h 729"/>
                <a:gd name="T80" fmla="*/ 216 w 224"/>
                <a:gd name="T81" fmla="*/ 406 h 729"/>
                <a:gd name="T82" fmla="*/ 210 w 224"/>
                <a:gd name="T83" fmla="*/ 411 h 729"/>
                <a:gd name="T84" fmla="*/ 201 w 224"/>
                <a:gd name="T85" fmla="*/ 412 h 729"/>
                <a:gd name="T86" fmla="*/ 196 w 224"/>
                <a:gd name="T87" fmla="*/ 411 h 729"/>
                <a:gd name="T88" fmla="*/ 198 w 224"/>
                <a:gd name="T89" fmla="*/ 401 h 729"/>
                <a:gd name="T90" fmla="*/ 189 w 224"/>
                <a:gd name="T91" fmla="*/ 402 h 729"/>
                <a:gd name="T92" fmla="*/ 190 w 224"/>
                <a:gd name="T93" fmla="*/ 531 h 729"/>
                <a:gd name="T94" fmla="*/ 196 w 224"/>
                <a:gd name="T95" fmla="*/ 672 h 729"/>
                <a:gd name="T96" fmla="*/ 164 w 224"/>
                <a:gd name="T97" fmla="*/ 688 h 729"/>
                <a:gd name="T98" fmla="*/ 120 w 224"/>
                <a:gd name="T99" fmla="*/ 690 h 729"/>
                <a:gd name="T100" fmla="*/ 113 w 224"/>
                <a:gd name="T101" fmla="*/ 700 h 729"/>
                <a:gd name="T102" fmla="*/ 104 w 224"/>
                <a:gd name="T103" fmla="*/ 714 h 729"/>
                <a:gd name="T104" fmla="*/ 94 w 224"/>
                <a:gd name="T105" fmla="*/ 725 h 729"/>
                <a:gd name="T106" fmla="*/ 85 w 224"/>
                <a:gd name="T107" fmla="*/ 728 h 729"/>
                <a:gd name="T108" fmla="*/ 75 w 224"/>
                <a:gd name="T109" fmla="*/ 726 h 729"/>
                <a:gd name="T110" fmla="*/ 68 w 224"/>
                <a:gd name="T111" fmla="*/ 725 h 729"/>
                <a:gd name="T112" fmla="*/ 61 w 224"/>
                <a:gd name="T113" fmla="*/ 724 h 729"/>
                <a:gd name="T114" fmla="*/ 69 w 224"/>
                <a:gd name="T115" fmla="*/ 697 h 729"/>
                <a:gd name="T116" fmla="*/ 54 w 224"/>
                <a:gd name="T117" fmla="*/ 541 h 729"/>
                <a:gd name="T118" fmla="*/ 45 w 224"/>
                <a:gd name="T119" fmla="*/ 377 h 72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4"/>
                <a:gd name="T181" fmla="*/ 0 h 729"/>
                <a:gd name="T182" fmla="*/ 224 w 224"/>
                <a:gd name="T183" fmla="*/ 729 h 72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4" h="729">
                  <a:moveTo>
                    <a:pt x="45" y="377"/>
                  </a:moveTo>
                  <a:lnTo>
                    <a:pt x="42" y="409"/>
                  </a:lnTo>
                  <a:lnTo>
                    <a:pt x="13" y="370"/>
                  </a:lnTo>
                  <a:lnTo>
                    <a:pt x="19" y="300"/>
                  </a:lnTo>
                  <a:lnTo>
                    <a:pt x="0" y="250"/>
                  </a:lnTo>
                  <a:lnTo>
                    <a:pt x="1" y="246"/>
                  </a:lnTo>
                  <a:lnTo>
                    <a:pt x="2" y="237"/>
                  </a:lnTo>
                  <a:lnTo>
                    <a:pt x="6" y="225"/>
                  </a:lnTo>
                  <a:lnTo>
                    <a:pt x="9" y="210"/>
                  </a:lnTo>
                  <a:lnTo>
                    <a:pt x="14" y="193"/>
                  </a:lnTo>
                  <a:lnTo>
                    <a:pt x="19" y="178"/>
                  </a:lnTo>
                  <a:lnTo>
                    <a:pt x="26" y="163"/>
                  </a:lnTo>
                  <a:lnTo>
                    <a:pt x="32" y="153"/>
                  </a:lnTo>
                  <a:lnTo>
                    <a:pt x="39" y="144"/>
                  </a:lnTo>
                  <a:lnTo>
                    <a:pt x="48" y="137"/>
                  </a:lnTo>
                  <a:lnTo>
                    <a:pt x="59" y="128"/>
                  </a:lnTo>
                  <a:lnTo>
                    <a:pt x="70" y="121"/>
                  </a:lnTo>
                  <a:lnTo>
                    <a:pt x="80" y="113"/>
                  </a:lnTo>
                  <a:lnTo>
                    <a:pt x="89" y="108"/>
                  </a:lnTo>
                  <a:lnTo>
                    <a:pt x="95" y="105"/>
                  </a:lnTo>
                  <a:lnTo>
                    <a:pt x="96" y="104"/>
                  </a:lnTo>
                  <a:lnTo>
                    <a:pt x="95" y="86"/>
                  </a:lnTo>
                  <a:lnTo>
                    <a:pt x="84" y="64"/>
                  </a:lnTo>
                  <a:lnTo>
                    <a:pt x="83" y="60"/>
                  </a:lnTo>
                  <a:lnTo>
                    <a:pt x="83" y="55"/>
                  </a:lnTo>
                  <a:lnTo>
                    <a:pt x="81" y="49"/>
                  </a:lnTo>
                  <a:lnTo>
                    <a:pt x="81" y="42"/>
                  </a:lnTo>
                  <a:lnTo>
                    <a:pt x="83" y="34"/>
                  </a:lnTo>
                  <a:lnTo>
                    <a:pt x="85" y="28"/>
                  </a:lnTo>
                  <a:lnTo>
                    <a:pt x="89" y="21"/>
                  </a:lnTo>
                  <a:lnTo>
                    <a:pt x="92" y="16"/>
                  </a:lnTo>
                  <a:lnTo>
                    <a:pt x="95" y="12"/>
                  </a:lnTo>
                  <a:lnTo>
                    <a:pt x="96" y="7"/>
                  </a:lnTo>
                  <a:lnTo>
                    <a:pt x="99" y="4"/>
                  </a:lnTo>
                  <a:lnTo>
                    <a:pt x="101" y="2"/>
                  </a:lnTo>
                  <a:lnTo>
                    <a:pt x="106" y="1"/>
                  </a:lnTo>
                  <a:lnTo>
                    <a:pt x="112" y="0"/>
                  </a:lnTo>
                  <a:lnTo>
                    <a:pt x="123" y="0"/>
                  </a:lnTo>
                  <a:lnTo>
                    <a:pt x="135" y="0"/>
                  </a:lnTo>
                  <a:lnTo>
                    <a:pt x="141" y="0"/>
                  </a:lnTo>
                  <a:lnTo>
                    <a:pt x="146" y="1"/>
                  </a:lnTo>
                  <a:lnTo>
                    <a:pt x="148" y="2"/>
                  </a:lnTo>
                  <a:lnTo>
                    <a:pt x="149" y="4"/>
                  </a:lnTo>
                  <a:lnTo>
                    <a:pt x="151" y="7"/>
                  </a:lnTo>
                  <a:lnTo>
                    <a:pt x="154" y="11"/>
                  </a:lnTo>
                  <a:lnTo>
                    <a:pt x="159" y="16"/>
                  </a:lnTo>
                  <a:lnTo>
                    <a:pt x="163" y="21"/>
                  </a:lnTo>
                  <a:lnTo>
                    <a:pt x="166" y="27"/>
                  </a:lnTo>
                  <a:lnTo>
                    <a:pt x="166" y="34"/>
                  </a:lnTo>
                  <a:lnTo>
                    <a:pt x="166" y="42"/>
                  </a:lnTo>
                  <a:lnTo>
                    <a:pt x="164" y="48"/>
                  </a:lnTo>
                  <a:lnTo>
                    <a:pt x="163" y="54"/>
                  </a:lnTo>
                  <a:lnTo>
                    <a:pt x="162" y="58"/>
                  </a:lnTo>
                  <a:lnTo>
                    <a:pt x="162" y="60"/>
                  </a:lnTo>
                  <a:lnTo>
                    <a:pt x="147" y="92"/>
                  </a:lnTo>
                  <a:lnTo>
                    <a:pt x="146" y="104"/>
                  </a:lnTo>
                  <a:lnTo>
                    <a:pt x="148" y="106"/>
                  </a:lnTo>
                  <a:lnTo>
                    <a:pt x="154" y="110"/>
                  </a:lnTo>
                  <a:lnTo>
                    <a:pt x="164" y="116"/>
                  </a:lnTo>
                  <a:lnTo>
                    <a:pt x="175" y="123"/>
                  </a:lnTo>
                  <a:lnTo>
                    <a:pt x="187" y="131"/>
                  </a:lnTo>
                  <a:lnTo>
                    <a:pt x="196" y="138"/>
                  </a:lnTo>
                  <a:lnTo>
                    <a:pt x="203" y="144"/>
                  </a:lnTo>
                  <a:lnTo>
                    <a:pt x="205" y="148"/>
                  </a:lnTo>
                  <a:lnTo>
                    <a:pt x="206" y="156"/>
                  </a:lnTo>
                  <a:lnTo>
                    <a:pt x="208" y="169"/>
                  </a:lnTo>
                  <a:lnTo>
                    <a:pt x="210" y="189"/>
                  </a:lnTo>
                  <a:lnTo>
                    <a:pt x="213" y="210"/>
                  </a:lnTo>
                  <a:lnTo>
                    <a:pt x="215" y="232"/>
                  </a:lnTo>
                  <a:lnTo>
                    <a:pt x="218" y="252"/>
                  </a:lnTo>
                  <a:lnTo>
                    <a:pt x="219" y="268"/>
                  </a:lnTo>
                  <a:lnTo>
                    <a:pt x="220" y="278"/>
                  </a:lnTo>
                  <a:lnTo>
                    <a:pt x="220" y="284"/>
                  </a:lnTo>
                  <a:lnTo>
                    <a:pt x="221" y="298"/>
                  </a:lnTo>
                  <a:lnTo>
                    <a:pt x="221" y="314"/>
                  </a:lnTo>
                  <a:lnTo>
                    <a:pt x="223" y="334"/>
                  </a:lnTo>
                  <a:lnTo>
                    <a:pt x="223" y="354"/>
                  </a:lnTo>
                  <a:lnTo>
                    <a:pt x="223" y="372"/>
                  </a:lnTo>
                  <a:lnTo>
                    <a:pt x="221" y="388"/>
                  </a:lnTo>
                  <a:lnTo>
                    <a:pt x="219" y="401"/>
                  </a:lnTo>
                  <a:lnTo>
                    <a:pt x="216" y="406"/>
                  </a:lnTo>
                  <a:lnTo>
                    <a:pt x="214" y="408"/>
                  </a:lnTo>
                  <a:lnTo>
                    <a:pt x="210" y="411"/>
                  </a:lnTo>
                  <a:lnTo>
                    <a:pt x="205" y="411"/>
                  </a:lnTo>
                  <a:lnTo>
                    <a:pt x="201" y="412"/>
                  </a:lnTo>
                  <a:lnTo>
                    <a:pt x="199" y="411"/>
                  </a:lnTo>
                  <a:lnTo>
                    <a:pt x="196" y="411"/>
                  </a:lnTo>
                  <a:lnTo>
                    <a:pt x="195" y="411"/>
                  </a:lnTo>
                  <a:lnTo>
                    <a:pt x="198" y="401"/>
                  </a:lnTo>
                  <a:lnTo>
                    <a:pt x="208" y="392"/>
                  </a:lnTo>
                  <a:lnTo>
                    <a:pt x="189" y="402"/>
                  </a:lnTo>
                  <a:lnTo>
                    <a:pt x="194" y="500"/>
                  </a:lnTo>
                  <a:lnTo>
                    <a:pt x="190" y="531"/>
                  </a:lnTo>
                  <a:lnTo>
                    <a:pt x="164" y="643"/>
                  </a:lnTo>
                  <a:lnTo>
                    <a:pt x="196" y="672"/>
                  </a:lnTo>
                  <a:lnTo>
                    <a:pt x="201" y="690"/>
                  </a:lnTo>
                  <a:lnTo>
                    <a:pt x="164" y="688"/>
                  </a:lnTo>
                  <a:lnTo>
                    <a:pt x="121" y="689"/>
                  </a:lnTo>
                  <a:lnTo>
                    <a:pt x="120" y="690"/>
                  </a:lnTo>
                  <a:lnTo>
                    <a:pt x="117" y="695"/>
                  </a:lnTo>
                  <a:lnTo>
                    <a:pt x="113" y="700"/>
                  </a:lnTo>
                  <a:lnTo>
                    <a:pt x="109" y="708"/>
                  </a:lnTo>
                  <a:lnTo>
                    <a:pt x="104" y="714"/>
                  </a:lnTo>
                  <a:lnTo>
                    <a:pt x="99" y="720"/>
                  </a:lnTo>
                  <a:lnTo>
                    <a:pt x="94" y="725"/>
                  </a:lnTo>
                  <a:lnTo>
                    <a:pt x="89" y="728"/>
                  </a:lnTo>
                  <a:lnTo>
                    <a:pt x="85" y="728"/>
                  </a:lnTo>
                  <a:lnTo>
                    <a:pt x="80" y="728"/>
                  </a:lnTo>
                  <a:lnTo>
                    <a:pt x="75" y="726"/>
                  </a:lnTo>
                  <a:lnTo>
                    <a:pt x="71" y="726"/>
                  </a:lnTo>
                  <a:lnTo>
                    <a:pt x="68" y="725"/>
                  </a:lnTo>
                  <a:lnTo>
                    <a:pt x="64" y="724"/>
                  </a:lnTo>
                  <a:lnTo>
                    <a:pt x="61" y="724"/>
                  </a:lnTo>
                  <a:lnTo>
                    <a:pt x="61" y="723"/>
                  </a:lnTo>
                  <a:lnTo>
                    <a:pt x="69" y="697"/>
                  </a:lnTo>
                  <a:lnTo>
                    <a:pt x="80" y="667"/>
                  </a:lnTo>
                  <a:lnTo>
                    <a:pt x="54" y="541"/>
                  </a:lnTo>
                  <a:lnTo>
                    <a:pt x="49" y="420"/>
                  </a:lnTo>
                  <a:lnTo>
                    <a:pt x="45" y="377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19" name="Freeform 35">
              <a:extLst>
                <a:ext uri="{FF2B5EF4-FFF2-40B4-BE49-F238E27FC236}">
                  <a16:creationId xmlns:a16="http://schemas.microsoft.com/office/drawing/2014/main" id="{CB67A8D2-0962-B8D7-5470-1BAC59BBF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3024"/>
              <a:ext cx="222" cy="685"/>
            </a:xfrm>
            <a:custGeom>
              <a:avLst/>
              <a:gdLst>
                <a:gd name="T0" fmla="*/ 182 w 222"/>
                <a:gd name="T1" fmla="*/ 350 h 685"/>
                <a:gd name="T2" fmla="*/ 178 w 222"/>
                <a:gd name="T3" fmla="*/ 339 h 685"/>
                <a:gd name="T4" fmla="*/ 171 w 222"/>
                <a:gd name="T5" fmla="*/ 298 h 685"/>
                <a:gd name="T6" fmla="*/ 183 w 222"/>
                <a:gd name="T7" fmla="*/ 256 h 685"/>
                <a:gd name="T8" fmla="*/ 188 w 222"/>
                <a:gd name="T9" fmla="*/ 229 h 685"/>
                <a:gd name="T10" fmla="*/ 180 w 222"/>
                <a:gd name="T11" fmla="*/ 162 h 685"/>
                <a:gd name="T12" fmla="*/ 151 w 222"/>
                <a:gd name="T13" fmla="*/ 118 h 685"/>
                <a:gd name="T14" fmla="*/ 135 w 222"/>
                <a:gd name="T15" fmla="*/ 104 h 685"/>
                <a:gd name="T16" fmla="*/ 147 w 222"/>
                <a:gd name="T17" fmla="*/ 85 h 685"/>
                <a:gd name="T18" fmla="*/ 142 w 222"/>
                <a:gd name="T19" fmla="*/ 84 h 685"/>
                <a:gd name="T20" fmla="*/ 131 w 222"/>
                <a:gd name="T21" fmla="*/ 68 h 685"/>
                <a:gd name="T22" fmla="*/ 139 w 222"/>
                <a:gd name="T23" fmla="*/ 38 h 685"/>
                <a:gd name="T24" fmla="*/ 112 w 222"/>
                <a:gd name="T25" fmla="*/ 2 h 685"/>
                <a:gd name="T26" fmla="*/ 79 w 222"/>
                <a:gd name="T27" fmla="*/ 2 h 685"/>
                <a:gd name="T28" fmla="*/ 53 w 222"/>
                <a:gd name="T29" fmla="*/ 11 h 685"/>
                <a:gd name="T30" fmla="*/ 53 w 222"/>
                <a:gd name="T31" fmla="*/ 21 h 685"/>
                <a:gd name="T32" fmla="*/ 53 w 222"/>
                <a:gd name="T33" fmla="*/ 26 h 685"/>
                <a:gd name="T34" fmla="*/ 50 w 222"/>
                <a:gd name="T35" fmla="*/ 35 h 685"/>
                <a:gd name="T36" fmla="*/ 55 w 222"/>
                <a:gd name="T37" fmla="*/ 68 h 685"/>
                <a:gd name="T38" fmla="*/ 52 w 222"/>
                <a:gd name="T39" fmla="*/ 75 h 685"/>
                <a:gd name="T40" fmla="*/ 45 w 222"/>
                <a:gd name="T41" fmla="*/ 81 h 685"/>
                <a:gd name="T42" fmla="*/ 53 w 222"/>
                <a:gd name="T43" fmla="*/ 91 h 685"/>
                <a:gd name="T44" fmla="*/ 60 w 222"/>
                <a:gd name="T45" fmla="*/ 100 h 685"/>
                <a:gd name="T46" fmla="*/ 52 w 222"/>
                <a:gd name="T47" fmla="*/ 110 h 685"/>
                <a:gd name="T48" fmla="*/ 42 w 222"/>
                <a:gd name="T49" fmla="*/ 115 h 685"/>
                <a:gd name="T50" fmla="*/ 34 w 222"/>
                <a:gd name="T51" fmla="*/ 116 h 685"/>
                <a:gd name="T52" fmla="*/ 22 w 222"/>
                <a:gd name="T53" fmla="*/ 131 h 685"/>
                <a:gd name="T54" fmla="*/ 8 w 222"/>
                <a:gd name="T55" fmla="*/ 237 h 685"/>
                <a:gd name="T56" fmla="*/ 7 w 222"/>
                <a:gd name="T57" fmla="*/ 282 h 685"/>
                <a:gd name="T58" fmla="*/ 0 w 222"/>
                <a:gd name="T59" fmla="*/ 309 h 685"/>
                <a:gd name="T60" fmla="*/ 7 w 222"/>
                <a:gd name="T61" fmla="*/ 325 h 685"/>
                <a:gd name="T62" fmla="*/ 9 w 222"/>
                <a:gd name="T63" fmla="*/ 385 h 685"/>
                <a:gd name="T64" fmla="*/ 7 w 222"/>
                <a:gd name="T65" fmla="*/ 437 h 685"/>
                <a:gd name="T66" fmla="*/ 14 w 222"/>
                <a:gd name="T67" fmla="*/ 467 h 685"/>
                <a:gd name="T68" fmla="*/ 19 w 222"/>
                <a:gd name="T69" fmla="*/ 472 h 685"/>
                <a:gd name="T70" fmla="*/ 26 w 222"/>
                <a:gd name="T71" fmla="*/ 526 h 685"/>
                <a:gd name="T72" fmla="*/ 31 w 222"/>
                <a:gd name="T73" fmla="*/ 600 h 685"/>
                <a:gd name="T74" fmla="*/ 21 w 222"/>
                <a:gd name="T75" fmla="*/ 644 h 685"/>
                <a:gd name="T76" fmla="*/ 12 w 222"/>
                <a:gd name="T77" fmla="*/ 667 h 685"/>
                <a:gd name="T78" fmla="*/ 17 w 222"/>
                <a:gd name="T79" fmla="*/ 682 h 685"/>
                <a:gd name="T80" fmla="*/ 37 w 222"/>
                <a:gd name="T81" fmla="*/ 682 h 685"/>
                <a:gd name="T82" fmla="*/ 52 w 222"/>
                <a:gd name="T83" fmla="*/ 655 h 685"/>
                <a:gd name="T84" fmla="*/ 53 w 222"/>
                <a:gd name="T85" fmla="*/ 612 h 685"/>
                <a:gd name="T86" fmla="*/ 55 w 222"/>
                <a:gd name="T87" fmla="*/ 596 h 685"/>
                <a:gd name="T88" fmla="*/ 65 w 222"/>
                <a:gd name="T89" fmla="*/ 551 h 685"/>
                <a:gd name="T90" fmla="*/ 70 w 222"/>
                <a:gd name="T91" fmla="*/ 515 h 685"/>
                <a:gd name="T92" fmla="*/ 70 w 222"/>
                <a:gd name="T93" fmla="*/ 494 h 685"/>
                <a:gd name="T94" fmla="*/ 93 w 222"/>
                <a:gd name="T95" fmla="*/ 511 h 685"/>
                <a:gd name="T96" fmla="*/ 98 w 222"/>
                <a:gd name="T97" fmla="*/ 654 h 685"/>
                <a:gd name="T98" fmla="*/ 101 w 222"/>
                <a:gd name="T99" fmla="*/ 669 h 685"/>
                <a:gd name="T100" fmla="*/ 112 w 222"/>
                <a:gd name="T101" fmla="*/ 682 h 685"/>
                <a:gd name="T102" fmla="*/ 127 w 222"/>
                <a:gd name="T103" fmla="*/ 676 h 685"/>
                <a:gd name="T104" fmla="*/ 136 w 222"/>
                <a:gd name="T105" fmla="*/ 635 h 685"/>
                <a:gd name="T106" fmla="*/ 130 w 222"/>
                <a:gd name="T107" fmla="*/ 593 h 685"/>
                <a:gd name="T108" fmla="*/ 140 w 222"/>
                <a:gd name="T109" fmla="*/ 548 h 685"/>
                <a:gd name="T110" fmla="*/ 139 w 222"/>
                <a:gd name="T111" fmla="*/ 529 h 685"/>
                <a:gd name="T112" fmla="*/ 137 w 222"/>
                <a:gd name="T113" fmla="*/ 514 h 68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2"/>
                <a:gd name="T172" fmla="*/ 0 h 685"/>
                <a:gd name="T173" fmla="*/ 222 w 222"/>
                <a:gd name="T174" fmla="*/ 685 h 68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2" h="685">
                  <a:moveTo>
                    <a:pt x="221" y="356"/>
                  </a:moveTo>
                  <a:lnTo>
                    <a:pt x="182" y="355"/>
                  </a:lnTo>
                  <a:lnTo>
                    <a:pt x="182" y="353"/>
                  </a:lnTo>
                  <a:lnTo>
                    <a:pt x="182" y="350"/>
                  </a:lnTo>
                  <a:lnTo>
                    <a:pt x="182" y="348"/>
                  </a:lnTo>
                  <a:lnTo>
                    <a:pt x="181" y="345"/>
                  </a:lnTo>
                  <a:lnTo>
                    <a:pt x="180" y="343"/>
                  </a:lnTo>
                  <a:lnTo>
                    <a:pt x="178" y="339"/>
                  </a:lnTo>
                  <a:lnTo>
                    <a:pt x="176" y="338"/>
                  </a:lnTo>
                  <a:lnTo>
                    <a:pt x="173" y="335"/>
                  </a:lnTo>
                  <a:lnTo>
                    <a:pt x="168" y="304"/>
                  </a:lnTo>
                  <a:lnTo>
                    <a:pt x="171" y="298"/>
                  </a:lnTo>
                  <a:lnTo>
                    <a:pt x="173" y="289"/>
                  </a:lnTo>
                  <a:lnTo>
                    <a:pt x="177" y="278"/>
                  </a:lnTo>
                  <a:lnTo>
                    <a:pt x="180" y="267"/>
                  </a:lnTo>
                  <a:lnTo>
                    <a:pt x="183" y="256"/>
                  </a:lnTo>
                  <a:lnTo>
                    <a:pt x="186" y="246"/>
                  </a:lnTo>
                  <a:lnTo>
                    <a:pt x="187" y="239"/>
                  </a:lnTo>
                  <a:lnTo>
                    <a:pt x="188" y="235"/>
                  </a:lnTo>
                  <a:lnTo>
                    <a:pt x="188" y="229"/>
                  </a:lnTo>
                  <a:lnTo>
                    <a:pt x="187" y="216"/>
                  </a:lnTo>
                  <a:lnTo>
                    <a:pt x="184" y="199"/>
                  </a:lnTo>
                  <a:lnTo>
                    <a:pt x="182" y="180"/>
                  </a:lnTo>
                  <a:lnTo>
                    <a:pt x="180" y="162"/>
                  </a:lnTo>
                  <a:lnTo>
                    <a:pt x="175" y="146"/>
                  </a:lnTo>
                  <a:lnTo>
                    <a:pt x="170" y="132"/>
                  </a:lnTo>
                  <a:lnTo>
                    <a:pt x="165" y="126"/>
                  </a:lnTo>
                  <a:lnTo>
                    <a:pt x="151" y="118"/>
                  </a:lnTo>
                  <a:lnTo>
                    <a:pt x="144" y="112"/>
                  </a:lnTo>
                  <a:lnTo>
                    <a:pt x="139" y="109"/>
                  </a:lnTo>
                  <a:lnTo>
                    <a:pt x="136" y="106"/>
                  </a:lnTo>
                  <a:lnTo>
                    <a:pt x="135" y="104"/>
                  </a:lnTo>
                  <a:lnTo>
                    <a:pt x="136" y="102"/>
                  </a:lnTo>
                  <a:lnTo>
                    <a:pt x="137" y="102"/>
                  </a:lnTo>
                  <a:lnTo>
                    <a:pt x="147" y="85"/>
                  </a:lnTo>
                  <a:lnTo>
                    <a:pt x="146" y="85"/>
                  </a:lnTo>
                  <a:lnTo>
                    <a:pt x="144" y="85"/>
                  </a:lnTo>
                  <a:lnTo>
                    <a:pt x="142" y="84"/>
                  </a:lnTo>
                  <a:lnTo>
                    <a:pt x="139" y="81"/>
                  </a:lnTo>
                  <a:lnTo>
                    <a:pt x="136" y="79"/>
                  </a:lnTo>
                  <a:lnTo>
                    <a:pt x="134" y="74"/>
                  </a:lnTo>
                  <a:lnTo>
                    <a:pt x="131" y="68"/>
                  </a:lnTo>
                  <a:lnTo>
                    <a:pt x="131" y="60"/>
                  </a:lnTo>
                  <a:lnTo>
                    <a:pt x="134" y="53"/>
                  </a:lnTo>
                  <a:lnTo>
                    <a:pt x="136" y="45"/>
                  </a:lnTo>
                  <a:lnTo>
                    <a:pt x="139" y="38"/>
                  </a:lnTo>
                  <a:lnTo>
                    <a:pt x="139" y="30"/>
                  </a:lnTo>
                  <a:lnTo>
                    <a:pt x="135" y="22"/>
                  </a:lnTo>
                  <a:lnTo>
                    <a:pt x="127" y="12"/>
                  </a:lnTo>
                  <a:lnTo>
                    <a:pt x="112" y="2"/>
                  </a:lnTo>
                  <a:lnTo>
                    <a:pt x="108" y="1"/>
                  </a:lnTo>
                  <a:lnTo>
                    <a:pt x="99" y="0"/>
                  </a:lnTo>
                  <a:lnTo>
                    <a:pt x="89" y="1"/>
                  </a:lnTo>
                  <a:lnTo>
                    <a:pt x="79" y="2"/>
                  </a:lnTo>
                  <a:lnTo>
                    <a:pt x="69" y="3"/>
                  </a:lnTo>
                  <a:lnTo>
                    <a:pt x="62" y="6"/>
                  </a:lnTo>
                  <a:lnTo>
                    <a:pt x="55" y="8"/>
                  </a:lnTo>
                  <a:lnTo>
                    <a:pt x="53" y="11"/>
                  </a:lnTo>
                  <a:lnTo>
                    <a:pt x="53" y="13"/>
                  </a:lnTo>
                  <a:lnTo>
                    <a:pt x="53" y="17"/>
                  </a:lnTo>
                  <a:lnTo>
                    <a:pt x="53" y="19"/>
                  </a:lnTo>
                  <a:lnTo>
                    <a:pt x="53" y="21"/>
                  </a:lnTo>
                  <a:lnTo>
                    <a:pt x="53" y="23"/>
                  </a:lnTo>
                  <a:lnTo>
                    <a:pt x="53" y="24"/>
                  </a:lnTo>
                  <a:lnTo>
                    <a:pt x="53" y="26"/>
                  </a:lnTo>
                  <a:lnTo>
                    <a:pt x="52" y="26"/>
                  </a:lnTo>
                  <a:lnTo>
                    <a:pt x="52" y="28"/>
                  </a:lnTo>
                  <a:lnTo>
                    <a:pt x="50" y="30"/>
                  </a:lnTo>
                  <a:lnTo>
                    <a:pt x="50" y="35"/>
                  </a:lnTo>
                  <a:lnTo>
                    <a:pt x="50" y="42"/>
                  </a:lnTo>
                  <a:lnTo>
                    <a:pt x="50" y="49"/>
                  </a:lnTo>
                  <a:lnTo>
                    <a:pt x="52" y="58"/>
                  </a:lnTo>
                  <a:lnTo>
                    <a:pt x="55" y="68"/>
                  </a:lnTo>
                  <a:lnTo>
                    <a:pt x="55" y="71"/>
                  </a:lnTo>
                  <a:lnTo>
                    <a:pt x="55" y="74"/>
                  </a:lnTo>
                  <a:lnTo>
                    <a:pt x="53" y="75"/>
                  </a:lnTo>
                  <a:lnTo>
                    <a:pt x="52" y="75"/>
                  </a:lnTo>
                  <a:lnTo>
                    <a:pt x="49" y="75"/>
                  </a:lnTo>
                  <a:lnTo>
                    <a:pt x="47" y="76"/>
                  </a:lnTo>
                  <a:lnTo>
                    <a:pt x="45" y="79"/>
                  </a:lnTo>
                  <a:lnTo>
                    <a:pt x="45" y="81"/>
                  </a:lnTo>
                  <a:lnTo>
                    <a:pt x="47" y="84"/>
                  </a:lnTo>
                  <a:lnTo>
                    <a:pt x="48" y="86"/>
                  </a:lnTo>
                  <a:lnTo>
                    <a:pt x="50" y="89"/>
                  </a:lnTo>
                  <a:lnTo>
                    <a:pt x="53" y="91"/>
                  </a:lnTo>
                  <a:lnTo>
                    <a:pt x="55" y="94"/>
                  </a:lnTo>
                  <a:lnTo>
                    <a:pt x="57" y="96"/>
                  </a:lnTo>
                  <a:lnTo>
                    <a:pt x="59" y="99"/>
                  </a:lnTo>
                  <a:lnTo>
                    <a:pt x="60" y="100"/>
                  </a:lnTo>
                  <a:lnTo>
                    <a:pt x="60" y="102"/>
                  </a:lnTo>
                  <a:lnTo>
                    <a:pt x="59" y="105"/>
                  </a:lnTo>
                  <a:lnTo>
                    <a:pt x="55" y="107"/>
                  </a:lnTo>
                  <a:lnTo>
                    <a:pt x="52" y="110"/>
                  </a:lnTo>
                  <a:lnTo>
                    <a:pt x="49" y="111"/>
                  </a:lnTo>
                  <a:lnTo>
                    <a:pt x="45" y="114"/>
                  </a:lnTo>
                  <a:lnTo>
                    <a:pt x="43" y="115"/>
                  </a:lnTo>
                  <a:lnTo>
                    <a:pt x="42" y="115"/>
                  </a:lnTo>
                  <a:lnTo>
                    <a:pt x="39" y="115"/>
                  </a:lnTo>
                  <a:lnTo>
                    <a:pt x="37" y="115"/>
                  </a:lnTo>
                  <a:lnTo>
                    <a:pt x="34" y="116"/>
                  </a:lnTo>
                  <a:lnTo>
                    <a:pt x="31" y="118"/>
                  </a:lnTo>
                  <a:lnTo>
                    <a:pt x="27" y="121"/>
                  </a:lnTo>
                  <a:lnTo>
                    <a:pt x="24" y="126"/>
                  </a:lnTo>
                  <a:lnTo>
                    <a:pt x="22" y="131"/>
                  </a:lnTo>
                  <a:lnTo>
                    <a:pt x="11" y="171"/>
                  </a:lnTo>
                  <a:lnTo>
                    <a:pt x="6" y="200"/>
                  </a:lnTo>
                  <a:lnTo>
                    <a:pt x="6" y="223"/>
                  </a:lnTo>
                  <a:lnTo>
                    <a:pt x="8" y="237"/>
                  </a:lnTo>
                  <a:lnTo>
                    <a:pt x="11" y="250"/>
                  </a:lnTo>
                  <a:lnTo>
                    <a:pt x="13" y="260"/>
                  </a:lnTo>
                  <a:lnTo>
                    <a:pt x="12" y="270"/>
                  </a:lnTo>
                  <a:lnTo>
                    <a:pt x="7" y="282"/>
                  </a:lnTo>
                  <a:lnTo>
                    <a:pt x="3" y="289"/>
                  </a:lnTo>
                  <a:lnTo>
                    <a:pt x="1" y="297"/>
                  </a:lnTo>
                  <a:lnTo>
                    <a:pt x="0" y="303"/>
                  </a:lnTo>
                  <a:lnTo>
                    <a:pt x="0" y="309"/>
                  </a:lnTo>
                  <a:lnTo>
                    <a:pt x="1" y="314"/>
                  </a:lnTo>
                  <a:lnTo>
                    <a:pt x="3" y="318"/>
                  </a:lnTo>
                  <a:lnTo>
                    <a:pt x="4" y="322"/>
                  </a:lnTo>
                  <a:lnTo>
                    <a:pt x="7" y="325"/>
                  </a:lnTo>
                  <a:lnTo>
                    <a:pt x="8" y="333"/>
                  </a:lnTo>
                  <a:lnTo>
                    <a:pt x="9" y="346"/>
                  </a:lnTo>
                  <a:lnTo>
                    <a:pt x="9" y="365"/>
                  </a:lnTo>
                  <a:lnTo>
                    <a:pt x="9" y="385"/>
                  </a:lnTo>
                  <a:lnTo>
                    <a:pt x="8" y="403"/>
                  </a:lnTo>
                  <a:lnTo>
                    <a:pt x="7" y="421"/>
                  </a:lnTo>
                  <a:lnTo>
                    <a:pt x="7" y="432"/>
                  </a:lnTo>
                  <a:lnTo>
                    <a:pt x="7" y="437"/>
                  </a:lnTo>
                  <a:lnTo>
                    <a:pt x="8" y="448"/>
                  </a:lnTo>
                  <a:lnTo>
                    <a:pt x="9" y="456"/>
                  </a:lnTo>
                  <a:lnTo>
                    <a:pt x="12" y="462"/>
                  </a:lnTo>
                  <a:lnTo>
                    <a:pt x="14" y="467"/>
                  </a:lnTo>
                  <a:lnTo>
                    <a:pt x="16" y="469"/>
                  </a:lnTo>
                  <a:lnTo>
                    <a:pt x="18" y="470"/>
                  </a:lnTo>
                  <a:lnTo>
                    <a:pt x="19" y="472"/>
                  </a:lnTo>
                  <a:lnTo>
                    <a:pt x="21" y="475"/>
                  </a:lnTo>
                  <a:lnTo>
                    <a:pt x="22" y="488"/>
                  </a:lnTo>
                  <a:lnTo>
                    <a:pt x="23" y="505"/>
                  </a:lnTo>
                  <a:lnTo>
                    <a:pt x="26" y="526"/>
                  </a:lnTo>
                  <a:lnTo>
                    <a:pt x="27" y="548"/>
                  </a:lnTo>
                  <a:lnTo>
                    <a:pt x="29" y="570"/>
                  </a:lnTo>
                  <a:lnTo>
                    <a:pt x="31" y="587"/>
                  </a:lnTo>
                  <a:lnTo>
                    <a:pt x="31" y="600"/>
                  </a:lnTo>
                  <a:lnTo>
                    <a:pt x="29" y="610"/>
                  </a:lnTo>
                  <a:lnTo>
                    <a:pt x="28" y="622"/>
                  </a:lnTo>
                  <a:lnTo>
                    <a:pt x="24" y="633"/>
                  </a:lnTo>
                  <a:lnTo>
                    <a:pt x="21" y="644"/>
                  </a:lnTo>
                  <a:lnTo>
                    <a:pt x="18" y="653"/>
                  </a:lnTo>
                  <a:lnTo>
                    <a:pt x="14" y="660"/>
                  </a:lnTo>
                  <a:lnTo>
                    <a:pt x="12" y="666"/>
                  </a:lnTo>
                  <a:lnTo>
                    <a:pt x="12" y="667"/>
                  </a:lnTo>
                  <a:lnTo>
                    <a:pt x="9" y="680"/>
                  </a:lnTo>
                  <a:lnTo>
                    <a:pt x="11" y="681"/>
                  </a:lnTo>
                  <a:lnTo>
                    <a:pt x="13" y="681"/>
                  </a:lnTo>
                  <a:lnTo>
                    <a:pt x="17" y="682"/>
                  </a:lnTo>
                  <a:lnTo>
                    <a:pt x="21" y="684"/>
                  </a:lnTo>
                  <a:lnTo>
                    <a:pt x="26" y="684"/>
                  </a:lnTo>
                  <a:lnTo>
                    <a:pt x="32" y="684"/>
                  </a:lnTo>
                  <a:lnTo>
                    <a:pt x="37" y="682"/>
                  </a:lnTo>
                  <a:lnTo>
                    <a:pt x="43" y="680"/>
                  </a:lnTo>
                  <a:lnTo>
                    <a:pt x="48" y="675"/>
                  </a:lnTo>
                  <a:lnTo>
                    <a:pt x="50" y="666"/>
                  </a:lnTo>
                  <a:lnTo>
                    <a:pt x="52" y="655"/>
                  </a:lnTo>
                  <a:lnTo>
                    <a:pt x="53" y="643"/>
                  </a:lnTo>
                  <a:lnTo>
                    <a:pt x="53" y="630"/>
                  </a:lnTo>
                  <a:lnTo>
                    <a:pt x="53" y="619"/>
                  </a:lnTo>
                  <a:lnTo>
                    <a:pt x="53" y="612"/>
                  </a:lnTo>
                  <a:lnTo>
                    <a:pt x="53" y="609"/>
                  </a:lnTo>
                  <a:lnTo>
                    <a:pt x="53" y="608"/>
                  </a:lnTo>
                  <a:lnTo>
                    <a:pt x="54" y="603"/>
                  </a:lnTo>
                  <a:lnTo>
                    <a:pt x="55" y="596"/>
                  </a:lnTo>
                  <a:lnTo>
                    <a:pt x="58" y="586"/>
                  </a:lnTo>
                  <a:lnTo>
                    <a:pt x="60" y="574"/>
                  </a:lnTo>
                  <a:lnTo>
                    <a:pt x="63" y="563"/>
                  </a:lnTo>
                  <a:lnTo>
                    <a:pt x="65" y="551"/>
                  </a:lnTo>
                  <a:lnTo>
                    <a:pt x="67" y="540"/>
                  </a:lnTo>
                  <a:lnTo>
                    <a:pt x="68" y="531"/>
                  </a:lnTo>
                  <a:lnTo>
                    <a:pt x="69" y="522"/>
                  </a:lnTo>
                  <a:lnTo>
                    <a:pt x="70" y="515"/>
                  </a:lnTo>
                  <a:lnTo>
                    <a:pt x="70" y="508"/>
                  </a:lnTo>
                  <a:lnTo>
                    <a:pt x="70" y="501"/>
                  </a:lnTo>
                  <a:lnTo>
                    <a:pt x="70" y="498"/>
                  </a:lnTo>
                  <a:lnTo>
                    <a:pt x="70" y="494"/>
                  </a:lnTo>
                  <a:lnTo>
                    <a:pt x="70" y="493"/>
                  </a:lnTo>
                  <a:lnTo>
                    <a:pt x="85" y="493"/>
                  </a:lnTo>
                  <a:lnTo>
                    <a:pt x="86" y="511"/>
                  </a:lnTo>
                  <a:lnTo>
                    <a:pt x="93" y="511"/>
                  </a:lnTo>
                  <a:lnTo>
                    <a:pt x="106" y="605"/>
                  </a:lnTo>
                  <a:lnTo>
                    <a:pt x="98" y="653"/>
                  </a:lnTo>
                  <a:lnTo>
                    <a:pt x="98" y="654"/>
                  </a:lnTo>
                  <a:lnTo>
                    <a:pt x="99" y="656"/>
                  </a:lnTo>
                  <a:lnTo>
                    <a:pt x="99" y="660"/>
                  </a:lnTo>
                  <a:lnTo>
                    <a:pt x="100" y="664"/>
                  </a:lnTo>
                  <a:lnTo>
                    <a:pt x="101" y="669"/>
                  </a:lnTo>
                  <a:lnTo>
                    <a:pt x="104" y="674"/>
                  </a:lnTo>
                  <a:lnTo>
                    <a:pt x="106" y="677"/>
                  </a:lnTo>
                  <a:lnTo>
                    <a:pt x="109" y="680"/>
                  </a:lnTo>
                  <a:lnTo>
                    <a:pt x="112" y="682"/>
                  </a:lnTo>
                  <a:lnTo>
                    <a:pt x="116" y="682"/>
                  </a:lnTo>
                  <a:lnTo>
                    <a:pt x="120" y="681"/>
                  </a:lnTo>
                  <a:lnTo>
                    <a:pt x="124" y="679"/>
                  </a:lnTo>
                  <a:lnTo>
                    <a:pt x="127" y="676"/>
                  </a:lnTo>
                  <a:lnTo>
                    <a:pt x="130" y="674"/>
                  </a:lnTo>
                  <a:lnTo>
                    <a:pt x="132" y="672"/>
                  </a:lnTo>
                  <a:lnTo>
                    <a:pt x="132" y="671"/>
                  </a:lnTo>
                  <a:lnTo>
                    <a:pt x="136" y="635"/>
                  </a:lnTo>
                  <a:lnTo>
                    <a:pt x="125" y="612"/>
                  </a:lnTo>
                  <a:lnTo>
                    <a:pt x="126" y="609"/>
                  </a:lnTo>
                  <a:lnTo>
                    <a:pt x="127" y="603"/>
                  </a:lnTo>
                  <a:lnTo>
                    <a:pt x="130" y="593"/>
                  </a:lnTo>
                  <a:lnTo>
                    <a:pt x="134" y="583"/>
                  </a:lnTo>
                  <a:lnTo>
                    <a:pt x="136" y="571"/>
                  </a:lnTo>
                  <a:lnTo>
                    <a:pt x="139" y="560"/>
                  </a:lnTo>
                  <a:lnTo>
                    <a:pt x="140" y="548"/>
                  </a:lnTo>
                  <a:lnTo>
                    <a:pt x="140" y="540"/>
                  </a:lnTo>
                  <a:lnTo>
                    <a:pt x="140" y="536"/>
                  </a:lnTo>
                  <a:lnTo>
                    <a:pt x="139" y="532"/>
                  </a:lnTo>
                  <a:lnTo>
                    <a:pt x="139" y="529"/>
                  </a:lnTo>
                  <a:lnTo>
                    <a:pt x="139" y="525"/>
                  </a:lnTo>
                  <a:lnTo>
                    <a:pt x="137" y="521"/>
                  </a:lnTo>
                  <a:lnTo>
                    <a:pt x="137" y="517"/>
                  </a:lnTo>
                  <a:lnTo>
                    <a:pt x="137" y="514"/>
                  </a:lnTo>
                  <a:lnTo>
                    <a:pt x="136" y="510"/>
                  </a:lnTo>
                  <a:lnTo>
                    <a:pt x="221" y="509"/>
                  </a:lnTo>
                  <a:lnTo>
                    <a:pt x="221" y="356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0" name="Freeform 36">
              <a:extLst>
                <a:ext uri="{FF2B5EF4-FFF2-40B4-BE49-F238E27FC236}">
                  <a16:creationId xmlns:a16="http://schemas.microsoft.com/office/drawing/2014/main" id="{56058E2C-0A57-D0D9-B8E0-76B93074F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6" y="3359"/>
              <a:ext cx="42" cy="34"/>
            </a:xfrm>
            <a:custGeom>
              <a:avLst/>
              <a:gdLst>
                <a:gd name="T0" fmla="*/ 3 w 42"/>
                <a:gd name="T1" fmla="*/ 19 h 34"/>
                <a:gd name="T2" fmla="*/ 3 w 42"/>
                <a:gd name="T3" fmla="*/ 19 h 34"/>
                <a:gd name="T4" fmla="*/ 3 w 42"/>
                <a:gd name="T5" fmla="*/ 19 h 34"/>
                <a:gd name="T6" fmla="*/ 9 w 42"/>
                <a:gd name="T7" fmla="*/ 0 h 34"/>
                <a:gd name="T8" fmla="*/ 9 w 42"/>
                <a:gd name="T9" fmla="*/ 1 h 34"/>
                <a:gd name="T10" fmla="*/ 11 w 42"/>
                <a:gd name="T11" fmla="*/ 2 h 34"/>
                <a:gd name="T12" fmla="*/ 11 w 42"/>
                <a:gd name="T13" fmla="*/ 3 h 34"/>
                <a:gd name="T14" fmla="*/ 12 w 42"/>
                <a:gd name="T15" fmla="*/ 3 h 34"/>
                <a:gd name="T16" fmla="*/ 12 w 42"/>
                <a:gd name="T17" fmla="*/ 4 h 34"/>
                <a:gd name="T18" fmla="*/ 12 w 42"/>
                <a:gd name="T19" fmla="*/ 4 h 34"/>
                <a:gd name="T20" fmla="*/ 13 w 42"/>
                <a:gd name="T21" fmla="*/ 4 h 34"/>
                <a:gd name="T22" fmla="*/ 13 w 42"/>
                <a:gd name="T23" fmla="*/ 6 h 34"/>
                <a:gd name="T24" fmla="*/ 14 w 42"/>
                <a:gd name="T25" fmla="*/ 6 h 34"/>
                <a:gd name="T26" fmla="*/ 18 w 42"/>
                <a:gd name="T27" fmla="*/ 7 h 34"/>
                <a:gd name="T28" fmla="*/ 23 w 42"/>
                <a:gd name="T29" fmla="*/ 9 h 34"/>
                <a:gd name="T30" fmla="*/ 28 w 42"/>
                <a:gd name="T31" fmla="*/ 12 h 34"/>
                <a:gd name="T32" fmla="*/ 34 w 42"/>
                <a:gd name="T33" fmla="*/ 15 h 34"/>
                <a:gd name="T34" fmla="*/ 38 w 42"/>
                <a:gd name="T35" fmla="*/ 19 h 34"/>
                <a:gd name="T36" fmla="*/ 41 w 42"/>
                <a:gd name="T37" fmla="*/ 24 h 34"/>
                <a:gd name="T38" fmla="*/ 41 w 42"/>
                <a:gd name="T39" fmla="*/ 30 h 34"/>
                <a:gd name="T40" fmla="*/ 41 w 42"/>
                <a:gd name="T41" fmla="*/ 30 h 34"/>
                <a:gd name="T42" fmla="*/ 41 w 42"/>
                <a:gd name="T43" fmla="*/ 31 h 34"/>
                <a:gd name="T44" fmla="*/ 41 w 42"/>
                <a:gd name="T45" fmla="*/ 31 h 34"/>
                <a:gd name="T46" fmla="*/ 39 w 42"/>
                <a:gd name="T47" fmla="*/ 31 h 34"/>
                <a:gd name="T48" fmla="*/ 39 w 42"/>
                <a:gd name="T49" fmla="*/ 31 h 34"/>
                <a:gd name="T50" fmla="*/ 39 w 42"/>
                <a:gd name="T51" fmla="*/ 33 h 34"/>
                <a:gd name="T52" fmla="*/ 39 w 42"/>
                <a:gd name="T53" fmla="*/ 33 h 34"/>
                <a:gd name="T54" fmla="*/ 39 w 42"/>
                <a:gd name="T55" fmla="*/ 33 h 34"/>
                <a:gd name="T56" fmla="*/ 33 w 42"/>
                <a:gd name="T57" fmla="*/ 30 h 34"/>
                <a:gd name="T58" fmla="*/ 26 w 42"/>
                <a:gd name="T59" fmla="*/ 28 h 34"/>
                <a:gd name="T60" fmla="*/ 21 w 42"/>
                <a:gd name="T61" fmla="*/ 25 h 34"/>
                <a:gd name="T62" fmla="*/ 14 w 42"/>
                <a:gd name="T63" fmla="*/ 23 h 34"/>
                <a:gd name="T64" fmla="*/ 11 w 42"/>
                <a:gd name="T65" fmla="*/ 22 h 34"/>
                <a:gd name="T66" fmla="*/ 7 w 42"/>
                <a:gd name="T67" fmla="*/ 20 h 34"/>
                <a:gd name="T68" fmla="*/ 4 w 42"/>
                <a:gd name="T69" fmla="*/ 20 h 34"/>
                <a:gd name="T70" fmla="*/ 3 w 42"/>
                <a:gd name="T71" fmla="*/ 19 h 34"/>
                <a:gd name="T72" fmla="*/ 0 w 42"/>
                <a:gd name="T73" fmla="*/ 22 h 34"/>
                <a:gd name="T74" fmla="*/ 1 w 42"/>
                <a:gd name="T75" fmla="*/ 22 h 34"/>
                <a:gd name="T76" fmla="*/ 1 w 42"/>
                <a:gd name="T77" fmla="*/ 22 h 34"/>
                <a:gd name="T78" fmla="*/ 1 w 42"/>
                <a:gd name="T79" fmla="*/ 22 h 34"/>
                <a:gd name="T80" fmla="*/ 0 w 42"/>
                <a:gd name="T81" fmla="*/ 22 h 34"/>
                <a:gd name="T82" fmla="*/ 0 w 42"/>
                <a:gd name="T83" fmla="*/ 22 h 34"/>
                <a:gd name="T84" fmla="*/ 0 w 42"/>
                <a:gd name="T85" fmla="*/ 22 h 34"/>
                <a:gd name="T86" fmla="*/ 0 w 42"/>
                <a:gd name="T87" fmla="*/ 22 h 34"/>
                <a:gd name="T88" fmla="*/ 0 w 42"/>
                <a:gd name="T89" fmla="*/ 22 h 34"/>
                <a:gd name="T90" fmla="*/ 0 w 42"/>
                <a:gd name="T91" fmla="*/ 22 h 34"/>
                <a:gd name="T92" fmla="*/ 3 w 42"/>
                <a:gd name="T93" fmla="*/ 19 h 34"/>
                <a:gd name="T94" fmla="*/ 2 w 42"/>
                <a:gd name="T95" fmla="*/ 20 h 34"/>
                <a:gd name="T96" fmla="*/ 3 w 42"/>
                <a:gd name="T97" fmla="*/ 20 h 34"/>
                <a:gd name="T98" fmla="*/ 3 w 42"/>
                <a:gd name="T99" fmla="*/ 20 h 34"/>
                <a:gd name="T100" fmla="*/ 3 w 42"/>
                <a:gd name="T101" fmla="*/ 20 h 34"/>
                <a:gd name="T102" fmla="*/ 3 w 42"/>
                <a:gd name="T103" fmla="*/ 20 h 34"/>
                <a:gd name="T104" fmla="*/ 3 w 42"/>
                <a:gd name="T105" fmla="*/ 20 h 34"/>
                <a:gd name="T106" fmla="*/ 2 w 42"/>
                <a:gd name="T107" fmla="*/ 20 h 34"/>
                <a:gd name="T108" fmla="*/ 2 w 42"/>
                <a:gd name="T109" fmla="*/ 20 h 34"/>
                <a:gd name="T110" fmla="*/ 2 w 42"/>
                <a:gd name="T111" fmla="*/ 20 h 34"/>
                <a:gd name="T112" fmla="*/ 2 w 42"/>
                <a:gd name="T113" fmla="*/ 20 h 34"/>
                <a:gd name="T114" fmla="*/ 3 w 42"/>
                <a:gd name="T115" fmla="*/ 19 h 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42"/>
                <a:gd name="T175" fmla="*/ 0 h 34"/>
                <a:gd name="T176" fmla="*/ 42 w 42"/>
                <a:gd name="T177" fmla="*/ 34 h 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42" h="34">
                  <a:moveTo>
                    <a:pt x="3" y="19"/>
                  </a:moveTo>
                  <a:lnTo>
                    <a:pt x="3" y="19"/>
                  </a:lnTo>
                  <a:lnTo>
                    <a:pt x="9" y="0"/>
                  </a:lnTo>
                  <a:lnTo>
                    <a:pt x="9" y="1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8" y="7"/>
                  </a:lnTo>
                  <a:lnTo>
                    <a:pt x="23" y="9"/>
                  </a:lnTo>
                  <a:lnTo>
                    <a:pt x="28" y="12"/>
                  </a:lnTo>
                  <a:lnTo>
                    <a:pt x="34" y="15"/>
                  </a:lnTo>
                  <a:lnTo>
                    <a:pt x="38" y="19"/>
                  </a:lnTo>
                  <a:lnTo>
                    <a:pt x="41" y="24"/>
                  </a:lnTo>
                  <a:lnTo>
                    <a:pt x="41" y="30"/>
                  </a:lnTo>
                  <a:lnTo>
                    <a:pt x="41" y="31"/>
                  </a:lnTo>
                  <a:lnTo>
                    <a:pt x="39" y="31"/>
                  </a:lnTo>
                  <a:lnTo>
                    <a:pt x="39" y="33"/>
                  </a:lnTo>
                  <a:lnTo>
                    <a:pt x="33" y="30"/>
                  </a:lnTo>
                  <a:lnTo>
                    <a:pt x="26" y="28"/>
                  </a:lnTo>
                  <a:lnTo>
                    <a:pt x="21" y="25"/>
                  </a:lnTo>
                  <a:lnTo>
                    <a:pt x="14" y="23"/>
                  </a:lnTo>
                  <a:lnTo>
                    <a:pt x="11" y="22"/>
                  </a:lnTo>
                  <a:lnTo>
                    <a:pt x="7" y="20"/>
                  </a:lnTo>
                  <a:lnTo>
                    <a:pt x="4" y="20"/>
                  </a:lnTo>
                  <a:lnTo>
                    <a:pt x="3" y="19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0" y="22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3" y="20"/>
                  </a:lnTo>
                  <a:lnTo>
                    <a:pt x="2" y="20"/>
                  </a:lnTo>
                  <a:lnTo>
                    <a:pt x="3" y="19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1" name="Freeform 37">
              <a:extLst>
                <a:ext uri="{FF2B5EF4-FFF2-40B4-BE49-F238E27FC236}">
                  <a16:creationId xmlns:a16="http://schemas.microsoft.com/office/drawing/2014/main" id="{D169DD0C-151D-2652-CF9B-D333C08AC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3445"/>
              <a:ext cx="20" cy="21"/>
            </a:xfrm>
            <a:custGeom>
              <a:avLst/>
              <a:gdLst>
                <a:gd name="T0" fmla="*/ 3 w 20"/>
                <a:gd name="T1" fmla="*/ 0 h 21"/>
                <a:gd name="T2" fmla="*/ 6 w 20"/>
                <a:gd name="T3" fmla="*/ 2 h 21"/>
                <a:gd name="T4" fmla="*/ 7 w 20"/>
                <a:gd name="T5" fmla="*/ 4 h 21"/>
                <a:gd name="T6" fmla="*/ 8 w 20"/>
                <a:gd name="T7" fmla="*/ 8 h 21"/>
                <a:gd name="T8" fmla="*/ 11 w 20"/>
                <a:gd name="T9" fmla="*/ 10 h 21"/>
                <a:gd name="T10" fmla="*/ 13 w 20"/>
                <a:gd name="T11" fmla="*/ 12 h 21"/>
                <a:gd name="T12" fmla="*/ 15 w 20"/>
                <a:gd name="T13" fmla="*/ 16 h 21"/>
                <a:gd name="T14" fmla="*/ 16 w 20"/>
                <a:gd name="T15" fmla="*/ 18 h 21"/>
                <a:gd name="T16" fmla="*/ 19 w 20"/>
                <a:gd name="T17" fmla="*/ 20 h 21"/>
                <a:gd name="T18" fmla="*/ 1 w 20"/>
                <a:gd name="T19" fmla="*/ 18 h 21"/>
                <a:gd name="T20" fmla="*/ 0 w 20"/>
                <a:gd name="T21" fmla="*/ 4 h 21"/>
                <a:gd name="T22" fmla="*/ 3 w 20"/>
                <a:gd name="T23" fmla="*/ 0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"/>
                <a:gd name="T37" fmla="*/ 0 h 21"/>
                <a:gd name="T38" fmla="*/ 20 w 20"/>
                <a:gd name="T39" fmla="*/ 21 h 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" h="21">
                  <a:moveTo>
                    <a:pt x="3" y="0"/>
                  </a:moveTo>
                  <a:lnTo>
                    <a:pt x="6" y="2"/>
                  </a:lnTo>
                  <a:lnTo>
                    <a:pt x="7" y="4"/>
                  </a:lnTo>
                  <a:lnTo>
                    <a:pt x="8" y="8"/>
                  </a:lnTo>
                  <a:lnTo>
                    <a:pt x="11" y="10"/>
                  </a:lnTo>
                  <a:lnTo>
                    <a:pt x="13" y="12"/>
                  </a:lnTo>
                  <a:lnTo>
                    <a:pt x="15" y="16"/>
                  </a:lnTo>
                  <a:lnTo>
                    <a:pt x="16" y="18"/>
                  </a:lnTo>
                  <a:lnTo>
                    <a:pt x="19" y="20"/>
                  </a:lnTo>
                  <a:lnTo>
                    <a:pt x="1" y="18"/>
                  </a:lnTo>
                  <a:lnTo>
                    <a:pt x="0" y="4"/>
                  </a:lnTo>
                  <a:lnTo>
                    <a:pt x="3" y="0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2" name="Freeform 38">
              <a:extLst>
                <a:ext uri="{FF2B5EF4-FFF2-40B4-BE49-F238E27FC236}">
                  <a16:creationId xmlns:a16="http://schemas.microsoft.com/office/drawing/2014/main" id="{60C8A6AB-63E7-D6A7-2560-C38DD308D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3024"/>
              <a:ext cx="223" cy="731"/>
            </a:xfrm>
            <a:custGeom>
              <a:avLst/>
              <a:gdLst>
                <a:gd name="T0" fmla="*/ 40 w 223"/>
                <a:gd name="T1" fmla="*/ 411 h 731"/>
                <a:gd name="T2" fmla="*/ 19 w 223"/>
                <a:gd name="T3" fmla="*/ 302 h 731"/>
                <a:gd name="T4" fmla="*/ 0 w 223"/>
                <a:gd name="T5" fmla="*/ 247 h 731"/>
                <a:gd name="T6" fmla="*/ 4 w 223"/>
                <a:gd name="T7" fmla="*/ 226 h 731"/>
                <a:gd name="T8" fmla="*/ 13 w 223"/>
                <a:gd name="T9" fmla="*/ 194 h 731"/>
                <a:gd name="T10" fmla="*/ 24 w 223"/>
                <a:gd name="T11" fmla="*/ 164 h 731"/>
                <a:gd name="T12" fmla="*/ 38 w 223"/>
                <a:gd name="T13" fmla="*/ 146 h 731"/>
                <a:gd name="T14" fmla="*/ 58 w 223"/>
                <a:gd name="T15" fmla="*/ 130 h 731"/>
                <a:gd name="T16" fmla="*/ 79 w 223"/>
                <a:gd name="T17" fmla="*/ 115 h 731"/>
                <a:gd name="T18" fmla="*/ 94 w 223"/>
                <a:gd name="T19" fmla="*/ 106 h 731"/>
                <a:gd name="T20" fmla="*/ 94 w 223"/>
                <a:gd name="T21" fmla="*/ 86 h 731"/>
                <a:gd name="T22" fmla="*/ 83 w 223"/>
                <a:gd name="T23" fmla="*/ 64 h 731"/>
                <a:gd name="T24" fmla="*/ 81 w 223"/>
                <a:gd name="T25" fmla="*/ 55 h 731"/>
                <a:gd name="T26" fmla="*/ 81 w 223"/>
                <a:gd name="T27" fmla="*/ 43 h 731"/>
                <a:gd name="T28" fmla="*/ 84 w 223"/>
                <a:gd name="T29" fmla="*/ 28 h 731"/>
                <a:gd name="T30" fmla="*/ 91 w 223"/>
                <a:gd name="T31" fmla="*/ 17 h 731"/>
                <a:gd name="T32" fmla="*/ 95 w 223"/>
                <a:gd name="T33" fmla="*/ 8 h 731"/>
                <a:gd name="T34" fmla="*/ 100 w 223"/>
                <a:gd name="T35" fmla="*/ 3 h 731"/>
                <a:gd name="T36" fmla="*/ 112 w 223"/>
                <a:gd name="T37" fmla="*/ 1 h 731"/>
                <a:gd name="T38" fmla="*/ 133 w 223"/>
                <a:gd name="T39" fmla="*/ 1 h 731"/>
                <a:gd name="T40" fmla="*/ 145 w 223"/>
                <a:gd name="T41" fmla="*/ 2 h 731"/>
                <a:gd name="T42" fmla="*/ 148 w 223"/>
                <a:gd name="T43" fmla="*/ 6 h 731"/>
                <a:gd name="T44" fmla="*/ 153 w 223"/>
                <a:gd name="T45" fmla="*/ 12 h 731"/>
                <a:gd name="T46" fmla="*/ 162 w 223"/>
                <a:gd name="T47" fmla="*/ 21 h 731"/>
                <a:gd name="T48" fmla="*/ 164 w 223"/>
                <a:gd name="T49" fmla="*/ 34 h 731"/>
                <a:gd name="T50" fmla="*/ 163 w 223"/>
                <a:gd name="T51" fmla="*/ 49 h 731"/>
                <a:gd name="T52" fmla="*/ 161 w 223"/>
                <a:gd name="T53" fmla="*/ 59 h 731"/>
                <a:gd name="T54" fmla="*/ 146 w 223"/>
                <a:gd name="T55" fmla="*/ 92 h 731"/>
                <a:gd name="T56" fmla="*/ 147 w 223"/>
                <a:gd name="T57" fmla="*/ 106 h 731"/>
                <a:gd name="T58" fmla="*/ 163 w 223"/>
                <a:gd name="T59" fmla="*/ 117 h 731"/>
                <a:gd name="T60" fmla="*/ 186 w 223"/>
                <a:gd name="T61" fmla="*/ 132 h 731"/>
                <a:gd name="T62" fmla="*/ 203 w 223"/>
                <a:gd name="T63" fmla="*/ 146 h 731"/>
                <a:gd name="T64" fmla="*/ 205 w 223"/>
                <a:gd name="T65" fmla="*/ 157 h 731"/>
                <a:gd name="T66" fmla="*/ 209 w 223"/>
                <a:gd name="T67" fmla="*/ 189 h 731"/>
                <a:gd name="T68" fmla="*/ 214 w 223"/>
                <a:gd name="T69" fmla="*/ 233 h 731"/>
                <a:gd name="T70" fmla="*/ 219 w 223"/>
                <a:gd name="T71" fmla="*/ 268 h 731"/>
                <a:gd name="T72" fmla="*/ 219 w 223"/>
                <a:gd name="T73" fmla="*/ 286 h 731"/>
                <a:gd name="T74" fmla="*/ 220 w 223"/>
                <a:gd name="T75" fmla="*/ 316 h 731"/>
                <a:gd name="T76" fmla="*/ 222 w 223"/>
                <a:gd name="T77" fmla="*/ 354 h 731"/>
                <a:gd name="T78" fmla="*/ 220 w 223"/>
                <a:gd name="T79" fmla="*/ 390 h 731"/>
                <a:gd name="T80" fmla="*/ 217 w 223"/>
                <a:gd name="T81" fmla="*/ 407 h 731"/>
                <a:gd name="T82" fmla="*/ 209 w 223"/>
                <a:gd name="T83" fmla="*/ 411 h 731"/>
                <a:gd name="T84" fmla="*/ 202 w 223"/>
                <a:gd name="T85" fmla="*/ 412 h 731"/>
                <a:gd name="T86" fmla="*/ 195 w 223"/>
                <a:gd name="T87" fmla="*/ 412 h 731"/>
                <a:gd name="T88" fmla="*/ 198 w 223"/>
                <a:gd name="T89" fmla="*/ 401 h 731"/>
                <a:gd name="T90" fmla="*/ 188 w 223"/>
                <a:gd name="T91" fmla="*/ 404 h 731"/>
                <a:gd name="T92" fmla="*/ 190 w 223"/>
                <a:gd name="T93" fmla="*/ 532 h 731"/>
                <a:gd name="T94" fmla="*/ 195 w 223"/>
                <a:gd name="T95" fmla="*/ 672 h 731"/>
                <a:gd name="T96" fmla="*/ 164 w 223"/>
                <a:gd name="T97" fmla="*/ 690 h 731"/>
                <a:gd name="T98" fmla="*/ 119 w 223"/>
                <a:gd name="T99" fmla="*/ 692 h 731"/>
                <a:gd name="T100" fmla="*/ 112 w 223"/>
                <a:gd name="T101" fmla="*/ 702 h 731"/>
                <a:gd name="T102" fmla="*/ 104 w 223"/>
                <a:gd name="T103" fmla="*/ 716 h 731"/>
                <a:gd name="T104" fmla="*/ 93 w 223"/>
                <a:gd name="T105" fmla="*/ 726 h 731"/>
                <a:gd name="T106" fmla="*/ 84 w 223"/>
                <a:gd name="T107" fmla="*/ 730 h 731"/>
                <a:gd name="T108" fmla="*/ 75 w 223"/>
                <a:gd name="T109" fmla="*/ 728 h 731"/>
                <a:gd name="T110" fmla="*/ 66 w 223"/>
                <a:gd name="T111" fmla="*/ 727 h 731"/>
                <a:gd name="T112" fmla="*/ 60 w 223"/>
                <a:gd name="T113" fmla="*/ 725 h 731"/>
                <a:gd name="T114" fmla="*/ 68 w 223"/>
                <a:gd name="T115" fmla="*/ 699 h 731"/>
                <a:gd name="T116" fmla="*/ 54 w 223"/>
                <a:gd name="T117" fmla="*/ 542 h 731"/>
                <a:gd name="T118" fmla="*/ 44 w 223"/>
                <a:gd name="T119" fmla="*/ 378 h 73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3"/>
                <a:gd name="T181" fmla="*/ 0 h 731"/>
                <a:gd name="T182" fmla="*/ 223 w 223"/>
                <a:gd name="T183" fmla="*/ 731 h 73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3" h="731">
                  <a:moveTo>
                    <a:pt x="44" y="378"/>
                  </a:moveTo>
                  <a:lnTo>
                    <a:pt x="40" y="411"/>
                  </a:lnTo>
                  <a:lnTo>
                    <a:pt x="12" y="371"/>
                  </a:lnTo>
                  <a:lnTo>
                    <a:pt x="19" y="302"/>
                  </a:lnTo>
                  <a:lnTo>
                    <a:pt x="0" y="251"/>
                  </a:lnTo>
                  <a:lnTo>
                    <a:pt x="0" y="247"/>
                  </a:lnTo>
                  <a:lnTo>
                    <a:pt x="2" y="239"/>
                  </a:lnTo>
                  <a:lnTo>
                    <a:pt x="4" y="226"/>
                  </a:lnTo>
                  <a:lnTo>
                    <a:pt x="8" y="210"/>
                  </a:lnTo>
                  <a:lnTo>
                    <a:pt x="13" y="194"/>
                  </a:lnTo>
                  <a:lnTo>
                    <a:pt x="18" y="178"/>
                  </a:lnTo>
                  <a:lnTo>
                    <a:pt x="24" y="164"/>
                  </a:lnTo>
                  <a:lnTo>
                    <a:pt x="31" y="154"/>
                  </a:lnTo>
                  <a:lnTo>
                    <a:pt x="38" y="146"/>
                  </a:lnTo>
                  <a:lnTo>
                    <a:pt x="48" y="137"/>
                  </a:lnTo>
                  <a:lnTo>
                    <a:pt x="58" y="130"/>
                  </a:lnTo>
                  <a:lnTo>
                    <a:pt x="69" y="121"/>
                  </a:lnTo>
                  <a:lnTo>
                    <a:pt x="79" y="115"/>
                  </a:lnTo>
                  <a:lnTo>
                    <a:pt x="88" y="110"/>
                  </a:lnTo>
                  <a:lnTo>
                    <a:pt x="94" y="106"/>
                  </a:lnTo>
                  <a:lnTo>
                    <a:pt x="96" y="105"/>
                  </a:lnTo>
                  <a:lnTo>
                    <a:pt x="94" y="86"/>
                  </a:lnTo>
                  <a:lnTo>
                    <a:pt x="84" y="65"/>
                  </a:lnTo>
                  <a:lnTo>
                    <a:pt x="83" y="64"/>
                  </a:lnTo>
                  <a:lnTo>
                    <a:pt x="83" y="60"/>
                  </a:lnTo>
                  <a:lnTo>
                    <a:pt x="81" y="55"/>
                  </a:lnTo>
                  <a:lnTo>
                    <a:pt x="81" y="49"/>
                  </a:lnTo>
                  <a:lnTo>
                    <a:pt x="81" y="43"/>
                  </a:lnTo>
                  <a:lnTo>
                    <a:pt x="81" y="35"/>
                  </a:lnTo>
                  <a:lnTo>
                    <a:pt x="84" y="28"/>
                  </a:lnTo>
                  <a:lnTo>
                    <a:pt x="88" y="22"/>
                  </a:lnTo>
                  <a:lnTo>
                    <a:pt x="91" y="17"/>
                  </a:lnTo>
                  <a:lnTo>
                    <a:pt x="94" y="12"/>
                  </a:lnTo>
                  <a:lnTo>
                    <a:pt x="95" y="8"/>
                  </a:lnTo>
                  <a:lnTo>
                    <a:pt x="97" y="6"/>
                  </a:lnTo>
                  <a:lnTo>
                    <a:pt x="100" y="3"/>
                  </a:lnTo>
                  <a:lnTo>
                    <a:pt x="105" y="1"/>
                  </a:lnTo>
                  <a:lnTo>
                    <a:pt x="112" y="1"/>
                  </a:lnTo>
                  <a:lnTo>
                    <a:pt x="122" y="0"/>
                  </a:lnTo>
                  <a:lnTo>
                    <a:pt x="133" y="1"/>
                  </a:lnTo>
                  <a:lnTo>
                    <a:pt x="141" y="1"/>
                  </a:lnTo>
                  <a:lnTo>
                    <a:pt x="145" y="2"/>
                  </a:lnTo>
                  <a:lnTo>
                    <a:pt x="147" y="3"/>
                  </a:lnTo>
                  <a:lnTo>
                    <a:pt x="148" y="6"/>
                  </a:lnTo>
                  <a:lnTo>
                    <a:pt x="151" y="8"/>
                  </a:lnTo>
                  <a:lnTo>
                    <a:pt x="153" y="12"/>
                  </a:lnTo>
                  <a:lnTo>
                    <a:pt x="158" y="16"/>
                  </a:lnTo>
                  <a:lnTo>
                    <a:pt x="162" y="21"/>
                  </a:lnTo>
                  <a:lnTo>
                    <a:pt x="164" y="27"/>
                  </a:lnTo>
                  <a:lnTo>
                    <a:pt x="164" y="34"/>
                  </a:lnTo>
                  <a:lnTo>
                    <a:pt x="164" y="42"/>
                  </a:lnTo>
                  <a:lnTo>
                    <a:pt x="163" y="49"/>
                  </a:lnTo>
                  <a:lnTo>
                    <a:pt x="162" y="55"/>
                  </a:lnTo>
                  <a:lnTo>
                    <a:pt x="161" y="59"/>
                  </a:lnTo>
                  <a:lnTo>
                    <a:pt x="161" y="60"/>
                  </a:lnTo>
                  <a:lnTo>
                    <a:pt x="146" y="92"/>
                  </a:lnTo>
                  <a:lnTo>
                    <a:pt x="145" y="105"/>
                  </a:lnTo>
                  <a:lnTo>
                    <a:pt x="147" y="106"/>
                  </a:lnTo>
                  <a:lnTo>
                    <a:pt x="153" y="111"/>
                  </a:lnTo>
                  <a:lnTo>
                    <a:pt x="163" y="117"/>
                  </a:lnTo>
                  <a:lnTo>
                    <a:pt x="174" y="125"/>
                  </a:lnTo>
                  <a:lnTo>
                    <a:pt x="186" y="132"/>
                  </a:lnTo>
                  <a:lnTo>
                    <a:pt x="195" y="140"/>
                  </a:lnTo>
                  <a:lnTo>
                    <a:pt x="203" y="146"/>
                  </a:lnTo>
                  <a:lnTo>
                    <a:pt x="205" y="149"/>
                  </a:lnTo>
                  <a:lnTo>
                    <a:pt x="205" y="157"/>
                  </a:lnTo>
                  <a:lnTo>
                    <a:pt x="207" y="171"/>
                  </a:lnTo>
                  <a:lnTo>
                    <a:pt x="209" y="189"/>
                  </a:lnTo>
                  <a:lnTo>
                    <a:pt x="212" y="211"/>
                  </a:lnTo>
                  <a:lnTo>
                    <a:pt x="214" y="233"/>
                  </a:lnTo>
                  <a:lnTo>
                    <a:pt x="217" y="252"/>
                  </a:lnTo>
                  <a:lnTo>
                    <a:pt x="219" y="268"/>
                  </a:lnTo>
                  <a:lnTo>
                    <a:pt x="219" y="278"/>
                  </a:lnTo>
                  <a:lnTo>
                    <a:pt x="219" y="286"/>
                  </a:lnTo>
                  <a:lnTo>
                    <a:pt x="220" y="298"/>
                  </a:lnTo>
                  <a:lnTo>
                    <a:pt x="220" y="316"/>
                  </a:lnTo>
                  <a:lnTo>
                    <a:pt x="222" y="334"/>
                  </a:lnTo>
                  <a:lnTo>
                    <a:pt x="222" y="354"/>
                  </a:lnTo>
                  <a:lnTo>
                    <a:pt x="222" y="374"/>
                  </a:lnTo>
                  <a:lnTo>
                    <a:pt x="220" y="390"/>
                  </a:lnTo>
                  <a:lnTo>
                    <a:pt x="218" y="402"/>
                  </a:lnTo>
                  <a:lnTo>
                    <a:pt x="217" y="407"/>
                  </a:lnTo>
                  <a:lnTo>
                    <a:pt x="213" y="410"/>
                  </a:lnTo>
                  <a:lnTo>
                    <a:pt x="209" y="411"/>
                  </a:lnTo>
                  <a:lnTo>
                    <a:pt x="205" y="412"/>
                  </a:lnTo>
                  <a:lnTo>
                    <a:pt x="202" y="412"/>
                  </a:lnTo>
                  <a:lnTo>
                    <a:pt x="198" y="412"/>
                  </a:lnTo>
                  <a:lnTo>
                    <a:pt x="195" y="412"/>
                  </a:lnTo>
                  <a:lnTo>
                    <a:pt x="198" y="401"/>
                  </a:lnTo>
                  <a:lnTo>
                    <a:pt x="207" y="394"/>
                  </a:lnTo>
                  <a:lnTo>
                    <a:pt x="188" y="404"/>
                  </a:lnTo>
                  <a:lnTo>
                    <a:pt x="193" y="501"/>
                  </a:lnTo>
                  <a:lnTo>
                    <a:pt x="190" y="532"/>
                  </a:lnTo>
                  <a:lnTo>
                    <a:pt x="163" y="645"/>
                  </a:lnTo>
                  <a:lnTo>
                    <a:pt x="195" y="672"/>
                  </a:lnTo>
                  <a:lnTo>
                    <a:pt x="200" y="691"/>
                  </a:lnTo>
                  <a:lnTo>
                    <a:pt x="164" y="690"/>
                  </a:lnTo>
                  <a:lnTo>
                    <a:pt x="120" y="691"/>
                  </a:lnTo>
                  <a:lnTo>
                    <a:pt x="119" y="692"/>
                  </a:lnTo>
                  <a:lnTo>
                    <a:pt x="116" y="696"/>
                  </a:lnTo>
                  <a:lnTo>
                    <a:pt x="112" y="702"/>
                  </a:lnTo>
                  <a:lnTo>
                    <a:pt x="109" y="708"/>
                  </a:lnTo>
                  <a:lnTo>
                    <a:pt x="104" y="716"/>
                  </a:lnTo>
                  <a:lnTo>
                    <a:pt x="97" y="722"/>
                  </a:lnTo>
                  <a:lnTo>
                    <a:pt x="93" y="726"/>
                  </a:lnTo>
                  <a:lnTo>
                    <a:pt x="89" y="728"/>
                  </a:lnTo>
                  <a:lnTo>
                    <a:pt x="84" y="730"/>
                  </a:lnTo>
                  <a:lnTo>
                    <a:pt x="79" y="730"/>
                  </a:lnTo>
                  <a:lnTo>
                    <a:pt x="75" y="728"/>
                  </a:lnTo>
                  <a:lnTo>
                    <a:pt x="70" y="727"/>
                  </a:lnTo>
                  <a:lnTo>
                    <a:pt x="66" y="727"/>
                  </a:lnTo>
                  <a:lnTo>
                    <a:pt x="63" y="726"/>
                  </a:lnTo>
                  <a:lnTo>
                    <a:pt x="60" y="725"/>
                  </a:lnTo>
                  <a:lnTo>
                    <a:pt x="68" y="699"/>
                  </a:lnTo>
                  <a:lnTo>
                    <a:pt x="80" y="669"/>
                  </a:lnTo>
                  <a:lnTo>
                    <a:pt x="54" y="542"/>
                  </a:lnTo>
                  <a:lnTo>
                    <a:pt x="48" y="422"/>
                  </a:lnTo>
                  <a:lnTo>
                    <a:pt x="44" y="378"/>
                  </a:lnTo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3" name="Freeform 39">
              <a:extLst>
                <a:ext uri="{FF2B5EF4-FFF2-40B4-BE49-F238E27FC236}">
                  <a16:creationId xmlns:a16="http://schemas.microsoft.com/office/drawing/2014/main" id="{AF5872F3-93A1-6152-AF3F-299F62696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3019"/>
              <a:ext cx="222" cy="684"/>
            </a:xfrm>
            <a:custGeom>
              <a:avLst/>
              <a:gdLst>
                <a:gd name="T0" fmla="*/ 182 w 222"/>
                <a:gd name="T1" fmla="*/ 350 h 684"/>
                <a:gd name="T2" fmla="*/ 178 w 222"/>
                <a:gd name="T3" fmla="*/ 339 h 684"/>
                <a:gd name="T4" fmla="*/ 171 w 222"/>
                <a:gd name="T5" fmla="*/ 298 h 684"/>
                <a:gd name="T6" fmla="*/ 183 w 222"/>
                <a:gd name="T7" fmla="*/ 255 h 684"/>
                <a:gd name="T8" fmla="*/ 188 w 222"/>
                <a:gd name="T9" fmla="*/ 228 h 684"/>
                <a:gd name="T10" fmla="*/ 180 w 222"/>
                <a:gd name="T11" fmla="*/ 162 h 684"/>
                <a:gd name="T12" fmla="*/ 152 w 222"/>
                <a:gd name="T13" fmla="*/ 117 h 684"/>
                <a:gd name="T14" fmla="*/ 135 w 222"/>
                <a:gd name="T15" fmla="*/ 102 h 684"/>
                <a:gd name="T16" fmla="*/ 148 w 222"/>
                <a:gd name="T17" fmla="*/ 85 h 684"/>
                <a:gd name="T18" fmla="*/ 142 w 222"/>
                <a:gd name="T19" fmla="*/ 84 h 684"/>
                <a:gd name="T20" fmla="*/ 131 w 222"/>
                <a:gd name="T21" fmla="*/ 66 h 684"/>
                <a:gd name="T22" fmla="*/ 139 w 222"/>
                <a:gd name="T23" fmla="*/ 38 h 684"/>
                <a:gd name="T24" fmla="*/ 112 w 222"/>
                <a:gd name="T25" fmla="*/ 1 h 684"/>
                <a:gd name="T26" fmla="*/ 79 w 222"/>
                <a:gd name="T27" fmla="*/ 1 h 684"/>
                <a:gd name="T28" fmla="*/ 53 w 222"/>
                <a:gd name="T29" fmla="*/ 11 h 684"/>
                <a:gd name="T30" fmla="*/ 53 w 222"/>
                <a:gd name="T31" fmla="*/ 21 h 684"/>
                <a:gd name="T32" fmla="*/ 53 w 222"/>
                <a:gd name="T33" fmla="*/ 24 h 684"/>
                <a:gd name="T34" fmla="*/ 50 w 222"/>
                <a:gd name="T35" fmla="*/ 34 h 684"/>
                <a:gd name="T36" fmla="*/ 55 w 222"/>
                <a:gd name="T37" fmla="*/ 66 h 684"/>
                <a:gd name="T38" fmla="*/ 52 w 222"/>
                <a:gd name="T39" fmla="*/ 74 h 684"/>
                <a:gd name="T40" fmla="*/ 45 w 222"/>
                <a:gd name="T41" fmla="*/ 81 h 684"/>
                <a:gd name="T42" fmla="*/ 53 w 222"/>
                <a:gd name="T43" fmla="*/ 91 h 684"/>
                <a:gd name="T44" fmla="*/ 60 w 222"/>
                <a:gd name="T45" fmla="*/ 100 h 684"/>
                <a:gd name="T46" fmla="*/ 53 w 222"/>
                <a:gd name="T47" fmla="*/ 109 h 684"/>
                <a:gd name="T48" fmla="*/ 43 w 222"/>
                <a:gd name="T49" fmla="*/ 114 h 684"/>
                <a:gd name="T50" fmla="*/ 34 w 222"/>
                <a:gd name="T51" fmla="*/ 116 h 684"/>
                <a:gd name="T52" fmla="*/ 22 w 222"/>
                <a:gd name="T53" fmla="*/ 131 h 684"/>
                <a:gd name="T54" fmla="*/ 8 w 222"/>
                <a:gd name="T55" fmla="*/ 237 h 684"/>
                <a:gd name="T56" fmla="*/ 7 w 222"/>
                <a:gd name="T57" fmla="*/ 281 h 684"/>
                <a:gd name="T58" fmla="*/ 1 w 222"/>
                <a:gd name="T59" fmla="*/ 308 h 684"/>
                <a:gd name="T60" fmla="*/ 7 w 222"/>
                <a:gd name="T61" fmla="*/ 326 h 684"/>
                <a:gd name="T62" fmla="*/ 9 w 222"/>
                <a:gd name="T63" fmla="*/ 384 h 684"/>
                <a:gd name="T64" fmla="*/ 7 w 222"/>
                <a:gd name="T65" fmla="*/ 436 h 684"/>
                <a:gd name="T66" fmla="*/ 14 w 222"/>
                <a:gd name="T67" fmla="*/ 466 h 684"/>
                <a:gd name="T68" fmla="*/ 19 w 222"/>
                <a:gd name="T69" fmla="*/ 471 h 684"/>
                <a:gd name="T70" fmla="*/ 26 w 222"/>
                <a:gd name="T71" fmla="*/ 526 h 684"/>
                <a:gd name="T72" fmla="*/ 31 w 222"/>
                <a:gd name="T73" fmla="*/ 599 h 684"/>
                <a:gd name="T74" fmla="*/ 22 w 222"/>
                <a:gd name="T75" fmla="*/ 643 h 684"/>
                <a:gd name="T76" fmla="*/ 12 w 222"/>
                <a:gd name="T77" fmla="*/ 666 h 684"/>
                <a:gd name="T78" fmla="*/ 17 w 222"/>
                <a:gd name="T79" fmla="*/ 681 h 684"/>
                <a:gd name="T80" fmla="*/ 37 w 222"/>
                <a:gd name="T81" fmla="*/ 681 h 684"/>
                <a:gd name="T82" fmla="*/ 53 w 222"/>
                <a:gd name="T83" fmla="*/ 654 h 684"/>
                <a:gd name="T84" fmla="*/ 53 w 222"/>
                <a:gd name="T85" fmla="*/ 612 h 684"/>
                <a:gd name="T86" fmla="*/ 57 w 222"/>
                <a:gd name="T87" fmla="*/ 594 h 684"/>
                <a:gd name="T88" fmla="*/ 65 w 222"/>
                <a:gd name="T89" fmla="*/ 551 h 684"/>
                <a:gd name="T90" fmla="*/ 70 w 222"/>
                <a:gd name="T91" fmla="*/ 514 h 684"/>
                <a:gd name="T92" fmla="*/ 70 w 222"/>
                <a:gd name="T93" fmla="*/ 494 h 684"/>
                <a:gd name="T94" fmla="*/ 93 w 222"/>
                <a:gd name="T95" fmla="*/ 510 h 684"/>
                <a:gd name="T96" fmla="*/ 98 w 222"/>
                <a:gd name="T97" fmla="*/ 654 h 684"/>
                <a:gd name="T98" fmla="*/ 101 w 222"/>
                <a:gd name="T99" fmla="*/ 668 h 684"/>
                <a:gd name="T100" fmla="*/ 112 w 222"/>
                <a:gd name="T101" fmla="*/ 681 h 684"/>
                <a:gd name="T102" fmla="*/ 127 w 222"/>
                <a:gd name="T103" fmla="*/ 676 h 684"/>
                <a:gd name="T104" fmla="*/ 136 w 222"/>
                <a:gd name="T105" fmla="*/ 634 h 684"/>
                <a:gd name="T106" fmla="*/ 131 w 222"/>
                <a:gd name="T107" fmla="*/ 593 h 684"/>
                <a:gd name="T108" fmla="*/ 140 w 222"/>
                <a:gd name="T109" fmla="*/ 549 h 684"/>
                <a:gd name="T110" fmla="*/ 139 w 222"/>
                <a:gd name="T111" fmla="*/ 529 h 684"/>
                <a:gd name="T112" fmla="*/ 137 w 222"/>
                <a:gd name="T113" fmla="*/ 514 h 68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2"/>
                <a:gd name="T172" fmla="*/ 0 h 684"/>
                <a:gd name="T173" fmla="*/ 222 w 222"/>
                <a:gd name="T174" fmla="*/ 684 h 68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2" h="684">
                  <a:moveTo>
                    <a:pt x="221" y="356"/>
                  </a:moveTo>
                  <a:lnTo>
                    <a:pt x="183" y="354"/>
                  </a:lnTo>
                  <a:lnTo>
                    <a:pt x="183" y="353"/>
                  </a:lnTo>
                  <a:lnTo>
                    <a:pt x="182" y="350"/>
                  </a:lnTo>
                  <a:lnTo>
                    <a:pt x="182" y="348"/>
                  </a:lnTo>
                  <a:lnTo>
                    <a:pt x="181" y="344"/>
                  </a:lnTo>
                  <a:lnTo>
                    <a:pt x="181" y="342"/>
                  </a:lnTo>
                  <a:lnTo>
                    <a:pt x="178" y="339"/>
                  </a:lnTo>
                  <a:lnTo>
                    <a:pt x="176" y="337"/>
                  </a:lnTo>
                  <a:lnTo>
                    <a:pt x="173" y="335"/>
                  </a:lnTo>
                  <a:lnTo>
                    <a:pt x="168" y="303"/>
                  </a:lnTo>
                  <a:lnTo>
                    <a:pt x="171" y="298"/>
                  </a:lnTo>
                  <a:lnTo>
                    <a:pt x="173" y="290"/>
                  </a:lnTo>
                  <a:lnTo>
                    <a:pt x="177" y="278"/>
                  </a:lnTo>
                  <a:lnTo>
                    <a:pt x="180" y="266"/>
                  </a:lnTo>
                  <a:lnTo>
                    <a:pt x="183" y="255"/>
                  </a:lnTo>
                  <a:lnTo>
                    <a:pt x="186" y="245"/>
                  </a:lnTo>
                  <a:lnTo>
                    <a:pt x="187" y="237"/>
                  </a:lnTo>
                  <a:lnTo>
                    <a:pt x="188" y="234"/>
                  </a:lnTo>
                  <a:lnTo>
                    <a:pt x="188" y="228"/>
                  </a:lnTo>
                  <a:lnTo>
                    <a:pt x="187" y="215"/>
                  </a:lnTo>
                  <a:lnTo>
                    <a:pt x="184" y="199"/>
                  </a:lnTo>
                  <a:lnTo>
                    <a:pt x="182" y="180"/>
                  </a:lnTo>
                  <a:lnTo>
                    <a:pt x="180" y="162"/>
                  </a:lnTo>
                  <a:lnTo>
                    <a:pt x="175" y="145"/>
                  </a:lnTo>
                  <a:lnTo>
                    <a:pt x="170" y="132"/>
                  </a:lnTo>
                  <a:lnTo>
                    <a:pt x="165" y="125"/>
                  </a:lnTo>
                  <a:lnTo>
                    <a:pt x="152" y="117"/>
                  </a:lnTo>
                  <a:lnTo>
                    <a:pt x="144" y="112"/>
                  </a:lnTo>
                  <a:lnTo>
                    <a:pt x="139" y="107"/>
                  </a:lnTo>
                  <a:lnTo>
                    <a:pt x="136" y="105"/>
                  </a:lnTo>
                  <a:lnTo>
                    <a:pt x="135" y="102"/>
                  </a:lnTo>
                  <a:lnTo>
                    <a:pt x="136" y="102"/>
                  </a:lnTo>
                  <a:lnTo>
                    <a:pt x="136" y="101"/>
                  </a:lnTo>
                  <a:lnTo>
                    <a:pt x="137" y="101"/>
                  </a:lnTo>
                  <a:lnTo>
                    <a:pt x="148" y="85"/>
                  </a:lnTo>
                  <a:lnTo>
                    <a:pt x="147" y="85"/>
                  </a:lnTo>
                  <a:lnTo>
                    <a:pt x="146" y="85"/>
                  </a:lnTo>
                  <a:lnTo>
                    <a:pt x="145" y="84"/>
                  </a:lnTo>
                  <a:lnTo>
                    <a:pt x="142" y="84"/>
                  </a:lnTo>
                  <a:lnTo>
                    <a:pt x="140" y="81"/>
                  </a:lnTo>
                  <a:lnTo>
                    <a:pt x="136" y="78"/>
                  </a:lnTo>
                  <a:lnTo>
                    <a:pt x="134" y="73"/>
                  </a:lnTo>
                  <a:lnTo>
                    <a:pt x="131" y="66"/>
                  </a:lnTo>
                  <a:lnTo>
                    <a:pt x="131" y="59"/>
                  </a:lnTo>
                  <a:lnTo>
                    <a:pt x="134" y="52"/>
                  </a:lnTo>
                  <a:lnTo>
                    <a:pt x="136" y="45"/>
                  </a:lnTo>
                  <a:lnTo>
                    <a:pt x="139" y="38"/>
                  </a:lnTo>
                  <a:lnTo>
                    <a:pt x="139" y="29"/>
                  </a:lnTo>
                  <a:lnTo>
                    <a:pt x="135" y="21"/>
                  </a:lnTo>
                  <a:lnTo>
                    <a:pt x="127" y="12"/>
                  </a:lnTo>
                  <a:lnTo>
                    <a:pt x="112" y="1"/>
                  </a:lnTo>
                  <a:lnTo>
                    <a:pt x="108" y="0"/>
                  </a:lnTo>
                  <a:lnTo>
                    <a:pt x="99" y="0"/>
                  </a:lnTo>
                  <a:lnTo>
                    <a:pt x="90" y="0"/>
                  </a:lnTo>
                  <a:lnTo>
                    <a:pt x="79" y="1"/>
                  </a:lnTo>
                  <a:lnTo>
                    <a:pt x="69" y="3"/>
                  </a:lnTo>
                  <a:lnTo>
                    <a:pt x="62" y="4"/>
                  </a:lnTo>
                  <a:lnTo>
                    <a:pt x="55" y="8"/>
                  </a:lnTo>
                  <a:lnTo>
                    <a:pt x="53" y="11"/>
                  </a:lnTo>
                  <a:lnTo>
                    <a:pt x="53" y="13"/>
                  </a:lnTo>
                  <a:lnTo>
                    <a:pt x="53" y="16"/>
                  </a:lnTo>
                  <a:lnTo>
                    <a:pt x="53" y="18"/>
                  </a:lnTo>
                  <a:lnTo>
                    <a:pt x="53" y="21"/>
                  </a:lnTo>
                  <a:lnTo>
                    <a:pt x="53" y="22"/>
                  </a:lnTo>
                  <a:lnTo>
                    <a:pt x="53" y="23"/>
                  </a:lnTo>
                  <a:lnTo>
                    <a:pt x="53" y="24"/>
                  </a:lnTo>
                  <a:lnTo>
                    <a:pt x="52" y="26"/>
                  </a:lnTo>
                  <a:lnTo>
                    <a:pt x="52" y="27"/>
                  </a:lnTo>
                  <a:lnTo>
                    <a:pt x="50" y="30"/>
                  </a:lnTo>
                  <a:lnTo>
                    <a:pt x="50" y="34"/>
                  </a:lnTo>
                  <a:lnTo>
                    <a:pt x="50" y="40"/>
                  </a:lnTo>
                  <a:lnTo>
                    <a:pt x="50" y="48"/>
                  </a:lnTo>
                  <a:lnTo>
                    <a:pt x="53" y="57"/>
                  </a:lnTo>
                  <a:lnTo>
                    <a:pt x="55" y="66"/>
                  </a:lnTo>
                  <a:lnTo>
                    <a:pt x="55" y="71"/>
                  </a:lnTo>
                  <a:lnTo>
                    <a:pt x="55" y="73"/>
                  </a:lnTo>
                  <a:lnTo>
                    <a:pt x="54" y="74"/>
                  </a:lnTo>
                  <a:lnTo>
                    <a:pt x="52" y="74"/>
                  </a:lnTo>
                  <a:lnTo>
                    <a:pt x="49" y="75"/>
                  </a:lnTo>
                  <a:lnTo>
                    <a:pt x="47" y="75"/>
                  </a:lnTo>
                  <a:lnTo>
                    <a:pt x="45" y="78"/>
                  </a:lnTo>
                  <a:lnTo>
                    <a:pt x="45" y="81"/>
                  </a:lnTo>
                  <a:lnTo>
                    <a:pt x="47" y="84"/>
                  </a:lnTo>
                  <a:lnTo>
                    <a:pt x="48" y="86"/>
                  </a:lnTo>
                  <a:lnTo>
                    <a:pt x="50" y="89"/>
                  </a:lnTo>
                  <a:lnTo>
                    <a:pt x="53" y="91"/>
                  </a:lnTo>
                  <a:lnTo>
                    <a:pt x="55" y="94"/>
                  </a:lnTo>
                  <a:lnTo>
                    <a:pt x="58" y="95"/>
                  </a:lnTo>
                  <a:lnTo>
                    <a:pt x="59" y="97"/>
                  </a:lnTo>
                  <a:lnTo>
                    <a:pt x="60" y="100"/>
                  </a:lnTo>
                  <a:lnTo>
                    <a:pt x="60" y="101"/>
                  </a:lnTo>
                  <a:lnTo>
                    <a:pt x="59" y="104"/>
                  </a:lnTo>
                  <a:lnTo>
                    <a:pt x="55" y="106"/>
                  </a:lnTo>
                  <a:lnTo>
                    <a:pt x="53" y="109"/>
                  </a:lnTo>
                  <a:lnTo>
                    <a:pt x="49" y="111"/>
                  </a:lnTo>
                  <a:lnTo>
                    <a:pt x="45" y="112"/>
                  </a:lnTo>
                  <a:lnTo>
                    <a:pt x="43" y="114"/>
                  </a:lnTo>
                  <a:lnTo>
                    <a:pt x="42" y="114"/>
                  </a:lnTo>
                  <a:lnTo>
                    <a:pt x="39" y="114"/>
                  </a:lnTo>
                  <a:lnTo>
                    <a:pt x="37" y="115"/>
                  </a:lnTo>
                  <a:lnTo>
                    <a:pt x="34" y="116"/>
                  </a:lnTo>
                  <a:lnTo>
                    <a:pt x="31" y="117"/>
                  </a:lnTo>
                  <a:lnTo>
                    <a:pt x="27" y="121"/>
                  </a:lnTo>
                  <a:lnTo>
                    <a:pt x="24" y="125"/>
                  </a:lnTo>
                  <a:lnTo>
                    <a:pt x="22" y="131"/>
                  </a:lnTo>
                  <a:lnTo>
                    <a:pt x="11" y="171"/>
                  </a:lnTo>
                  <a:lnTo>
                    <a:pt x="6" y="200"/>
                  </a:lnTo>
                  <a:lnTo>
                    <a:pt x="6" y="221"/>
                  </a:lnTo>
                  <a:lnTo>
                    <a:pt x="8" y="237"/>
                  </a:lnTo>
                  <a:lnTo>
                    <a:pt x="11" y="249"/>
                  </a:lnTo>
                  <a:lnTo>
                    <a:pt x="13" y="259"/>
                  </a:lnTo>
                  <a:lnTo>
                    <a:pt x="12" y="268"/>
                  </a:lnTo>
                  <a:lnTo>
                    <a:pt x="7" y="281"/>
                  </a:lnTo>
                  <a:lnTo>
                    <a:pt x="3" y="290"/>
                  </a:lnTo>
                  <a:lnTo>
                    <a:pt x="1" y="296"/>
                  </a:lnTo>
                  <a:lnTo>
                    <a:pt x="0" y="302"/>
                  </a:lnTo>
                  <a:lnTo>
                    <a:pt x="1" y="308"/>
                  </a:lnTo>
                  <a:lnTo>
                    <a:pt x="1" y="313"/>
                  </a:lnTo>
                  <a:lnTo>
                    <a:pt x="3" y="318"/>
                  </a:lnTo>
                  <a:lnTo>
                    <a:pt x="4" y="322"/>
                  </a:lnTo>
                  <a:lnTo>
                    <a:pt x="7" y="326"/>
                  </a:lnTo>
                  <a:lnTo>
                    <a:pt x="8" y="333"/>
                  </a:lnTo>
                  <a:lnTo>
                    <a:pt x="9" y="347"/>
                  </a:lnTo>
                  <a:lnTo>
                    <a:pt x="9" y="364"/>
                  </a:lnTo>
                  <a:lnTo>
                    <a:pt x="9" y="384"/>
                  </a:lnTo>
                  <a:lnTo>
                    <a:pt x="8" y="404"/>
                  </a:lnTo>
                  <a:lnTo>
                    <a:pt x="8" y="420"/>
                  </a:lnTo>
                  <a:lnTo>
                    <a:pt x="7" y="432"/>
                  </a:lnTo>
                  <a:lnTo>
                    <a:pt x="7" y="436"/>
                  </a:lnTo>
                  <a:lnTo>
                    <a:pt x="8" y="447"/>
                  </a:lnTo>
                  <a:lnTo>
                    <a:pt x="9" y="456"/>
                  </a:lnTo>
                  <a:lnTo>
                    <a:pt x="12" y="462"/>
                  </a:lnTo>
                  <a:lnTo>
                    <a:pt x="14" y="466"/>
                  </a:lnTo>
                  <a:lnTo>
                    <a:pt x="16" y="468"/>
                  </a:lnTo>
                  <a:lnTo>
                    <a:pt x="18" y="469"/>
                  </a:lnTo>
                  <a:lnTo>
                    <a:pt x="19" y="471"/>
                  </a:lnTo>
                  <a:lnTo>
                    <a:pt x="21" y="475"/>
                  </a:lnTo>
                  <a:lnTo>
                    <a:pt x="22" y="488"/>
                  </a:lnTo>
                  <a:lnTo>
                    <a:pt x="23" y="505"/>
                  </a:lnTo>
                  <a:lnTo>
                    <a:pt x="26" y="526"/>
                  </a:lnTo>
                  <a:lnTo>
                    <a:pt x="27" y="547"/>
                  </a:lnTo>
                  <a:lnTo>
                    <a:pt x="29" y="568"/>
                  </a:lnTo>
                  <a:lnTo>
                    <a:pt x="31" y="587"/>
                  </a:lnTo>
                  <a:lnTo>
                    <a:pt x="31" y="599"/>
                  </a:lnTo>
                  <a:lnTo>
                    <a:pt x="29" y="611"/>
                  </a:lnTo>
                  <a:lnTo>
                    <a:pt x="28" y="622"/>
                  </a:lnTo>
                  <a:lnTo>
                    <a:pt x="24" y="633"/>
                  </a:lnTo>
                  <a:lnTo>
                    <a:pt x="22" y="643"/>
                  </a:lnTo>
                  <a:lnTo>
                    <a:pt x="18" y="653"/>
                  </a:lnTo>
                  <a:lnTo>
                    <a:pt x="14" y="660"/>
                  </a:lnTo>
                  <a:lnTo>
                    <a:pt x="13" y="665"/>
                  </a:lnTo>
                  <a:lnTo>
                    <a:pt x="12" y="666"/>
                  </a:lnTo>
                  <a:lnTo>
                    <a:pt x="9" y="680"/>
                  </a:lnTo>
                  <a:lnTo>
                    <a:pt x="11" y="680"/>
                  </a:lnTo>
                  <a:lnTo>
                    <a:pt x="13" y="681"/>
                  </a:lnTo>
                  <a:lnTo>
                    <a:pt x="17" y="681"/>
                  </a:lnTo>
                  <a:lnTo>
                    <a:pt x="21" y="683"/>
                  </a:lnTo>
                  <a:lnTo>
                    <a:pt x="26" y="683"/>
                  </a:lnTo>
                  <a:lnTo>
                    <a:pt x="32" y="683"/>
                  </a:lnTo>
                  <a:lnTo>
                    <a:pt x="37" y="681"/>
                  </a:lnTo>
                  <a:lnTo>
                    <a:pt x="43" y="680"/>
                  </a:lnTo>
                  <a:lnTo>
                    <a:pt x="48" y="675"/>
                  </a:lnTo>
                  <a:lnTo>
                    <a:pt x="50" y="665"/>
                  </a:lnTo>
                  <a:lnTo>
                    <a:pt x="53" y="654"/>
                  </a:lnTo>
                  <a:lnTo>
                    <a:pt x="53" y="642"/>
                  </a:lnTo>
                  <a:lnTo>
                    <a:pt x="53" y="629"/>
                  </a:lnTo>
                  <a:lnTo>
                    <a:pt x="53" y="619"/>
                  </a:lnTo>
                  <a:lnTo>
                    <a:pt x="53" y="612"/>
                  </a:lnTo>
                  <a:lnTo>
                    <a:pt x="53" y="609"/>
                  </a:lnTo>
                  <a:lnTo>
                    <a:pt x="53" y="607"/>
                  </a:lnTo>
                  <a:lnTo>
                    <a:pt x="54" y="602"/>
                  </a:lnTo>
                  <a:lnTo>
                    <a:pt x="57" y="594"/>
                  </a:lnTo>
                  <a:lnTo>
                    <a:pt x="58" y="585"/>
                  </a:lnTo>
                  <a:lnTo>
                    <a:pt x="60" y="573"/>
                  </a:lnTo>
                  <a:lnTo>
                    <a:pt x="63" y="562"/>
                  </a:lnTo>
                  <a:lnTo>
                    <a:pt x="65" y="551"/>
                  </a:lnTo>
                  <a:lnTo>
                    <a:pt x="68" y="540"/>
                  </a:lnTo>
                  <a:lnTo>
                    <a:pt x="69" y="531"/>
                  </a:lnTo>
                  <a:lnTo>
                    <a:pt x="69" y="523"/>
                  </a:lnTo>
                  <a:lnTo>
                    <a:pt x="70" y="514"/>
                  </a:lnTo>
                  <a:lnTo>
                    <a:pt x="70" y="508"/>
                  </a:lnTo>
                  <a:lnTo>
                    <a:pt x="70" y="502"/>
                  </a:lnTo>
                  <a:lnTo>
                    <a:pt x="70" y="497"/>
                  </a:lnTo>
                  <a:lnTo>
                    <a:pt x="70" y="494"/>
                  </a:lnTo>
                  <a:lnTo>
                    <a:pt x="70" y="493"/>
                  </a:lnTo>
                  <a:lnTo>
                    <a:pt x="85" y="493"/>
                  </a:lnTo>
                  <a:lnTo>
                    <a:pt x="86" y="510"/>
                  </a:lnTo>
                  <a:lnTo>
                    <a:pt x="93" y="510"/>
                  </a:lnTo>
                  <a:lnTo>
                    <a:pt x="93" y="511"/>
                  </a:lnTo>
                  <a:lnTo>
                    <a:pt x="108" y="606"/>
                  </a:lnTo>
                  <a:lnTo>
                    <a:pt x="98" y="653"/>
                  </a:lnTo>
                  <a:lnTo>
                    <a:pt x="98" y="654"/>
                  </a:lnTo>
                  <a:lnTo>
                    <a:pt x="99" y="656"/>
                  </a:lnTo>
                  <a:lnTo>
                    <a:pt x="99" y="659"/>
                  </a:lnTo>
                  <a:lnTo>
                    <a:pt x="100" y="664"/>
                  </a:lnTo>
                  <a:lnTo>
                    <a:pt x="101" y="668"/>
                  </a:lnTo>
                  <a:lnTo>
                    <a:pt x="104" y="673"/>
                  </a:lnTo>
                  <a:lnTo>
                    <a:pt x="106" y="676"/>
                  </a:lnTo>
                  <a:lnTo>
                    <a:pt x="109" y="680"/>
                  </a:lnTo>
                  <a:lnTo>
                    <a:pt x="112" y="681"/>
                  </a:lnTo>
                  <a:lnTo>
                    <a:pt x="116" y="681"/>
                  </a:lnTo>
                  <a:lnTo>
                    <a:pt x="121" y="680"/>
                  </a:lnTo>
                  <a:lnTo>
                    <a:pt x="125" y="679"/>
                  </a:lnTo>
                  <a:lnTo>
                    <a:pt x="127" y="676"/>
                  </a:lnTo>
                  <a:lnTo>
                    <a:pt x="130" y="674"/>
                  </a:lnTo>
                  <a:lnTo>
                    <a:pt x="132" y="671"/>
                  </a:lnTo>
                  <a:lnTo>
                    <a:pt x="136" y="634"/>
                  </a:lnTo>
                  <a:lnTo>
                    <a:pt x="126" y="611"/>
                  </a:lnTo>
                  <a:lnTo>
                    <a:pt x="126" y="608"/>
                  </a:lnTo>
                  <a:lnTo>
                    <a:pt x="129" y="602"/>
                  </a:lnTo>
                  <a:lnTo>
                    <a:pt x="131" y="593"/>
                  </a:lnTo>
                  <a:lnTo>
                    <a:pt x="134" y="582"/>
                  </a:lnTo>
                  <a:lnTo>
                    <a:pt x="136" y="570"/>
                  </a:lnTo>
                  <a:lnTo>
                    <a:pt x="139" y="559"/>
                  </a:lnTo>
                  <a:lnTo>
                    <a:pt x="140" y="549"/>
                  </a:lnTo>
                  <a:lnTo>
                    <a:pt x="140" y="540"/>
                  </a:lnTo>
                  <a:lnTo>
                    <a:pt x="140" y="536"/>
                  </a:lnTo>
                  <a:lnTo>
                    <a:pt x="140" y="533"/>
                  </a:lnTo>
                  <a:lnTo>
                    <a:pt x="139" y="529"/>
                  </a:lnTo>
                  <a:lnTo>
                    <a:pt x="139" y="525"/>
                  </a:lnTo>
                  <a:lnTo>
                    <a:pt x="139" y="521"/>
                  </a:lnTo>
                  <a:lnTo>
                    <a:pt x="137" y="518"/>
                  </a:lnTo>
                  <a:lnTo>
                    <a:pt x="137" y="514"/>
                  </a:lnTo>
                  <a:lnTo>
                    <a:pt x="137" y="510"/>
                  </a:lnTo>
                  <a:lnTo>
                    <a:pt x="221" y="509"/>
                  </a:lnTo>
                  <a:lnTo>
                    <a:pt x="221" y="356"/>
                  </a:lnTo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4" name="Freeform 40">
              <a:extLst>
                <a:ext uri="{FF2B5EF4-FFF2-40B4-BE49-F238E27FC236}">
                  <a16:creationId xmlns:a16="http://schemas.microsoft.com/office/drawing/2014/main" id="{9A86E45C-C6C1-1DD5-D262-60672235C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3122"/>
              <a:ext cx="233" cy="687"/>
            </a:xfrm>
            <a:custGeom>
              <a:avLst/>
              <a:gdLst>
                <a:gd name="T0" fmla="*/ 214 w 233"/>
                <a:gd name="T1" fmla="*/ 646 h 687"/>
                <a:gd name="T2" fmla="*/ 183 w 233"/>
                <a:gd name="T3" fmla="*/ 612 h 687"/>
                <a:gd name="T4" fmla="*/ 184 w 233"/>
                <a:gd name="T5" fmla="*/ 552 h 687"/>
                <a:gd name="T6" fmla="*/ 192 w 233"/>
                <a:gd name="T7" fmla="*/ 479 h 687"/>
                <a:gd name="T8" fmla="*/ 196 w 233"/>
                <a:gd name="T9" fmla="*/ 473 h 687"/>
                <a:gd name="T10" fmla="*/ 203 w 233"/>
                <a:gd name="T11" fmla="*/ 450 h 687"/>
                <a:gd name="T12" fmla="*/ 191 w 233"/>
                <a:gd name="T13" fmla="*/ 307 h 687"/>
                <a:gd name="T14" fmla="*/ 198 w 233"/>
                <a:gd name="T15" fmla="*/ 325 h 687"/>
                <a:gd name="T16" fmla="*/ 207 w 233"/>
                <a:gd name="T17" fmla="*/ 325 h 687"/>
                <a:gd name="T18" fmla="*/ 212 w 233"/>
                <a:gd name="T19" fmla="*/ 307 h 687"/>
                <a:gd name="T20" fmla="*/ 199 w 233"/>
                <a:gd name="T21" fmla="*/ 273 h 687"/>
                <a:gd name="T22" fmla="*/ 205 w 233"/>
                <a:gd name="T23" fmla="*/ 226 h 687"/>
                <a:gd name="T24" fmla="*/ 187 w 233"/>
                <a:gd name="T25" fmla="*/ 128 h 687"/>
                <a:gd name="T26" fmla="*/ 165 w 233"/>
                <a:gd name="T27" fmla="*/ 107 h 687"/>
                <a:gd name="T28" fmla="*/ 156 w 233"/>
                <a:gd name="T29" fmla="*/ 102 h 687"/>
                <a:gd name="T30" fmla="*/ 165 w 233"/>
                <a:gd name="T31" fmla="*/ 99 h 687"/>
                <a:gd name="T32" fmla="*/ 171 w 233"/>
                <a:gd name="T33" fmla="*/ 85 h 687"/>
                <a:gd name="T34" fmla="*/ 165 w 233"/>
                <a:gd name="T35" fmla="*/ 68 h 687"/>
                <a:gd name="T36" fmla="*/ 155 w 233"/>
                <a:gd name="T37" fmla="*/ 49 h 687"/>
                <a:gd name="T38" fmla="*/ 151 w 233"/>
                <a:gd name="T39" fmla="*/ 32 h 687"/>
                <a:gd name="T40" fmla="*/ 150 w 233"/>
                <a:gd name="T41" fmla="*/ 24 h 687"/>
                <a:gd name="T42" fmla="*/ 147 w 233"/>
                <a:gd name="T43" fmla="*/ 13 h 687"/>
                <a:gd name="T44" fmla="*/ 145 w 233"/>
                <a:gd name="T45" fmla="*/ 2 h 687"/>
                <a:gd name="T46" fmla="*/ 119 w 233"/>
                <a:gd name="T47" fmla="*/ 1 h 687"/>
                <a:gd name="T48" fmla="*/ 95 w 233"/>
                <a:gd name="T49" fmla="*/ 8 h 687"/>
                <a:gd name="T50" fmla="*/ 79 w 233"/>
                <a:gd name="T51" fmla="*/ 35 h 687"/>
                <a:gd name="T52" fmla="*/ 68 w 233"/>
                <a:gd name="T53" fmla="*/ 68 h 687"/>
                <a:gd name="T54" fmla="*/ 55 w 233"/>
                <a:gd name="T55" fmla="*/ 86 h 687"/>
                <a:gd name="T56" fmla="*/ 59 w 233"/>
                <a:gd name="T57" fmla="*/ 99 h 687"/>
                <a:gd name="T58" fmla="*/ 65 w 233"/>
                <a:gd name="T59" fmla="*/ 104 h 687"/>
                <a:gd name="T60" fmla="*/ 59 w 233"/>
                <a:gd name="T61" fmla="*/ 116 h 687"/>
                <a:gd name="T62" fmla="*/ 29 w 233"/>
                <a:gd name="T63" fmla="*/ 179 h 687"/>
                <a:gd name="T64" fmla="*/ 12 w 233"/>
                <a:gd name="T65" fmla="*/ 240 h 687"/>
                <a:gd name="T66" fmla="*/ 16 w 233"/>
                <a:gd name="T67" fmla="*/ 250 h 687"/>
                <a:gd name="T68" fmla="*/ 23 w 233"/>
                <a:gd name="T69" fmla="*/ 264 h 687"/>
                <a:gd name="T70" fmla="*/ 4 w 233"/>
                <a:gd name="T71" fmla="*/ 331 h 687"/>
                <a:gd name="T72" fmla="*/ 1 w 233"/>
                <a:gd name="T73" fmla="*/ 391 h 687"/>
                <a:gd name="T74" fmla="*/ 12 w 233"/>
                <a:gd name="T75" fmla="*/ 399 h 687"/>
                <a:gd name="T76" fmla="*/ 35 w 233"/>
                <a:gd name="T77" fmla="*/ 404 h 687"/>
                <a:gd name="T78" fmla="*/ 38 w 233"/>
                <a:gd name="T79" fmla="*/ 438 h 687"/>
                <a:gd name="T80" fmla="*/ 35 w 233"/>
                <a:gd name="T81" fmla="*/ 463 h 687"/>
                <a:gd name="T82" fmla="*/ 44 w 233"/>
                <a:gd name="T83" fmla="*/ 470 h 687"/>
                <a:gd name="T84" fmla="*/ 63 w 233"/>
                <a:gd name="T85" fmla="*/ 477 h 687"/>
                <a:gd name="T86" fmla="*/ 69 w 233"/>
                <a:gd name="T87" fmla="*/ 490 h 687"/>
                <a:gd name="T88" fmla="*/ 76 w 233"/>
                <a:gd name="T89" fmla="*/ 515 h 687"/>
                <a:gd name="T90" fmla="*/ 76 w 233"/>
                <a:gd name="T91" fmla="*/ 520 h 687"/>
                <a:gd name="T92" fmla="*/ 73 w 233"/>
                <a:gd name="T93" fmla="*/ 537 h 687"/>
                <a:gd name="T94" fmla="*/ 75 w 233"/>
                <a:gd name="T95" fmla="*/ 574 h 687"/>
                <a:gd name="T96" fmla="*/ 85 w 233"/>
                <a:gd name="T97" fmla="*/ 612 h 687"/>
                <a:gd name="T98" fmla="*/ 80 w 233"/>
                <a:gd name="T99" fmla="*/ 676 h 687"/>
                <a:gd name="T100" fmla="*/ 91 w 233"/>
                <a:gd name="T101" fmla="*/ 684 h 687"/>
                <a:gd name="T102" fmla="*/ 106 w 233"/>
                <a:gd name="T103" fmla="*/ 681 h 687"/>
                <a:gd name="T104" fmla="*/ 112 w 233"/>
                <a:gd name="T105" fmla="*/ 663 h 687"/>
                <a:gd name="T106" fmla="*/ 105 w 233"/>
                <a:gd name="T107" fmla="*/ 609 h 687"/>
                <a:gd name="T108" fmla="*/ 141 w 233"/>
                <a:gd name="T109" fmla="*/ 497 h 687"/>
                <a:gd name="T110" fmla="*/ 142 w 233"/>
                <a:gd name="T111" fmla="*/ 518 h 687"/>
                <a:gd name="T112" fmla="*/ 146 w 233"/>
                <a:gd name="T113" fmla="*/ 554 h 687"/>
                <a:gd name="T114" fmla="*/ 156 w 233"/>
                <a:gd name="T115" fmla="*/ 598 h 687"/>
                <a:gd name="T116" fmla="*/ 156 w 233"/>
                <a:gd name="T117" fmla="*/ 655 h 687"/>
                <a:gd name="T118" fmla="*/ 171 w 233"/>
                <a:gd name="T119" fmla="*/ 655 h 687"/>
                <a:gd name="T120" fmla="*/ 188 w 233"/>
                <a:gd name="T121" fmla="*/ 663 h 687"/>
                <a:gd name="T122" fmla="*/ 210 w 233"/>
                <a:gd name="T123" fmla="*/ 672 h 687"/>
                <a:gd name="T124" fmla="*/ 229 w 233"/>
                <a:gd name="T125" fmla="*/ 669 h 68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33"/>
                <a:gd name="T190" fmla="*/ 0 h 687"/>
                <a:gd name="T191" fmla="*/ 233 w 233"/>
                <a:gd name="T192" fmla="*/ 687 h 687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33" h="687">
                  <a:moveTo>
                    <a:pt x="230" y="656"/>
                  </a:moveTo>
                  <a:lnTo>
                    <a:pt x="228" y="655"/>
                  </a:lnTo>
                  <a:lnTo>
                    <a:pt x="223" y="652"/>
                  </a:lnTo>
                  <a:lnTo>
                    <a:pt x="214" y="646"/>
                  </a:lnTo>
                  <a:lnTo>
                    <a:pt x="205" y="640"/>
                  </a:lnTo>
                  <a:lnTo>
                    <a:pt x="197" y="631"/>
                  </a:lnTo>
                  <a:lnTo>
                    <a:pt x="188" y="622"/>
                  </a:lnTo>
                  <a:lnTo>
                    <a:pt x="183" y="612"/>
                  </a:lnTo>
                  <a:lnTo>
                    <a:pt x="181" y="604"/>
                  </a:lnTo>
                  <a:lnTo>
                    <a:pt x="182" y="590"/>
                  </a:lnTo>
                  <a:lnTo>
                    <a:pt x="183" y="573"/>
                  </a:lnTo>
                  <a:lnTo>
                    <a:pt x="184" y="552"/>
                  </a:lnTo>
                  <a:lnTo>
                    <a:pt x="187" y="529"/>
                  </a:lnTo>
                  <a:lnTo>
                    <a:pt x="188" y="508"/>
                  </a:lnTo>
                  <a:lnTo>
                    <a:pt x="191" y="491"/>
                  </a:lnTo>
                  <a:lnTo>
                    <a:pt x="192" y="479"/>
                  </a:lnTo>
                  <a:lnTo>
                    <a:pt x="192" y="475"/>
                  </a:lnTo>
                  <a:lnTo>
                    <a:pt x="192" y="474"/>
                  </a:lnTo>
                  <a:lnTo>
                    <a:pt x="193" y="474"/>
                  </a:lnTo>
                  <a:lnTo>
                    <a:pt x="196" y="473"/>
                  </a:lnTo>
                  <a:lnTo>
                    <a:pt x="198" y="469"/>
                  </a:lnTo>
                  <a:lnTo>
                    <a:pt x="199" y="465"/>
                  </a:lnTo>
                  <a:lnTo>
                    <a:pt x="202" y="459"/>
                  </a:lnTo>
                  <a:lnTo>
                    <a:pt x="203" y="450"/>
                  </a:lnTo>
                  <a:lnTo>
                    <a:pt x="204" y="440"/>
                  </a:lnTo>
                  <a:lnTo>
                    <a:pt x="191" y="307"/>
                  </a:lnTo>
                  <a:lnTo>
                    <a:pt x="191" y="305"/>
                  </a:lnTo>
                  <a:lnTo>
                    <a:pt x="191" y="307"/>
                  </a:lnTo>
                  <a:lnTo>
                    <a:pt x="192" y="310"/>
                  </a:lnTo>
                  <a:lnTo>
                    <a:pt x="193" y="315"/>
                  </a:lnTo>
                  <a:lnTo>
                    <a:pt x="196" y="320"/>
                  </a:lnTo>
                  <a:lnTo>
                    <a:pt x="198" y="325"/>
                  </a:lnTo>
                  <a:lnTo>
                    <a:pt x="200" y="329"/>
                  </a:lnTo>
                  <a:lnTo>
                    <a:pt x="202" y="330"/>
                  </a:lnTo>
                  <a:lnTo>
                    <a:pt x="204" y="329"/>
                  </a:lnTo>
                  <a:lnTo>
                    <a:pt x="207" y="325"/>
                  </a:lnTo>
                  <a:lnTo>
                    <a:pt x="209" y="321"/>
                  </a:lnTo>
                  <a:lnTo>
                    <a:pt x="210" y="316"/>
                  </a:lnTo>
                  <a:lnTo>
                    <a:pt x="212" y="312"/>
                  </a:lnTo>
                  <a:lnTo>
                    <a:pt x="212" y="307"/>
                  </a:lnTo>
                  <a:lnTo>
                    <a:pt x="210" y="300"/>
                  </a:lnTo>
                  <a:lnTo>
                    <a:pt x="208" y="293"/>
                  </a:lnTo>
                  <a:lnTo>
                    <a:pt x="204" y="286"/>
                  </a:lnTo>
                  <a:lnTo>
                    <a:pt x="199" y="273"/>
                  </a:lnTo>
                  <a:lnTo>
                    <a:pt x="198" y="263"/>
                  </a:lnTo>
                  <a:lnTo>
                    <a:pt x="200" y="253"/>
                  </a:lnTo>
                  <a:lnTo>
                    <a:pt x="203" y="241"/>
                  </a:lnTo>
                  <a:lnTo>
                    <a:pt x="205" y="226"/>
                  </a:lnTo>
                  <a:lnTo>
                    <a:pt x="205" y="204"/>
                  </a:lnTo>
                  <a:lnTo>
                    <a:pt x="200" y="174"/>
                  </a:lnTo>
                  <a:lnTo>
                    <a:pt x="191" y="134"/>
                  </a:lnTo>
                  <a:lnTo>
                    <a:pt x="187" y="128"/>
                  </a:lnTo>
                  <a:lnTo>
                    <a:pt x="182" y="122"/>
                  </a:lnTo>
                  <a:lnTo>
                    <a:pt x="177" y="116"/>
                  </a:lnTo>
                  <a:lnTo>
                    <a:pt x="171" y="111"/>
                  </a:lnTo>
                  <a:lnTo>
                    <a:pt x="165" y="107"/>
                  </a:lnTo>
                  <a:lnTo>
                    <a:pt x="160" y="105"/>
                  </a:lnTo>
                  <a:lnTo>
                    <a:pt x="157" y="102"/>
                  </a:lnTo>
                  <a:lnTo>
                    <a:pt x="156" y="102"/>
                  </a:lnTo>
                  <a:lnTo>
                    <a:pt x="157" y="101"/>
                  </a:lnTo>
                  <a:lnTo>
                    <a:pt x="160" y="101"/>
                  </a:lnTo>
                  <a:lnTo>
                    <a:pt x="162" y="100"/>
                  </a:lnTo>
                  <a:lnTo>
                    <a:pt x="165" y="99"/>
                  </a:lnTo>
                  <a:lnTo>
                    <a:pt x="167" y="96"/>
                  </a:lnTo>
                  <a:lnTo>
                    <a:pt x="168" y="94"/>
                  </a:lnTo>
                  <a:lnTo>
                    <a:pt x="169" y="89"/>
                  </a:lnTo>
                  <a:lnTo>
                    <a:pt x="171" y="85"/>
                  </a:lnTo>
                  <a:lnTo>
                    <a:pt x="169" y="80"/>
                  </a:lnTo>
                  <a:lnTo>
                    <a:pt x="168" y="76"/>
                  </a:lnTo>
                  <a:lnTo>
                    <a:pt x="167" y="71"/>
                  </a:lnTo>
                  <a:lnTo>
                    <a:pt x="165" y="68"/>
                  </a:lnTo>
                  <a:lnTo>
                    <a:pt x="162" y="64"/>
                  </a:lnTo>
                  <a:lnTo>
                    <a:pt x="160" y="59"/>
                  </a:lnTo>
                  <a:lnTo>
                    <a:pt x="157" y="54"/>
                  </a:lnTo>
                  <a:lnTo>
                    <a:pt x="155" y="49"/>
                  </a:lnTo>
                  <a:lnTo>
                    <a:pt x="153" y="44"/>
                  </a:lnTo>
                  <a:lnTo>
                    <a:pt x="152" y="39"/>
                  </a:lnTo>
                  <a:lnTo>
                    <a:pt x="151" y="35"/>
                  </a:lnTo>
                  <a:lnTo>
                    <a:pt x="151" y="32"/>
                  </a:lnTo>
                  <a:lnTo>
                    <a:pt x="150" y="28"/>
                  </a:lnTo>
                  <a:lnTo>
                    <a:pt x="150" y="26"/>
                  </a:lnTo>
                  <a:lnTo>
                    <a:pt x="150" y="24"/>
                  </a:lnTo>
                  <a:lnTo>
                    <a:pt x="150" y="23"/>
                  </a:lnTo>
                  <a:lnTo>
                    <a:pt x="148" y="21"/>
                  </a:lnTo>
                  <a:lnTo>
                    <a:pt x="148" y="17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46" y="7"/>
                  </a:lnTo>
                  <a:lnTo>
                    <a:pt x="146" y="3"/>
                  </a:lnTo>
                  <a:lnTo>
                    <a:pt x="145" y="2"/>
                  </a:lnTo>
                  <a:lnTo>
                    <a:pt x="141" y="1"/>
                  </a:lnTo>
                  <a:lnTo>
                    <a:pt x="135" y="0"/>
                  </a:lnTo>
                  <a:lnTo>
                    <a:pt x="127" y="1"/>
                  </a:lnTo>
                  <a:lnTo>
                    <a:pt x="119" y="1"/>
                  </a:lnTo>
                  <a:lnTo>
                    <a:pt x="111" y="2"/>
                  </a:lnTo>
                  <a:lnTo>
                    <a:pt x="104" y="4"/>
                  </a:lnTo>
                  <a:lnTo>
                    <a:pt x="99" y="6"/>
                  </a:lnTo>
                  <a:lnTo>
                    <a:pt x="95" y="8"/>
                  </a:lnTo>
                  <a:lnTo>
                    <a:pt x="90" y="13"/>
                  </a:lnTo>
                  <a:lnTo>
                    <a:pt x="86" y="19"/>
                  </a:lnTo>
                  <a:lnTo>
                    <a:pt x="83" y="27"/>
                  </a:lnTo>
                  <a:lnTo>
                    <a:pt x="79" y="35"/>
                  </a:lnTo>
                  <a:lnTo>
                    <a:pt x="75" y="44"/>
                  </a:lnTo>
                  <a:lnTo>
                    <a:pt x="73" y="52"/>
                  </a:lnTo>
                  <a:lnTo>
                    <a:pt x="70" y="60"/>
                  </a:lnTo>
                  <a:lnTo>
                    <a:pt x="68" y="68"/>
                  </a:lnTo>
                  <a:lnTo>
                    <a:pt x="64" y="73"/>
                  </a:lnTo>
                  <a:lnTo>
                    <a:pt x="62" y="79"/>
                  </a:lnTo>
                  <a:lnTo>
                    <a:pt x="59" y="82"/>
                  </a:lnTo>
                  <a:lnTo>
                    <a:pt x="55" y="86"/>
                  </a:lnTo>
                  <a:lnTo>
                    <a:pt x="54" y="89"/>
                  </a:lnTo>
                  <a:lnTo>
                    <a:pt x="52" y="90"/>
                  </a:lnTo>
                  <a:lnTo>
                    <a:pt x="52" y="91"/>
                  </a:lnTo>
                  <a:lnTo>
                    <a:pt x="59" y="99"/>
                  </a:lnTo>
                  <a:lnTo>
                    <a:pt x="62" y="100"/>
                  </a:lnTo>
                  <a:lnTo>
                    <a:pt x="63" y="101"/>
                  </a:lnTo>
                  <a:lnTo>
                    <a:pt x="65" y="104"/>
                  </a:lnTo>
                  <a:lnTo>
                    <a:pt x="66" y="106"/>
                  </a:lnTo>
                  <a:lnTo>
                    <a:pt x="65" y="110"/>
                  </a:lnTo>
                  <a:lnTo>
                    <a:pt x="64" y="113"/>
                  </a:lnTo>
                  <a:lnTo>
                    <a:pt x="59" y="116"/>
                  </a:lnTo>
                  <a:lnTo>
                    <a:pt x="52" y="125"/>
                  </a:lnTo>
                  <a:lnTo>
                    <a:pt x="44" y="138"/>
                  </a:lnTo>
                  <a:lnTo>
                    <a:pt x="37" y="158"/>
                  </a:lnTo>
                  <a:lnTo>
                    <a:pt x="29" y="179"/>
                  </a:lnTo>
                  <a:lnTo>
                    <a:pt x="22" y="200"/>
                  </a:lnTo>
                  <a:lnTo>
                    <a:pt x="17" y="219"/>
                  </a:lnTo>
                  <a:lnTo>
                    <a:pt x="13" y="232"/>
                  </a:lnTo>
                  <a:lnTo>
                    <a:pt x="12" y="240"/>
                  </a:lnTo>
                  <a:lnTo>
                    <a:pt x="12" y="242"/>
                  </a:lnTo>
                  <a:lnTo>
                    <a:pt x="12" y="245"/>
                  </a:lnTo>
                  <a:lnTo>
                    <a:pt x="13" y="247"/>
                  </a:lnTo>
                  <a:lnTo>
                    <a:pt x="16" y="250"/>
                  </a:lnTo>
                  <a:lnTo>
                    <a:pt x="17" y="253"/>
                  </a:lnTo>
                  <a:lnTo>
                    <a:pt x="18" y="257"/>
                  </a:lnTo>
                  <a:lnTo>
                    <a:pt x="21" y="261"/>
                  </a:lnTo>
                  <a:lnTo>
                    <a:pt x="23" y="264"/>
                  </a:lnTo>
                  <a:lnTo>
                    <a:pt x="13" y="300"/>
                  </a:lnTo>
                  <a:lnTo>
                    <a:pt x="9" y="305"/>
                  </a:lnTo>
                  <a:lnTo>
                    <a:pt x="7" y="316"/>
                  </a:lnTo>
                  <a:lnTo>
                    <a:pt x="4" y="331"/>
                  </a:lnTo>
                  <a:lnTo>
                    <a:pt x="2" y="347"/>
                  </a:lnTo>
                  <a:lnTo>
                    <a:pt x="1" y="364"/>
                  </a:lnTo>
                  <a:lnTo>
                    <a:pt x="0" y="378"/>
                  </a:lnTo>
                  <a:lnTo>
                    <a:pt x="1" y="391"/>
                  </a:lnTo>
                  <a:lnTo>
                    <a:pt x="2" y="396"/>
                  </a:lnTo>
                  <a:lnTo>
                    <a:pt x="4" y="397"/>
                  </a:lnTo>
                  <a:lnTo>
                    <a:pt x="7" y="398"/>
                  </a:lnTo>
                  <a:lnTo>
                    <a:pt x="12" y="399"/>
                  </a:lnTo>
                  <a:lnTo>
                    <a:pt x="17" y="401"/>
                  </a:lnTo>
                  <a:lnTo>
                    <a:pt x="22" y="402"/>
                  </a:lnTo>
                  <a:lnTo>
                    <a:pt x="29" y="403"/>
                  </a:lnTo>
                  <a:lnTo>
                    <a:pt x="35" y="404"/>
                  </a:lnTo>
                  <a:lnTo>
                    <a:pt x="43" y="404"/>
                  </a:lnTo>
                  <a:lnTo>
                    <a:pt x="42" y="417"/>
                  </a:lnTo>
                  <a:lnTo>
                    <a:pt x="40" y="428"/>
                  </a:lnTo>
                  <a:lnTo>
                    <a:pt x="38" y="438"/>
                  </a:lnTo>
                  <a:lnTo>
                    <a:pt x="38" y="447"/>
                  </a:lnTo>
                  <a:lnTo>
                    <a:pt x="37" y="453"/>
                  </a:lnTo>
                  <a:lnTo>
                    <a:pt x="35" y="459"/>
                  </a:lnTo>
                  <a:lnTo>
                    <a:pt x="35" y="463"/>
                  </a:lnTo>
                  <a:lnTo>
                    <a:pt x="35" y="464"/>
                  </a:lnTo>
                  <a:lnTo>
                    <a:pt x="37" y="464"/>
                  </a:lnTo>
                  <a:lnTo>
                    <a:pt x="39" y="466"/>
                  </a:lnTo>
                  <a:lnTo>
                    <a:pt x="44" y="470"/>
                  </a:lnTo>
                  <a:lnTo>
                    <a:pt x="50" y="474"/>
                  </a:lnTo>
                  <a:lnTo>
                    <a:pt x="55" y="476"/>
                  </a:lnTo>
                  <a:lnTo>
                    <a:pt x="60" y="477"/>
                  </a:lnTo>
                  <a:lnTo>
                    <a:pt x="63" y="477"/>
                  </a:lnTo>
                  <a:lnTo>
                    <a:pt x="64" y="475"/>
                  </a:lnTo>
                  <a:lnTo>
                    <a:pt x="65" y="477"/>
                  </a:lnTo>
                  <a:lnTo>
                    <a:pt x="66" y="482"/>
                  </a:lnTo>
                  <a:lnTo>
                    <a:pt x="69" y="490"/>
                  </a:lnTo>
                  <a:lnTo>
                    <a:pt x="70" y="497"/>
                  </a:lnTo>
                  <a:lnTo>
                    <a:pt x="73" y="503"/>
                  </a:lnTo>
                  <a:lnTo>
                    <a:pt x="75" y="510"/>
                  </a:lnTo>
                  <a:lnTo>
                    <a:pt x="76" y="515"/>
                  </a:lnTo>
                  <a:lnTo>
                    <a:pt x="78" y="516"/>
                  </a:lnTo>
                  <a:lnTo>
                    <a:pt x="76" y="517"/>
                  </a:lnTo>
                  <a:lnTo>
                    <a:pt x="76" y="518"/>
                  </a:lnTo>
                  <a:lnTo>
                    <a:pt x="76" y="520"/>
                  </a:lnTo>
                  <a:lnTo>
                    <a:pt x="75" y="523"/>
                  </a:lnTo>
                  <a:lnTo>
                    <a:pt x="74" y="527"/>
                  </a:lnTo>
                  <a:lnTo>
                    <a:pt x="73" y="532"/>
                  </a:lnTo>
                  <a:lnTo>
                    <a:pt x="73" y="537"/>
                  </a:lnTo>
                  <a:lnTo>
                    <a:pt x="71" y="543"/>
                  </a:lnTo>
                  <a:lnTo>
                    <a:pt x="71" y="552"/>
                  </a:lnTo>
                  <a:lnTo>
                    <a:pt x="73" y="562"/>
                  </a:lnTo>
                  <a:lnTo>
                    <a:pt x="75" y="574"/>
                  </a:lnTo>
                  <a:lnTo>
                    <a:pt x="78" y="585"/>
                  </a:lnTo>
                  <a:lnTo>
                    <a:pt x="81" y="596"/>
                  </a:lnTo>
                  <a:lnTo>
                    <a:pt x="84" y="606"/>
                  </a:lnTo>
                  <a:lnTo>
                    <a:pt x="85" y="612"/>
                  </a:lnTo>
                  <a:lnTo>
                    <a:pt x="86" y="615"/>
                  </a:lnTo>
                  <a:lnTo>
                    <a:pt x="75" y="638"/>
                  </a:lnTo>
                  <a:lnTo>
                    <a:pt x="79" y="674"/>
                  </a:lnTo>
                  <a:lnTo>
                    <a:pt x="80" y="676"/>
                  </a:lnTo>
                  <a:lnTo>
                    <a:pt x="81" y="677"/>
                  </a:lnTo>
                  <a:lnTo>
                    <a:pt x="84" y="679"/>
                  </a:lnTo>
                  <a:lnTo>
                    <a:pt x="88" y="682"/>
                  </a:lnTo>
                  <a:lnTo>
                    <a:pt x="91" y="684"/>
                  </a:lnTo>
                  <a:lnTo>
                    <a:pt x="95" y="686"/>
                  </a:lnTo>
                  <a:lnTo>
                    <a:pt x="99" y="686"/>
                  </a:lnTo>
                  <a:lnTo>
                    <a:pt x="102" y="683"/>
                  </a:lnTo>
                  <a:lnTo>
                    <a:pt x="106" y="681"/>
                  </a:lnTo>
                  <a:lnTo>
                    <a:pt x="109" y="677"/>
                  </a:lnTo>
                  <a:lnTo>
                    <a:pt x="110" y="672"/>
                  </a:lnTo>
                  <a:lnTo>
                    <a:pt x="111" y="667"/>
                  </a:lnTo>
                  <a:lnTo>
                    <a:pt x="112" y="663"/>
                  </a:lnTo>
                  <a:lnTo>
                    <a:pt x="114" y="659"/>
                  </a:lnTo>
                  <a:lnTo>
                    <a:pt x="114" y="657"/>
                  </a:lnTo>
                  <a:lnTo>
                    <a:pt x="114" y="656"/>
                  </a:lnTo>
                  <a:lnTo>
                    <a:pt x="105" y="609"/>
                  </a:lnTo>
                  <a:lnTo>
                    <a:pt x="120" y="515"/>
                  </a:lnTo>
                  <a:lnTo>
                    <a:pt x="122" y="496"/>
                  </a:lnTo>
                  <a:lnTo>
                    <a:pt x="141" y="496"/>
                  </a:lnTo>
                  <a:lnTo>
                    <a:pt x="141" y="497"/>
                  </a:lnTo>
                  <a:lnTo>
                    <a:pt x="141" y="500"/>
                  </a:lnTo>
                  <a:lnTo>
                    <a:pt x="141" y="505"/>
                  </a:lnTo>
                  <a:lnTo>
                    <a:pt x="141" y="511"/>
                  </a:lnTo>
                  <a:lnTo>
                    <a:pt x="142" y="518"/>
                  </a:lnTo>
                  <a:lnTo>
                    <a:pt x="142" y="526"/>
                  </a:lnTo>
                  <a:lnTo>
                    <a:pt x="143" y="534"/>
                  </a:lnTo>
                  <a:lnTo>
                    <a:pt x="145" y="543"/>
                  </a:lnTo>
                  <a:lnTo>
                    <a:pt x="146" y="554"/>
                  </a:lnTo>
                  <a:lnTo>
                    <a:pt x="148" y="567"/>
                  </a:lnTo>
                  <a:lnTo>
                    <a:pt x="151" y="578"/>
                  </a:lnTo>
                  <a:lnTo>
                    <a:pt x="153" y="589"/>
                  </a:lnTo>
                  <a:lnTo>
                    <a:pt x="156" y="598"/>
                  </a:lnTo>
                  <a:lnTo>
                    <a:pt x="157" y="606"/>
                  </a:lnTo>
                  <a:lnTo>
                    <a:pt x="158" y="611"/>
                  </a:lnTo>
                  <a:lnTo>
                    <a:pt x="160" y="612"/>
                  </a:lnTo>
                  <a:lnTo>
                    <a:pt x="156" y="655"/>
                  </a:lnTo>
                  <a:lnTo>
                    <a:pt x="168" y="658"/>
                  </a:lnTo>
                  <a:lnTo>
                    <a:pt x="168" y="652"/>
                  </a:lnTo>
                  <a:lnTo>
                    <a:pt x="168" y="653"/>
                  </a:lnTo>
                  <a:lnTo>
                    <a:pt x="171" y="655"/>
                  </a:lnTo>
                  <a:lnTo>
                    <a:pt x="174" y="656"/>
                  </a:lnTo>
                  <a:lnTo>
                    <a:pt x="178" y="658"/>
                  </a:lnTo>
                  <a:lnTo>
                    <a:pt x="183" y="661"/>
                  </a:lnTo>
                  <a:lnTo>
                    <a:pt x="188" y="663"/>
                  </a:lnTo>
                  <a:lnTo>
                    <a:pt x="193" y="666"/>
                  </a:lnTo>
                  <a:lnTo>
                    <a:pt x="199" y="669"/>
                  </a:lnTo>
                  <a:lnTo>
                    <a:pt x="204" y="671"/>
                  </a:lnTo>
                  <a:lnTo>
                    <a:pt x="210" y="672"/>
                  </a:lnTo>
                  <a:lnTo>
                    <a:pt x="215" y="672"/>
                  </a:lnTo>
                  <a:lnTo>
                    <a:pt x="220" y="672"/>
                  </a:lnTo>
                  <a:lnTo>
                    <a:pt x="225" y="671"/>
                  </a:lnTo>
                  <a:lnTo>
                    <a:pt x="229" y="669"/>
                  </a:lnTo>
                  <a:lnTo>
                    <a:pt x="232" y="669"/>
                  </a:lnTo>
                  <a:lnTo>
                    <a:pt x="230" y="656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5" name="Freeform 41">
              <a:extLst>
                <a:ext uri="{FF2B5EF4-FFF2-40B4-BE49-F238E27FC236}">
                  <a16:creationId xmlns:a16="http://schemas.microsoft.com/office/drawing/2014/main" id="{61A055C4-6C91-1F6B-F884-378EE64D3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3092"/>
              <a:ext cx="221" cy="715"/>
            </a:xfrm>
            <a:custGeom>
              <a:avLst/>
              <a:gdLst>
                <a:gd name="T0" fmla="*/ 220 w 221"/>
                <a:gd name="T1" fmla="*/ 600 h 715"/>
                <a:gd name="T2" fmla="*/ 203 w 221"/>
                <a:gd name="T3" fmla="*/ 414 h 715"/>
                <a:gd name="T4" fmla="*/ 208 w 221"/>
                <a:gd name="T5" fmla="*/ 407 h 715"/>
                <a:gd name="T6" fmla="*/ 212 w 221"/>
                <a:gd name="T7" fmla="*/ 400 h 715"/>
                <a:gd name="T8" fmla="*/ 208 w 221"/>
                <a:gd name="T9" fmla="*/ 378 h 715"/>
                <a:gd name="T10" fmla="*/ 211 w 221"/>
                <a:gd name="T11" fmla="*/ 295 h 715"/>
                <a:gd name="T12" fmla="*/ 207 w 221"/>
                <a:gd name="T13" fmla="*/ 235 h 715"/>
                <a:gd name="T14" fmla="*/ 197 w 221"/>
                <a:gd name="T15" fmla="*/ 165 h 715"/>
                <a:gd name="T16" fmla="*/ 175 w 221"/>
                <a:gd name="T17" fmla="*/ 137 h 715"/>
                <a:gd name="T18" fmla="*/ 142 w 221"/>
                <a:gd name="T19" fmla="*/ 113 h 715"/>
                <a:gd name="T20" fmla="*/ 126 w 221"/>
                <a:gd name="T21" fmla="*/ 103 h 715"/>
                <a:gd name="T22" fmla="*/ 139 w 221"/>
                <a:gd name="T23" fmla="*/ 64 h 715"/>
                <a:gd name="T24" fmla="*/ 141 w 221"/>
                <a:gd name="T25" fmla="*/ 49 h 715"/>
                <a:gd name="T26" fmla="*/ 137 w 221"/>
                <a:gd name="T27" fmla="*/ 28 h 715"/>
                <a:gd name="T28" fmla="*/ 128 w 221"/>
                <a:gd name="T29" fmla="*/ 12 h 715"/>
                <a:gd name="T30" fmla="*/ 121 w 221"/>
                <a:gd name="T31" fmla="*/ 2 h 715"/>
                <a:gd name="T32" fmla="*/ 100 w 221"/>
                <a:gd name="T33" fmla="*/ 0 h 715"/>
                <a:gd name="T34" fmla="*/ 77 w 221"/>
                <a:gd name="T35" fmla="*/ 1 h 715"/>
                <a:gd name="T36" fmla="*/ 72 w 221"/>
                <a:gd name="T37" fmla="*/ 7 h 715"/>
                <a:gd name="T38" fmla="*/ 59 w 221"/>
                <a:gd name="T39" fmla="*/ 21 h 715"/>
                <a:gd name="T40" fmla="*/ 57 w 221"/>
                <a:gd name="T41" fmla="*/ 42 h 715"/>
                <a:gd name="T42" fmla="*/ 60 w 221"/>
                <a:gd name="T43" fmla="*/ 58 h 715"/>
                <a:gd name="T44" fmla="*/ 78 w 221"/>
                <a:gd name="T45" fmla="*/ 103 h 715"/>
                <a:gd name="T46" fmla="*/ 58 w 221"/>
                <a:gd name="T47" fmla="*/ 116 h 715"/>
                <a:gd name="T48" fmla="*/ 26 w 221"/>
                <a:gd name="T49" fmla="*/ 138 h 715"/>
                <a:gd name="T50" fmla="*/ 16 w 221"/>
                <a:gd name="T51" fmla="*/ 155 h 715"/>
                <a:gd name="T52" fmla="*/ 9 w 221"/>
                <a:gd name="T53" fmla="*/ 210 h 715"/>
                <a:gd name="T54" fmla="*/ 3 w 221"/>
                <a:gd name="T55" fmla="*/ 268 h 715"/>
                <a:gd name="T56" fmla="*/ 2 w 221"/>
                <a:gd name="T57" fmla="*/ 298 h 715"/>
                <a:gd name="T58" fmla="*/ 0 w 221"/>
                <a:gd name="T59" fmla="*/ 353 h 715"/>
                <a:gd name="T60" fmla="*/ 3 w 221"/>
                <a:gd name="T61" fmla="*/ 400 h 715"/>
                <a:gd name="T62" fmla="*/ 12 w 221"/>
                <a:gd name="T63" fmla="*/ 410 h 715"/>
                <a:gd name="T64" fmla="*/ 23 w 221"/>
                <a:gd name="T65" fmla="*/ 412 h 715"/>
                <a:gd name="T66" fmla="*/ 14 w 221"/>
                <a:gd name="T67" fmla="*/ 393 h 715"/>
                <a:gd name="T68" fmla="*/ 63 w 221"/>
                <a:gd name="T69" fmla="*/ 665 h 715"/>
                <a:gd name="T70" fmla="*/ 72 w 221"/>
                <a:gd name="T71" fmla="*/ 711 h 715"/>
                <a:gd name="T72" fmla="*/ 108 w 221"/>
                <a:gd name="T73" fmla="*/ 692 h 715"/>
                <a:gd name="T74" fmla="*/ 129 w 221"/>
                <a:gd name="T75" fmla="*/ 705 h 715"/>
                <a:gd name="T76" fmla="*/ 149 w 221"/>
                <a:gd name="T77" fmla="*/ 714 h 715"/>
                <a:gd name="T78" fmla="*/ 162 w 221"/>
                <a:gd name="T79" fmla="*/ 714 h 715"/>
                <a:gd name="T80" fmla="*/ 174 w 221"/>
                <a:gd name="T81" fmla="*/ 710 h 715"/>
                <a:gd name="T82" fmla="*/ 169 w 221"/>
                <a:gd name="T83" fmla="*/ 683 h 715"/>
                <a:gd name="T84" fmla="*/ 177 w 221"/>
                <a:gd name="T85" fmla="*/ 391 h 715"/>
                <a:gd name="T86" fmla="*/ 185 w 221"/>
                <a:gd name="T87" fmla="*/ 407 h 715"/>
                <a:gd name="T88" fmla="*/ 186 w 221"/>
                <a:gd name="T89" fmla="*/ 408 h 715"/>
                <a:gd name="T90" fmla="*/ 188 w 221"/>
                <a:gd name="T91" fmla="*/ 410 h 715"/>
                <a:gd name="T92" fmla="*/ 191 w 221"/>
                <a:gd name="T93" fmla="*/ 428 h 71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21"/>
                <a:gd name="T142" fmla="*/ 0 h 715"/>
                <a:gd name="T143" fmla="*/ 221 w 221"/>
                <a:gd name="T144" fmla="*/ 715 h 71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21" h="715">
                  <a:moveTo>
                    <a:pt x="176" y="428"/>
                  </a:moveTo>
                  <a:lnTo>
                    <a:pt x="176" y="600"/>
                  </a:lnTo>
                  <a:lnTo>
                    <a:pt x="220" y="600"/>
                  </a:lnTo>
                  <a:lnTo>
                    <a:pt x="220" y="428"/>
                  </a:lnTo>
                  <a:lnTo>
                    <a:pt x="203" y="428"/>
                  </a:lnTo>
                  <a:lnTo>
                    <a:pt x="203" y="414"/>
                  </a:lnTo>
                  <a:lnTo>
                    <a:pt x="205" y="413"/>
                  </a:lnTo>
                  <a:lnTo>
                    <a:pt x="207" y="410"/>
                  </a:lnTo>
                  <a:lnTo>
                    <a:pt x="208" y="407"/>
                  </a:lnTo>
                  <a:lnTo>
                    <a:pt x="210" y="404"/>
                  </a:lnTo>
                  <a:lnTo>
                    <a:pt x="211" y="402"/>
                  </a:lnTo>
                  <a:lnTo>
                    <a:pt x="212" y="400"/>
                  </a:lnTo>
                  <a:lnTo>
                    <a:pt x="213" y="399"/>
                  </a:lnTo>
                  <a:lnTo>
                    <a:pt x="213" y="398"/>
                  </a:lnTo>
                  <a:lnTo>
                    <a:pt x="208" y="378"/>
                  </a:lnTo>
                  <a:lnTo>
                    <a:pt x="210" y="378"/>
                  </a:lnTo>
                  <a:lnTo>
                    <a:pt x="211" y="301"/>
                  </a:lnTo>
                  <a:lnTo>
                    <a:pt x="211" y="295"/>
                  </a:lnTo>
                  <a:lnTo>
                    <a:pt x="210" y="280"/>
                  </a:lnTo>
                  <a:lnTo>
                    <a:pt x="208" y="259"/>
                  </a:lnTo>
                  <a:lnTo>
                    <a:pt x="207" y="235"/>
                  </a:lnTo>
                  <a:lnTo>
                    <a:pt x="205" y="210"/>
                  </a:lnTo>
                  <a:lnTo>
                    <a:pt x="201" y="185"/>
                  </a:lnTo>
                  <a:lnTo>
                    <a:pt x="197" y="165"/>
                  </a:lnTo>
                  <a:lnTo>
                    <a:pt x="191" y="153"/>
                  </a:lnTo>
                  <a:lnTo>
                    <a:pt x="183" y="144"/>
                  </a:lnTo>
                  <a:lnTo>
                    <a:pt x="175" y="137"/>
                  </a:lnTo>
                  <a:lnTo>
                    <a:pt x="164" y="128"/>
                  </a:lnTo>
                  <a:lnTo>
                    <a:pt x="152" y="121"/>
                  </a:lnTo>
                  <a:lnTo>
                    <a:pt x="142" y="113"/>
                  </a:lnTo>
                  <a:lnTo>
                    <a:pt x="134" y="108"/>
                  </a:lnTo>
                  <a:lnTo>
                    <a:pt x="128" y="105"/>
                  </a:lnTo>
                  <a:lnTo>
                    <a:pt x="126" y="103"/>
                  </a:lnTo>
                  <a:lnTo>
                    <a:pt x="128" y="86"/>
                  </a:lnTo>
                  <a:lnTo>
                    <a:pt x="139" y="65"/>
                  </a:lnTo>
                  <a:lnTo>
                    <a:pt x="139" y="64"/>
                  </a:lnTo>
                  <a:lnTo>
                    <a:pt x="140" y="60"/>
                  </a:lnTo>
                  <a:lnTo>
                    <a:pt x="140" y="55"/>
                  </a:lnTo>
                  <a:lnTo>
                    <a:pt x="141" y="49"/>
                  </a:lnTo>
                  <a:lnTo>
                    <a:pt x="141" y="42"/>
                  </a:lnTo>
                  <a:lnTo>
                    <a:pt x="140" y="34"/>
                  </a:lnTo>
                  <a:lnTo>
                    <a:pt x="137" y="28"/>
                  </a:lnTo>
                  <a:lnTo>
                    <a:pt x="134" y="22"/>
                  </a:lnTo>
                  <a:lnTo>
                    <a:pt x="130" y="16"/>
                  </a:lnTo>
                  <a:lnTo>
                    <a:pt x="128" y="12"/>
                  </a:lnTo>
                  <a:lnTo>
                    <a:pt x="126" y="7"/>
                  </a:lnTo>
                  <a:lnTo>
                    <a:pt x="124" y="4"/>
                  </a:lnTo>
                  <a:lnTo>
                    <a:pt x="121" y="2"/>
                  </a:lnTo>
                  <a:lnTo>
                    <a:pt x="116" y="1"/>
                  </a:lnTo>
                  <a:lnTo>
                    <a:pt x="110" y="0"/>
                  </a:lnTo>
                  <a:lnTo>
                    <a:pt x="100" y="0"/>
                  </a:lnTo>
                  <a:lnTo>
                    <a:pt x="88" y="0"/>
                  </a:lnTo>
                  <a:lnTo>
                    <a:pt x="82" y="0"/>
                  </a:lnTo>
                  <a:lnTo>
                    <a:pt x="77" y="1"/>
                  </a:lnTo>
                  <a:lnTo>
                    <a:pt x="74" y="2"/>
                  </a:lnTo>
                  <a:lnTo>
                    <a:pt x="73" y="4"/>
                  </a:lnTo>
                  <a:lnTo>
                    <a:pt x="72" y="7"/>
                  </a:lnTo>
                  <a:lnTo>
                    <a:pt x="68" y="11"/>
                  </a:lnTo>
                  <a:lnTo>
                    <a:pt x="63" y="16"/>
                  </a:lnTo>
                  <a:lnTo>
                    <a:pt x="59" y="21"/>
                  </a:lnTo>
                  <a:lnTo>
                    <a:pt x="57" y="27"/>
                  </a:lnTo>
                  <a:lnTo>
                    <a:pt x="57" y="34"/>
                  </a:lnTo>
                  <a:lnTo>
                    <a:pt x="57" y="42"/>
                  </a:lnTo>
                  <a:lnTo>
                    <a:pt x="58" y="48"/>
                  </a:lnTo>
                  <a:lnTo>
                    <a:pt x="59" y="54"/>
                  </a:lnTo>
                  <a:lnTo>
                    <a:pt x="60" y="58"/>
                  </a:lnTo>
                  <a:lnTo>
                    <a:pt x="62" y="60"/>
                  </a:lnTo>
                  <a:lnTo>
                    <a:pt x="75" y="92"/>
                  </a:lnTo>
                  <a:lnTo>
                    <a:pt x="78" y="103"/>
                  </a:lnTo>
                  <a:lnTo>
                    <a:pt x="74" y="106"/>
                  </a:lnTo>
                  <a:lnTo>
                    <a:pt x="68" y="110"/>
                  </a:lnTo>
                  <a:lnTo>
                    <a:pt x="58" y="116"/>
                  </a:lnTo>
                  <a:lnTo>
                    <a:pt x="47" y="123"/>
                  </a:lnTo>
                  <a:lnTo>
                    <a:pt x="36" y="131"/>
                  </a:lnTo>
                  <a:lnTo>
                    <a:pt x="26" y="138"/>
                  </a:lnTo>
                  <a:lnTo>
                    <a:pt x="19" y="144"/>
                  </a:lnTo>
                  <a:lnTo>
                    <a:pt x="17" y="148"/>
                  </a:lnTo>
                  <a:lnTo>
                    <a:pt x="16" y="155"/>
                  </a:lnTo>
                  <a:lnTo>
                    <a:pt x="14" y="170"/>
                  </a:lnTo>
                  <a:lnTo>
                    <a:pt x="12" y="189"/>
                  </a:lnTo>
                  <a:lnTo>
                    <a:pt x="9" y="210"/>
                  </a:lnTo>
                  <a:lnTo>
                    <a:pt x="7" y="232"/>
                  </a:lnTo>
                  <a:lnTo>
                    <a:pt x="4" y="252"/>
                  </a:lnTo>
                  <a:lnTo>
                    <a:pt x="3" y="268"/>
                  </a:lnTo>
                  <a:lnTo>
                    <a:pt x="2" y="278"/>
                  </a:lnTo>
                  <a:lnTo>
                    <a:pt x="2" y="284"/>
                  </a:lnTo>
                  <a:lnTo>
                    <a:pt x="2" y="298"/>
                  </a:lnTo>
                  <a:lnTo>
                    <a:pt x="1" y="314"/>
                  </a:lnTo>
                  <a:lnTo>
                    <a:pt x="0" y="334"/>
                  </a:lnTo>
                  <a:lnTo>
                    <a:pt x="0" y="353"/>
                  </a:lnTo>
                  <a:lnTo>
                    <a:pt x="0" y="372"/>
                  </a:lnTo>
                  <a:lnTo>
                    <a:pt x="1" y="388"/>
                  </a:lnTo>
                  <a:lnTo>
                    <a:pt x="3" y="400"/>
                  </a:lnTo>
                  <a:lnTo>
                    <a:pt x="6" y="405"/>
                  </a:lnTo>
                  <a:lnTo>
                    <a:pt x="8" y="408"/>
                  </a:lnTo>
                  <a:lnTo>
                    <a:pt x="12" y="410"/>
                  </a:lnTo>
                  <a:lnTo>
                    <a:pt x="17" y="410"/>
                  </a:lnTo>
                  <a:lnTo>
                    <a:pt x="21" y="412"/>
                  </a:lnTo>
                  <a:lnTo>
                    <a:pt x="23" y="412"/>
                  </a:lnTo>
                  <a:lnTo>
                    <a:pt x="26" y="410"/>
                  </a:lnTo>
                  <a:lnTo>
                    <a:pt x="27" y="410"/>
                  </a:lnTo>
                  <a:lnTo>
                    <a:pt x="14" y="393"/>
                  </a:lnTo>
                  <a:lnTo>
                    <a:pt x="34" y="262"/>
                  </a:lnTo>
                  <a:lnTo>
                    <a:pt x="34" y="402"/>
                  </a:lnTo>
                  <a:lnTo>
                    <a:pt x="63" y="665"/>
                  </a:lnTo>
                  <a:lnTo>
                    <a:pt x="39" y="694"/>
                  </a:lnTo>
                  <a:lnTo>
                    <a:pt x="34" y="714"/>
                  </a:lnTo>
                  <a:lnTo>
                    <a:pt x="72" y="711"/>
                  </a:lnTo>
                  <a:lnTo>
                    <a:pt x="101" y="689"/>
                  </a:lnTo>
                  <a:lnTo>
                    <a:pt x="103" y="690"/>
                  </a:lnTo>
                  <a:lnTo>
                    <a:pt x="108" y="692"/>
                  </a:lnTo>
                  <a:lnTo>
                    <a:pt x="114" y="696"/>
                  </a:lnTo>
                  <a:lnTo>
                    <a:pt x="121" y="700"/>
                  </a:lnTo>
                  <a:lnTo>
                    <a:pt x="129" y="705"/>
                  </a:lnTo>
                  <a:lnTo>
                    <a:pt x="136" y="709"/>
                  </a:lnTo>
                  <a:lnTo>
                    <a:pt x="144" y="711"/>
                  </a:lnTo>
                  <a:lnTo>
                    <a:pt x="149" y="714"/>
                  </a:lnTo>
                  <a:lnTo>
                    <a:pt x="152" y="714"/>
                  </a:lnTo>
                  <a:lnTo>
                    <a:pt x="157" y="714"/>
                  </a:lnTo>
                  <a:lnTo>
                    <a:pt x="162" y="714"/>
                  </a:lnTo>
                  <a:lnTo>
                    <a:pt x="166" y="712"/>
                  </a:lnTo>
                  <a:lnTo>
                    <a:pt x="171" y="711"/>
                  </a:lnTo>
                  <a:lnTo>
                    <a:pt x="174" y="710"/>
                  </a:lnTo>
                  <a:lnTo>
                    <a:pt x="176" y="710"/>
                  </a:lnTo>
                  <a:lnTo>
                    <a:pt x="176" y="709"/>
                  </a:lnTo>
                  <a:lnTo>
                    <a:pt x="169" y="683"/>
                  </a:lnTo>
                  <a:lnTo>
                    <a:pt x="142" y="666"/>
                  </a:lnTo>
                  <a:lnTo>
                    <a:pt x="167" y="419"/>
                  </a:lnTo>
                  <a:lnTo>
                    <a:pt x="177" y="391"/>
                  </a:lnTo>
                  <a:lnTo>
                    <a:pt x="165" y="249"/>
                  </a:lnTo>
                  <a:lnTo>
                    <a:pt x="193" y="394"/>
                  </a:lnTo>
                  <a:lnTo>
                    <a:pt x="185" y="407"/>
                  </a:lnTo>
                  <a:lnTo>
                    <a:pt x="186" y="408"/>
                  </a:lnTo>
                  <a:lnTo>
                    <a:pt x="186" y="409"/>
                  </a:lnTo>
                  <a:lnTo>
                    <a:pt x="187" y="409"/>
                  </a:lnTo>
                  <a:lnTo>
                    <a:pt x="188" y="410"/>
                  </a:lnTo>
                  <a:lnTo>
                    <a:pt x="190" y="412"/>
                  </a:lnTo>
                  <a:lnTo>
                    <a:pt x="191" y="413"/>
                  </a:lnTo>
                  <a:lnTo>
                    <a:pt x="191" y="428"/>
                  </a:lnTo>
                  <a:lnTo>
                    <a:pt x="176" y="428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6" name="Freeform 42">
              <a:extLst>
                <a:ext uri="{FF2B5EF4-FFF2-40B4-BE49-F238E27FC236}">
                  <a16:creationId xmlns:a16="http://schemas.microsoft.com/office/drawing/2014/main" id="{95E31F82-75F5-48AE-311B-8B807063F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3067"/>
              <a:ext cx="222" cy="683"/>
            </a:xfrm>
            <a:custGeom>
              <a:avLst/>
              <a:gdLst>
                <a:gd name="T0" fmla="*/ 83 w 222"/>
                <a:gd name="T1" fmla="*/ 517 h 683"/>
                <a:gd name="T2" fmla="*/ 81 w 222"/>
                <a:gd name="T3" fmla="*/ 532 h 683"/>
                <a:gd name="T4" fmla="*/ 83 w 222"/>
                <a:gd name="T5" fmla="*/ 558 h 683"/>
                <a:gd name="T6" fmla="*/ 93 w 222"/>
                <a:gd name="T7" fmla="*/ 601 h 683"/>
                <a:gd name="T8" fmla="*/ 88 w 222"/>
                <a:gd name="T9" fmla="*/ 670 h 683"/>
                <a:gd name="T10" fmla="*/ 96 w 222"/>
                <a:gd name="T11" fmla="*/ 677 h 683"/>
                <a:gd name="T12" fmla="*/ 111 w 222"/>
                <a:gd name="T13" fmla="*/ 679 h 683"/>
                <a:gd name="T14" fmla="*/ 121 w 222"/>
                <a:gd name="T15" fmla="*/ 663 h 683"/>
                <a:gd name="T16" fmla="*/ 122 w 222"/>
                <a:gd name="T17" fmla="*/ 652 h 683"/>
                <a:gd name="T18" fmla="*/ 135 w 222"/>
                <a:gd name="T19" fmla="*/ 509 h 683"/>
                <a:gd name="T20" fmla="*/ 150 w 222"/>
                <a:gd name="T21" fmla="*/ 496 h 683"/>
                <a:gd name="T22" fmla="*/ 152 w 222"/>
                <a:gd name="T23" fmla="*/ 522 h 683"/>
                <a:gd name="T24" fmla="*/ 158 w 222"/>
                <a:gd name="T25" fmla="*/ 561 h 683"/>
                <a:gd name="T26" fmla="*/ 167 w 222"/>
                <a:gd name="T27" fmla="*/ 601 h 683"/>
                <a:gd name="T28" fmla="*/ 168 w 222"/>
                <a:gd name="T29" fmla="*/ 618 h 683"/>
                <a:gd name="T30" fmla="*/ 171 w 222"/>
                <a:gd name="T31" fmla="*/ 664 h 683"/>
                <a:gd name="T32" fmla="*/ 189 w 222"/>
                <a:gd name="T33" fmla="*/ 682 h 683"/>
                <a:gd name="T34" fmla="*/ 208 w 222"/>
                <a:gd name="T35" fmla="*/ 680 h 683"/>
                <a:gd name="T36" fmla="*/ 208 w 222"/>
                <a:gd name="T37" fmla="*/ 664 h 683"/>
                <a:gd name="T38" fmla="*/ 196 w 222"/>
                <a:gd name="T39" fmla="*/ 632 h 683"/>
                <a:gd name="T40" fmla="*/ 191 w 222"/>
                <a:gd name="T41" fmla="*/ 586 h 683"/>
                <a:gd name="T42" fmla="*/ 198 w 222"/>
                <a:gd name="T43" fmla="*/ 505 h 683"/>
                <a:gd name="T44" fmla="*/ 202 w 222"/>
                <a:gd name="T45" fmla="*/ 470 h 683"/>
                <a:gd name="T46" fmla="*/ 209 w 222"/>
                <a:gd name="T47" fmla="*/ 461 h 683"/>
                <a:gd name="T48" fmla="*/ 214 w 222"/>
                <a:gd name="T49" fmla="*/ 431 h 683"/>
                <a:gd name="T50" fmla="*/ 212 w 222"/>
                <a:gd name="T51" fmla="*/ 363 h 683"/>
                <a:gd name="T52" fmla="*/ 216 w 222"/>
                <a:gd name="T53" fmla="*/ 321 h 683"/>
                <a:gd name="T54" fmla="*/ 221 w 222"/>
                <a:gd name="T55" fmla="*/ 302 h 683"/>
                <a:gd name="T56" fmla="*/ 208 w 222"/>
                <a:gd name="T57" fmla="*/ 268 h 683"/>
                <a:gd name="T58" fmla="*/ 216 w 222"/>
                <a:gd name="T59" fmla="*/ 221 h 683"/>
                <a:gd name="T60" fmla="*/ 197 w 222"/>
                <a:gd name="T61" fmla="*/ 125 h 683"/>
                <a:gd name="T62" fmla="*/ 183 w 222"/>
                <a:gd name="T63" fmla="*/ 115 h 683"/>
                <a:gd name="T64" fmla="*/ 178 w 222"/>
                <a:gd name="T65" fmla="*/ 113 h 683"/>
                <a:gd name="T66" fmla="*/ 165 w 222"/>
                <a:gd name="T67" fmla="*/ 106 h 683"/>
                <a:gd name="T68" fmla="*/ 162 w 222"/>
                <a:gd name="T69" fmla="*/ 97 h 683"/>
                <a:gd name="T70" fmla="*/ 171 w 222"/>
                <a:gd name="T71" fmla="*/ 89 h 683"/>
                <a:gd name="T72" fmla="*/ 175 w 222"/>
                <a:gd name="T73" fmla="*/ 77 h 683"/>
                <a:gd name="T74" fmla="*/ 167 w 222"/>
                <a:gd name="T75" fmla="*/ 74 h 683"/>
                <a:gd name="T76" fmla="*/ 168 w 222"/>
                <a:gd name="T77" fmla="*/ 56 h 683"/>
                <a:gd name="T78" fmla="*/ 170 w 222"/>
                <a:gd name="T79" fmla="*/ 30 h 683"/>
                <a:gd name="T80" fmla="*/ 168 w 222"/>
                <a:gd name="T81" fmla="*/ 24 h 683"/>
                <a:gd name="T82" fmla="*/ 168 w 222"/>
                <a:gd name="T83" fmla="*/ 18 h 683"/>
                <a:gd name="T84" fmla="*/ 166 w 222"/>
                <a:gd name="T85" fmla="*/ 7 h 683"/>
                <a:gd name="T86" fmla="*/ 131 w 222"/>
                <a:gd name="T87" fmla="*/ 0 h 683"/>
                <a:gd name="T88" fmla="*/ 94 w 222"/>
                <a:gd name="T89" fmla="*/ 12 h 683"/>
                <a:gd name="T90" fmla="*/ 85 w 222"/>
                <a:gd name="T91" fmla="*/ 45 h 683"/>
                <a:gd name="T92" fmla="*/ 86 w 222"/>
                <a:gd name="T93" fmla="*/ 73 h 683"/>
                <a:gd name="T94" fmla="*/ 76 w 222"/>
                <a:gd name="T95" fmla="*/ 84 h 683"/>
                <a:gd name="T96" fmla="*/ 84 w 222"/>
                <a:gd name="T97" fmla="*/ 101 h 683"/>
                <a:gd name="T98" fmla="*/ 85 w 222"/>
                <a:gd name="T99" fmla="*/ 105 h 683"/>
                <a:gd name="T100" fmla="*/ 57 w 222"/>
                <a:gd name="T101" fmla="*/ 125 h 683"/>
                <a:gd name="T102" fmla="*/ 38 w 222"/>
                <a:gd name="T103" fmla="*/ 180 h 683"/>
                <a:gd name="T104" fmla="*/ 33 w 222"/>
                <a:gd name="T105" fmla="*/ 233 h 683"/>
                <a:gd name="T106" fmla="*/ 40 w 222"/>
                <a:gd name="T107" fmla="*/ 266 h 683"/>
                <a:gd name="T108" fmla="*/ 53 w 222"/>
                <a:gd name="T109" fmla="*/ 303 h 683"/>
                <a:gd name="T110" fmla="*/ 40 w 222"/>
                <a:gd name="T111" fmla="*/ 341 h 683"/>
                <a:gd name="T112" fmla="*/ 38 w 222"/>
                <a:gd name="T113" fmla="*/ 352 h 68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2"/>
                <a:gd name="T172" fmla="*/ 0 h 683"/>
                <a:gd name="T173" fmla="*/ 222 w 222"/>
                <a:gd name="T174" fmla="*/ 683 h 68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2" h="683">
                  <a:moveTo>
                    <a:pt x="0" y="497"/>
                  </a:moveTo>
                  <a:lnTo>
                    <a:pt x="84" y="509"/>
                  </a:lnTo>
                  <a:lnTo>
                    <a:pt x="84" y="513"/>
                  </a:lnTo>
                  <a:lnTo>
                    <a:pt x="83" y="517"/>
                  </a:lnTo>
                  <a:lnTo>
                    <a:pt x="83" y="521"/>
                  </a:lnTo>
                  <a:lnTo>
                    <a:pt x="83" y="524"/>
                  </a:lnTo>
                  <a:lnTo>
                    <a:pt x="81" y="528"/>
                  </a:lnTo>
                  <a:lnTo>
                    <a:pt x="81" y="532"/>
                  </a:lnTo>
                  <a:lnTo>
                    <a:pt x="81" y="535"/>
                  </a:lnTo>
                  <a:lnTo>
                    <a:pt x="81" y="539"/>
                  </a:lnTo>
                  <a:lnTo>
                    <a:pt x="81" y="548"/>
                  </a:lnTo>
                  <a:lnTo>
                    <a:pt x="83" y="558"/>
                  </a:lnTo>
                  <a:lnTo>
                    <a:pt x="85" y="569"/>
                  </a:lnTo>
                  <a:lnTo>
                    <a:pt x="88" y="581"/>
                  </a:lnTo>
                  <a:lnTo>
                    <a:pt x="90" y="592"/>
                  </a:lnTo>
                  <a:lnTo>
                    <a:pt x="93" y="601"/>
                  </a:lnTo>
                  <a:lnTo>
                    <a:pt x="95" y="607"/>
                  </a:lnTo>
                  <a:lnTo>
                    <a:pt x="95" y="610"/>
                  </a:lnTo>
                  <a:lnTo>
                    <a:pt x="85" y="633"/>
                  </a:lnTo>
                  <a:lnTo>
                    <a:pt x="88" y="670"/>
                  </a:lnTo>
                  <a:lnTo>
                    <a:pt x="89" y="670"/>
                  </a:lnTo>
                  <a:lnTo>
                    <a:pt x="90" y="673"/>
                  </a:lnTo>
                  <a:lnTo>
                    <a:pt x="93" y="674"/>
                  </a:lnTo>
                  <a:lnTo>
                    <a:pt x="96" y="677"/>
                  </a:lnTo>
                  <a:lnTo>
                    <a:pt x="100" y="679"/>
                  </a:lnTo>
                  <a:lnTo>
                    <a:pt x="104" y="680"/>
                  </a:lnTo>
                  <a:lnTo>
                    <a:pt x="109" y="680"/>
                  </a:lnTo>
                  <a:lnTo>
                    <a:pt x="111" y="679"/>
                  </a:lnTo>
                  <a:lnTo>
                    <a:pt x="115" y="675"/>
                  </a:lnTo>
                  <a:lnTo>
                    <a:pt x="117" y="672"/>
                  </a:lnTo>
                  <a:lnTo>
                    <a:pt x="119" y="667"/>
                  </a:lnTo>
                  <a:lnTo>
                    <a:pt x="121" y="663"/>
                  </a:lnTo>
                  <a:lnTo>
                    <a:pt x="121" y="658"/>
                  </a:lnTo>
                  <a:lnTo>
                    <a:pt x="122" y="656"/>
                  </a:lnTo>
                  <a:lnTo>
                    <a:pt x="122" y="653"/>
                  </a:lnTo>
                  <a:lnTo>
                    <a:pt x="122" y="652"/>
                  </a:lnTo>
                  <a:lnTo>
                    <a:pt x="114" y="605"/>
                  </a:lnTo>
                  <a:lnTo>
                    <a:pt x="129" y="509"/>
                  </a:lnTo>
                  <a:lnTo>
                    <a:pt x="135" y="509"/>
                  </a:lnTo>
                  <a:lnTo>
                    <a:pt x="135" y="492"/>
                  </a:lnTo>
                  <a:lnTo>
                    <a:pt x="150" y="492"/>
                  </a:lnTo>
                  <a:lnTo>
                    <a:pt x="150" y="493"/>
                  </a:lnTo>
                  <a:lnTo>
                    <a:pt x="150" y="496"/>
                  </a:lnTo>
                  <a:lnTo>
                    <a:pt x="150" y="501"/>
                  </a:lnTo>
                  <a:lnTo>
                    <a:pt x="151" y="507"/>
                  </a:lnTo>
                  <a:lnTo>
                    <a:pt x="151" y="513"/>
                  </a:lnTo>
                  <a:lnTo>
                    <a:pt x="152" y="522"/>
                  </a:lnTo>
                  <a:lnTo>
                    <a:pt x="152" y="530"/>
                  </a:lnTo>
                  <a:lnTo>
                    <a:pt x="153" y="539"/>
                  </a:lnTo>
                  <a:lnTo>
                    <a:pt x="156" y="550"/>
                  </a:lnTo>
                  <a:lnTo>
                    <a:pt x="158" y="561"/>
                  </a:lnTo>
                  <a:lnTo>
                    <a:pt x="161" y="573"/>
                  </a:lnTo>
                  <a:lnTo>
                    <a:pt x="162" y="584"/>
                  </a:lnTo>
                  <a:lnTo>
                    <a:pt x="165" y="594"/>
                  </a:lnTo>
                  <a:lnTo>
                    <a:pt x="167" y="601"/>
                  </a:lnTo>
                  <a:lnTo>
                    <a:pt x="168" y="606"/>
                  </a:lnTo>
                  <a:lnTo>
                    <a:pt x="168" y="608"/>
                  </a:lnTo>
                  <a:lnTo>
                    <a:pt x="168" y="611"/>
                  </a:lnTo>
                  <a:lnTo>
                    <a:pt x="168" y="618"/>
                  </a:lnTo>
                  <a:lnTo>
                    <a:pt x="167" y="628"/>
                  </a:lnTo>
                  <a:lnTo>
                    <a:pt x="168" y="641"/>
                  </a:lnTo>
                  <a:lnTo>
                    <a:pt x="168" y="653"/>
                  </a:lnTo>
                  <a:lnTo>
                    <a:pt x="171" y="664"/>
                  </a:lnTo>
                  <a:lnTo>
                    <a:pt x="173" y="674"/>
                  </a:lnTo>
                  <a:lnTo>
                    <a:pt x="178" y="679"/>
                  </a:lnTo>
                  <a:lnTo>
                    <a:pt x="183" y="680"/>
                  </a:lnTo>
                  <a:lnTo>
                    <a:pt x="189" y="682"/>
                  </a:lnTo>
                  <a:lnTo>
                    <a:pt x="194" y="682"/>
                  </a:lnTo>
                  <a:lnTo>
                    <a:pt x="199" y="682"/>
                  </a:lnTo>
                  <a:lnTo>
                    <a:pt x="204" y="680"/>
                  </a:lnTo>
                  <a:lnTo>
                    <a:pt x="208" y="680"/>
                  </a:lnTo>
                  <a:lnTo>
                    <a:pt x="211" y="679"/>
                  </a:lnTo>
                  <a:lnTo>
                    <a:pt x="209" y="665"/>
                  </a:lnTo>
                  <a:lnTo>
                    <a:pt x="208" y="664"/>
                  </a:lnTo>
                  <a:lnTo>
                    <a:pt x="206" y="659"/>
                  </a:lnTo>
                  <a:lnTo>
                    <a:pt x="203" y="652"/>
                  </a:lnTo>
                  <a:lnTo>
                    <a:pt x="199" y="642"/>
                  </a:lnTo>
                  <a:lnTo>
                    <a:pt x="196" y="632"/>
                  </a:lnTo>
                  <a:lnTo>
                    <a:pt x="193" y="620"/>
                  </a:lnTo>
                  <a:lnTo>
                    <a:pt x="191" y="610"/>
                  </a:lnTo>
                  <a:lnTo>
                    <a:pt x="191" y="599"/>
                  </a:lnTo>
                  <a:lnTo>
                    <a:pt x="191" y="586"/>
                  </a:lnTo>
                  <a:lnTo>
                    <a:pt x="192" y="568"/>
                  </a:lnTo>
                  <a:lnTo>
                    <a:pt x="193" y="547"/>
                  </a:lnTo>
                  <a:lnTo>
                    <a:pt x="196" y="524"/>
                  </a:lnTo>
                  <a:lnTo>
                    <a:pt x="198" y="505"/>
                  </a:lnTo>
                  <a:lnTo>
                    <a:pt x="199" y="486"/>
                  </a:lnTo>
                  <a:lnTo>
                    <a:pt x="201" y="475"/>
                  </a:lnTo>
                  <a:lnTo>
                    <a:pt x="201" y="470"/>
                  </a:lnTo>
                  <a:lnTo>
                    <a:pt x="202" y="470"/>
                  </a:lnTo>
                  <a:lnTo>
                    <a:pt x="203" y="469"/>
                  </a:lnTo>
                  <a:lnTo>
                    <a:pt x="204" y="467"/>
                  </a:lnTo>
                  <a:lnTo>
                    <a:pt x="207" y="465"/>
                  </a:lnTo>
                  <a:lnTo>
                    <a:pt x="209" y="461"/>
                  </a:lnTo>
                  <a:lnTo>
                    <a:pt x="211" y="455"/>
                  </a:lnTo>
                  <a:lnTo>
                    <a:pt x="213" y="446"/>
                  </a:lnTo>
                  <a:lnTo>
                    <a:pt x="214" y="435"/>
                  </a:lnTo>
                  <a:lnTo>
                    <a:pt x="214" y="431"/>
                  </a:lnTo>
                  <a:lnTo>
                    <a:pt x="213" y="419"/>
                  </a:lnTo>
                  <a:lnTo>
                    <a:pt x="213" y="403"/>
                  </a:lnTo>
                  <a:lnTo>
                    <a:pt x="212" y="383"/>
                  </a:lnTo>
                  <a:lnTo>
                    <a:pt x="212" y="363"/>
                  </a:lnTo>
                  <a:lnTo>
                    <a:pt x="212" y="346"/>
                  </a:lnTo>
                  <a:lnTo>
                    <a:pt x="212" y="332"/>
                  </a:lnTo>
                  <a:lnTo>
                    <a:pt x="214" y="325"/>
                  </a:lnTo>
                  <a:lnTo>
                    <a:pt x="216" y="321"/>
                  </a:lnTo>
                  <a:lnTo>
                    <a:pt x="218" y="318"/>
                  </a:lnTo>
                  <a:lnTo>
                    <a:pt x="219" y="313"/>
                  </a:lnTo>
                  <a:lnTo>
                    <a:pt x="221" y="308"/>
                  </a:lnTo>
                  <a:lnTo>
                    <a:pt x="221" y="302"/>
                  </a:lnTo>
                  <a:lnTo>
                    <a:pt x="221" y="295"/>
                  </a:lnTo>
                  <a:lnTo>
                    <a:pt x="218" y="289"/>
                  </a:lnTo>
                  <a:lnTo>
                    <a:pt x="214" y="280"/>
                  </a:lnTo>
                  <a:lnTo>
                    <a:pt x="208" y="268"/>
                  </a:lnTo>
                  <a:lnTo>
                    <a:pt x="208" y="258"/>
                  </a:lnTo>
                  <a:lnTo>
                    <a:pt x="209" y="248"/>
                  </a:lnTo>
                  <a:lnTo>
                    <a:pt x="213" y="237"/>
                  </a:lnTo>
                  <a:lnTo>
                    <a:pt x="216" y="221"/>
                  </a:lnTo>
                  <a:lnTo>
                    <a:pt x="214" y="200"/>
                  </a:lnTo>
                  <a:lnTo>
                    <a:pt x="211" y="170"/>
                  </a:lnTo>
                  <a:lnTo>
                    <a:pt x="199" y="131"/>
                  </a:lnTo>
                  <a:lnTo>
                    <a:pt x="197" y="125"/>
                  </a:lnTo>
                  <a:lnTo>
                    <a:pt x="193" y="121"/>
                  </a:lnTo>
                  <a:lnTo>
                    <a:pt x="191" y="117"/>
                  </a:lnTo>
                  <a:lnTo>
                    <a:pt x="187" y="116"/>
                  </a:lnTo>
                  <a:lnTo>
                    <a:pt x="183" y="115"/>
                  </a:lnTo>
                  <a:lnTo>
                    <a:pt x="181" y="113"/>
                  </a:lnTo>
                  <a:lnTo>
                    <a:pt x="180" y="113"/>
                  </a:lnTo>
                  <a:lnTo>
                    <a:pt x="178" y="113"/>
                  </a:lnTo>
                  <a:lnTo>
                    <a:pt x="176" y="112"/>
                  </a:lnTo>
                  <a:lnTo>
                    <a:pt x="172" y="111"/>
                  </a:lnTo>
                  <a:lnTo>
                    <a:pt x="168" y="108"/>
                  </a:lnTo>
                  <a:lnTo>
                    <a:pt x="165" y="106"/>
                  </a:lnTo>
                  <a:lnTo>
                    <a:pt x="162" y="103"/>
                  </a:lnTo>
                  <a:lnTo>
                    <a:pt x="161" y="101"/>
                  </a:lnTo>
                  <a:lnTo>
                    <a:pt x="161" y="100"/>
                  </a:lnTo>
                  <a:lnTo>
                    <a:pt x="162" y="97"/>
                  </a:lnTo>
                  <a:lnTo>
                    <a:pt x="163" y="95"/>
                  </a:lnTo>
                  <a:lnTo>
                    <a:pt x="166" y="94"/>
                  </a:lnTo>
                  <a:lnTo>
                    <a:pt x="168" y="91"/>
                  </a:lnTo>
                  <a:lnTo>
                    <a:pt x="171" y="89"/>
                  </a:lnTo>
                  <a:lnTo>
                    <a:pt x="172" y="86"/>
                  </a:lnTo>
                  <a:lnTo>
                    <a:pt x="175" y="84"/>
                  </a:lnTo>
                  <a:lnTo>
                    <a:pt x="175" y="81"/>
                  </a:lnTo>
                  <a:lnTo>
                    <a:pt x="175" y="77"/>
                  </a:lnTo>
                  <a:lnTo>
                    <a:pt x="173" y="75"/>
                  </a:lnTo>
                  <a:lnTo>
                    <a:pt x="172" y="75"/>
                  </a:lnTo>
                  <a:lnTo>
                    <a:pt x="170" y="74"/>
                  </a:lnTo>
                  <a:lnTo>
                    <a:pt x="167" y="74"/>
                  </a:lnTo>
                  <a:lnTo>
                    <a:pt x="166" y="73"/>
                  </a:lnTo>
                  <a:lnTo>
                    <a:pt x="165" y="71"/>
                  </a:lnTo>
                  <a:lnTo>
                    <a:pt x="166" y="66"/>
                  </a:lnTo>
                  <a:lnTo>
                    <a:pt x="168" y="56"/>
                  </a:lnTo>
                  <a:lnTo>
                    <a:pt x="170" y="48"/>
                  </a:lnTo>
                  <a:lnTo>
                    <a:pt x="171" y="40"/>
                  </a:lnTo>
                  <a:lnTo>
                    <a:pt x="171" y="34"/>
                  </a:lnTo>
                  <a:lnTo>
                    <a:pt x="170" y="30"/>
                  </a:lnTo>
                  <a:lnTo>
                    <a:pt x="170" y="27"/>
                  </a:lnTo>
                  <a:lnTo>
                    <a:pt x="168" y="25"/>
                  </a:lnTo>
                  <a:lnTo>
                    <a:pt x="168" y="24"/>
                  </a:lnTo>
                  <a:lnTo>
                    <a:pt x="168" y="23"/>
                  </a:lnTo>
                  <a:lnTo>
                    <a:pt x="168" y="22"/>
                  </a:lnTo>
                  <a:lnTo>
                    <a:pt x="168" y="21"/>
                  </a:lnTo>
                  <a:lnTo>
                    <a:pt x="168" y="18"/>
                  </a:lnTo>
                  <a:lnTo>
                    <a:pt x="168" y="16"/>
                  </a:lnTo>
                  <a:lnTo>
                    <a:pt x="167" y="13"/>
                  </a:lnTo>
                  <a:lnTo>
                    <a:pt x="167" y="11"/>
                  </a:lnTo>
                  <a:lnTo>
                    <a:pt x="166" y="7"/>
                  </a:lnTo>
                  <a:lnTo>
                    <a:pt x="160" y="4"/>
                  </a:lnTo>
                  <a:lnTo>
                    <a:pt x="151" y="2"/>
                  </a:lnTo>
                  <a:lnTo>
                    <a:pt x="141" y="1"/>
                  </a:lnTo>
                  <a:lnTo>
                    <a:pt x="131" y="0"/>
                  </a:lnTo>
                  <a:lnTo>
                    <a:pt x="121" y="0"/>
                  </a:lnTo>
                  <a:lnTo>
                    <a:pt x="114" y="0"/>
                  </a:lnTo>
                  <a:lnTo>
                    <a:pt x="109" y="1"/>
                  </a:lnTo>
                  <a:lnTo>
                    <a:pt x="94" y="12"/>
                  </a:lnTo>
                  <a:lnTo>
                    <a:pt x="85" y="21"/>
                  </a:lnTo>
                  <a:lnTo>
                    <a:pt x="83" y="29"/>
                  </a:lnTo>
                  <a:lnTo>
                    <a:pt x="83" y="37"/>
                  </a:lnTo>
                  <a:lnTo>
                    <a:pt x="85" y="45"/>
                  </a:lnTo>
                  <a:lnTo>
                    <a:pt x="88" y="51"/>
                  </a:lnTo>
                  <a:lnTo>
                    <a:pt x="90" y="59"/>
                  </a:lnTo>
                  <a:lnTo>
                    <a:pt x="89" y="66"/>
                  </a:lnTo>
                  <a:lnTo>
                    <a:pt x="86" y="73"/>
                  </a:lnTo>
                  <a:lnTo>
                    <a:pt x="84" y="77"/>
                  </a:lnTo>
                  <a:lnTo>
                    <a:pt x="81" y="81"/>
                  </a:lnTo>
                  <a:lnTo>
                    <a:pt x="79" y="84"/>
                  </a:lnTo>
                  <a:lnTo>
                    <a:pt x="76" y="84"/>
                  </a:lnTo>
                  <a:lnTo>
                    <a:pt x="75" y="85"/>
                  </a:lnTo>
                  <a:lnTo>
                    <a:pt x="73" y="85"/>
                  </a:lnTo>
                  <a:lnTo>
                    <a:pt x="84" y="101"/>
                  </a:lnTo>
                  <a:lnTo>
                    <a:pt x="85" y="102"/>
                  </a:lnTo>
                  <a:lnTo>
                    <a:pt x="85" y="105"/>
                  </a:lnTo>
                  <a:lnTo>
                    <a:pt x="83" y="107"/>
                  </a:lnTo>
                  <a:lnTo>
                    <a:pt x="78" y="112"/>
                  </a:lnTo>
                  <a:lnTo>
                    <a:pt x="69" y="117"/>
                  </a:lnTo>
                  <a:lnTo>
                    <a:pt x="57" y="125"/>
                  </a:lnTo>
                  <a:lnTo>
                    <a:pt x="50" y="132"/>
                  </a:lnTo>
                  <a:lnTo>
                    <a:pt x="45" y="144"/>
                  </a:lnTo>
                  <a:lnTo>
                    <a:pt x="42" y="162"/>
                  </a:lnTo>
                  <a:lnTo>
                    <a:pt x="38" y="180"/>
                  </a:lnTo>
                  <a:lnTo>
                    <a:pt x="36" y="199"/>
                  </a:lnTo>
                  <a:lnTo>
                    <a:pt x="34" y="215"/>
                  </a:lnTo>
                  <a:lnTo>
                    <a:pt x="33" y="227"/>
                  </a:lnTo>
                  <a:lnTo>
                    <a:pt x="33" y="233"/>
                  </a:lnTo>
                  <a:lnTo>
                    <a:pt x="33" y="237"/>
                  </a:lnTo>
                  <a:lnTo>
                    <a:pt x="36" y="245"/>
                  </a:lnTo>
                  <a:lnTo>
                    <a:pt x="38" y="254"/>
                  </a:lnTo>
                  <a:lnTo>
                    <a:pt x="40" y="266"/>
                  </a:lnTo>
                  <a:lnTo>
                    <a:pt x="44" y="278"/>
                  </a:lnTo>
                  <a:lnTo>
                    <a:pt x="48" y="288"/>
                  </a:lnTo>
                  <a:lnTo>
                    <a:pt x="50" y="297"/>
                  </a:lnTo>
                  <a:lnTo>
                    <a:pt x="53" y="303"/>
                  </a:lnTo>
                  <a:lnTo>
                    <a:pt x="48" y="335"/>
                  </a:lnTo>
                  <a:lnTo>
                    <a:pt x="44" y="336"/>
                  </a:lnTo>
                  <a:lnTo>
                    <a:pt x="43" y="339"/>
                  </a:lnTo>
                  <a:lnTo>
                    <a:pt x="40" y="341"/>
                  </a:lnTo>
                  <a:lnTo>
                    <a:pt x="39" y="344"/>
                  </a:lnTo>
                  <a:lnTo>
                    <a:pt x="39" y="347"/>
                  </a:lnTo>
                  <a:lnTo>
                    <a:pt x="38" y="350"/>
                  </a:lnTo>
                  <a:lnTo>
                    <a:pt x="38" y="352"/>
                  </a:lnTo>
                  <a:lnTo>
                    <a:pt x="38" y="353"/>
                  </a:lnTo>
                  <a:lnTo>
                    <a:pt x="0" y="356"/>
                  </a:lnTo>
                  <a:lnTo>
                    <a:pt x="0" y="497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7" name="Freeform 43">
              <a:extLst>
                <a:ext uri="{FF2B5EF4-FFF2-40B4-BE49-F238E27FC236}">
                  <a16:creationId xmlns:a16="http://schemas.microsoft.com/office/drawing/2014/main" id="{23A4316C-2BFB-E35A-4634-0843BCC73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3113"/>
              <a:ext cx="234" cy="686"/>
            </a:xfrm>
            <a:custGeom>
              <a:avLst/>
              <a:gdLst>
                <a:gd name="T0" fmla="*/ 215 w 234"/>
                <a:gd name="T1" fmla="*/ 646 h 686"/>
                <a:gd name="T2" fmla="*/ 183 w 234"/>
                <a:gd name="T3" fmla="*/ 613 h 686"/>
                <a:gd name="T4" fmla="*/ 184 w 234"/>
                <a:gd name="T5" fmla="*/ 551 h 686"/>
                <a:gd name="T6" fmla="*/ 192 w 234"/>
                <a:gd name="T7" fmla="*/ 479 h 686"/>
                <a:gd name="T8" fmla="*/ 195 w 234"/>
                <a:gd name="T9" fmla="*/ 471 h 686"/>
                <a:gd name="T10" fmla="*/ 204 w 234"/>
                <a:gd name="T11" fmla="*/ 450 h 686"/>
                <a:gd name="T12" fmla="*/ 190 w 234"/>
                <a:gd name="T13" fmla="*/ 307 h 686"/>
                <a:gd name="T14" fmla="*/ 198 w 234"/>
                <a:gd name="T15" fmla="*/ 325 h 686"/>
                <a:gd name="T16" fmla="*/ 206 w 234"/>
                <a:gd name="T17" fmla="*/ 325 h 686"/>
                <a:gd name="T18" fmla="*/ 211 w 234"/>
                <a:gd name="T19" fmla="*/ 305 h 686"/>
                <a:gd name="T20" fmla="*/ 199 w 234"/>
                <a:gd name="T21" fmla="*/ 272 h 686"/>
                <a:gd name="T22" fmla="*/ 205 w 234"/>
                <a:gd name="T23" fmla="*/ 225 h 686"/>
                <a:gd name="T24" fmla="*/ 187 w 234"/>
                <a:gd name="T25" fmla="*/ 127 h 686"/>
                <a:gd name="T26" fmla="*/ 166 w 234"/>
                <a:gd name="T27" fmla="*/ 107 h 686"/>
                <a:gd name="T28" fmla="*/ 156 w 234"/>
                <a:gd name="T29" fmla="*/ 101 h 686"/>
                <a:gd name="T30" fmla="*/ 164 w 234"/>
                <a:gd name="T31" fmla="*/ 99 h 686"/>
                <a:gd name="T32" fmla="*/ 171 w 234"/>
                <a:gd name="T33" fmla="*/ 84 h 686"/>
                <a:gd name="T34" fmla="*/ 166 w 234"/>
                <a:gd name="T35" fmla="*/ 68 h 686"/>
                <a:gd name="T36" fmla="*/ 154 w 234"/>
                <a:gd name="T37" fmla="*/ 49 h 686"/>
                <a:gd name="T38" fmla="*/ 151 w 234"/>
                <a:gd name="T39" fmla="*/ 30 h 686"/>
                <a:gd name="T40" fmla="*/ 149 w 234"/>
                <a:gd name="T41" fmla="*/ 24 h 686"/>
                <a:gd name="T42" fmla="*/ 147 w 234"/>
                <a:gd name="T43" fmla="*/ 13 h 686"/>
                <a:gd name="T44" fmla="*/ 145 w 234"/>
                <a:gd name="T45" fmla="*/ 1 h 686"/>
                <a:gd name="T46" fmla="*/ 118 w 234"/>
                <a:gd name="T47" fmla="*/ 1 h 686"/>
                <a:gd name="T48" fmla="*/ 95 w 234"/>
                <a:gd name="T49" fmla="*/ 8 h 686"/>
                <a:gd name="T50" fmla="*/ 79 w 234"/>
                <a:gd name="T51" fmla="*/ 34 h 686"/>
                <a:gd name="T52" fmla="*/ 68 w 234"/>
                <a:gd name="T53" fmla="*/ 66 h 686"/>
                <a:gd name="T54" fmla="*/ 57 w 234"/>
                <a:gd name="T55" fmla="*/ 86 h 686"/>
                <a:gd name="T56" fmla="*/ 59 w 234"/>
                <a:gd name="T57" fmla="*/ 97 h 686"/>
                <a:gd name="T58" fmla="*/ 65 w 234"/>
                <a:gd name="T59" fmla="*/ 104 h 686"/>
                <a:gd name="T60" fmla="*/ 59 w 234"/>
                <a:gd name="T61" fmla="*/ 116 h 686"/>
                <a:gd name="T62" fmla="*/ 29 w 234"/>
                <a:gd name="T63" fmla="*/ 178 h 686"/>
                <a:gd name="T64" fmla="*/ 12 w 234"/>
                <a:gd name="T65" fmla="*/ 240 h 686"/>
                <a:gd name="T66" fmla="*/ 16 w 234"/>
                <a:gd name="T67" fmla="*/ 250 h 686"/>
                <a:gd name="T68" fmla="*/ 23 w 234"/>
                <a:gd name="T69" fmla="*/ 265 h 686"/>
                <a:gd name="T70" fmla="*/ 4 w 234"/>
                <a:gd name="T71" fmla="*/ 330 h 686"/>
                <a:gd name="T72" fmla="*/ 1 w 234"/>
                <a:gd name="T73" fmla="*/ 390 h 686"/>
                <a:gd name="T74" fmla="*/ 12 w 234"/>
                <a:gd name="T75" fmla="*/ 400 h 686"/>
                <a:gd name="T76" fmla="*/ 35 w 234"/>
                <a:gd name="T77" fmla="*/ 403 h 686"/>
                <a:gd name="T78" fmla="*/ 39 w 234"/>
                <a:gd name="T79" fmla="*/ 437 h 686"/>
                <a:gd name="T80" fmla="*/ 35 w 234"/>
                <a:gd name="T81" fmla="*/ 462 h 686"/>
                <a:gd name="T82" fmla="*/ 44 w 234"/>
                <a:gd name="T83" fmla="*/ 470 h 686"/>
                <a:gd name="T84" fmla="*/ 64 w 234"/>
                <a:gd name="T85" fmla="*/ 478 h 686"/>
                <a:gd name="T86" fmla="*/ 69 w 234"/>
                <a:gd name="T87" fmla="*/ 489 h 686"/>
                <a:gd name="T88" fmla="*/ 76 w 234"/>
                <a:gd name="T89" fmla="*/ 515 h 686"/>
                <a:gd name="T90" fmla="*/ 76 w 234"/>
                <a:gd name="T91" fmla="*/ 520 h 686"/>
                <a:gd name="T92" fmla="*/ 73 w 234"/>
                <a:gd name="T93" fmla="*/ 537 h 686"/>
                <a:gd name="T94" fmla="*/ 75 w 234"/>
                <a:gd name="T95" fmla="*/ 574 h 686"/>
                <a:gd name="T96" fmla="*/ 86 w 234"/>
                <a:gd name="T97" fmla="*/ 611 h 686"/>
                <a:gd name="T98" fmla="*/ 80 w 234"/>
                <a:gd name="T99" fmla="*/ 675 h 686"/>
                <a:gd name="T100" fmla="*/ 91 w 234"/>
                <a:gd name="T101" fmla="*/ 683 h 686"/>
                <a:gd name="T102" fmla="*/ 106 w 234"/>
                <a:gd name="T103" fmla="*/ 680 h 686"/>
                <a:gd name="T104" fmla="*/ 112 w 234"/>
                <a:gd name="T105" fmla="*/ 662 h 686"/>
                <a:gd name="T106" fmla="*/ 105 w 234"/>
                <a:gd name="T107" fmla="*/ 609 h 686"/>
                <a:gd name="T108" fmla="*/ 141 w 234"/>
                <a:gd name="T109" fmla="*/ 497 h 686"/>
                <a:gd name="T110" fmla="*/ 142 w 234"/>
                <a:gd name="T111" fmla="*/ 519 h 686"/>
                <a:gd name="T112" fmla="*/ 147 w 234"/>
                <a:gd name="T113" fmla="*/ 554 h 686"/>
                <a:gd name="T114" fmla="*/ 156 w 234"/>
                <a:gd name="T115" fmla="*/ 598 h 686"/>
                <a:gd name="T116" fmla="*/ 156 w 234"/>
                <a:gd name="T117" fmla="*/ 655 h 686"/>
                <a:gd name="T118" fmla="*/ 171 w 234"/>
                <a:gd name="T119" fmla="*/ 654 h 686"/>
                <a:gd name="T120" fmla="*/ 188 w 234"/>
                <a:gd name="T121" fmla="*/ 663 h 686"/>
                <a:gd name="T122" fmla="*/ 210 w 234"/>
                <a:gd name="T123" fmla="*/ 672 h 686"/>
                <a:gd name="T124" fmla="*/ 229 w 234"/>
                <a:gd name="T125" fmla="*/ 670 h 6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34"/>
                <a:gd name="T190" fmla="*/ 0 h 686"/>
                <a:gd name="T191" fmla="*/ 234 w 234"/>
                <a:gd name="T192" fmla="*/ 686 h 68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34" h="686">
                  <a:moveTo>
                    <a:pt x="230" y="656"/>
                  </a:moveTo>
                  <a:lnTo>
                    <a:pt x="228" y="655"/>
                  </a:lnTo>
                  <a:lnTo>
                    <a:pt x="223" y="651"/>
                  </a:lnTo>
                  <a:lnTo>
                    <a:pt x="215" y="646"/>
                  </a:lnTo>
                  <a:lnTo>
                    <a:pt x="205" y="639"/>
                  </a:lnTo>
                  <a:lnTo>
                    <a:pt x="197" y="631"/>
                  </a:lnTo>
                  <a:lnTo>
                    <a:pt x="189" y="623"/>
                  </a:lnTo>
                  <a:lnTo>
                    <a:pt x="183" y="613"/>
                  </a:lnTo>
                  <a:lnTo>
                    <a:pt x="182" y="603"/>
                  </a:lnTo>
                  <a:lnTo>
                    <a:pt x="182" y="590"/>
                  </a:lnTo>
                  <a:lnTo>
                    <a:pt x="183" y="572"/>
                  </a:lnTo>
                  <a:lnTo>
                    <a:pt x="184" y="551"/>
                  </a:lnTo>
                  <a:lnTo>
                    <a:pt x="187" y="530"/>
                  </a:lnTo>
                  <a:lnTo>
                    <a:pt x="188" y="509"/>
                  </a:lnTo>
                  <a:lnTo>
                    <a:pt x="190" y="491"/>
                  </a:lnTo>
                  <a:lnTo>
                    <a:pt x="192" y="479"/>
                  </a:lnTo>
                  <a:lnTo>
                    <a:pt x="192" y="474"/>
                  </a:lnTo>
                  <a:lnTo>
                    <a:pt x="193" y="474"/>
                  </a:lnTo>
                  <a:lnTo>
                    <a:pt x="194" y="474"/>
                  </a:lnTo>
                  <a:lnTo>
                    <a:pt x="195" y="471"/>
                  </a:lnTo>
                  <a:lnTo>
                    <a:pt x="198" y="469"/>
                  </a:lnTo>
                  <a:lnTo>
                    <a:pt x="200" y="465"/>
                  </a:lnTo>
                  <a:lnTo>
                    <a:pt x="202" y="459"/>
                  </a:lnTo>
                  <a:lnTo>
                    <a:pt x="204" y="450"/>
                  </a:lnTo>
                  <a:lnTo>
                    <a:pt x="205" y="439"/>
                  </a:lnTo>
                  <a:lnTo>
                    <a:pt x="190" y="307"/>
                  </a:lnTo>
                  <a:lnTo>
                    <a:pt x="190" y="305"/>
                  </a:lnTo>
                  <a:lnTo>
                    <a:pt x="190" y="307"/>
                  </a:lnTo>
                  <a:lnTo>
                    <a:pt x="192" y="310"/>
                  </a:lnTo>
                  <a:lnTo>
                    <a:pt x="193" y="315"/>
                  </a:lnTo>
                  <a:lnTo>
                    <a:pt x="195" y="320"/>
                  </a:lnTo>
                  <a:lnTo>
                    <a:pt x="198" y="325"/>
                  </a:lnTo>
                  <a:lnTo>
                    <a:pt x="200" y="329"/>
                  </a:lnTo>
                  <a:lnTo>
                    <a:pt x="203" y="330"/>
                  </a:lnTo>
                  <a:lnTo>
                    <a:pt x="205" y="329"/>
                  </a:lnTo>
                  <a:lnTo>
                    <a:pt x="206" y="325"/>
                  </a:lnTo>
                  <a:lnTo>
                    <a:pt x="209" y="322"/>
                  </a:lnTo>
                  <a:lnTo>
                    <a:pt x="210" y="317"/>
                  </a:lnTo>
                  <a:lnTo>
                    <a:pt x="211" y="312"/>
                  </a:lnTo>
                  <a:lnTo>
                    <a:pt x="211" y="305"/>
                  </a:lnTo>
                  <a:lnTo>
                    <a:pt x="210" y="299"/>
                  </a:lnTo>
                  <a:lnTo>
                    <a:pt x="209" y="293"/>
                  </a:lnTo>
                  <a:lnTo>
                    <a:pt x="205" y="284"/>
                  </a:lnTo>
                  <a:lnTo>
                    <a:pt x="199" y="272"/>
                  </a:lnTo>
                  <a:lnTo>
                    <a:pt x="199" y="262"/>
                  </a:lnTo>
                  <a:lnTo>
                    <a:pt x="200" y="252"/>
                  </a:lnTo>
                  <a:lnTo>
                    <a:pt x="204" y="241"/>
                  </a:lnTo>
                  <a:lnTo>
                    <a:pt x="205" y="225"/>
                  </a:lnTo>
                  <a:lnTo>
                    <a:pt x="205" y="204"/>
                  </a:lnTo>
                  <a:lnTo>
                    <a:pt x="200" y="174"/>
                  </a:lnTo>
                  <a:lnTo>
                    <a:pt x="190" y="135"/>
                  </a:lnTo>
                  <a:lnTo>
                    <a:pt x="187" y="127"/>
                  </a:lnTo>
                  <a:lnTo>
                    <a:pt x="183" y="122"/>
                  </a:lnTo>
                  <a:lnTo>
                    <a:pt x="177" y="116"/>
                  </a:lnTo>
                  <a:lnTo>
                    <a:pt x="171" y="111"/>
                  </a:lnTo>
                  <a:lnTo>
                    <a:pt x="166" y="107"/>
                  </a:lnTo>
                  <a:lnTo>
                    <a:pt x="161" y="104"/>
                  </a:lnTo>
                  <a:lnTo>
                    <a:pt x="157" y="102"/>
                  </a:lnTo>
                  <a:lnTo>
                    <a:pt x="156" y="101"/>
                  </a:lnTo>
                  <a:lnTo>
                    <a:pt x="158" y="101"/>
                  </a:lnTo>
                  <a:lnTo>
                    <a:pt x="159" y="101"/>
                  </a:lnTo>
                  <a:lnTo>
                    <a:pt x="162" y="100"/>
                  </a:lnTo>
                  <a:lnTo>
                    <a:pt x="164" y="99"/>
                  </a:lnTo>
                  <a:lnTo>
                    <a:pt x="167" y="96"/>
                  </a:lnTo>
                  <a:lnTo>
                    <a:pt x="169" y="92"/>
                  </a:lnTo>
                  <a:lnTo>
                    <a:pt x="171" y="89"/>
                  </a:lnTo>
                  <a:lnTo>
                    <a:pt x="171" y="84"/>
                  </a:lnTo>
                  <a:lnTo>
                    <a:pt x="171" y="80"/>
                  </a:lnTo>
                  <a:lnTo>
                    <a:pt x="169" y="75"/>
                  </a:lnTo>
                  <a:lnTo>
                    <a:pt x="167" y="71"/>
                  </a:lnTo>
                  <a:lnTo>
                    <a:pt x="166" y="68"/>
                  </a:lnTo>
                  <a:lnTo>
                    <a:pt x="163" y="63"/>
                  </a:lnTo>
                  <a:lnTo>
                    <a:pt x="161" y="59"/>
                  </a:lnTo>
                  <a:lnTo>
                    <a:pt x="157" y="54"/>
                  </a:lnTo>
                  <a:lnTo>
                    <a:pt x="154" y="49"/>
                  </a:lnTo>
                  <a:lnTo>
                    <a:pt x="153" y="44"/>
                  </a:lnTo>
                  <a:lnTo>
                    <a:pt x="152" y="39"/>
                  </a:lnTo>
                  <a:lnTo>
                    <a:pt x="151" y="34"/>
                  </a:lnTo>
                  <a:lnTo>
                    <a:pt x="151" y="30"/>
                  </a:lnTo>
                  <a:lnTo>
                    <a:pt x="151" y="28"/>
                  </a:lnTo>
                  <a:lnTo>
                    <a:pt x="151" y="26"/>
                  </a:lnTo>
                  <a:lnTo>
                    <a:pt x="149" y="24"/>
                  </a:lnTo>
                  <a:lnTo>
                    <a:pt x="149" y="23"/>
                  </a:lnTo>
                  <a:lnTo>
                    <a:pt x="149" y="21"/>
                  </a:lnTo>
                  <a:lnTo>
                    <a:pt x="148" y="17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47" y="6"/>
                  </a:lnTo>
                  <a:lnTo>
                    <a:pt x="147" y="3"/>
                  </a:lnTo>
                  <a:lnTo>
                    <a:pt x="145" y="1"/>
                  </a:lnTo>
                  <a:lnTo>
                    <a:pt x="141" y="0"/>
                  </a:lnTo>
                  <a:lnTo>
                    <a:pt x="135" y="0"/>
                  </a:lnTo>
                  <a:lnTo>
                    <a:pt x="127" y="0"/>
                  </a:lnTo>
                  <a:lnTo>
                    <a:pt x="118" y="1"/>
                  </a:lnTo>
                  <a:lnTo>
                    <a:pt x="111" y="2"/>
                  </a:lnTo>
                  <a:lnTo>
                    <a:pt x="105" y="3"/>
                  </a:lnTo>
                  <a:lnTo>
                    <a:pt x="99" y="4"/>
                  </a:lnTo>
                  <a:lnTo>
                    <a:pt x="95" y="8"/>
                  </a:lnTo>
                  <a:lnTo>
                    <a:pt x="91" y="12"/>
                  </a:lnTo>
                  <a:lnTo>
                    <a:pt x="86" y="18"/>
                  </a:lnTo>
                  <a:lnTo>
                    <a:pt x="83" y="26"/>
                  </a:lnTo>
                  <a:lnTo>
                    <a:pt x="79" y="34"/>
                  </a:lnTo>
                  <a:lnTo>
                    <a:pt x="75" y="43"/>
                  </a:lnTo>
                  <a:lnTo>
                    <a:pt x="73" y="52"/>
                  </a:lnTo>
                  <a:lnTo>
                    <a:pt x="70" y="59"/>
                  </a:lnTo>
                  <a:lnTo>
                    <a:pt x="68" y="66"/>
                  </a:lnTo>
                  <a:lnTo>
                    <a:pt x="65" y="73"/>
                  </a:lnTo>
                  <a:lnTo>
                    <a:pt x="61" y="78"/>
                  </a:lnTo>
                  <a:lnTo>
                    <a:pt x="59" y="82"/>
                  </a:lnTo>
                  <a:lnTo>
                    <a:pt x="57" y="86"/>
                  </a:lnTo>
                  <a:lnTo>
                    <a:pt x="54" y="89"/>
                  </a:lnTo>
                  <a:lnTo>
                    <a:pt x="53" y="90"/>
                  </a:lnTo>
                  <a:lnTo>
                    <a:pt x="52" y="90"/>
                  </a:lnTo>
                  <a:lnTo>
                    <a:pt x="59" y="97"/>
                  </a:lnTo>
                  <a:lnTo>
                    <a:pt x="60" y="99"/>
                  </a:lnTo>
                  <a:lnTo>
                    <a:pt x="61" y="100"/>
                  </a:lnTo>
                  <a:lnTo>
                    <a:pt x="64" y="101"/>
                  </a:lnTo>
                  <a:lnTo>
                    <a:pt x="65" y="104"/>
                  </a:lnTo>
                  <a:lnTo>
                    <a:pt x="66" y="106"/>
                  </a:lnTo>
                  <a:lnTo>
                    <a:pt x="66" y="110"/>
                  </a:lnTo>
                  <a:lnTo>
                    <a:pt x="64" y="112"/>
                  </a:lnTo>
                  <a:lnTo>
                    <a:pt x="59" y="116"/>
                  </a:lnTo>
                  <a:lnTo>
                    <a:pt x="53" y="123"/>
                  </a:lnTo>
                  <a:lnTo>
                    <a:pt x="45" y="138"/>
                  </a:lnTo>
                  <a:lnTo>
                    <a:pt x="37" y="157"/>
                  </a:lnTo>
                  <a:lnTo>
                    <a:pt x="29" y="178"/>
                  </a:lnTo>
                  <a:lnTo>
                    <a:pt x="23" y="200"/>
                  </a:lnTo>
                  <a:lnTo>
                    <a:pt x="17" y="219"/>
                  </a:lnTo>
                  <a:lnTo>
                    <a:pt x="13" y="232"/>
                  </a:lnTo>
                  <a:lnTo>
                    <a:pt x="12" y="240"/>
                  </a:lnTo>
                  <a:lnTo>
                    <a:pt x="12" y="241"/>
                  </a:lnTo>
                  <a:lnTo>
                    <a:pt x="13" y="244"/>
                  </a:lnTo>
                  <a:lnTo>
                    <a:pt x="14" y="247"/>
                  </a:lnTo>
                  <a:lnTo>
                    <a:pt x="16" y="250"/>
                  </a:lnTo>
                  <a:lnTo>
                    <a:pt x="17" y="253"/>
                  </a:lnTo>
                  <a:lnTo>
                    <a:pt x="19" y="257"/>
                  </a:lnTo>
                  <a:lnTo>
                    <a:pt x="21" y="261"/>
                  </a:lnTo>
                  <a:lnTo>
                    <a:pt x="23" y="265"/>
                  </a:lnTo>
                  <a:lnTo>
                    <a:pt x="13" y="299"/>
                  </a:lnTo>
                  <a:lnTo>
                    <a:pt x="11" y="305"/>
                  </a:lnTo>
                  <a:lnTo>
                    <a:pt x="7" y="315"/>
                  </a:lnTo>
                  <a:lnTo>
                    <a:pt x="4" y="330"/>
                  </a:lnTo>
                  <a:lnTo>
                    <a:pt x="2" y="348"/>
                  </a:lnTo>
                  <a:lnTo>
                    <a:pt x="1" y="364"/>
                  </a:lnTo>
                  <a:lnTo>
                    <a:pt x="0" y="379"/>
                  </a:lnTo>
                  <a:lnTo>
                    <a:pt x="1" y="390"/>
                  </a:lnTo>
                  <a:lnTo>
                    <a:pt x="3" y="396"/>
                  </a:lnTo>
                  <a:lnTo>
                    <a:pt x="4" y="397"/>
                  </a:lnTo>
                  <a:lnTo>
                    <a:pt x="8" y="398"/>
                  </a:lnTo>
                  <a:lnTo>
                    <a:pt x="12" y="400"/>
                  </a:lnTo>
                  <a:lnTo>
                    <a:pt x="17" y="401"/>
                  </a:lnTo>
                  <a:lnTo>
                    <a:pt x="23" y="402"/>
                  </a:lnTo>
                  <a:lnTo>
                    <a:pt x="29" y="403"/>
                  </a:lnTo>
                  <a:lnTo>
                    <a:pt x="35" y="403"/>
                  </a:lnTo>
                  <a:lnTo>
                    <a:pt x="43" y="405"/>
                  </a:lnTo>
                  <a:lnTo>
                    <a:pt x="42" y="416"/>
                  </a:lnTo>
                  <a:lnTo>
                    <a:pt x="40" y="427"/>
                  </a:lnTo>
                  <a:lnTo>
                    <a:pt x="39" y="437"/>
                  </a:lnTo>
                  <a:lnTo>
                    <a:pt x="38" y="445"/>
                  </a:lnTo>
                  <a:lnTo>
                    <a:pt x="37" y="453"/>
                  </a:lnTo>
                  <a:lnTo>
                    <a:pt x="35" y="459"/>
                  </a:lnTo>
                  <a:lnTo>
                    <a:pt x="35" y="462"/>
                  </a:lnTo>
                  <a:lnTo>
                    <a:pt x="35" y="463"/>
                  </a:lnTo>
                  <a:lnTo>
                    <a:pt x="37" y="464"/>
                  </a:lnTo>
                  <a:lnTo>
                    <a:pt x="40" y="466"/>
                  </a:lnTo>
                  <a:lnTo>
                    <a:pt x="44" y="470"/>
                  </a:lnTo>
                  <a:lnTo>
                    <a:pt x="50" y="473"/>
                  </a:lnTo>
                  <a:lnTo>
                    <a:pt x="55" y="476"/>
                  </a:lnTo>
                  <a:lnTo>
                    <a:pt x="60" y="478"/>
                  </a:lnTo>
                  <a:lnTo>
                    <a:pt x="64" y="478"/>
                  </a:lnTo>
                  <a:lnTo>
                    <a:pt x="65" y="474"/>
                  </a:lnTo>
                  <a:lnTo>
                    <a:pt x="65" y="478"/>
                  </a:lnTo>
                  <a:lnTo>
                    <a:pt x="66" y="483"/>
                  </a:lnTo>
                  <a:lnTo>
                    <a:pt x="69" y="489"/>
                  </a:lnTo>
                  <a:lnTo>
                    <a:pt x="71" y="496"/>
                  </a:lnTo>
                  <a:lnTo>
                    <a:pt x="74" y="504"/>
                  </a:lnTo>
                  <a:lnTo>
                    <a:pt x="75" y="510"/>
                  </a:lnTo>
                  <a:lnTo>
                    <a:pt x="76" y="515"/>
                  </a:lnTo>
                  <a:lnTo>
                    <a:pt x="78" y="516"/>
                  </a:lnTo>
                  <a:lnTo>
                    <a:pt x="76" y="517"/>
                  </a:lnTo>
                  <a:lnTo>
                    <a:pt x="76" y="520"/>
                  </a:lnTo>
                  <a:lnTo>
                    <a:pt x="75" y="522"/>
                  </a:lnTo>
                  <a:lnTo>
                    <a:pt x="74" y="527"/>
                  </a:lnTo>
                  <a:lnTo>
                    <a:pt x="74" y="531"/>
                  </a:lnTo>
                  <a:lnTo>
                    <a:pt x="73" y="537"/>
                  </a:lnTo>
                  <a:lnTo>
                    <a:pt x="71" y="543"/>
                  </a:lnTo>
                  <a:lnTo>
                    <a:pt x="71" y="552"/>
                  </a:lnTo>
                  <a:lnTo>
                    <a:pt x="74" y="562"/>
                  </a:lnTo>
                  <a:lnTo>
                    <a:pt x="75" y="574"/>
                  </a:lnTo>
                  <a:lnTo>
                    <a:pt x="79" y="585"/>
                  </a:lnTo>
                  <a:lnTo>
                    <a:pt x="81" y="597"/>
                  </a:lnTo>
                  <a:lnTo>
                    <a:pt x="84" y="605"/>
                  </a:lnTo>
                  <a:lnTo>
                    <a:pt x="86" y="611"/>
                  </a:lnTo>
                  <a:lnTo>
                    <a:pt x="86" y="614"/>
                  </a:lnTo>
                  <a:lnTo>
                    <a:pt x="75" y="637"/>
                  </a:lnTo>
                  <a:lnTo>
                    <a:pt x="79" y="675"/>
                  </a:lnTo>
                  <a:lnTo>
                    <a:pt x="80" y="675"/>
                  </a:lnTo>
                  <a:lnTo>
                    <a:pt x="81" y="677"/>
                  </a:lnTo>
                  <a:lnTo>
                    <a:pt x="84" y="680"/>
                  </a:lnTo>
                  <a:lnTo>
                    <a:pt x="87" y="682"/>
                  </a:lnTo>
                  <a:lnTo>
                    <a:pt x="91" y="683"/>
                  </a:lnTo>
                  <a:lnTo>
                    <a:pt x="95" y="685"/>
                  </a:lnTo>
                  <a:lnTo>
                    <a:pt x="99" y="685"/>
                  </a:lnTo>
                  <a:lnTo>
                    <a:pt x="102" y="683"/>
                  </a:lnTo>
                  <a:lnTo>
                    <a:pt x="106" y="680"/>
                  </a:lnTo>
                  <a:lnTo>
                    <a:pt x="109" y="676"/>
                  </a:lnTo>
                  <a:lnTo>
                    <a:pt x="110" y="671"/>
                  </a:lnTo>
                  <a:lnTo>
                    <a:pt x="111" y="667"/>
                  </a:lnTo>
                  <a:lnTo>
                    <a:pt x="112" y="662"/>
                  </a:lnTo>
                  <a:lnTo>
                    <a:pt x="114" y="660"/>
                  </a:lnTo>
                  <a:lnTo>
                    <a:pt x="114" y="657"/>
                  </a:lnTo>
                  <a:lnTo>
                    <a:pt x="114" y="656"/>
                  </a:lnTo>
                  <a:lnTo>
                    <a:pt x="105" y="609"/>
                  </a:lnTo>
                  <a:lnTo>
                    <a:pt x="120" y="515"/>
                  </a:lnTo>
                  <a:lnTo>
                    <a:pt x="123" y="496"/>
                  </a:lnTo>
                  <a:lnTo>
                    <a:pt x="141" y="496"/>
                  </a:lnTo>
                  <a:lnTo>
                    <a:pt x="141" y="497"/>
                  </a:lnTo>
                  <a:lnTo>
                    <a:pt x="141" y="500"/>
                  </a:lnTo>
                  <a:lnTo>
                    <a:pt x="141" y="505"/>
                  </a:lnTo>
                  <a:lnTo>
                    <a:pt x="142" y="511"/>
                  </a:lnTo>
                  <a:lnTo>
                    <a:pt x="142" y="519"/>
                  </a:lnTo>
                  <a:lnTo>
                    <a:pt x="142" y="526"/>
                  </a:lnTo>
                  <a:lnTo>
                    <a:pt x="143" y="535"/>
                  </a:lnTo>
                  <a:lnTo>
                    <a:pt x="145" y="543"/>
                  </a:lnTo>
                  <a:lnTo>
                    <a:pt x="147" y="554"/>
                  </a:lnTo>
                  <a:lnTo>
                    <a:pt x="148" y="566"/>
                  </a:lnTo>
                  <a:lnTo>
                    <a:pt x="151" y="578"/>
                  </a:lnTo>
                  <a:lnTo>
                    <a:pt x="153" y="588"/>
                  </a:lnTo>
                  <a:lnTo>
                    <a:pt x="156" y="598"/>
                  </a:lnTo>
                  <a:lnTo>
                    <a:pt x="158" y="605"/>
                  </a:lnTo>
                  <a:lnTo>
                    <a:pt x="158" y="610"/>
                  </a:lnTo>
                  <a:lnTo>
                    <a:pt x="159" y="613"/>
                  </a:lnTo>
                  <a:lnTo>
                    <a:pt x="156" y="655"/>
                  </a:lnTo>
                  <a:lnTo>
                    <a:pt x="168" y="657"/>
                  </a:lnTo>
                  <a:lnTo>
                    <a:pt x="168" y="652"/>
                  </a:lnTo>
                  <a:lnTo>
                    <a:pt x="169" y="652"/>
                  </a:lnTo>
                  <a:lnTo>
                    <a:pt x="171" y="654"/>
                  </a:lnTo>
                  <a:lnTo>
                    <a:pt x="174" y="656"/>
                  </a:lnTo>
                  <a:lnTo>
                    <a:pt x="178" y="657"/>
                  </a:lnTo>
                  <a:lnTo>
                    <a:pt x="183" y="661"/>
                  </a:lnTo>
                  <a:lnTo>
                    <a:pt x="188" y="663"/>
                  </a:lnTo>
                  <a:lnTo>
                    <a:pt x="194" y="666"/>
                  </a:lnTo>
                  <a:lnTo>
                    <a:pt x="199" y="668"/>
                  </a:lnTo>
                  <a:lnTo>
                    <a:pt x="205" y="671"/>
                  </a:lnTo>
                  <a:lnTo>
                    <a:pt x="210" y="672"/>
                  </a:lnTo>
                  <a:lnTo>
                    <a:pt x="216" y="672"/>
                  </a:lnTo>
                  <a:lnTo>
                    <a:pt x="221" y="671"/>
                  </a:lnTo>
                  <a:lnTo>
                    <a:pt x="225" y="671"/>
                  </a:lnTo>
                  <a:lnTo>
                    <a:pt x="229" y="670"/>
                  </a:lnTo>
                  <a:lnTo>
                    <a:pt x="231" y="670"/>
                  </a:lnTo>
                  <a:lnTo>
                    <a:pt x="233" y="668"/>
                  </a:lnTo>
                  <a:lnTo>
                    <a:pt x="230" y="656"/>
                  </a:lnTo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8" name="Freeform 44">
              <a:extLst>
                <a:ext uri="{FF2B5EF4-FFF2-40B4-BE49-F238E27FC236}">
                  <a16:creationId xmlns:a16="http://schemas.microsoft.com/office/drawing/2014/main" id="{210AF5EB-C2D9-E7D5-C15A-41C0E9A3D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3082"/>
              <a:ext cx="220" cy="717"/>
            </a:xfrm>
            <a:custGeom>
              <a:avLst/>
              <a:gdLst>
                <a:gd name="T0" fmla="*/ 219 w 220"/>
                <a:gd name="T1" fmla="*/ 600 h 717"/>
                <a:gd name="T2" fmla="*/ 202 w 220"/>
                <a:gd name="T3" fmla="*/ 416 h 717"/>
                <a:gd name="T4" fmla="*/ 207 w 220"/>
                <a:gd name="T5" fmla="*/ 408 h 717"/>
                <a:gd name="T6" fmla="*/ 211 w 220"/>
                <a:gd name="T7" fmla="*/ 402 h 717"/>
                <a:gd name="T8" fmla="*/ 209 w 220"/>
                <a:gd name="T9" fmla="*/ 380 h 717"/>
                <a:gd name="T10" fmla="*/ 210 w 220"/>
                <a:gd name="T11" fmla="*/ 297 h 717"/>
                <a:gd name="T12" fmla="*/ 206 w 220"/>
                <a:gd name="T13" fmla="*/ 236 h 717"/>
                <a:gd name="T14" fmla="*/ 196 w 220"/>
                <a:gd name="T15" fmla="*/ 167 h 717"/>
                <a:gd name="T16" fmla="*/ 174 w 220"/>
                <a:gd name="T17" fmla="*/ 137 h 717"/>
                <a:gd name="T18" fmla="*/ 142 w 220"/>
                <a:gd name="T19" fmla="*/ 115 h 717"/>
                <a:gd name="T20" fmla="*/ 126 w 220"/>
                <a:gd name="T21" fmla="*/ 105 h 717"/>
                <a:gd name="T22" fmla="*/ 138 w 220"/>
                <a:gd name="T23" fmla="*/ 64 h 717"/>
                <a:gd name="T24" fmla="*/ 141 w 220"/>
                <a:gd name="T25" fmla="*/ 49 h 717"/>
                <a:gd name="T26" fmla="*/ 138 w 220"/>
                <a:gd name="T27" fmla="*/ 28 h 717"/>
                <a:gd name="T28" fmla="*/ 128 w 220"/>
                <a:gd name="T29" fmla="*/ 12 h 717"/>
                <a:gd name="T30" fmla="*/ 121 w 220"/>
                <a:gd name="T31" fmla="*/ 3 h 717"/>
                <a:gd name="T32" fmla="*/ 100 w 220"/>
                <a:gd name="T33" fmla="*/ 0 h 717"/>
                <a:gd name="T34" fmla="*/ 77 w 220"/>
                <a:gd name="T35" fmla="*/ 2 h 717"/>
                <a:gd name="T36" fmla="*/ 71 w 220"/>
                <a:gd name="T37" fmla="*/ 8 h 717"/>
                <a:gd name="T38" fmla="*/ 59 w 220"/>
                <a:gd name="T39" fmla="*/ 21 h 717"/>
                <a:gd name="T40" fmla="*/ 58 w 220"/>
                <a:gd name="T41" fmla="*/ 42 h 717"/>
                <a:gd name="T42" fmla="*/ 60 w 220"/>
                <a:gd name="T43" fmla="*/ 59 h 717"/>
                <a:gd name="T44" fmla="*/ 77 w 220"/>
                <a:gd name="T45" fmla="*/ 105 h 717"/>
                <a:gd name="T46" fmla="*/ 58 w 220"/>
                <a:gd name="T47" fmla="*/ 117 h 717"/>
                <a:gd name="T48" fmla="*/ 27 w 220"/>
                <a:gd name="T49" fmla="*/ 139 h 717"/>
                <a:gd name="T50" fmla="*/ 16 w 220"/>
                <a:gd name="T51" fmla="*/ 157 h 717"/>
                <a:gd name="T52" fmla="*/ 9 w 220"/>
                <a:gd name="T53" fmla="*/ 211 h 717"/>
                <a:gd name="T54" fmla="*/ 3 w 220"/>
                <a:gd name="T55" fmla="*/ 268 h 717"/>
                <a:gd name="T56" fmla="*/ 2 w 220"/>
                <a:gd name="T57" fmla="*/ 298 h 717"/>
                <a:gd name="T58" fmla="*/ 0 w 220"/>
                <a:gd name="T59" fmla="*/ 354 h 717"/>
                <a:gd name="T60" fmla="*/ 3 w 220"/>
                <a:gd name="T61" fmla="*/ 402 h 717"/>
                <a:gd name="T62" fmla="*/ 13 w 220"/>
                <a:gd name="T63" fmla="*/ 411 h 717"/>
                <a:gd name="T64" fmla="*/ 24 w 220"/>
                <a:gd name="T65" fmla="*/ 412 h 717"/>
                <a:gd name="T66" fmla="*/ 14 w 220"/>
                <a:gd name="T67" fmla="*/ 393 h 717"/>
                <a:gd name="T68" fmla="*/ 63 w 220"/>
                <a:gd name="T69" fmla="*/ 666 h 717"/>
                <a:gd name="T70" fmla="*/ 71 w 220"/>
                <a:gd name="T71" fmla="*/ 713 h 717"/>
                <a:gd name="T72" fmla="*/ 107 w 220"/>
                <a:gd name="T73" fmla="*/ 694 h 717"/>
                <a:gd name="T74" fmla="*/ 128 w 220"/>
                <a:gd name="T75" fmla="*/ 706 h 717"/>
                <a:gd name="T76" fmla="*/ 148 w 220"/>
                <a:gd name="T77" fmla="*/ 714 h 717"/>
                <a:gd name="T78" fmla="*/ 162 w 220"/>
                <a:gd name="T79" fmla="*/ 714 h 717"/>
                <a:gd name="T80" fmla="*/ 173 w 220"/>
                <a:gd name="T81" fmla="*/ 712 h 717"/>
                <a:gd name="T82" fmla="*/ 168 w 220"/>
                <a:gd name="T83" fmla="*/ 685 h 717"/>
                <a:gd name="T84" fmla="*/ 178 w 220"/>
                <a:gd name="T85" fmla="*/ 392 h 717"/>
                <a:gd name="T86" fmla="*/ 184 w 220"/>
                <a:gd name="T87" fmla="*/ 408 h 717"/>
                <a:gd name="T88" fmla="*/ 185 w 220"/>
                <a:gd name="T89" fmla="*/ 410 h 717"/>
                <a:gd name="T90" fmla="*/ 188 w 220"/>
                <a:gd name="T91" fmla="*/ 412 h 717"/>
                <a:gd name="T92" fmla="*/ 190 w 220"/>
                <a:gd name="T93" fmla="*/ 429 h 7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20"/>
                <a:gd name="T142" fmla="*/ 0 h 717"/>
                <a:gd name="T143" fmla="*/ 220 w 220"/>
                <a:gd name="T144" fmla="*/ 717 h 71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20" h="717">
                  <a:moveTo>
                    <a:pt x="175" y="429"/>
                  </a:moveTo>
                  <a:lnTo>
                    <a:pt x="175" y="600"/>
                  </a:lnTo>
                  <a:lnTo>
                    <a:pt x="219" y="600"/>
                  </a:lnTo>
                  <a:lnTo>
                    <a:pt x="219" y="429"/>
                  </a:lnTo>
                  <a:lnTo>
                    <a:pt x="202" y="429"/>
                  </a:lnTo>
                  <a:lnTo>
                    <a:pt x="202" y="416"/>
                  </a:lnTo>
                  <a:lnTo>
                    <a:pt x="204" y="413"/>
                  </a:lnTo>
                  <a:lnTo>
                    <a:pt x="206" y="411"/>
                  </a:lnTo>
                  <a:lnTo>
                    <a:pt x="207" y="408"/>
                  </a:lnTo>
                  <a:lnTo>
                    <a:pt x="210" y="406"/>
                  </a:lnTo>
                  <a:lnTo>
                    <a:pt x="211" y="403"/>
                  </a:lnTo>
                  <a:lnTo>
                    <a:pt x="211" y="402"/>
                  </a:lnTo>
                  <a:lnTo>
                    <a:pt x="212" y="400"/>
                  </a:lnTo>
                  <a:lnTo>
                    <a:pt x="209" y="380"/>
                  </a:lnTo>
                  <a:lnTo>
                    <a:pt x="210" y="302"/>
                  </a:lnTo>
                  <a:lnTo>
                    <a:pt x="210" y="297"/>
                  </a:lnTo>
                  <a:lnTo>
                    <a:pt x="209" y="282"/>
                  </a:lnTo>
                  <a:lnTo>
                    <a:pt x="209" y="261"/>
                  </a:lnTo>
                  <a:lnTo>
                    <a:pt x="206" y="236"/>
                  </a:lnTo>
                  <a:lnTo>
                    <a:pt x="204" y="210"/>
                  </a:lnTo>
                  <a:lnTo>
                    <a:pt x="201" y="187"/>
                  </a:lnTo>
                  <a:lnTo>
                    <a:pt x="196" y="167"/>
                  </a:lnTo>
                  <a:lnTo>
                    <a:pt x="191" y="154"/>
                  </a:lnTo>
                  <a:lnTo>
                    <a:pt x="184" y="146"/>
                  </a:lnTo>
                  <a:lnTo>
                    <a:pt x="174" y="137"/>
                  </a:lnTo>
                  <a:lnTo>
                    <a:pt x="163" y="130"/>
                  </a:lnTo>
                  <a:lnTo>
                    <a:pt x="152" y="121"/>
                  </a:lnTo>
                  <a:lnTo>
                    <a:pt x="142" y="115"/>
                  </a:lnTo>
                  <a:lnTo>
                    <a:pt x="133" y="110"/>
                  </a:lnTo>
                  <a:lnTo>
                    <a:pt x="128" y="106"/>
                  </a:lnTo>
                  <a:lnTo>
                    <a:pt x="126" y="105"/>
                  </a:lnTo>
                  <a:lnTo>
                    <a:pt x="128" y="86"/>
                  </a:lnTo>
                  <a:lnTo>
                    <a:pt x="138" y="65"/>
                  </a:lnTo>
                  <a:lnTo>
                    <a:pt x="138" y="64"/>
                  </a:lnTo>
                  <a:lnTo>
                    <a:pt x="139" y="60"/>
                  </a:lnTo>
                  <a:lnTo>
                    <a:pt x="141" y="55"/>
                  </a:lnTo>
                  <a:lnTo>
                    <a:pt x="141" y="49"/>
                  </a:lnTo>
                  <a:lnTo>
                    <a:pt x="141" y="43"/>
                  </a:lnTo>
                  <a:lnTo>
                    <a:pt x="139" y="35"/>
                  </a:lnTo>
                  <a:lnTo>
                    <a:pt x="138" y="28"/>
                  </a:lnTo>
                  <a:lnTo>
                    <a:pt x="134" y="22"/>
                  </a:lnTo>
                  <a:lnTo>
                    <a:pt x="129" y="17"/>
                  </a:lnTo>
                  <a:lnTo>
                    <a:pt x="128" y="12"/>
                  </a:lnTo>
                  <a:lnTo>
                    <a:pt x="126" y="8"/>
                  </a:lnTo>
                  <a:lnTo>
                    <a:pt x="124" y="6"/>
                  </a:lnTo>
                  <a:lnTo>
                    <a:pt x="121" y="3"/>
                  </a:lnTo>
                  <a:lnTo>
                    <a:pt x="117" y="1"/>
                  </a:lnTo>
                  <a:lnTo>
                    <a:pt x="110" y="1"/>
                  </a:lnTo>
                  <a:lnTo>
                    <a:pt x="100" y="0"/>
                  </a:lnTo>
                  <a:lnTo>
                    <a:pt x="89" y="1"/>
                  </a:lnTo>
                  <a:lnTo>
                    <a:pt x="81" y="1"/>
                  </a:lnTo>
                  <a:lnTo>
                    <a:pt x="77" y="2"/>
                  </a:lnTo>
                  <a:lnTo>
                    <a:pt x="75" y="3"/>
                  </a:lnTo>
                  <a:lnTo>
                    <a:pt x="73" y="6"/>
                  </a:lnTo>
                  <a:lnTo>
                    <a:pt x="71" y="8"/>
                  </a:lnTo>
                  <a:lnTo>
                    <a:pt x="69" y="12"/>
                  </a:lnTo>
                  <a:lnTo>
                    <a:pt x="63" y="16"/>
                  </a:lnTo>
                  <a:lnTo>
                    <a:pt x="59" y="21"/>
                  </a:lnTo>
                  <a:lnTo>
                    <a:pt x="58" y="27"/>
                  </a:lnTo>
                  <a:lnTo>
                    <a:pt x="56" y="34"/>
                  </a:lnTo>
                  <a:lnTo>
                    <a:pt x="58" y="42"/>
                  </a:lnTo>
                  <a:lnTo>
                    <a:pt x="58" y="49"/>
                  </a:lnTo>
                  <a:lnTo>
                    <a:pt x="60" y="55"/>
                  </a:lnTo>
                  <a:lnTo>
                    <a:pt x="60" y="59"/>
                  </a:lnTo>
                  <a:lnTo>
                    <a:pt x="61" y="60"/>
                  </a:lnTo>
                  <a:lnTo>
                    <a:pt x="75" y="92"/>
                  </a:lnTo>
                  <a:lnTo>
                    <a:pt x="77" y="105"/>
                  </a:lnTo>
                  <a:lnTo>
                    <a:pt x="75" y="106"/>
                  </a:lnTo>
                  <a:lnTo>
                    <a:pt x="68" y="111"/>
                  </a:lnTo>
                  <a:lnTo>
                    <a:pt x="58" y="117"/>
                  </a:lnTo>
                  <a:lnTo>
                    <a:pt x="47" y="125"/>
                  </a:lnTo>
                  <a:lnTo>
                    <a:pt x="35" y="132"/>
                  </a:lnTo>
                  <a:lnTo>
                    <a:pt x="27" y="139"/>
                  </a:lnTo>
                  <a:lnTo>
                    <a:pt x="19" y="146"/>
                  </a:lnTo>
                  <a:lnTo>
                    <a:pt x="17" y="149"/>
                  </a:lnTo>
                  <a:lnTo>
                    <a:pt x="16" y="157"/>
                  </a:lnTo>
                  <a:lnTo>
                    <a:pt x="14" y="170"/>
                  </a:lnTo>
                  <a:lnTo>
                    <a:pt x="12" y="189"/>
                  </a:lnTo>
                  <a:lnTo>
                    <a:pt x="9" y="211"/>
                  </a:lnTo>
                  <a:lnTo>
                    <a:pt x="7" y="232"/>
                  </a:lnTo>
                  <a:lnTo>
                    <a:pt x="4" y="252"/>
                  </a:lnTo>
                  <a:lnTo>
                    <a:pt x="3" y="268"/>
                  </a:lnTo>
                  <a:lnTo>
                    <a:pt x="3" y="278"/>
                  </a:lnTo>
                  <a:lnTo>
                    <a:pt x="2" y="286"/>
                  </a:lnTo>
                  <a:lnTo>
                    <a:pt x="2" y="298"/>
                  </a:lnTo>
                  <a:lnTo>
                    <a:pt x="1" y="315"/>
                  </a:lnTo>
                  <a:lnTo>
                    <a:pt x="1" y="334"/>
                  </a:lnTo>
                  <a:lnTo>
                    <a:pt x="0" y="354"/>
                  </a:lnTo>
                  <a:lnTo>
                    <a:pt x="1" y="374"/>
                  </a:lnTo>
                  <a:lnTo>
                    <a:pt x="1" y="390"/>
                  </a:lnTo>
                  <a:lnTo>
                    <a:pt x="3" y="402"/>
                  </a:lnTo>
                  <a:lnTo>
                    <a:pt x="6" y="407"/>
                  </a:lnTo>
                  <a:lnTo>
                    <a:pt x="9" y="410"/>
                  </a:lnTo>
                  <a:lnTo>
                    <a:pt x="13" y="411"/>
                  </a:lnTo>
                  <a:lnTo>
                    <a:pt x="17" y="412"/>
                  </a:lnTo>
                  <a:lnTo>
                    <a:pt x="21" y="412"/>
                  </a:lnTo>
                  <a:lnTo>
                    <a:pt x="24" y="412"/>
                  </a:lnTo>
                  <a:lnTo>
                    <a:pt x="25" y="412"/>
                  </a:lnTo>
                  <a:lnTo>
                    <a:pt x="27" y="412"/>
                  </a:lnTo>
                  <a:lnTo>
                    <a:pt x="14" y="393"/>
                  </a:lnTo>
                  <a:lnTo>
                    <a:pt x="35" y="262"/>
                  </a:lnTo>
                  <a:lnTo>
                    <a:pt x="34" y="403"/>
                  </a:lnTo>
                  <a:lnTo>
                    <a:pt x="63" y="666"/>
                  </a:lnTo>
                  <a:lnTo>
                    <a:pt x="39" y="696"/>
                  </a:lnTo>
                  <a:lnTo>
                    <a:pt x="35" y="714"/>
                  </a:lnTo>
                  <a:lnTo>
                    <a:pt x="71" y="713"/>
                  </a:lnTo>
                  <a:lnTo>
                    <a:pt x="101" y="691"/>
                  </a:lnTo>
                  <a:lnTo>
                    <a:pt x="103" y="692"/>
                  </a:lnTo>
                  <a:lnTo>
                    <a:pt x="107" y="694"/>
                  </a:lnTo>
                  <a:lnTo>
                    <a:pt x="113" y="697"/>
                  </a:lnTo>
                  <a:lnTo>
                    <a:pt x="121" y="702"/>
                  </a:lnTo>
                  <a:lnTo>
                    <a:pt x="128" y="706"/>
                  </a:lnTo>
                  <a:lnTo>
                    <a:pt x="136" y="709"/>
                  </a:lnTo>
                  <a:lnTo>
                    <a:pt x="143" y="713"/>
                  </a:lnTo>
                  <a:lnTo>
                    <a:pt x="148" y="714"/>
                  </a:lnTo>
                  <a:lnTo>
                    <a:pt x="152" y="716"/>
                  </a:lnTo>
                  <a:lnTo>
                    <a:pt x="157" y="716"/>
                  </a:lnTo>
                  <a:lnTo>
                    <a:pt x="162" y="714"/>
                  </a:lnTo>
                  <a:lnTo>
                    <a:pt x="167" y="714"/>
                  </a:lnTo>
                  <a:lnTo>
                    <a:pt x="170" y="713"/>
                  </a:lnTo>
                  <a:lnTo>
                    <a:pt x="173" y="712"/>
                  </a:lnTo>
                  <a:lnTo>
                    <a:pt x="175" y="711"/>
                  </a:lnTo>
                  <a:lnTo>
                    <a:pt x="176" y="711"/>
                  </a:lnTo>
                  <a:lnTo>
                    <a:pt x="168" y="685"/>
                  </a:lnTo>
                  <a:lnTo>
                    <a:pt x="142" y="668"/>
                  </a:lnTo>
                  <a:lnTo>
                    <a:pt x="167" y="421"/>
                  </a:lnTo>
                  <a:lnTo>
                    <a:pt x="178" y="392"/>
                  </a:lnTo>
                  <a:lnTo>
                    <a:pt x="164" y="250"/>
                  </a:lnTo>
                  <a:lnTo>
                    <a:pt x="193" y="396"/>
                  </a:lnTo>
                  <a:lnTo>
                    <a:pt x="184" y="408"/>
                  </a:lnTo>
                  <a:lnTo>
                    <a:pt x="185" y="408"/>
                  </a:lnTo>
                  <a:lnTo>
                    <a:pt x="185" y="410"/>
                  </a:lnTo>
                  <a:lnTo>
                    <a:pt x="186" y="410"/>
                  </a:lnTo>
                  <a:lnTo>
                    <a:pt x="186" y="411"/>
                  </a:lnTo>
                  <a:lnTo>
                    <a:pt x="188" y="412"/>
                  </a:lnTo>
                  <a:lnTo>
                    <a:pt x="189" y="413"/>
                  </a:lnTo>
                  <a:lnTo>
                    <a:pt x="190" y="414"/>
                  </a:lnTo>
                  <a:lnTo>
                    <a:pt x="190" y="429"/>
                  </a:lnTo>
                  <a:lnTo>
                    <a:pt x="175" y="429"/>
                  </a:lnTo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29" name="Freeform 45">
              <a:extLst>
                <a:ext uri="{FF2B5EF4-FFF2-40B4-BE49-F238E27FC236}">
                  <a16:creationId xmlns:a16="http://schemas.microsoft.com/office/drawing/2014/main" id="{8DA5265C-EF3E-49BD-A5D1-2AFC190BA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" y="3067"/>
              <a:ext cx="206" cy="684"/>
            </a:xfrm>
            <a:custGeom>
              <a:avLst/>
              <a:gdLst>
                <a:gd name="T0" fmla="*/ 67 w 206"/>
                <a:gd name="T1" fmla="*/ 516 h 684"/>
                <a:gd name="T2" fmla="*/ 65 w 206"/>
                <a:gd name="T3" fmla="*/ 533 h 684"/>
                <a:gd name="T4" fmla="*/ 67 w 206"/>
                <a:gd name="T5" fmla="*/ 559 h 684"/>
                <a:gd name="T6" fmla="*/ 77 w 206"/>
                <a:gd name="T7" fmla="*/ 602 h 684"/>
                <a:gd name="T8" fmla="*/ 72 w 206"/>
                <a:gd name="T9" fmla="*/ 670 h 684"/>
                <a:gd name="T10" fmla="*/ 80 w 206"/>
                <a:gd name="T11" fmla="*/ 678 h 684"/>
                <a:gd name="T12" fmla="*/ 95 w 206"/>
                <a:gd name="T13" fmla="*/ 680 h 684"/>
                <a:gd name="T14" fmla="*/ 105 w 206"/>
                <a:gd name="T15" fmla="*/ 664 h 684"/>
                <a:gd name="T16" fmla="*/ 106 w 206"/>
                <a:gd name="T17" fmla="*/ 653 h 684"/>
                <a:gd name="T18" fmla="*/ 119 w 206"/>
                <a:gd name="T19" fmla="*/ 510 h 684"/>
                <a:gd name="T20" fmla="*/ 134 w 206"/>
                <a:gd name="T21" fmla="*/ 497 h 684"/>
                <a:gd name="T22" fmla="*/ 136 w 206"/>
                <a:gd name="T23" fmla="*/ 523 h 684"/>
                <a:gd name="T24" fmla="*/ 142 w 206"/>
                <a:gd name="T25" fmla="*/ 562 h 684"/>
                <a:gd name="T26" fmla="*/ 151 w 206"/>
                <a:gd name="T27" fmla="*/ 602 h 684"/>
                <a:gd name="T28" fmla="*/ 152 w 206"/>
                <a:gd name="T29" fmla="*/ 619 h 684"/>
                <a:gd name="T30" fmla="*/ 155 w 206"/>
                <a:gd name="T31" fmla="*/ 665 h 684"/>
                <a:gd name="T32" fmla="*/ 173 w 206"/>
                <a:gd name="T33" fmla="*/ 683 h 684"/>
                <a:gd name="T34" fmla="*/ 192 w 206"/>
                <a:gd name="T35" fmla="*/ 680 h 684"/>
                <a:gd name="T36" fmla="*/ 192 w 206"/>
                <a:gd name="T37" fmla="*/ 665 h 684"/>
                <a:gd name="T38" fmla="*/ 180 w 206"/>
                <a:gd name="T39" fmla="*/ 632 h 684"/>
                <a:gd name="T40" fmla="*/ 175 w 206"/>
                <a:gd name="T41" fmla="*/ 587 h 684"/>
                <a:gd name="T42" fmla="*/ 182 w 206"/>
                <a:gd name="T43" fmla="*/ 505 h 684"/>
                <a:gd name="T44" fmla="*/ 186 w 206"/>
                <a:gd name="T45" fmla="*/ 471 h 684"/>
                <a:gd name="T46" fmla="*/ 193 w 206"/>
                <a:gd name="T47" fmla="*/ 462 h 684"/>
                <a:gd name="T48" fmla="*/ 198 w 206"/>
                <a:gd name="T49" fmla="*/ 432 h 684"/>
                <a:gd name="T50" fmla="*/ 196 w 206"/>
                <a:gd name="T51" fmla="*/ 364 h 684"/>
                <a:gd name="T52" fmla="*/ 200 w 206"/>
                <a:gd name="T53" fmla="*/ 322 h 684"/>
                <a:gd name="T54" fmla="*/ 205 w 206"/>
                <a:gd name="T55" fmla="*/ 302 h 684"/>
                <a:gd name="T56" fmla="*/ 192 w 206"/>
                <a:gd name="T57" fmla="*/ 268 h 684"/>
                <a:gd name="T58" fmla="*/ 200 w 206"/>
                <a:gd name="T59" fmla="*/ 221 h 684"/>
                <a:gd name="T60" fmla="*/ 181 w 206"/>
                <a:gd name="T61" fmla="*/ 125 h 684"/>
                <a:gd name="T62" fmla="*/ 167 w 206"/>
                <a:gd name="T63" fmla="*/ 115 h 684"/>
                <a:gd name="T64" fmla="*/ 162 w 206"/>
                <a:gd name="T65" fmla="*/ 114 h 684"/>
                <a:gd name="T66" fmla="*/ 149 w 206"/>
                <a:gd name="T67" fmla="*/ 106 h 684"/>
                <a:gd name="T68" fmla="*/ 146 w 206"/>
                <a:gd name="T69" fmla="*/ 97 h 684"/>
                <a:gd name="T70" fmla="*/ 155 w 206"/>
                <a:gd name="T71" fmla="*/ 89 h 684"/>
                <a:gd name="T72" fmla="*/ 159 w 206"/>
                <a:gd name="T73" fmla="*/ 78 h 684"/>
                <a:gd name="T74" fmla="*/ 151 w 206"/>
                <a:gd name="T75" fmla="*/ 74 h 684"/>
                <a:gd name="T76" fmla="*/ 152 w 206"/>
                <a:gd name="T77" fmla="*/ 57 h 684"/>
                <a:gd name="T78" fmla="*/ 154 w 206"/>
                <a:gd name="T79" fmla="*/ 30 h 684"/>
                <a:gd name="T80" fmla="*/ 152 w 206"/>
                <a:gd name="T81" fmla="*/ 24 h 684"/>
                <a:gd name="T82" fmla="*/ 152 w 206"/>
                <a:gd name="T83" fmla="*/ 18 h 684"/>
                <a:gd name="T84" fmla="*/ 150 w 206"/>
                <a:gd name="T85" fmla="*/ 7 h 684"/>
                <a:gd name="T86" fmla="*/ 115 w 206"/>
                <a:gd name="T87" fmla="*/ 0 h 684"/>
                <a:gd name="T88" fmla="*/ 78 w 206"/>
                <a:gd name="T89" fmla="*/ 12 h 684"/>
                <a:gd name="T90" fmla="*/ 69 w 206"/>
                <a:gd name="T91" fmla="*/ 45 h 684"/>
                <a:gd name="T92" fmla="*/ 72 w 206"/>
                <a:gd name="T93" fmla="*/ 73 h 684"/>
                <a:gd name="T94" fmla="*/ 60 w 206"/>
                <a:gd name="T95" fmla="*/ 84 h 684"/>
                <a:gd name="T96" fmla="*/ 68 w 206"/>
                <a:gd name="T97" fmla="*/ 101 h 684"/>
                <a:gd name="T98" fmla="*/ 69 w 206"/>
                <a:gd name="T99" fmla="*/ 105 h 684"/>
                <a:gd name="T100" fmla="*/ 41 w 206"/>
                <a:gd name="T101" fmla="*/ 125 h 684"/>
                <a:gd name="T102" fmla="*/ 22 w 206"/>
                <a:gd name="T103" fmla="*/ 180 h 684"/>
                <a:gd name="T104" fmla="*/ 17 w 206"/>
                <a:gd name="T105" fmla="*/ 234 h 684"/>
                <a:gd name="T106" fmla="*/ 24 w 206"/>
                <a:gd name="T107" fmla="*/ 266 h 684"/>
                <a:gd name="T108" fmla="*/ 37 w 206"/>
                <a:gd name="T109" fmla="*/ 303 h 684"/>
                <a:gd name="T110" fmla="*/ 24 w 206"/>
                <a:gd name="T111" fmla="*/ 342 h 684"/>
                <a:gd name="T112" fmla="*/ 22 w 206"/>
                <a:gd name="T113" fmla="*/ 353 h 68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6"/>
                <a:gd name="T172" fmla="*/ 0 h 684"/>
                <a:gd name="T173" fmla="*/ 206 w 206"/>
                <a:gd name="T174" fmla="*/ 684 h 68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6" h="684">
                  <a:moveTo>
                    <a:pt x="0" y="492"/>
                  </a:moveTo>
                  <a:lnTo>
                    <a:pt x="68" y="510"/>
                  </a:lnTo>
                  <a:lnTo>
                    <a:pt x="68" y="514"/>
                  </a:lnTo>
                  <a:lnTo>
                    <a:pt x="67" y="516"/>
                  </a:lnTo>
                  <a:lnTo>
                    <a:pt x="67" y="521"/>
                  </a:lnTo>
                  <a:lnTo>
                    <a:pt x="67" y="525"/>
                  </a:lnTo>
                  <a:lnTo>
                    <a:pt x="65" y="529"/>
                  </a:lnTo>
                  <a:lnTo>
                    <a:pt x="65" y="533"/>
                  </a:lnTo>
                  <a:lnTo>
                    <a:pt x="65" y="536"/>
                  </a:lnTo>
                  <a:lnTo>
                    <a:pt x="65" y="540"/>
                  </a:lnTo>
                  <a:lnTo>
                    <a:pt x="65" y="547"/>
                  </a:lnTo>
                  <a:lnTo>
                    <a:pt x="67" y="559"/>
                  </a:lnTo>
                  <a:lnTo>
                    <a:pt x="69" y="570"/>
                  </a:lnTo>
                  <a:lnTo>
                    <a:pt x="72" y="582"/>
                  </a:lnTo>
                  <a:lnTo>
                    <a:pt x="74" y="593"/>
                  </a:lnTo>
                  <a:lnTo>
                    <a:pt x="77" y="602"/>
                  </a:lnTo>
                  <a:lnTo>
                    <a:pt x="79" y="608"/>
                  </a:lnTo>
                  <a:lnTo>
                    <a:pt x="79" y="611"/>
                  </a:lnTo>
                  <a:lnTo>
                    <a:pt x="69" y="634"/>
                  </a:lnTo>
                  <a:lnTo>
                    <a:pt x="72" y="670"/>
                  </a:lnTo>
                  <a:lnTo>
                    <a:pt x="73" y="671"/>
                  </a:lnTo>
                  <a:lnTo>
                    <a:pt x="74" y="674"/>
                  </a:lnTo>
                  <a:lnTo>
                    <a:pt x="77" y="675"/>
                  </a:lnTo>
                  <a:lnTo>
                    <a:pt x="80" y="678"/>
                  </a:lnTo>
                  <a:lnTo>
                    <a:pt x="84" y="680"/>
                  </a:lnTo>
                  <a:lnTo>
                    <a:pt x="88" y="681"/>
                  </a:lnTo>
                  <a:lnTo>
                    <a:pt x="93" y="681"/>
                  </a:lnTo>
                  <a:lnTo>
                    <a:pt x="95" y="680"/>
                  </a:lnTo>
                  <a:lnTo>
                    <a:pt x="99" y="676"/>
                  </a:lnTo>
                  <a:lnTo>
                    <a:pt x="101" y="673"/>
                  </a:lnTo>
                  <a:lnTo>
                    <a:pt x="103" y="668"/>
                  </a:lnTo>
                  <a:lnTo>
                    <a:pt x="105" y="664"/>
                  </a:lnTo>
                  <a:lnTo>
                    <a:pt x="105" y="659"/>
                  </a:lnTo>
                  <a:lnTo>
                    <a:pt x="106" y="655"/>
                  </a:lnTo>
                  <a:lnTo>
                    <a:pt x="106" y="654"/>
                  </a:lnTo>
                  <a:lnTo>
                    <a:pt x="106" y="653"/>
                  </a:lnTo>
                  <a:lnTo>
                    <a:pt x="98" y="606"/>
                  </a:lnTo>
                  <a:lnTo>
                    <a:pt x="113" y="510"/>
                  </a:lnTo>
                  <a:lnTo>
                    <a:pt x="119" y="510"/>
                  </a:lnTo>
                  <a:lnTo>
                    <a:pt x="119" y="493"/>
                  </a:lnTo>
                  <a:lnTo>
                    <a:pt x="134" y="493"/>
                  </a:lnTo>
                  <a:lnTo>
                    <a:pt x="134" y="497"/>
                  </a:lnTo>
                  <a:lnTo>
                    <a:pt x="134" y="502"/>
                  </a:lnTo>
                  <a:lnTo>
                    <a:pt x="135" y="508"/>
                  </a:lnTo>
                  <a:lnTo>
                    <a:pt x="135" y="514"/>
                  </a:lnTo>
                  <a:lnTo>
                    <a:pt x="136" y="523"/>
                  </a:lnTo>
                  <a:lnTo>
                    <a:pt x="136" y="531"/>
                  </a:lnTo>
                  <a:lnTo>
                    <a:pt x="137" y="540"/>
                  </a:lnTo>
                  <a:lnTo>
                    <a:pt x="140" y="551"/>
                  </a:lnTo>
                  <a:lnTo>
                    <a:pt x="142" y="562"/>
                  </a:lnTo>
                  <a:lnTo>
                    <a:pt x="144" y="573"/>
                  </a:lnTo>
                  <a:lnTo>
                    <a:pt x="146" y="585"/>
                  </a:lnTo>
                  <a:lnTo>
                    <a:pt x="149" y="594"/>
                  </a:lnTo>
                  <a:lnTo>
                    <a:pt x="151" y="602"/>
                  </a:lnTo>
                  <a:lnTo>
                    <a:pt x="152" y="607"/>
                  </a:lnTo>
                  <a:lnTo>
                    <a:pt x="152" y="609"/>
                  </a:lnTo>
                  <a:lnTo>
                    <a:pt x="152" y="612"/>
                  </a:lnTo>
                  <a:lnTo>
                    <a:pt x="152" y="619"/>
                  </a:lnTo>
                  <a:lnTo>
                    <a:pt x="151" y="629"/>
                  </a:lnTo>
                  <a:lnTo>
                    <a:pt x="152" y="642"/>
                  </a:lnTo>
                  <a:lnTo>
                    <a:pt x="152" y="654"/>
                  </a:lnTo>
                  <a:lnTo>
                    <a:pt x="155" y="665"/>
                  </a:lnTo>
                  <a:lnTo>
                    <a:pt x="157" y="675"/>
                  </a:lnTo>
                  <a:lnTo>
                    <a:pt x="162" y="680"/>
                  </a:lnTo>
                  <a:lnTo>
                    <a:pt x="167" y="681"/>
                  </a:lnTo>
                  <a:lnTo>
                    <a:pt x="173" y="683"/>
                  </a:lnTo>
                  <a:lnTo>
                    <a:pt x="178" y="683"/>
                  </a:lnTo>
                  <a:lnTo>
                    <a:pt x="183" y="683"/>
                  </a:lnTo>
                  <a:lnTo>
                    <a:pt x="188" y="681"/>
                  </a:lnTo>
                  <a:lnTo>
                    <a:pt x="192" y="680"/>
                  </a:lnTo>
                  <a:lnTo>
                    <a:pt x="195" y="680"/>
                  </a:lnTo>
                  <a:lnTo>
                    <a:pt x="193" y="666"/>
                  </a:lnTo>
                  <a:lnTo>
                    <a:pt x="192" y="665"/>
                  </a:lnTo>
                  <a:lnTo>
                    <a:pt x="190" y="660"/>
                  </a:lnTo>
                  <a:lnTo>
                    <a:pt x="187" y="653"/>
                  </a:lnTo>
                  <a:lnTo>
                    <a:pt x="183" y="643"/>
                  </a:lnTo>
                  <a:lnTo>
                    <a:pt x="180" y="632"/>
                  </a:lnTo>
                  <a:lnTo>
                    <a:pt x="177" y="621"/>
                  </a:lnTo>
                  <a:lnTo>
                    <a:pt x="175" y="611"/>
                  </a:lnTo>
                  <a:lnTo>
                    <a:pt x="175" y="599"/>
                  </a:lnTo>
                  <a:lnTo>
                    <a:pt x="175" y="587"/>
                  </a:lnTo>
                  <a:lnTo>
                    <a:pt x="176" y="568"/>
                  </a:lnTo>
                  <a:lnTo>
                    <a:pt x="177" y="547"/>
                  </a:lnTo>
                  <a:lnTo>
                    <a:pt x="180" y="525"/>
                  </a:lnTo>
                  <a:lnTo>
                    <a:pt x="182" y="505"/>
                  </a:lnTo>
                  <a:lnTo>
                    <a:pt x="183" y="487"/>
                  </a:lnTo>
                  <a:lnTo>
                    <a:pt x="185" y="475"/>
                  </a:lnTo>
                  <a:lnTo>
                    <a:pt x="185" y="471"/>
                  </a:lnTo>
                  <a:lnTo>
                    <a:pt x="186" y="471"/>
                  </a:lnTo>
                  <a:lnTo>
                    <a:pt x="187" y="469"/>
                  </a:lnTo>
                  <a:lnTo>
                    <a:pt x="188" y="468"/>
                  </a:lnTo>
                  <a:lnTo>
                    <a:pt x="191" y="466"/>
                  </a:lnTo>
                  <a:lnTo>
                    <a:pt x="193" y="462"/>
                  </a:lnTo>
                  <a:lnTo>
                    <a:pt x="195" y="456"/>
                  </a:lnTo>
                  <a:lnTo>
                    <a:pt x="197" y="447"/>
                  </a:lnTo>
                  <a:lnTo>
                    <a:pt x="198" y="436"/>
                  </a:lnTo>
                  <a:lnTo>
                    <a:pt x="198" y="432"/>
                  </a:lnTo>
                  <a:lnTo>
                    <a:pt x="197" y="420"/>
                  </a:lnTo>
                  <a:lnTo>
                    <a:pt x="197" y="404"/>
                  </a:lnTo>
                  <a:lnTo>
                    <a:pt x="196" y="384"/>
                  </a:lnTo>
                  <a:lnTo>
                    <a:pt x="196" y="364"/>
                  </a:lnTo>
                  <a:lnTo>
                    <a:pt x="196" y="347"/>
                  </a:lnTo>
                  <a:lnTo>
                    <a:pt x="196" y="333"/>
                  </a:lnTo>
                  <a:lnTo>
                    <a:pt x="198" y="326"/>
                  </a:lnTo>
                  <a:lnTo>
                    <a:pt x="200" y="322"/>
                  </a:lnTo>
                  <a:lnTo>
                    <a:pt x="202" y="317"/>
                  </a:lnTo>
                  <a:lnTo>
                    <a:pt x="203" y="313"/>
                  </a:lnTo>
                  <a:lnTo>
                    <a:pt x="205" y="308"/>
                  </a:lnTo>
                  <a:lnTo>
                    <a:pt x="205" y="302"/>
                  </a:lnTo>
                  <a:lnTo>
                    <a:pt x="205" y="296"/>
                  </a:lnTo>
                  <a:lnTo>
                    <a:pt x="202" y="290"/>
                  </a:lnTo>
                  <a:lnTo>
                    <a:pt x="198" y="281"/>
                  </a:lnTo>
                  <a:lnTo>
                    <a:pt x="192" y="268"/>
                  </a:lnTo>
                  <a:lnTo>
                    <a:pt x="192" y="259"/>
                  </a:lnTo>
                  <a:lnTo>
                    <a:pt x="193" y="249"/>
                  </a:lnTo>
                  <a:lnTo>
                    <a:pt x="197" y="237"/>
                  </a:lnTo>
                  <a:lnTo>
                    <a:pt x="200" y="221"/>
                  </a:lnTo>
                  <a:lnTo>
                    <a:pt x="198" y="200"/>
                  </a:lnTo>
                  <a:lnTo>
                    <a:pt x="195" y="171"/>
                  </a:lnTo>
                  <a:lnTo>
                    <a:pt x="183" y="130"/>
                  </a:lnTo>
                  <a:lnTo>
                    <a:pt x="181" y="125"/>
                  </a:lnTo>
                  <a:lnTo>
                    <a:pt x="177" y="121"/>
                  </a:lnTo>
                  <a:lnTo>
                    <a:pt x="175" y="117"/>
                  </a:lnTo>
                  <a:lnTo>
                    <a:pt x="171" y="116"/>
                  </a:lnTo>
                  <a:lnTo>
                    <a:pt x="167" y="115"/>
                  </a:lnTo>
                  <a:lnTo>
                    <a:pt x="165" y="114"/>
                  </a:lnTo>
                  <a:lnTo>
                    <a:pt x="164" y="114"/>
                  </a:lnTo>
                  <a:lnTo>
                    <a:pt x="162" y="114"/>
                  </a:lnTo>
                  <a:lnTo>
                    <a:pt x="160" y="112"/>
                  </a:lnTo>
                  <a:lnTo>
                    <a:pt x="156" y="111"/>
                  </a:lnTo>
                  <a:lnTo>
                    <a:pt x="152" y="109"/>
                  </a:lnTo>
                  <a:lnTo>
                    <a:pt x="149" y="106"/>
                  </a:lnTo>
                  <a:lnTo>
                    <a:pt x="146" y="104"/>
                  </a:lnTo>
                  <a:lnTo>
                    <a:pt x="145" y="101"/>
                  </a:lnTo>
                  <a:lnTo>
                    <a:pt x="145" y="100"/>
                  </a:lnTo>
                  <a:lnTo>
                    <a:pt x="146" y="97"/>
                  </a:lnTo>
                  <a:lnTo>
                    <a:pt x="147" y="95"/>
                  </a:lnTo>
                  <a:lnTo>
                    <a:pt x="150" y="94"/>
                  </a:lnTo>
                  <a:lnTo>
                    <a:pt x="152" y="91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9" y="84"/>
                  </a:lnTo>
                  <a:lnTo>
                    <a:pt x="159" y="81"/>
                  </a:lnTo>
                  <a:lnTo>
                    <a:pt x="159" y="78"/>
                  </a:lnTo>
                  <a:lnTo>
                    <a:pt x="157" y="75"/>
                  </a:lnTo>
                  <a:lnTo>
                    <a:pt x="156" y="75"/>
                  </a:lnTo>
                  <a:lnTo>
                    <a:pt x="154" y="74"/>
                  </a:lnTo>
                  <a:lnTo>
                    <a:pt x="151" y="74"/>
                  </a:lnTo>
                  <a:lnTo>
                    <a:pt x="150" y="73"/>
                  </a:lnTo>
                  <a:lnTo>
                    <a:pt x="149" y="70"/>
                  </a:lnTo>
                  <a:lnTo>
                    <a:pt x="150" y="66"/>
                  </a:lnTo>
                  <a:lnTo>
                    <a:pt x="152" y="57"/>
                  </a:lnTo>
                  <a:lnTo>
                    <a:pt x="154" y="48"/>
                  </a:lnTo>
                  <a:lnTo>
                    <a:pt x="155" y="40"/>
                  </a:lnTo>
                  <a:lnTo>
                    <a:pt x="155" y="34"/>
                  </a:lnTo>
                  <a:lnTo>
                    <a:pt x="154" y="30"/>
                  </a:lnTo>
                  <a:lnTo>
                    <a:pt x="154" y="27"/>
                  </a:lnTo>
                  <a:lnTo>
                    <a:pt x="152" y="26"/>
                  </a:lnTo>
                  <a:lnTo>
                    <a:pt x="152" y="24"/>
                  </a:lnTo>
                  <a:lnTo>
                    <a:pt x="152" y="23"/>
                  </a:lnTo>
                  <a:lnTo>
                    <a:pt x="152" y="22"/>
                  </a:lnTo>
                  <a:lnTo>
                    <a:pt x="152" y="21"/>
                  </a:lnTo>
                  <a:lnTo>
                    <a:pt x="152" y="18"/>
                  </a:lnTo>
                  <a:lnTo>
                    <a:pt x="152" y="16"/>
                  </a:lnTo>
                  <a:lnTo>
                    <a:pt x="151" y="13"/>
                  </a:lnTo>
                  <a:lnTo>
                    <a:pt x="151" y="11"/>
                  </a:lnTo>
                  <a:lnTo>
                    <a:pt x="150" y="7"/>
                  </a:lnTo>
                  <a:lnTo>
                    <a:pt x="144" y="4"/>
                  </a:lnTo>
                  <a:lnTo>
                    <a:pt x="135" y="2"/>
                  </a:lnTo>
                  <a:lnTo>
                    <a:pt x="125" y="1"/>
                  </a:lnTo>
                  <a:lnTo>
                    <a:pt x="115" y="0"/>
                  </a:lnTo>
                  <a:lnTo>
                    <a:pt x="105" y="0"/>
                  </a:lnTo>
                  <a:lnTo>
                    <a:pt x="98" y="0"/>
                  </a:lnTo>
                  <a:lnTo>
                    <a:pt x="93" y="1"/>
                  </a:lnTo>
                  <a:lnTo>
                    <a:pt x="78" y="12"/>
                  </a:lnTo>
                  <a:lnTo>
                    <a:pt x="69" y="21"/>
                  </a:lnTo>
                  <a:lnTo>
                    <a:pt x="67" y="29"/>
                  </a:lnTo>
                  <a:lnTo>
                    <a:pt x="67" y="37"/>
                  </a:lnTo>
                  <a:lnTo>
                    <a:pt x="69" y="45"/>
                  </a:lnTo>
                  <a:lnTo>
                    <a:pt x="72" y="52"/>
                  </a:lnTo>
                  <a:lnTo>
                    <a:pt x="74" y="59"/>
                  </a:lnTo>
                  <a:lnTo>
                    <a:pt x="73" y="66"/>
                  </a:lnTo>
                  <a:lnTo>
                    <a:pt x="72" y="73"/>
                  </a:lnTo>
                  <a:lnTo>
                    <a:pt x="68" y="78"/>
                  </a:lnTo>
                  <a:lnTo>
                    <a:pt x="65" y="81"/>
                  </a:lnTo>
                  <a:lnTo>
                    <a:pt x="63" y="84"/>
                  </a:lnTo>
                  <a:lnTo>
                    <a:pt x="60" y="84"/>
                  </a:lnTo>
                  <a:lnTo>
                    <a:pt x="59" y="85"/>
                  </a:lnTo>
                  <a:lnTo>
                    <a:pt x="57" y="85"/>
                  </a:lnTo>
                  <a:lnTo>
                    <a:pt x="68" y="101"/>
                  </a:lnTo>
                  <a:lnTo>
                    <a:pt x="69" y="102"/>
                  </a:lnTo>
                  <a:lnTo>
                    <a:pt x="69" y="105"/>
                  </a:lnTo>
                  <a:lnTo>
                    <a:pt x="67" y="107"/>
                  </a:lnTo>
                  <a:lnTo>
                    <a:pt x="62" y="112"/>
                  </a:lnTo>
                  <a:lnTo>
                    <a:pt x="53" y="117"/>
                  </a:lnTo>
                  <a:lnTo>
                    <a:pt x="41" y="125"/>
                  </a:lnTo>
                  <a:lnTo>
                    <a:pt x="34" y="132"/>
                  </a:lnTo>
                  <a:lnTo>
                    <a:pt x="29" y="145"/>
                  </a:lnTo>
                  <a:lnTo>
                    <a:pt x="26" y="162"/>
                  </a:lnTo>
                  <a:lnTo>
                    <a:pt x="22" y="180"/>
                  </a:lnTo>
                  <a:lnTo>
                    <a:pt x="19" y="199"/>
                  </a:lnTo>
                  <a:lnTo>
                    <a:pt x="18" y="215"/>
                  </a:lnTo>
                  <a:lnTo>
                    <a:pt x="17" y="228"/>
                  </a:lnTo>
                  <a:lnTo>
                    <a:pt x="17" y="234"/>
                  </a:lnTo>
                  <a:lnTo>
                    <a:pt x="17" y="237"/>
                  </a:lnTo>
                  <a:lnTo>
                    <a:pt x="19" y="245"/>
                  </a:lnTo>
                  <a:lnTo>
                    <a:pt x="22" y="255"/>
                  </a:lnTo>
                  <a:lnTo>
                    <a:pt x="24" y="266"/>
                  </a:lnTo>
                  <a:lnTo>
                    <a:pt x="28" y="278"/>
                  </a:lnTo>
                  <a:lnTo>
                    <a:pt x="32" y="288"/>
                  </a:lnTo>
                  <a:lnTo>
                    <a:pt x="34" y="297"/>
                  </a:lnTo>
                  <a:lnTo>
                    <a:pt x="37" y="303"/>
                  </a:lnTo>
                  <a:lnTo>
                    <a:pt x="32" y="335"/>
                  </a:lnTo>
                  <a:lnTo>
                    <a:pt x="28" y="337"/>
                  </a:lnTo>
                  <a:lnTo>
                    <a:pt x="27" y="339"/>
                  </a:lnTo>
                  <a:lnTo>
                    <a:pt x="24" y="342"/>
                  </a:lnTo>
                  <a:lnTo>
                    <a:pt x="23" y="344"/>
                  </a:lnTo>
                  <a:lnTo>
                    <a:pt x="23" y="347"/>
                  </a:lnTo>
                  <a:lnTo>
                    <a:pt x="22" y="350"/>
                  </a:lnTo>
                  <a:lnTo>
                    <a:pt x="22" y="353"/>
                  </a:lnTo>
                  <a:lnTo>
                    <a:pt x="22" y="354"/>
                  </a:lnTo>
                  <a:lnTo>
                    <a:pt x="0" y="356"/>
                  </a:lnTo>
                  <a:lnTo>
                    <a:pt x="0" y="492"/>
                  </a:lnTo>
                </a:path>
              </a:pathLst>
            </a:cu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0" name="Freeform 46">
              <a:extLst>
                <a:ext uri="{FF2B5EF4-FFF2-40B4-BE49-F238E27FC236}">
                  <a16:creationId xmlns:a16="http://schemas.microsoft.com/office/drawing/2014/main" id="{1FE4257E-3B34-F825-A866-D45D941DF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" y="3388"/>
              <a:ext cx="25" cy="27"/>
            </a:xfrm>
            <a:custGeom>
              <a:avLst/>
              <a:gdLst>
                <a:gd name="T0" fmla="*/ 6 w 25"/>
                <a:gd name="T1" fmla="*/ 0 h 27"/>
                <a:gd name="T2" fmla="*/ 0 w 25"/>
                <a:gd name="T3" fmla="*/ 24 h 27"/>
                <a:gd name="T4" fmla="*/ 22 w 25"/>
                <a:gd name="T5" fmla="*/ 26 h 27"/>
                <a:gd name="T6" fmla="*/ 24 w 25"/>
                <a:gd name="T7" fmla="*/ 14 h 27"/>
                <a:gd name="T8" fmla="*/ 12 w 25"/>
                <a:gd name="T9" fmla="*/ 6 h 27"/>
                <a:gd name="T10" fmla="*/ 6 w 25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7"/>
                <a:gd name="T20" fmla="*/ 25 w 25"/>
                <a:gd name="T21" fmla="*/ 27 h 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7">
                  <a:moveTo>
                    <a:pt x="6" y="0"/>
                  </a:moveTo>
                  <a:lnTo>
                    <a:pt x="0" y="24"/>
                  </a:lnTo>
                  <a:lnTo>
                    <a:pt x="22" y="26"/>
                  </a:lnTo>
                  <a:lnTo>
                    <a:pt x="24" y="14"/>
                  </a:lnTo>
                  <a:lnTo>
                    <a:pt x="12" y="6"/>
                  </a:lnTo>
                  <a:lnTo>
                    <a:pt x="6" y="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8931" name="Group 47">
            <a:extLst>
              <a:ext uri="{FF2B5EF4-FFF2-40B4-BE49-F238E27FC236}">
                <a16:creationId xmlns:a16="http://schemas.microsoft.com/office/drawing/2014/main" id="{68D2D8B7-D1F5-56FD-C86A-1D90CC08AA2E}"/>
              </a:ext>
            </a:extLst>
          </p:cNvPr>
          <p:cNvGrpSpPr>
            <a:grpSpLocks/>
          </p:cNvGrpSpPr>
          <p:nvPr/>
        </p:nvGrpSpPr>
        <p:grpSpPr bwMode="auto">
          <a:xfrm>
            <a:off x="944017" y="691877"/>
            <a:ext cx="1443038" cy="1668463"/>
            <a:chOff x="2332" y="726"/>
            <a:chExt cx="909" cy="1051"/>
          </a:xfrm>
        </p:grpSpPr>
        <p:sp>
          <p:nvSpPr>
            <p:cNvPr id="38932" name="Freeform 48">
              <a:extLst>
                <a:ext uri="{FF2B5EF4-FFF2-40B4-BE49-F238E27FC236}">
                  <a16:creationId xmlns:a16="http://schemas.microsoft.com/office/drawing/2014/main" id="{5A3A46FC-E68B-48A3-DAAC-B8C6CFD6C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726"/>
              <a:ext cx="433" cy="813"/>
            </a:xfrm>
            <a:custGeom>
              <a:avLst/>
              <a:gdLst>
                <a:gd name="T0" fmla="*/ 192 w 433"/>
                <a:gd name="T1" fmla="*/ 252 h 813"/>
                <a:gd name="T2" fmla="*/ 182 w 433"/>
                <a:gd name="T3" fmla="*/ 186 h 813"/>
                <a:gd name="T4" fmla="*/ 143 w 433"/>
                <a:gd name="T5" fmla="*/ 164 h 813"/>
                <a:gd name="T6" fmla="*/ 142 w 433"/>
                <a:gd name="T7" fmla="*/ 153 h 813"/>
                <a:gd name="T8" fmla="*/ 143 w 433"/>
                <a:gd name="T9" fmla="*/ 149 h 813"/>
                <a:gd name="T10" fmla="*/ 154 w 433"/>
                <a:gd name="T11" fmla="*/ 150 h 813"/>
                <a:gd name="T12" fmla="*/ 167 w 433"/>
                <a:gd name="T13" fmla="*/ 135 h 813"/>
                <a:gd name="T14" fmla="*/ 171 w 433"/>
                <a:gd name="T15" fmla="*/ 113 h 813"/>
                <a:gd name="T16" fmla="*/ 175 w 433"/>
                <a:gd name="T17" fmla="*/ 112 h 813"/>
                <a:gd name="T18" fmla="*/ 180 w 433"/>
                <a:gd name="T19" fmla="*/ 105 h 813"/>
                <a:gd name="T20" fmla="*/ 171 w 433"/>
                <a:gd name="T21" fmla="*/ 80 h 813"/>
                <a:gd name="T22" fmla="*/ 164 w 433"/>
                <a:gd name="T23" fmla="*/ 55 h 813"/>
                <a:gd name="T24" fmla="*/ 145 w 433"/>
                <a:gd name="T25" fmla="*/ 21 h 813"/>
                <a:gd name="T26" fmla="*/ 114 w 433"/>
                <a:gd name="T27" fmla="*/ 1 h 813"/>
                <a:gd name="T28" fmla="*/ 75 w 433"/>
                <a:gd name="T29" fmla="*/ 7 h 813"/>
                <a:gd name="T30" fmla="*/ 54 w 433"/>
                <a:gd name="T31" fmla="*/ 26 h 813"/>
                <a:gd name="T32" fmla="*/ 52 w 433"/>
                <a:gd name="T33" fmla="*/ 65 h 813"/>
                <a:gd name="T34" fmla="*/ 60 w 433"/>
                <a:gd name="T35" fmla="*/ 93 h 813"/>
                <a:gd name="T36" fmla="*/ 69 w 433"/>
                <a:gd name="T37" fmla="*/ 130 h 813"/>
                <a:gd name="T38" fmla="*/ 52 w 433"/>
                <a:gd name="T39" fmla="*/ 157 h 813"/>
                <a:gd name="T40" fmla="*/ 10 w 433"/>
                <a:gd name="T41" fmla="*/ 186 h 813"/>
                <a:gd name="T42" fmla="*/ 0 w 433"/>
                <a:gd name="T43" fmla="*/ 213 h 813"/>
                <a:gd name="T44" fmla="*/ 17 w 433"/>
                <a:gd name="T45" fmla="*/ 289 h 813"/>
                <a:gd name="T46" fmla="*/ 24 w 433"/>
                <a:gd name="T47" fmla="*/ 379 h 813"/>
                <a:gd name="T48" fmla="*/ 24 w 433"/>
                <a:gd name="T49" fmla="*/ 432 h 813"/>
                <a:gd name="T50" fmla="*/ 48 w 433"/>
                <a:gd name="T51" fmla="*/ 503 h 813"/>
                <a:gd name="T52" fmla="*/ 103 w 433"/>
                <a:gd name="T53" fmla="*/ 525 h 813"/>
                <a:gd name="T54" fmla="*/ 154 w 433"/>
                <a:gd name="T55" fmla="*/ 530 h 813"/>
                <a:gd name="T56" fmla="*/ 222 w 433"/>
                <a:gd name="T57" fmla="*/ 534 h 813"/>
                <a:gd name="T58" fmla="*/ 283 w 433"/>
                <a:gd name="T59" fmla="*/ 555 h 813"/>
                <a:gd name="T60" fmla="*/ 303 w 433"/>
                <a:gd name="T61" fmla="*/ 572 h 813"/>
                <a:gd name="T62" fmla="*/ 298 w 433"/>
                <a:gd name="T63" fmla="*/ 629 h 813"/>
                <a:gd name="T64" fmla="*/ 306 w 433"/>
                <a:gd name="T65" fmla="*/ 693 h 813"/>
                <a:gd name="T66" fmla="*/ 306 w 433"/>
                <a:gd name="T67" fmla="*/ 749 h 813"/>
                <a:gd name="T68" fmla="*/ 302 w 433"/>
                <a:gd name="T69" fmla="*/ 771 h 813"/>
                <a:gd name="T70" fmla="*/ 317 w 433"/>
                <a:gd name="T71" fmla="*/ 796 h 813"/>
                <a:gd name="T72" fmla="*/ 357 w 433"/>
                <a:gd name="T73" fmla="*/ 798 h 813"/>
                <a:gd name="T74" fmla="*/ 391 w 433"/>
                <a:gd name="T75" fmla="*/ 808 h 813"/>
                <a:gd name="T76" fmla="*/ 420 w 433"/>
                <a:gd name="T77" fmla="*/ 809 h 813"/>
                <a:gd name="T78" fmla="*/ 432 w 433"/>
                <a:gd name="T79" fmla="*/ 797 h 813"/>
                <a:gd name="T80" fmla="*/ 393 w 433"/>
                <a:gd name="T81" fmla="*/ 777 h 813"/>
                <a:gd name="T82" fmla="*/ 356 w 433"/>
                <a:gd name="T83" fmla="*/ 748 h 813"/>
                <a:gd name="T84" fmla="*/ 358 w 433"/>
                <a:gd name="T85" fmla="*/ 709 h 813"/>
                <a:gd name="T86" fmla="*/ 368 w 433"/>
                <a:gd name="T87" fmla="*/ 656 h 813"/>
                <a:gd name="T88" fmla="*/ 375 w 433"/>
                <a:gd name="T89" fmla="*/ 599 h 813"/>
                <a:gd name="T90" fmla="*/ 380 w 433"/>
                <a:gd name="T91" fmla="*/ 581 h 813"/>
                <a:gd name="T92" fmla="*/ 384 w 433"/>
                <a:gd name="T93" fmla="*/ 554 h 813"/>
                <a:gd name="T94" fmla="*/ 365 w 433"/>
                <a:gd name="T95" fmla="*/ 520 h 813"/>
                <a:gd name="T96" fmla="*/ 303 w 433"/>
                <a:gd name="T97" fmla="*/ 485 h 813"/>
                <a:gd name="T98" fmla="*/ 266 w 433"/>
                <a:gd name="T99" fmla="*/ 463 h 813"/>
                <a:gd name="T100" fmla="*/ 223 w 433"/>
                <a:gd name="T101" fmla="*/ 442 h 81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33"/>
                <a:gd name="T154" fmla="*/ 0 h 813"/>
                <a:gd name="T155" fmla="*/ 433 w 433"/>
                <a:gd name="T156" fmla="*/ 813 h 81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33" h="813">
                  <a:moveTo>
                    <a:pt x="185" y="302"/>
                  </a:moveTo>
                  <a:lnTo>
                    <a:pt x="187" y="299"/>
                  </a:lnTo>
                  <a:lnTo>
                    <a:pt x="188" y="288"/>
                  </a:lnTo>
                  <a:lnTo>
                    <a:pt x="190" y="271"/>
                  </a:lnTo>
                  <a:lnTo>
                    <a:pt x="192" y="252"/>
                  </a:lnTo>
                  <a:lnTo>
                    <a:pt x="193" y="233"/>
                  </a:lnTo>
                  <a:lnTo>
                    <a:pt x="193" y="216"/>
                  </a:lnTo>
                  <a:lnTo>
                    <a:pt x="192" y="200"/>
                  </a:lnTo>
                  <a:lnTo>
                    <a:pt x="189" y="191"/>
                  </a:lnTo>
                  <a:lnTo>
                    <a:pt x="182" y="186"/>
                  </a:lnTo>
                  <a:lnTo>
                    <a:pt x="174" y="180"/>
                  </a:lnTo>
                  <a:lnTo>
                    <a:pt x="167" y="175"/>
                  </a:lnTo>
                  <a:lnTo>
                    <a:pt x="158" y="171"/>
                  </a:lnTo>
                  <a:lnTo>
                    <a:pt x="150" y="168"/>
                  </a:lnTo>
                  <a:lnTo>
                    <a:pt x="143" y="164"/>
                  </a:lnTo>
                  <a:lnTo>
                    <a:pt x="140" y="161"/>
                  </a:lnTo>
                  <a:lnTo>
                    <a:pt x="139" y="159"/>
                  </a:lnTo>
                  <a:lnTo>
                    <a:pt x="140" y="157"/>
                  </a:lnTo>
                  <a:lnTo>
                    <a:pt x="141" y="154"/>
                  </a:lnTo>
                  <a:lnTo>
                    <a:pt x="142" y="153"/>
                  </a:lnTo>
                  <a:lnTo>
                    <a:pt x="143" y="152"/>
                  </a:lnTo>
                  <a:lnTo>
                    <a:pt x="143" y="151"/>
                  </a:lnTo>
                  <a:lnTo>
                    <a:pt x="143" y="150"/>
                  </a:lnTo>
                  <a:lnTo>
                    <a:pt x="143" y="149"/>
                  </a:lnTo>
                  <a:lnTo>
                    <a:pt x="144" y="150"/>
                  </a:lnTo>
                  <a:lnTo>
                    <a:pt x="145" y="150"/>
                  </a:lnTo>
                  <a:lnTo>
                    <a:pt x="149" y="150"/>
                  </a:lnTo>
                  <a:lnTo>
                    <a:pt x="151" y="150"/>
                  </a:lnTo>
                  <a:lnTo>
                    <a:pt x="154" y="150"/>
                  </a:lnTo>
                  <a:lnTo>
                    <a:pt x="158" y="150"/>
                  </a:lnTo>
                  <a:lnTo>
                    <a:pt x="160" y="148"/>
                  </a:lnTo>
                  <a:lnTo>
                    <a:pt x="162" y="147"/>
                  </a:lnTo>
                  <a:lnTo>
                    <a:pt x="164" y="141"/>
                  </a:lnTo>
                  <a:lnTo>
                    <a:pt x="167" y="135"/>
                  </a:lnTo>
                  <a:lnTo>
                    <a:pt x="168" y="130"/>
                  </a:lnTo>
                  <a:lnTo>
                    <a:pt x="169" y="124"/>
                  </a:lnTo>
                  <a:lnTo>
                    <a:pt x="170" y="120"/>
                  </a:lnTo>
                  <a:lnTo>
                    <a:pt x="171" y="115"/>
                  </a:lnTo>
                  <a:lnTo>
                    <a:pt x="171" y="113"/>
                  </a:lnTo>
                  <a:lnTo>
                    <a:pt x="171" y="112"/>
                  </a:lnTo>
                  <a:lnTo>
                    <a:pt x="172" y="112"/>
                  </a:lnTo>
                  <a:lnTo>
                    <a:pt x="173" y="112"/>
                  </a:lnTo>
                  <a:lnTo>
                    <a:pt x="175" y="112"/>
                  </a:lnTo>
                  <a:lnTo>
                    <a:pt x="177" y="112"/>
                  </a:lnTo>
                  <a:lnTo>
                    <a:pt x="178" y="111"/>
                  </a:lnTo>
                  <a:lnTo>
                    <a:pt x="179" y="110"/>
                  </a:lnTo>
                  <a:lnTo>
                    <a:pt x="180" y="109"/>
                  </a:lnTo>
                  <a:lnTo>
                    <a:pt x="180" y="105"/>
                  </a:lnTo>
                  <a:lnTo>
                    <a:pt x="179" y="101"/>
                  </a:lnTo>
                  <a:lnTo>
                    <a:pt x="178" y="96"/>
                  </a:lnTo>
                  <a:lnTo>
                    <a:pt x="175" y="91"/>
                  </a:lnTo>
                  <a:lnTo>
                    <a:pt x="173" y="85"/>
                  </a:lnTo>
                  <a:lnTo>
                    <a:pt x="171" y="80"/>
                  </a:lnTo>
                  <a:lnTo>
                    <a:pt x="170" y="75"/>
                  </a:lnTo>
                  <a:lnTo>
                    <a:pt x="169" y="72"/>
                  </a:lnTo>
                  <a:lnTo>
                    <a:pt x="168" y="67"/>
                  </a:lnTo>
                  <a:lnTo>
                    <a:pt x="167" y="62"/>
                  </a:lnTo>
                  <a:lnTo>
                    <a:pt x="164" y="55"/>
                  </a:lnTo>
                  <a:lnTo>
                    <a:pt x="162" y="47"/>
                  </a:lnTo>
                  <a:lnTo>
                    <a:pt x="159" y="40"/>
                  </a:lnTo>
                  <a:lnTo>
                    <a:pt x="155" y="32"/>
                  </a:lnTo>
                  <a:lnTo>
                    <a:pt x="151" y="25"/>
                  </a:lnTo>
                  <a:lnTo>
                    <a:pt x="145" y="21"/>
                  </a:lnTo>
                  <a:lnTo>
                    <a:pt x="140" y="16"/>
                  </a:lnTo>
                  <a:lnTo>
                    <a:pt x="133" y="12"/>
                  </a:lnTo>
                  <a:lnTo>
                    <a:pt x="128" y="7"/>
                  </a:lnTo>
                  <a:lnTo>
                    <a:pt x="121" y="4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9" y="0"/>
                  </a:lnTo>
                  <a:lnTo>
                    <a:pt x="91" y="2"/>
                  </a:lnTo>
                  <a:lnTo>
                    <a:pt x="82" y="5"/>
                  </a:lnTo>
                  <a:lnTo>
                    <a:pt x="75" y="7"/>
                  </a:lnTo>
                  <a:lnTo>
                    <a:pt x="69" y="10"/>
                  </a:lnTo>
                  <a:lnTo>
                    <a:pt x="64" y="13"/>
                  </a:lnTo>
                  <a:lnTo>
                    <a:pt x="60" y="16"/>
                  </a:lnTo>
                  <a:lnTo>
                    <a:pt x="56" y="21"/>
                  </a:lnTo>
                  <a:lnTo>
                    <a:pt x="54" y="26"/>
                  </a:lnTo>
                  <a:lnTo>
                    <a:pt x="53" y="34"/>
                  </a:lnTo>
                  <a:lnTo>
                    <a:pt x="53" y="42"/>
                  </a:lnTo>
                  <a:lnTo>
                    <a:pt x="52" y="50"/>
                  </a:lnTo>
                  <a:lnTo>
                    <a:pt x="52" y="57"/>
                  </a:lnTo>
                  <a:lnTo>
                    <a:pt x="52" y="65"/>
                  </a:lnTo>
                  <a:lnTo>
                    <a:pt x="52" y="72"/>
                  </a:lnTo>
                  <a:lnTo>
                    <a:pt x="53" y="79"/>
                  </a:lnTo>
                  <a:lnTo>
                    <a:pt x="55" y="84"/>
                  </a:lnTo>
                  <a:lnTo>
                    <a:pt x="57" y="89"/>
                  </a:lnTo>
                  <a:lnTo>
                    <a:pt x="60" y="93"/>
                  </a:lnTo>
                  <a:lnTo>
                    <a:pt x="62" y="100"/>
                  </a:lnTo>
                  <a:lnTo>
                    <a:pt x="64" y="106"/>
                  </a:lnTo>
                  <a:lnTo>
                    <a:pt x="66" y="114"/>
                  </a:lnTo>
                  <a:lnTo>
                    <a:pt x="67" y="123"/>
                  </a:lnTo>
                  <a:lnTo>
                    <a:pt x="69" y="130"/>
                  </a:lnTo>
                  <a:lnTo>
                    <a:pt x="70" y="137"/>
                  </a:lnTo>
                  <a:lnTo>
                    <a:pt x="71" y="141"/>
                  </a:lnTo>
                  <a:lnTo>
                    <a:pt x="69" y="145"/>
                  </a:lnTo>
                  <a:lnTo>
                    <a:pt x="62" y="151"/>
                  </a:lnTo>
                  <a:lnTo>
                    <a:pt x="52" y="157"/>
                  </a:lnTo>
                  <a:lnTo>
                    <a:pt x="41" y="162"/>
                  </a:lnTo>
                  <a:lnTo>
                    <a:pt x="30" y="169"/>
                  </a:lnTo>
                  <a:lnTo>
                    <a:pt x="20" y="174"/>
                  </a:lnTo>
                  <a:lnTo>
                    <a:pt x="12" y="180"/>
                  </a:lnTo>
                  <a:lnTo>
                    <a:pt x="10" y="186"/>
                  </a:lnTo>
                  <a:lnTo>
                    <a:pt x="7" y="190"/>
                  </a:lnTo>
                  <a:lnTo>
                    <a:pt x="5" y="194"/>
                  </a:lnTo>
                  <a:lnTo>
                    <a:pt x="3" y="200"/>
                  </a:lnTo>
                  <a:lnTo>
                    <a:pt x="1" y="206"/>
                  </a:lnTo>
                  <a:lnTo>
                    <a:pt x="0" y="213"/>
                  </a:lnTo>
                  <a:lnTo>
                    <a:pt x="0" y="223"/>
                  </a:lnTo>
                  <a:lnTo>
                    <a:pt x="2" y="236"/>
                  </a:lnTo>
                  <a:lnTo>
                    <a:pt x="6" y="251"/>
                  </a:lnTo>
                  <a:lnTo>
                    <a:pt x="13" y="269"/>
                  </a:lnTo>
                  <a:lnTo>
                    <a:pt x="17" y="289"/>
                  </a:lnTo>
                  <a:lnTo>
                    <a:pt x="21" y="309"/>
                  </a:lnTo>
                  <a:lnTo>
                    <a:pt x="23" y="330"/>
                  </a:lnTo>
                  <a:lnTo>
                    <a:pt x="24" y="349"/>
                  </a:lnTo>
                  <a:lnTo>
                    <a:pt x="24" y="366"/>
                  </a:lnTo>
                  <a:lnTo>
                    <a:pt x="24" y="379"/>
                  </a:lnTo>
                  <a:lnTo>
                    <a:pt x="23" y="388"/>
                  </a:lnTo>
                  <a:lnTo>
                    <a:pt x="23" y="397"/>
                  </a:lnTo>
                  <a:lnTo>
                    <a:pt x="22" y="407"/>
                  </a:lnTo>
                  <a:lnTo>
                    <a:pt x="23" y="418"/>
                  </a:lnTo>
                  <a:lnTo>
                    <a:pt x="24" y="432"/>
                  </a:lnTo>
                  <a:lnTo>
                    <a:pt x="26" y="446"/>
                  </a:lnTo>
                  <a:lnTo>
                    <a:pt x="30" y="461"/>
                  </a:lnTo>
                  <a:lnTo>
                    <a:pt x="34" y="476"/>
                  </a:lnTo>
                  <a:lnTo>
                    <a:pt x="41" y="492"/>
                  </a:lnTo>
                  <a:lnTo>
                    <a:pt x="48" y="503"/>
                  </a:lnTo>
                  <a:lnTo>
                    <a:pt x="59" y="512"/>
                  </a:lnTo>
                  <a:lnTo>
                    <a:pt x="70" y="517"/>
                  </a:lnTo>
                  <a:lnTo>
                    <a:pt x="82" y="521"/>
                  </a:lnTo>
                  <a:lnTo>
                    <a:pt x="93" y="524"/>
                  </a:lnTo>
                  <a:lnTo>
                    <a:pt x="103" y="525"/>
                  </a:lnTo>
                  <a:lnTo>
                    <a:pt x="111" y="525"/>
                  </a:lnTo>
                  <a:lnTo>
                    <a:pt x="116" y="526"/>
                  </a:lnTo>
                  <a:lnTo>
                    <a:pt x="126" y="527"/>
                  </a:lnTo>
                  <a:lnTo>
                    <a:pt x="140" y="529"/>
                  </a:lnTo>
                  <a:lnTo>
                    <a:pt x="154" y="530"/>
                  </a:lnTo>
                  <a:lnTo>
                    <a:pt x="170" y="531"/>
                  </a:lnTo>
                  <a:lnTo>
                    <a:pt x="185" y="531"/>
                  </a:lnTo>
                  <a:lnTo>
                    <a:pt x="200" y="532"/>
                  </a:lnTo>
                  <a:lnTo>
                    <a:pt x="212" y="533"/>
                  </a:lnTo>
                  <a:lnTo>
                    <a:pt x="222" y="534"/>
                  </a:lnTo>
                  <a:lnTo>
                    <a:pt x="232" y="536"/>
                  </a:lnTo>
                  <a:lnTo>
                    <a:pt x="244" y="541"/>
                  </a:lnTo>
                  <a:lnTo>
                    <a:pt x="258" y="545"/>
                  </a:lnTo>
                  <a:lnTo>
                    <a:pt x="271" y="551"/>
                  </a:lnTo>
                  <a:lnTo>
                    <a:pt x="283" y="555"/>
                  </a:lnTo>
                  <a:lnTo>
                    <a:pt x="295" y="560"/>
                  </a:lnTo>
                  <a:lnTo>
                    <a:pt x="301" y="563"/>
                  </a:lnTo>
                  <a:lnTo>
                    <a:pt x="305" y="564"/>
                  </a:lnTo>
                  <a:lnTo>
                    <a:pt x="303" y="566"/>
                  </a:lnTo>
                  <a:lnTo>
                    <a:pt x="303" y="572"/>
                  </a:lnTo>
                  <a:lnTo>
                    <a:pt x="302" y="581"/>
                  </a:lnTo>
                  <a:lnTo>
                    <a:pt x="301" y="592"/>
                  </a:lnTo>
                  <a:lnTo>
                    <a:pt x="300" y="604"/>
                  </a:lnTo>
                  <a:lnTo>
                    <a:pt x="299" y="617"/>
                  </a:lnTo>
                  <a:lnTo>
                    <a:pt x="298" y="629"/>
                  </a:lnTo>
                  <a:lnTo>
                    <a:pt x="298" y="639"/>
                  </a:lnTo>
                  <a:lnTo>
                    <a:pt x="299" y="649"/>
                  </a:lnTo>
                  <a:lnTo>
                    <a:pt x="300" y="663"/>
                  </a:lnTo>
                  <a:lnTo>
                    <a:pt x="302" y="678"/>
                  </a:lnTo>
                  <a:lnTo>
                    <a:pt x="306" y="693"/>
                  </a:lnTo>
                  <a:lnTo>
                    <a:pt x="308" y="709"/>
                  </a:lnTo>
                  <a:lnTo>
                    <a:pt x="309" y="722"/>
                  </a:lnTo>
                  <a:lnTo>
                    <a:pt x="309" y="735"/>
                  </a:lnTo>
                  <a:lnTo>
                    <a:pt x="308" y="742"/>
                  </a:lnTo>
                  <a:lnTo>
                    <a:pt x="306" y="749"/>
                  </a:lnTo>
                  <a:lnTo>
                    <a:pt x="305" y="755"/>
                  </a:lnTo>
                  <a:lnTo>
                    <a:pt x="303" y="760"/>
                  </a:lnTo>
                  <a:lnTo>
                    <a:pt x="302" y="765"/>
                  </a:lnTo>
                  <a:lnTo>
                    <a:pt x="302" y="768"/>
                  </a:lnTo>
                  <a:lnTo>
                    <a:pt x="302" y="771"/>
                  </a:lnTo>
                  <a:lnTo>
                    <a:pt x="302" y="774"/>
                  </a:lnTo>
                  <a:lnTo>
                    <a:pt x="310" y="796"/>
                  </a:lnTo>
                  <a:lnTo>
                    <a:pt x="312" y="796"/>
                  </a:lnTo>
                  <a:lnTo>
                    <a:pt x="317" y="796"/>
                  </a:lnTo>
                  <a:lnTo>
                    <a:pt x="324" y="796"/>
                  </a:lnTo>
                  <a:lnTo>
                    <a:pt x="332" y="796"/>
                  </a:lnTo>
                  <a:lnTo>
                    <a:pt x="341" y="797"/>
                  </a:lnTo>
                  <a:lnTo>
                    <a:pt x="349" y="797"/>
                  </a:lnTo>
                  <a:lnTo>
                    <a:pt x="357" y="798"/>
                  </a:lnTo>
                  <a:lnTo>
                    <a:pt x="362" y="800"/>
                  </a:lnTo>
                  <a:lnTo>
                    <a:pt x="369" y="801"/>
                  </a:lnTo>
                  <a:lnTo>
                    <a:pt x="376" y="804"/>
                  </a:lnTo>
                  <a:lnTo>
                    <a:pt x="384" y="806"/>
                  </a:lnTo>
                  <a:lnTo>
                    <a:pt x="391" y="808"/>
                  </a:lnTo>
                  <a:lnTo>
                    <a:pt x="399" y="809"/>
                  </a:lnTo>
                  <a:lnTo>
                    <a:pt x="407" y="810"/>
                  </a:lnTo>
                  <a:lnTo>
                    <a:pt x="413" y="812"/>
                  </a:lnTo>
                  <a:lnTo>
                    <a:pt x="417" y="810"/>
                  </a:lnTo>
                  <a:lnTo>
                    <a:pt x="420" y="809"/>
                  </a:lnTo>
                  <a:lnTo>
                    <a:pt x="424" y="807"/>
                  </a:lnTo>
                  <a:lnTo>
                    <a:pt x="427" y="805"/>
                  </a:lnTo>
                  <a:lnTo>
                    <a:pt x="430" y="803"/>
                  </a:lnTo>
                  <a:lnTo>
                    <a:pt x="432" y="799"/>
                  </a:lnTo>
                  <a:lnTo>
                    <a:pt x="432" y="797"/>
                  </a:lnTo>
                  <a:lnTo>
                    <a:pt x="428" y="794"/>
                  </a:lnTo>
                  <a:lnTo>
                    <a:pt x="423" y="790"/>
                  </a:lnTo>
                  <a:lnTo>
                    <a:pt x="415" y="786"/>
                  </a:lnTo>
                  <a:lnTo>
                    <a:pt x="404" y="783"/>
                  </a:lnTo>
                  <a:lnTo>
                    <a:pt x="393" y="777"/>
                  </a:lnTo>
                  <a:lnTo>
                    <a:pt x="381" y="771"/>
                  </a:lnTo>
                  <a:lnTo>
                    <a:pt x="371" y="766"/>
                  </a:lnTo>
                  <a:lnTo>
                    <a:pt x="364" y="760"/>
                  </a:lnTo>
                  <a:lnTo>
                    <a:pt x="357" y="754"/>
                  </a:lnTo>
                  <a:lnTo>
                    <a:pt x="356" y="748"/>
                  </a:lnTo>
                  <a:lnTo>
                    <a:pt x="356" y="742"/>
                  </a:lnTo>
                  <a:lnTo>
                    <a:pt x="356" y="736"/>
                  </a:lnTo>
                  <a:lnTo>
                    <a:pt x="356" y="728"/>
                  </a:lnTo>
                  <a:lnTo>
                    <a:pt x="357" y="719"/>
                  </a:lnTo>
                  <a:lnTo>
                    <a:pt x="358" y="709"/>
                  </a:lnTo>
                  <a:lnTo>
                    <a:pt x="359" y="700"/>
                  </a:lnTo>
                  <a:lnTo>
                    <a:pt x="361" y="690"/>
                  </a:lnTo>
                  <a:lnTo>
                    <a:pt x="362" y="679"/>
                  </a:lnTo>
                  <a:lnTo>
                    <a:pt x="366" y="668"/>
                  </a:lnTo>
                  <a:lnTo>
                    <a:pt x="368" y="656"/>
                  </a:lnTo>
                  <a:lnTo>
                    <a:pt x="370" y="642"/>
                  </a:lnTo>
                  <a:lnTo>
                    <a:pt x="371" y="629"/>
                  </a:lnTo>
                  <a:lnTo>
                    <a:pt x="374" y="617"/>
                  </a:lnTo>
                  <a:lnTo>
                    <a:pt x="374" y="607"/>
                  </a:lnTo>
                  <a:lnTo>
                    <a:pt x="375" y="599"/>
                  </a:lnTo>
                  <a:lnTo>
                    <a:pt x="375" y="594"/>
                  </a:lnTo>
                  <a:lnTo>
                    <a:pt x="375" y="592"/>
                  </a:lnTo>
                  <a:lnTo>
                    <a:pt x="376" y="589"/>
                  </a:lnTo>
                  <a:lnTo>
                    <a:pt x="378" y="585"/>
                  </a:lnTo>
                  <a:lnTo>
                    <a:pt x="380" y="581"/>
                  </a:lnTo>
                  <a:lnTo>
                    <a:pt x="383" y="576"/>
                  </a:lnTo>
                  <a:lnTo>
                    <a:pt x="385" y="572"/>
                  </a:lnTo>
                  <a:lnTo>
                    <a:pt x="386" y="566"/>
                  </a:lnTo>
                  <a:lnTo>
                    <a:pt x="385" y="561"/>
                  </a:lnTo>
                  <a:lnTo>
                    <a:pt x="384" y="554"/>
                  </a:lnTo>
                  <a:lnTo>
                    <a:pt x="383" y="548"/>
                  </a:lnTo>
                  <a:lnTo>
                    <a:pt x="380" y="541"/>
                  </a:lnTo>
                  <a:lnTo>
                    <a:pt x="377" y="534"/>
                  </a:lnTo>
                  <a:lnTo>
                    <a:pt x="372" y="526"/>
                  </a:lnTo>
                  <a:lnTo>
                    <a:pt x="365" y="520"/>
                  </a:lnTo>
                  <a:lnTo>
                    <a:pt x="355" y="512"/>
                  </a:lnTo>
                  <a:lnTo>
                    <a:pt x="340" y="505"/>
                  </a:lnTo>
                  <a:lnTo>
                    <a:pt x="326" y="499"/>
                  </a:lnTo>
                  <a:lnTo>
                    <a:pt x="313" y="491"/>
                  </a:lnTo>
                  <a:lnTo>
                    <a:pt x="303" y="485"/>
                  </a:lnTo>
                  <a:lnTo>
                    <a:pt x="296" y="478"/>
                  </a:lnTo>
                  <a:lnTo>
                    <a:pt x="288" y="474"/>
                  </a:lnTo>
                  <a:lnTo>
                    <a:pt x="281" y="468"/>
                  </a:lnTo>
                  <a:lnTo>
                    <a:pt x="275" y="465"/>
                  </a:lnTo>
                  <a:lnTo>
                    <a:pt x="266" y="463"/>
                  </a:lnTo>
                  <a:lnTo>
                    <a:pt x="257" y="460"/>
                  </a:lnTo>
                  <a:lnTo>
                    <a:pt x="248" y="456"/>
                  </a:lnTo>
                  <a:lnTo>
                    <a:pt x="239" y="452"/>
                  </a:lnTo>
                  <a:lnTo>
                    <a:pt x="230" y="446"/>
                  </a:lnTo>
                  <a:lnTo>
                    <a:pt x="223" y="442"/>
                  </a:lnTo>
                  <a:lnTo>
                    <a:pt x="218" y="438"/>
                  </a:lnTo>
                  <a:lnTo>
                    <a:pt x="214" y="435"/>
                  </a:lnTo>
                  <a:lnTo>
                    <a:pt x="213" y="434"/>
                  </a:lnTo>
                  <a:lnTo>
                    <a:pt x="185" y="302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3" name="Freeform 49">
              <a:extLst>
                <a:ext uri="{FF2B5EF4-FFF2-40B4-BE49-F238E27FC236}">
                  <a16:creationId xmlns:a16="http://schemas.microsoft.com/office/drawing/2014/main" id="{A2F03369-5575-FE61-4BD1-C881E9C3D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912"/>
              <a:ext cx="153" cy="262"/>
            </a:xfrm>
            <a:custGeom>
              <a:avLst/>
              <a:gdLst>
                <a:gd name="T0" fmla="*/ 64 w 153"/>
                <a:gd name="T1" fmla="*/ 261 h 262"/>
                <a:gd name="T2" fmla="*/ 84 w 153"/>
                <a:gd name="T3" fmla="*/ 259 h 262"/>
                <a:gd name="T4" fmla="*/ 115 w 153"/>
                <a:gd name="T5" fmla="*/ 253 h 262"/>
                <a:gd name="T6" fmla="*/ 140 w 153"/>
                <a:gd name="T7" fmla="*/ 239 h 262"/>
                <a:gd name="T8" fmla="*/ 152 w 153"/>
                <a:gd name="T9" fmla="*/ 217 h 262"/>
                <a:gd name="T10" fmla="*/ 144 w 153"/>
                <a:gd name="T11" fmla="*/ 191 h 262"/>
                <a:gd name="T12" fmla="*/ 125 w 153"/>
                <a:gd name="T13" fmla="*/ 162 h 262"/>
                <a:gd name="T14" fmla="*/ 105 w 153"/>
                <a:gd name="T15" fmla="*/ 131 h 262"/>
                <a:gd name="T16" fmla="*/ 96 w 153"/>
                <a:gd name="T17" fmla="*/ 94 h 262"/>
                <a:gd name="T18" fmla="*/ 105 w 153"/>
                <a:gd name="T19" fmla="*/ 59 h 262"/>
                <a:gd name="T20" fmla="*/ 121 w 153"/>
                <a:gd name="T21" fmla="*/ 33 h 262"/>
                <a:gd name="T22" fmla="*/ 129 w 153"/>
                <a:gd name="T23" fmla="*/ 14 h 262"/>
                <a:gd name="T24" fmla="*/ 116 w 153"/>
                <a:gd name="T25" fmla="*/ 5 h 262"/>
                <a:gd name="T26" fmla="*/ 83 w 153"/>
                <a:gd name="T27" fmla="*/ 1 h 262"/>
                <a:gd name="T28" fmla="*/ 46 w 153"/>
                <a:gd name="T29" fmla="*/ 1 h 262"/>
                <a:gd name="T30" fmla="*/ 17 w 153"/>
                <a:gd name="T31" fmla="*/ 5 h 262"/>
                <a:gd name="T32" fmla="*/ 7 w 153"/>
                <a:gd name="T33" fmla="*/ 15 h 262"/>
                <a:gd name="T34" fmla="*/ 2 w 153"/>
                <a:gd name="T35" fmla="*/ 24 h 262"/>
                <a:gd name="T36" fmla="*/ 0 w 153"/>
                <a:gd name="T37" fmla="*/ 34 h 262"/>
                <a:gd name="T38" fmla="*/ 3 w 153"/>
                <a:gd name="T39" fmla="*/ 51 h 262"/>
                <a:gd name="T40" fmla="*/ 12 w 153"/>
                <a:gd name="T41" fmla="*/ 75 h 262"/>
                <a:gd name="T42" fmla="*/ 19 w 153"/>
                <a:gd name="T43" fmla="*/ 92 h 262"/>
                <a:gd name="T44" fmla="*/ 23 w 153"/>
                <a:gd name="T45" fmla="*/ 104 h 262"/>
                <a:gd name="T46" fmla="*/ 25 w 153"/>
                <a:gd name="T47" fmla="*/ 123 h 262"/>
                <a:gd name="T48" fmla="*/ 26 w 153"/>
                <a:gd name="T49" fmla="*/ 152 h 262"/>
                <a:gd name="T50" fmla="*/ 25 w 153"/>
                <a:gd name="T51" fmla="*/ 173 h 262"/>
                <a:gd name="T52" fmla="*/ 23 w 153"/>
                <a:gd name="T53" fmla="*/ 188 h 262"/>
                <a:gd name="T54" fmla="*/ 22 w 153"/>
                <a:gd name="T55" fmla="*/ 203 h 262"/>
                <a:gd name="T56" fmla="*/ 23 w 153"/>
                <a:gd name="T57" fmla="*/ 223 h 262"/>
                <a:gd name="T58" fmla="*/ 27 w 153"/>
                <a:gd name="T59" fmla="*/ 237 h 262"/>
                <a:gd name="T60" fmla="*/ 32 w 153"/>
                <a:gd name="T61" fmla="*/ 246 h 262"/>
                <a:gd name="T62" fmla="*/ 38 w 153"/>
                <a:gd name="T63" fmla="*/ 251 h 262"/>
                <a:gd name="T64" fmla="*/ 43 w 153"/>
                <a:gd name="T65" fmla="*/ 255 h 262"/>
                <a:gd name="T66" fmla="*/ 50 w 153"/>
                <a:gd name="T67" fmla="*/ 257 h 262"/>
                <a:gd name="T68" fmla="*/ 57 w 153"/>
                <a:gd name="T69" fmla="*/ 259 h 262"/>
                <a:gd name="T70" fmla="*/ 60 w 153"/>
                <a:gd name="T71" fmla="*/ 261 h 2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53"/>
                <a:gd name="T109" fmla="*/ 0 h 262"/>
                <a:gd name="T110" fmla="*/ 153 w 153"/>
                <a:gd name="T111" fmla="*/ 262 h 26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53" h="262">
                  <a:moveTo>
                    <a:pt x="61" y="261"/>
                  </a:moveTo>
                  <a:lnTo>
                    <a:pt x="64" y="261"/>
                  </a:lnTo>
                  <a:lnTo>
                    <a:pt x="72" y="259"/>
                  </a:lnTo>
                  <a:lnTo>
                    <a:pt x="84" y="259"/>
                  </a:lnTo>
                  <a:lnTo>
                    <a:pt x="99" y="256"/>
                  </a:lnTo>
                  <a:lnTo>
                    <a:pt x="115" y="253"/>
                  </a:lnTo>
                  <a:lnTo>
                    <a:pt x="129" y="247"/>
                  </a:lnTo>
                  <a:lnTo>
                    <a:pt x="140" y="239"/>
                  </a:lnTo>
                  <a:lnTo>
                    <a:pt x="148" y="229"/>
                  </a:lnTo>
                  <a:lnTo>
                    <a:pt x="152" y="217"/>
                  </a:lnTo>
                  <a:lnTo>
                    <a:pt x="149" y="204"/>
                  </a:lnTo>
                  <a:lnTo>
                    <a:pt x="144" y="191"/>
                  </a:lnTo>
                  <a:lnTo>
                    <a:pt x="135" y="176"/>
                  </a:lnTo>
                  <a:lnTo>
                    <a:pt x="125" y="162"/>
                  </a:lnTo>
                  <a:lnTo>
                    <a:pt x="115" y="147"/>
                  </a:lnTo>
                  <a:lnTo>
                    <a:pt x="105" y="131"/>
                  </a:lnTo>
                  <a:lnTo>
                    <a:pt x="98" y="114"/>
                  </a:lnTo>
                  <a:lnTo>
                    <a:pt x="96" y="94"/>
                  </a:lnTo>
                  <a:lnTo>
                    <a:pt x="99" y="76"/>
                  </a:lnTo>
                  <a:lnTo>
                    <a:pt x="105" y="59"/>
                  </a:lnTo>
                  <a:lnTo>
                    <a:pt x="114" y="45"/>
                  </a:lnTo>
                  <a:lnTo>
                    <a:pt x="121" y="33"/>
                  </a:lnTo>
                  <a:lnTo>
                    <a:pt x="127" y="23"/>
                  </a:lnTo>
                  <a:lnTo>
                    <a:pt x="129" y="14"/>
                  </a:lnTo>
                  <a:lnTo>
                    <a:pt x="126" y="8"/>
                  </a:lnTo>
                  <a:lnTo>
                    <a:pt x="116" y="5"/>
                  </a:lnTo>
                  <a:lnTo>
                    <a:pt x="101" y="3"/>
                  </a:lnTo>
                  <a:lnTo>
                    <a:pt x="83" y="1"/>
                  </a:lnTo>
                  <a:lnTo>
                    <a:pt x="64" y="0"/>
                  </a:lnTo>
                  <a:lnTo>
                    <a:pt x="46" y="1"/>
                  </a:lnTo>
                  <a:lnTo>
                    <a:pt x="30" y="2"/>
                  </a:lnTo>
                  <a:lnTo>
                    <a:pt x="17" y="5"/>
                  </a:lnTo>
                  <a:lnTo>
                    <a:pt x="11" y="11"/>
                  </a:lnTo>
                  <a:lnTo>
                    <a:pt x="7" y="15"/>
                  </a:lnTo>
                  <a:lnTo>
                    <a:pt x="5" y="19"/>
                  </a:lnTo>
                  <a:lnTo>
                    <a:pt x="2" y="24"/>
                  </a:lnTo>
                  <a:lnTo>
                    <a:pt x="1" y="28"/>
                  </a:lnTo>
                  <a:lnTo>
                    <a:pt x="0" y="34"/>
                  </a:lnTo>
                  <a:lnTo>
                    <a:pt x="1" y="41"/>
                  </a:lnTo>
                  <a:lnTo>
                    <a:pt x="3" y="51"/>
                  </a:lnTo>
                  <a:lnTo>
                    <a:pt x="7" y="63"/>
                  </a:lnTo>
                  <a:lnTo>
                    <a:pt x="12" y="75"/>
                  </a:lnTo>
                  <a:lnTo>
                    <a:pt x="15" y="85"/>
                  </a:lnTo>
                  <a:lnTo>
                    <a:pt x="19" y="92"/>
                  </a:lnTo>
                  <a:lnTo>
                    <a:pt x="21" y="97"/>
                  </a:lnTo>
                  <a:lnTo>
                    <a:pt x="23" y="104"/>
                  </a:lnTo>
                  <a:lnTo>
                    <a:pt x="24" y="112"/>
                  </a:lnTo>
                  <a:lnTo>
                    <a:pt x="25" y="123"/>
                  </a:lnTo>
                  <a:lnTo>
                    <a:pt x="26" y="137"/>
                  </a:lnTo>
                  <a:lnTo>
                    <a:pt x="26" y="152"/>
                  </a:lnTo>
                  <a:lnTo>
                    <a:pt x="26" y="164"/>
                  </a:lnTo>
                  <a:lnTo>
                    <a:pt x="25" y="173"/>
                  </a:lnTo>
                  <a:lnTo>
                    <a:pt x="24" y="181"/>
                  </a:lnTo>
                  <a:lnTo>
                    <a:pt x="23" y="188"/>
                  </a:lnTo>
                  <a:lnTo>
                    <a:pt x="22" y="195"/>
                  </a:lnTo>
                  <a:lnTo>
                    <a:pt x="22" y="203"/>
                  </a:lnTo>
                  <a:lnTo>
                    <a:pt x="22" y="213"/>
                  </a:lnTo>
                  <a:lnTo>
                    <a:pt x="23" y="223"/>
                  </a:lnTo>
                  <a:lnTo>
                    <a:pt x="25" y="231"/>
                  </a:lnTo>
                  <a:lnTo>
                    <a:pt x="27" y="237"/>
                  </a:lnTo>
                  <a:lnTo>
                    <a:pt x="30" y="242"/>
                  </a:lnTo>
                  <a:lnTo>
                    <a:pt x="32" y="246"/>
                  </a:lnTo>
                  <a:lnTo>
                    <a:pt x="34" y="248"/>
                  </a:lnTo>
                  <a:lnTo>
                    <a:pt x="38" y="251"/>
                  </a:lnTo>
                  <a:lnTo>
                    <a:pt x="41" y="253"/>
                  </a:lnTo>
                  <a:lnTo>
                    <a:pt x="43" y="255"/>
                  </a:lnTo>
                  <a:lnTo>
                    <a:pt x="46" y="256"/>
                  </a:lnTo>
                  <a:lnTo>
                    <a:pt x="50" y="257"/>
                  </a:lnTo>
                  <a:lnTo>
                    <a:pt x="53" y="258"/>
                  </a:lnTo>
                  <a:lnTo>
                    <a:pt x="57" y="259"/>
                  </a:lnTo>
                  <a:lnTo>
                    <a:pt x="59" y="261"/>
                  </a:lnTo>
                  <a:lnTo>
                    <a:pt x="60" y="261"/>
                  </a:lnTo>
                  <a:lnTo>
                    <a:pt x="61" y="261"/>
                  </a:lnTo>
                </a:path>
              </a:pathLst>
            </a:custGeom>
            <a:solidFill>
              <a:srgbClr val="00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4" name="Freeform 50">
              <a:extLst>
                <a:ext uri="{FF2B5EF4-FFF2-40B4-BE49-F238E27FC236}">
                  <a16:creationId xmlns:a16="http://schemas.microsoft.com/office/drawing/2014/main" id="{B8DFDB36-A607-04BD-B81F-7055D0F1E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728"/>
              <a:ext cx="433" cy="813"/>
            </a:xfrm>
            <a:custGeom>
              <a:avLst/>
              <a:gdLst>
                <a:gd name="T0" fmla="*/ 192 w 433"/>
                <a:gd name="T1" fmla="*/ 257 h 813"/>
                <a:gd name="T2" fmla="*/ 183 w 433"/>
                <a:gd name="T3" fmla="*/ 186 h 813"/>
                <a:gd name="T4" fmla="*/ 144 w 433"/>
                <a:gd name="T5" fmla="*/ 164 h 813"/>
                <a:gd name="T6" fmla="*/ 142 w 433"/>
                <a:gd name="T7" fmla="*/ 153 h 813"/>
                <a:gd name="T8" fmla="*/ 144 w 433"/>
                <a:gd name="T9" fmla="*/ 150 h 813"/>
                <a:gd name="T10" fmla="*/ 154 w 433"/>
                <a:gd name="T11" fmla="*/ 150 h 813"/>
                <a:gd name="T12" fmla="*/ 167 w 433"/>
                <a:gd name="T13" fmla="*/ 137 h 813"/>
                <a:gd name="T14" fmla="*/ 171 w 433"/>
                <a:gd name="T15" fmla="*/ 113 h 813"/>
                <a:gd name="T16" fmla="*/ 175 w 433"/>
                <a:gd name="T17" fmla="*/ 113 h 813"/>
                <a:gd name="T18" fmla="*/ 180 w 433"/>
                <a:gd name="T19" fmla="*/ 105 h 813"/>
                <a:gd name="T20" fmla="*/ 171 w 433"/>
                <a:gd name="T21" fmla="*/ 80 h 813"/>
                <a:gd name="T22" fmla="*/ 165 w 433"/>
                <a:gd name="T23" fmla="*/ 55 h 813"/>
                <a:gd name="T24" fmla="*/ 145 w 433"/>
                <a:gd name="T25" fmla="*/ 21 h 813"/>
                <a:gd name="T26" fmla="*/ 114 w 433"/>
                <a:gd name="T27" fmla="*/ 1 h 813"/>
                <a:gd name="T28" fmla="*/ 75 w 433"/>
                <a:gd name="T29" fmla="*/ 7 h 813"/>
                <a:gd name="T30" fmla="*/ 55 w 433"/>
                <a:gd name="T31" fmla="*/ 26 h 813"/>
                <a:gd name="T32" fmla="*/ 52 w 433"/>
                <a:gd name="T33" fmla="*/ 65 h 813"/>
                <a:gd name="T34" fmla="*/ 61 w 433"/>
                <a:gd name="T35" fmla="*/ 93 h 813"/>
                <a:gd name="T36" fmla="*/ 70 w 433"/>
                <a:gd name="T37" fmla="*/ 130 h 813"/>
                <a:gd name="T38" fmla="*/ 52 w 433"/>
                <a:gd name="T39" fmla="*/ 157 h 813"/>
                <a:gd name="T40" fmla="*/ 10 w 433"/>
                <a:gd name="T41" fmla="*/ 186 h 813"/>
                <a:gd name="T42" fmla="*/ 0 w 433"/>
                <a:gd name="T43" fmla="*/ 213 h 813"/>
                <a:gd name="T44" fmla="*/ 17 w 433"/>
                <a:gd name="T45" fmla="*/ 289 h 813"/>
                <a:gd name="T46" fmla="*/ 24 w 433"/>
                <a:gd name="T47" fmla="*/ 379 h 813"/>
                <a:gd name="T48" fmla="*/ 24 w 433"/>
                <a:gd name="T49" fmla="*/ 432 h 813"/>
                <a:gd name="T50" fmla="*/ 50 w 433"/>
                <a:gd name="T51" fmla="*/ 504 h 813"/>
                <a:gd name="T52" fmla="*/ 104 w 433"/>
                <a:gd name="T53" fmla="*/ 540 h 813"/>
                <a:gd name="T54" fmla="*/ 155 w 433"/>
                <a:gd name="T55" fmla="*/ 542 h 813"/>
                <a:gd name="T56" fmla="*/ 222 w 433"/>
                <a:gd name="T57" fmla="*/ 534 h 813"/>
                <a:gd name="T58" fmla="*/ 285 w 433"/>
                <a:gd name="T59" fmla="*/ 556 h 813"/>
                <a:gd name="T60" fmla="*/ 303 w 433"/>
                <a:gd name="T61" fmla="*/ 573 h 813"/>
                <a:gd name="T62" fmla="*/ 298 w 433"/>
                <a:gd name="T63" fmla="*/ 629 h 813"/>
                <a:gd name="T64" fmla="*/ 306 w 433"/>
                <a:gd name="T65" fmla="*/ 693 h 813"/>
                <a:gd name="T66" fmla="*/ 306 w 433"/>
                <a:gd name="T67" fmla="*/ 749 h 813"/>
                <a:gd name="T68" fmla="*/ 303 w 433"/>
                <a:gd name="T69" fmla="*/ 771 h 813"/>
                <a:gd name="T70" fmla="*/ 317 w 433"/>
                <a:gd name="T71" fmla="*/ 796 h 813"/>
                <a:gd name="T72" fmla="*/ 358 w 433"/>
                <a:gd name="T73" fmla="*/ 798 h 813"/>
                <a:gd name="T74" fmla="*/ 393 w 433"/>
                <a:gd name="T75" fmla="*/ 808 h 813"/>
                <a:gd name="T76" fmla="*/ 420 w 433"/>
                <a:gd name="T77" fmla="*/ 809 h 813"/>
                <a:gd name="T78" fmla="*/ 432 w 433"/>
                <a:gd name="T79" fmla="*/ 797 h 813"/>
                <a:gd name="T80" fmla="*/ 394 w 433"/>
                <a:gd name="T81" fmla="*/ 777 h 813"/>
                <a:gd name="T82" fmla="*/ 356 w 433"/>
                <a:gd name="T83" fmla="*/ 749 h 813"/>
                <a:gd name="T84" fmla="*/ 358 w 433"/>
                <a:gd name="T85" fmla="*/ 710 h 813"/>
                <a:gd name="T86" fmla="*/ 368 w 433"/>
                <a:gd name="T87" fmla="*/ 656 h 813"/>
                <a:gd name="T88" fmla="*/ 375 w 433"/>
                <a:gd name="T89" fmla="*/ 599 h 813"/>
                <a:gd name="T90" fmla="*/ 381 w 433"/>
                <a:gd name="T91" fmla="*/ 582 h 813"/>
                <a:gd name="T92" fmla="*/ 384 w 433"/>
                <a:gd name="T93" fmla="*/ 554 h 813"/>
                <a:gd name="T94" fmla="*/ 365 w 433"/>
                <a:gd name="T95" fmla="*/ 520 h 813"/>
                <a:gd name="T96" fmla="*/ 305 w 433"/>
                <a:gd name="T97" fmla="*/ 485 h 813"/>
                <a:gd name="T98" fmla="*/ 267 w 433"/>
                <a:gd name="T99" fmla="*/ 463 h 813"/>
                <a:gd name="T100" fmla="*/ 223 w 433"/>
                <a:gd name="T101" fmla="*/ 442 h 81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33"/>
                <a:gd name="T154" fmla="*/ 0 h 813"/>
                <a:gd name="T155" fmla="*/ 433 w 433"/>
                <a:gd name="T156" fmla="*/ 813 h 81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33" h="813">
                  <a:moveTo>
                    <a:pt x="187" y="309"/>
                  </a:moveTo>
                  <a:lnTo>
                    <a:pt x="187" y="305"/>
                  </a:lnTo>
                  <a:lnTo>
                    <a:pt x="189" y="294"/>
                  </a:lnTo>
                  <a:lnTo>
                    <a:pt x="190" y="277"/>
                  </a:lnTo>
                  <a:lnTo>
                    <a:pt x="192" y="257"/>
                  </a:lnTo>
                  <a:lnTo>
                    <a:pt x="193" y="236"/>
                  </a:lnTo>
                  <a:lnTo>
                    <a:pt x="193" y="217"/>
                  </a:lnTo>
                  <a:lnTo>
                    <a:pt x="192" y="201"/>
                  </a:lnTo>
                  <a:lnTo>
                    <a:pt x="189" y="191"/>
                  </a:lnTo>
                  <a:lnTo>
                    <a:pt x="183" y="186"/>
                  </a:lnTo>
                  <a:lnTo>
                    <a:pt x="175" y="180"/>
                  </a:lnTo>
                  <a:lnTo>
                    <a:pt x="167" y="175"/>
                  </a:lnTo>
                  <a:lnTo>
                    <a:pt x="158" y="171"/>
                  </a:lnTo>
                  <a:lnTo>
                    <a:pt x="150" y="168"/>
                  </a:lnTo>
                  <a:lnTo>
                    <a:pt x="144" y="164"/>
                  </a:lnTo>
                  <a:lnTo>
                    <a:pt x="140" y="161"/>
                  </a:lnTo>
                  <a:lnTo>
                    <a:pt x="140" y="159"/>
                  </a:lnTo>
                  <a:lnTo>
                    <a:pt x="141" y="157"/>
                  </a:lnTo>
                  <a:lnTo>
                    <a:pt x="142" y="155"/>
                  </a:lnTo>
                  <a:lnTo>
                    <a:pt x="142" y="153"/>
                  </a:lnTo>
                  <a:lnTo>
                    <a:pt x="143" y="152"/>
                  </a:lnTo>
                  <a:lnTo>
                    <a:pt x="143" y="151"/>
                  </a:lnTo>
                  <a:lnTo>
                    <a:pt x="144" y="150"/>
                  </a:lnTo>
                  <a:lnTo>
                    <a:pt x="146" y="150"/>
                  </a:lnTo>
                  <a:lnTo>
                    <a:pt x="149" y="150"/>
                  </a:lnTo>
                  <a:lnTo>
                    <a:pt x="152" y="150"/>
                  </a:lnTo>
                  <a:lnTo>
                    <a:pt x="154" y="150"/>
                  </a:lnTo>
                  <a:lnTo>
                    <a:pt x="158" y="150"/>
                  </a:lnTo>
                  <a:lnTo>
                    <a:pt x="161" y="149"/>
                  </a:lnTo>
                  <a:lnTo>
                    <a:pt x="162" y="147"/>
                  </a:lnTo>
                  <a:lnTo>
                    <a:pt x="165" y="142"/>
                  </a:lnTo>
                  <a:lnTo>
                    <a:pt x="167" y="137"/>
                  </a:lnTo>
                  <a:lnTo>
                    <a:pt x="169" y="131"/>
                  </a:lnTo>
                  <a:lnTo>
                    <a:pt x="170" y="124"/>
                  </a:lnTo>
                  <a:lnTo>
                    <a:pt x="171" y="120"/>
                  </a:lnTo>
                  <a:lnTo>
                    <a:pt x="171" y="115"/>
                  </a:lnTo>
                  <a:lnTo>
                    <a:pt x="171" y="113"/>
                  </a:lnTo>
                  <a:lnTo>
                    <a:pt x="171" y="112"/>
                  </a:lnTo>
                  <a:lnTo>
                    <a:pt x="172" y="112"/>
                  </a:lnTo>
                  <a:lnTo>
                    <a:pt x="173" y="112"/>
                  </a:lnTo>
                  <a:lnTo>
                    <a:pt x="174" y="113"/>
                  </a:lnTo>
                  <a:lnTo>
                    <a:pt x="175" y="113"/>
                  </a:lnTo>
                  <a:lnTo>
                    <a:pt x="177" y="112"/>
                  </a:lnTo>
                  <a:lnTo>
                    <a:pt x="179" y="112"/>
                  </a:lnTo>
                  <a:lnTo>
                    <a:pt x="180" y="111"/>
                  </a:lnTo>
                  <a:lnTo>
                    <a:pt x="181" y="109"/>
                  </a:lnTo>
                  <a:lnTo>
                    <a:pt x="180" y="105"/>
                  </a:lnTo>
                  <a:lnTo>
                    <a:pt x="179" y="101"/>
                  </a:lnTo>
                  <a:lnTo>
                    <a:pt x="178" y="96"/>
                  </a:lnTo>
                  <a:lnTo>
                    <a:pt x="175" y="91"/>
                  </a:lnTo>
                  <a:lnTo>
                    <a:pt x="173" y="85"/>
                  </a:lnTo>
                  <a:lnTo>
                    <a:pt x="171" y="80"/>
                  </a:lnTo>
                  <a:lnTo>
                    <a:pt x="170" y="75"/>
                  </a:lnTo>
                  <a:lnTo>
                    <a:pt x="169" y="72"/>
                  </a:lnTo>
                  <a:lnTo>
                    <a:pt x="168" y="67"/>
                  </a:lnTo>
                  <a:lnTo>
                    <a:pt x="167" y="62"/>
                  </a:lnTo>
                  <a:lnTo>
                    <a:pt x="165" y="55"/>
                  </a:lnTo>
                  <a:lnTo>
                    <a:pt x="163" y="47"/>
                  </a:lnTo>
                  <a:lnTo>
                    <a:pt x="160" y="40"/>
                  </a:lnTo>
                  <a:lnTo>
                    <a:pt x="155" y="32"/>
                  </a:lnTo>
                  <a:lnTo>
                    <a:pt x="151" y="25"/>
                  </a:lnTo>
                  <a:lnTo>
                    <a:pt x="145" y="21"/>
                  </a:lnTo>
                  <a:lnTo>
                    <a:pt x="140" y="16"/>
                  </a:lnTo>
                  <a:lnTo>
                    <a:pt x="134" y="12"/>
                  </a:lnTo>
                  <a:lnTo>
                    <a:pt x="128" y="7"/>
                  </a:lnTo>
                  <a:lnTo>
                    <a:pt x="121" y="4"/>
                  </a:lnTo>
                  <a:lnTo>
                    <a:pt x="114" y="1"/>
                  </a:lnTo>
                  <a:lnTo>
                    <a:pt x="108" y="0"/>
                  </a:lnTo>
                  <a:lnTo>
                    <a:pt x="99" y="0"/>
                  </a:lnTo>
                  <a:lnTo>
                    <a:pt x="91" y="2"/>
                  </a:lnTo>
                  <a:lnTo>
                    <a:pt x="83" y="5"/>
                  </a:lnTo>
                  <a:lnTo>
                    <a:pt x="75" y="7"/>
                  </a:lnTo>
                  <a:lnTo>
                    <a:pt x="70" y="11"/>
                  </a:lnTo>
                  <a:lnTo>
                    <a:pt x="64" y="13"/>
                  </a:lnTo>
                  <a:lnTo>
                    <a:pt x="60" y="16"/>
                  </a:lnTo>
                  <a:lnTo>
                    <a:pt x="56" y="21"/>
                  </a:lnTo>
                  <a:lnTo>
                    <a:pt x="55" y="26"/>
                  </a:lnTo>
                  <a:lnTo>
                    <a:pt x="54" y="34"/>
                  </a:lnTo>
                  <a:lnTo>
                    <a:pt x="53" y="42"/>
                  </a:lnTo>
                  <a:lnTo>
                    <a:pt x="53" y="50"/>
                  </a:lnTo>
                  <a:lnTo>
                    <a:pt x="52" y="57"/>
                  </a:lnTo>
                  <a:lnTo>
                    <a:pt x="52" y="65"/>
                  </a:lnTo>
                  <a:lnTo>
                    <a:pt x="53" y="72"/>
                  </a:lnTo>
                  <a:lnTo>
                    <a:pt x="53" y="79"/>
                  </a:lnTo>
                  <a:lnTo>
                    <a:pt x="55" y="84"/>
                  </a:lnTo>
                  <a:lnTo>
                    <a:pt x="57" y="89"/>
                  </a:lnTo>
                  <a:lnTo>
                    <a:pt x="61" y="93"/>
                  </a:lnTo>
                  <a:lnTo>
                    <a:pt x="63" y="100"/>
                  </a:lnTo>
                  <a:lnTo>
                    <a:pt x="65" y="106"/>
                  </a:lnTo>
                  <a:lnTo>
                    <a:pt x="66" y="115"/>
                  </a:lnTo>
                  <a:lnTo>
                    <a:pt x="69" y="123"/>
                  </a:lnTo>
                  <a:lnTo>
                    <a:pt x="70" y="130"/>
                  </a:lnTo>
                  <a:lnTo>
                    <a:pt x="71" y="137"/>
                  </a:lnTo>
                  <a:lnTo>
                    <a:pt x="71" y="141"/>
                  </a:lnTo>
                  <a:lnTo>
                    <a:pt x="69" y="145"/>
                  </a:lnTo>
                  <a:lnTo>
                    <a:pt x="62" y="151"/>
                  </a:lnTo>
                  <a:lnTo>
                    <a:pt x="52" y="157"/>
                  </a:lnTo>
                  <a:lnTo>
                    <a:pt x="41" y="162"/>
                  </a:lnTo>
                  <a:lnTo>
                    <a:pt x="30" y="169"/>
                  </a:lnTo>
                  <a:lnTo>
                    <a:pt x="20" y="174"/>
                  </a:lnTo>
                  <a:lnTo>
                    <a:pt x="13" y="180"/>
                  </a:lnTo>
                  <a:lnTo>
                    <a:pt x="10" y="186"/>
                  </a:lnTo>
                  <a:lnTo>
                    <a:pt x="8" y="190"/>
                  </a:lnTo>
                  <a:lnTo>
                    <a:pt x="6" y="194"/>
                  </a:lnTo>
                  <a:lnTo>
                    <a:pt x="4" y="200"/>
                  </a:lnTo>
                  <a:lnTo>
                    <a:pt x="1" y="206"/>
                  </a:lnTo>
                  <a:lnTo>
                    <a:pt x="0" y="213"/>
                  </a:lnTo>
                  <a:lnTo>
                    <a:pt x="0" y="223"/>
                  </a:lnTo>
                  <a:lnTo>
                    <a:pt x="2" y="236"/>
                  </a:lnTo>
                  <a:lnTo>
                    <a:pt x="7" y="251"/>
                  </a:lnTo>
                  <a:lnTo>
                    <a:pt x="13" y="269"/>
                  </a:lnTo>
                  <a:lnTo>
                    <a:pt x="17" y="289"/>
                  </a:lnTo>
                  <a:lnTo>
                    <a:pt x="21" y="310"/>
                  </a:lnTo>
                  <a:lnTo>
                    <a:pt x="23" y="330"/>
                  </a:lnTo>
                  <a:lnTo>
                    <a:pt x="24" y="349"/>
                  </a:lnTo>
                  <a:lnTo>
                    <a:pt x="25" y="366"/>
                  </a:lnTo>
                  <a:lnTo>
                    <a:pt x="24" y="379"/>
                  </a:lnTo>
                  <a:lnTo>
                    <a:pt x="24" y="388"/>
                  </a:lnTo>
                  <a:lnTo>
                    <a:pt x="23" y="397"/>
                  </a:lnTo>
                  <a:lnTo>
                    <a:pt x="23" y="407"/>
                  </a:lnTo>
                  <a:lnTo>
                    <a:pt x="23" y="418"/>
                  </a:lnTo>
                  <a:lnTo>
                    <a:pt x="24" y="432"/>
                  </a:lnTo>
                  <a:lnTo>
                    <a:pt x="26" y="446"/>
                  </a:lnTo>
                  <a:lnTo>
                    <a:pt x="30" y="461"/>
                  </a:lnTo>
                  <a:lnTo>
                    <a:pt x="35" y="476"/>
                  </a:lnTo>
                  <a:lnTo>
                    <a:pt x="42" y="492"/>
                  </a:lnTo>
                  <a:lnTo>
                    <a:pt x="50" y="504"/>
                  </a:lnTo>
                  <a:lnTo>
                    <a:pt x="60" y="514"/>
                  </a:lnTo>
                  <a:lnTo>
                    <a:pt x="71" y="523"/>
                  </a:lnTo>
                  <a:lnTo>
                    <a:pt x="82" y="530"/>
                  </a:lnTo>
                  <a:lnTo>
                    <a:pt x="94" y="535"/>
                  </a:lnTo>
                  <a:lnTo>
                    <a:pt x="104" y="540"/>
                  </a:lnTo>
                  <a:lnTo>
                    <a:pt x="112" y="542"/>
                  </a:lnTo>
                  <a:lnTo>
                    <a:pt x="118" y="543"/>
                  </a:lnTo>
                  <a:lnTo>
                    <a:pt x="128" y="544"/>
                  </a:lnTo>
                  <a:lnTo>
                    <a:pt x="141" y="543"/>
                  </a:lnTo>
                  <a:lnTo>
                    <a:pt x="155" y="542"/>
                  </a:lnTo>
                  <a:lnTo>
                    <a:pt x="171" y="539"/>
                  </a:lnTo>
                  <a:lnTo>
                    <a:pt x="187" y="536"/>
                  </a:lnTo>
                  <a:lnTo>
                    <a:pt x="201" y="535"/>
                  </a:lnTo>
                  <a:lnTo>
                    <a:pt x="213" y="534"/>
                  </a:lnTo>
                  <a:lnTo>
                    <a:pt x="222" y="534"/>
                  </a:lnTo>
                  <a:lnTo>
                    <a:pt x="232" y="537"/>
                  </a:lnTo>
                  <a:lnTo>
                    <a:pt x="244" y="541"/>
                  </a:lnTo>
                  <a:lnTo>
                    <a:pt x="258" y="545"/>
                  </a:lnTo>
                  <a:lnTo>
                    <a:pt x="272" y="551"/>
                  </a:lnTo>
                  <a:lnTo>
                    <a:pt x="285" y="556"/>
                  </a:lnTo>
                  <a:lnTo>
                    <a:pt x="295" y="560"/>
                  </a:lnTo>
                  <a:lnTo>
                    <a:pt x="302" y="563"/>
                  </a:lnTo>
                  <a:lnTo>
                    <a:pt x="305" y="564"/>
                  </a:lnTo>
                  <a:lnTo>
                    <a:pt x="305" y="566"/>
                  </a:lnTo>
                  <a:lnTo>
                    <a:pt x="303" y="573"/>
                  </a:lnTo>
                  <a:lnTo>
                    <a:pt x="302" y="582"/>
                  </a:lnTo>
                  <a:lnTo>
                    <a:pt x="301" y="592"/>
                  </a:lnTo>
                  <a:lnTo>
                    <a:pt x="300" y="604"/>
                  </a:lnTo>
                  <a:lnTo>
                    <a:pt x="299" y="617"/>
                  </a:lnTo>
                  <a:lnTo>
                    <a:pt x="298" y="629"/>
                  </a:lnTo>
                  <a:lnTo>
                    <a:pt x="298" y="639"/>
                  </a:lnTo>
                  <a:lnTo>
                    <a:pt x="299" y="650"/>
                  </a:lnTo>
                  <a:lnTo>
                    <a:pt x="300" y="663"/>
                  </a:lnTo>
                  <a:lnTo>
                    <a:pt x="303" y="678"/>
                  </a:lnTo>
                  <a:lnTo>
                    <a:pt x="306" y="693"/>
                  </a:lnTo>
                  <a:lnTo>
                    <a:pt x="308" y="709"/>
                  </a:lnTo>
                  <a:lnTo>
                    <a:pt x="310" y="724"/>
                  </a:lnTo>
                  <a:lnTo>
                    <a:pt x="310" y="735"/>
                  </a:lnTo>
                  <a:lnTo>
                    <a:pt x="308" y="744"/>
                  </a:lnTo>
                  <a:lnTo>
                    <a:pt x="306" y="749"/>
                  </a:lnTo>
                  <a:lnTo>
                    <a:pt x="305" y="755"/>
                  </a:lnTo>
                  <a:lnTo>
                    <a:pt x="303" y="760"/>
                  </a:lnTo>
                  <a:lnTo>
                    <a:pt x="303" y="765"/>
                  </a:lnTo>
                  <a:lnTo>
                    <a:pt x="303" y="769"/>
                  </a:lnTo>
                  <a:lnTo>
                    <a:pt x="303" y="771"/>
                  </a:lnTo>
                  <a:lnTo>
                    <a:pt x="303" y="774"/>
                  </a:lnTo>
                  <a:lnTo>
                    <a:pt x="311" y="796"/>
                  </a:lnTo>
                  <a:lnTo>
                    <a:pt x="312" y="796"/>
                  </a:lnTo>
                  <a:lnTo>
                    <a:pt x="317" y="796"/>
                  </a:lnTo>
                  <a:lnTo>
                    <a:pt x="325" y="796"/>
                  </a:lnTo>
                  <a:lnTo>
                    <a:pt x="332" y="796"/>
                  </a:lnTo>
                  <a:lnTo>
                    <a:pt x="341" y="797"/>
                  </a:lnTo>
                  <a:lnTo>
                    <a:pt x="350" y="797"/>
                  </a:lnTo>
                  <a:lnTo>
                    <a:pt x="358" y="798"/>
                  </a:lnTo>
                  <a:lnTo>
                    <a:pt x="364" y="800"/>
                  </a:lnTo>
                  <a:lnTo>
                    <a:pt x="369" y="801"/>
                  </a:lnTo>
                  <a:lnTo>
                    <a:pt x="376" y="804"/>
                  </a:lnTo>
                  <a:lnTo>
                    <a:pt x="384" y="806"/>
                  </a:lnTo>
                  <a:lnTo>
                    <a:pt x="393" y="808"/>
                  </a:lnTo>
                  <a:lnTo>
                    <a:pt x="400" y="809"/>
                  </a:lnTo>
                  <a:lnTo>
                    <a:pt x="407" y="810"/>
                  </a:lnTo>
                  <a:lnTo>
                    <a:pt x="414" y="812"/>
                  </a:lnTo>
                  <a:lnTo>
                    <a:pt x="417" y="810"/>
                  </a:lnTo>
                  <a:lnTo>
                    <a:pt x="420" y="809"/>
                  </a:lnTo>
                  <a:lnTo>
                    <a:pt x="424" y="808"/>
                  </a:lnTo>
                  <a:lnTo>
                    <a:pt x="427" y="806"/>
                  </a:lnTo>
                  <a:lnTo>
                    <a:pt x="430" y="803"/>
                  </a:lnTo>
                  <a:lnTo>
                    <a:pt x="432" y="799"/>
                  </a:lnTo>
                  <a:lnTo>
                    <a:pt x="432" y="797"/>
                  </a:lnTo>
                  <a:lnTo>
                    <a:pt x="429" y="794"/>
                  </a:lnTo>
                  <a:lnTo>
                    <a:pt x="424" y="790"/>
                  </a:lnTo>
                  <a:lnTo>
                    <a:pt x="415" y="787"/>
                  </a:lnTo>
                  <a:lnTo>
                    <a:pt x="405" y="783"/>
                  </a:lnTo>
                  <a:lnTo>
                    <a:pt x="394" y="777"/>
                  </a:lnTo>
                  <a:lnTo>
                    <a:pt x="383" y="771"/>
                  </a:lnTo>
                  <a:lnTo>
                    <a:pt x="372" y="766"/>
                  </a:lnTo>
                  <a:lnTo>
                    <a:pt x="364" y="760"/>
                  </a:lnTo>
                  <a:lnTo>
                    <a:pt x="358" y="755"/>
                  </a:lnTo>
                  <a:lnTo>
                    <a:pt x="356" y="749"/>
                  </a:lnTo>
                  <a:lnTo>
                    <a:pt x="356" y="742"/>
                  </a:lnTo>
                  <a:lnTo>
                    <a:pt x="356" y="736"/>
                  </a:lnTo>
                  <a:lnTo>
                    <a:pt x="357" y="728"/>
                  </a:lnTo>
                  <a:lnTo>
                    <a:pt x="357" y="719"/>
                  </a:lnTo>
                  <a:lnTo>
                    <a:pt x="358" y="710"/>
                  </a:lnTo>
                  <a:lnTo>
                    <a:pt x="359" y="700"/>
                  </a:lnTo>
                  <a:lnTo>
                    <a:pt x="361" y="690"/>
                  </a:lnTo>
                  <a:lnTo>
                    <a:pt x="364" y="680"/>
                  </a:lnTo>
                  <a:lnTo>
                    <a:pt x="366" y="669"/>
                  </a:lnTo>
                  <a:lnTo>
                    <a:pt x="368" y="656"/>
                  </a:lnTo>
                  <a:lnTo>
                    <a:pt x="370" y="642"/>
                  </a:lnTo>
                  <a:lnTo>
                    <a:pt x="372" y="629"/>
                  </a:lnTo>
                  <a:lnTo>
                    <a:pt x="374" y="617"/>
                  </a:lnTo>
                  <a:lnTo>
                    <a:pt x="375" y="607"/>
                  </a:lnTo>
                  <a:lnTo>
                    <a:pt x="375" y="599"/>
                  </a:lnTo>
                  <a:lnTo>
                    <a:pt x="375" y="594"/>
                  </a:lnTo>
                  <a:lnTo>
                    <a:pt x="375" y="592"/>
                  </a:lnTo>
                  <a:lnTo>
                    <a:pt x="377" y="590"/>
                  </a:lnTo>
                  <a:lnTo>
                    <a:pt x="378" y="585"/>
                  </a:lnTo>
                  <a:lnTo>
                    <a:pt x="381" y="582"/>
                  </a:lnTo>
                  <a:lnTo>
                    <a:pt x="384" y="576"/>
                  </a:lnTo>
                  <a:lnTo>
                    <a:pt x="385" y="572"/>
                  </a:lnTo>
                  <a:lnTo>
                    <a:pt x="386" y="566"/>
                  </a:lnTo>
                  <a:lnTo>
                    <a:pt x="385" y="561"/>
                  </a:lnTo>
                  <a:lnTo>
                    <a:pt x="384" y="554"/>
                  </a:lnTo>
                  <a:lnTo>
                    <a:pt x="383" y="548"/>
                  </a:lnTo>
                  <a:lnTo>
                    <a:pt x="380" y="541"/>
                  </a:lnTo>
                  <a:lnTo>
                    <a:pt x="378" y="534"/>
                  </a:lnTo>
                  <a:lnTo>
                    <a:pt x="372" y="527"/>
                  </a:lnTo>
                  <a:lnTo>
                    <a:pt x="365" y="520"/>
                  </a:lnTo>
                  <a:lnTo>
                    <a:pt x="355" y="513"/>
                  </a:lnTo>
                  <a:lnTo>
                    <a:pt x="340" y="505"/>
                  </a:lnTo>
                  <a:lnTo>
                    <a:pt x="326" y="499"/>
                  </a:lnTo>
                  <a:lnTo>
                    <a:pt x="313" y="492"/>
                  </a:lnTo>
                  <a:lnTo>
                    <a:pt x="305" y="485"/>
                  </a:lnTo>
                  <a:lnTo>
                    <a:pt x="296" y="478"/>
                  </a:lnTo>
                  <a:lnTo>
                    <a:pt x="289" y="474"/>
                  </a:lnTo>
                  <a:lnTo>
                    <a:pt x="282" y="470"/>
                  </a:lnTo>
                  <a:lnTo>
                    <a:pt x="275" y="465"/>
                  </a:lnTo>
                  <a:lnTo>
                    <a:pt x="267" y="463"/>
                  </a:lnTo>
                  <a:lnTo>
                    <a:pt x="257" y="460"/>
                  </a:lnTo>
                  <a:lnTo>
                    <a:pt x="248" y="456"/>
                  </a:lnTo>
                  <a:lnTo>
                    <a:pt x="239" y="451"/>
                  </a:lnTo>
                  <a:lnTo>
                    <a:pt x="231" y="446"/>
                  </a:lnTo>
                  <a:lnTo>
                    <a:pt x="223" y="442"/>
                  </a:lnTo>
                  <a:lnTo>
                    <a:pt x="218" y="437"/>
                  </a:lnTo>
                  <a:lnTo>
                    <a:pt x="214" y="435"/>
                  </a:lnTo>
                  <a:lnTo>
                    <a:pt x="213" y="434"/>
                  </a:lnTo>
                  <a:lnTo>
                    <a:pt x="187" y="309"/>
                  </a:lnTo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5" name="Freeform 51">
              <a:extLst>
                <a:ext uri="{FF2B5EF4-FFF2-40B4-BE49-F238E27FC236}">
                  <a16:creationId xmlns:a16="http://schemas.microsoft.com/office/drawing/2014/main" id="{4D5E806D-8FB8-6DD8-25CD-A759943FF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4" y="982"/>
              <a:ext cx="43" cy="176"/>
            </a:xfrm>
            <a:custGeom>
              <a:avLst/>
              <a:gdLst>
                <a:gd name="T0" fmla="*/ 20 w 43"/>
                <a:gd name="T1" fmla="*/ 146 h 176"/>
                <a:gd name="T2" fmla="*/ 18 w 43"/>
                <a:gd name="T3" fmla="*/ 132 h 176"/>
                <a:gd name="T4" fmla="*/ 17 w 43"/>
                <a:gd name="T5" fmla="*/ 114 h 176"/>
                <a:gd name="T6" fmla="*/ 18 w 43"/>
                <a:gd name="T7" fmla="*/ 93 h 176"/>
                <a:gd name="T8" fmla="*/ 22 w 43"/>
                <a:gd name="T9" fmla="*/ 75 h 176"/>
                <a:gd name="T10" fmla="*/ 23 w 43"/>
                <a:gd name="T11" fmla="*/ 63 h 176"/>
                <a:gd name="T12" fmla="*/ 23 w 43"/>
                <a:gd name="T13" fmla="*/ 51 h 176"/>
                <a:gd name="T14" fmla="*/ 20 w 43"/>
                <a:gd name="T15" fmla="*/ 37 h 176"/>
                <a:gd name="T16" fmla="*/ 17 w 43"/>
                <a:gd name="T17" fmla="*/ 28 h 176"/>
                <a:gd name="T18" fmla="*/ 13 w 43"/>
                <a:gd name="T19" fmla="*/ 22 h 176"/>
                <a:gd name="T20" fmla="*/ 9 w 43"/>
                <a:gd name="T21" fmla="*/ 13 h 176"/>
                <a:gd name="T22" fmla="*/ 3 w 43"/>
                <a:gd name="T23" fmla="*/ 4 h 176"/>
                <a:gd name="T24" fmla="*/ 2 w 43"/>
                <a:gd name="T25" fmla="*/ 7 h 176"/>
                <a:gd name="T26" fmla="*/ 6 w 43"/>
                <a:gd name="T27" fmla="*/ 18 h 176"/>
                <a:gd name="T28" fmla="*/ 10 w 43"/>
                <a:gd name="T29" fmla="*/ 28 h 176"/>
                <a:gd name="T30" fmla="*/ 11 w 43"/>
                <a:gd name="T31" fmla="*/ 45 h 176"/>
                <a:gd name="T32" fmla="*/ 12 w 43"/>
                <a:gd name="T33" fmla="*/ 72 h 176"/>
                <a:gd name="T34" fmla="*/ 11 w 43"/>
                <a:gd name="T35" fmla="*/ 92 h 176"/>
                <a:gd name="T36" fmla="*/ 9 w 43"/>
                <a:gd name="T37" fmla="*/ 107 h 176"/>
                <a:gd name="T38" fmla="*/ 9 w 43"/>
                <a:gd name="T39" fmla="*/ 121 h 176"/>
                <a:gd name="T40" fmla="*/ 10 w 43"/>
                <a:gd name="T41" fmla="*/ 139 h 176"/>
                <a:gd name="T42" fmla="*/ 13 w 43"/>
                <a:gd name="T43" fmla="*/ 152 h 176"/>
                <a:gd name="T44" fmla="*/ 17 w 43"/>
                <a:gd name="T45" fmla="*/ 161 h 176"/>
                <a:gd name="T46" fmla="*/ 21 w 43"/>
                <a:gd name="T47" fmla="*/ 166 h 176"/>
                <a:gd name="T48" fmla="*/ 27 w 43"/>
                <a:gd name="T49" fmla="*/ 169 h 176"/>
                <a:gd name="T50" fmla="*/ 32 w 43"/>
                <a:gd name="T51" fmla="*/ 172 h 176"/>
                <a:gd name="T52" fmla="*/ 37 w 43"/>
                <a:gd name="T53" fmla="*/ 173 h 176"/>
                <a:gd name="T54" fmla="*/ 40 w 43"/>
                <a:gd name="T55" fmla="*/ 175 h 176"/>
                <a:gd name="T56" fmla="*/ 38 w 43"/>
                <a:gd name="T57" fmla="*/ 171 h 176"/>
                <a:gd name="T58" fmla="*/ 31 w 43"/>
                <a:gd name="T59" fmla="*/ 166 h 176"/>
                <a:gd name="T60" fmla="*/ 26 w 43"/>
                <a:gd name="T61" fmla="*/ 158 h 176"/>
                <a:gd name="T62" fmla="*/ 21 w 43"/>
                <a:gd name="T63" fmla="*/ 152 h 17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3"/>
                <a:gd name="T97" fmla="*/ 0 h 176"/>
                <a:gd name="T98" fmla="*/ 43 w 43"/>
                <a:gd name="T99" fmla="*/ 176 h 17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3" h="176">
                  <a:moveTo>
                    <a:pt x="21" y="149"/>
                  </a:moveTo>
                  <a:lnTo>
                    <a:pt x="20" y="146"/>
                  </a:lnTo>
                  <a:lnTo>
                    <a:pt x="19" y="140"/>
                  </a:lnTo>
                  <a:lnTo>
                    <a:pt x="18" y="132"/>
                  </a:lnTo>
                  <a:lnTo>
                    <a:pt x="17" y="124"/>
                  </a:lnTo>
                  <a:lnTo>
                    <a:pt x="17" y="114"/>
                  </a:lnTo>
                  <a:lnTo>
                    <a:pt x="17" y="104"/>
                  </a:lnTo>
                  <a:lnTo>
                    <a:pt x="18" y="93"/>
                  </a:lnTo>
                  <a:lnTo>
                    <a:pt x="20" y="82"/>
                  </a:lnTo>
                  <a:lnTo>
                    <a:pt x="22" y="75"/>
                  </a:lnTo>
                  <a:lnTo>
                    <a:pt x="23" y="70"/>
                  </a:lnTo>
                  <a:lnTo>
                    <a:pt x="23" y="63"/>
                  </a:lnTo>
                  <a:lnTo>
                    <a:pt x="23" y="56"/>
                  </a:lnTo>
                  <a:lnTo>
                    <a:pt x="23" y="51"/>
                  </a:lnTo>
                  <a:lnTo>
                    <a:pt x="22" y="44"/>
                  </a:lnTo>
                  <a:lnTo>
                    <a:pt x="20" y="37"/>
                  </a:lnTo>
                  <a:lnTo>
                    <a:pt x="18" y="31"/>
                  </a:lnTo>
                  <a:lnTo>
                    <a:pt x="17" y="28"/>
                  </a:lnTo>
                  <a:lnTo>
                    <a:pt x="15" y="25"/>
                  </a:lnTo>
                  <a:lnTo>
                    <a:pt x="13" y="22"/>
                  </a:lnTo>
                  <a:lnTo>
                    <a:pt x="11" y="17"/>
                  </a:lnTo>
                  <a:lnTo>
                    <a:pt x="9" y="13"/>
                  </a:lnTo>
                  <a:lnTo>
                    <a:pt x="5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2" y="7"/>
                  </a:lnTo>
                  <a:lnTo>
                    <a:pt x="5" y="13"/>
                  </a:lnTo>
                  <a:lnTo>
                    <a:pt x="6" y="18"/>
                  </a:lnTo>
                  <a:lnTo>
                    <a:pt x="9" y="23"/>
                  </a:lnTo>
                  <a:lnTo>
                    <a:pt x="10" y="28"/>
                  </a:lnTo>
                  <a:lnTo>
                    <a:pt x="11" y="36"/>
                  </a:lnTo>
                  <a:lnTo>
                    <a:pt x="11" y="45"/>
                  </a:lnTo>
                  <a:lnTo>
                    <a:pt x="12" y="57"/>
                  </a:lnTo>
                  <a:lnTo>
                    <a:pt x="12" y="72"/>
                  </a:lnTo>
                  <a:lnTo>
                    <a:pt x="12" y="83"/>
                  </a:lnTo>
                  <a:lnTo>
                    <a:pt x="11" y="92"/>
                  </a:lnTo>
                  <a:lnTo>
                    <a:pt x="10" y="100"/>
                  </a:lnTo>
                  <a:lnTo>
                    <a:pt x="9" y="107"/>
                  </a:lnTo>
                  <a:lnTo>
                    <a:pt x="9" y="113"/>
                  </a:lnTo>
                  <a:lnTo>
                    <a:pt x="9" y="121"/>
                  </a:lnTo>
                  <a:lnTo>
                    <a:pt x="9" y="130"/>
                  </a:lnTo>
                  <a:lnTo>
                    <a:pt x="10" y="139"/>
                  </a:lnTo>
                  <a:lnTo>
                    <a:pt x="11" y="147"/>
                  </a:lnTo>
                  <a:lnTo>
                    <a:pt x="13" y="152"/>
                  </a:lnTo>
                  <a:lnTo>
                    <a:pt x="14" y="157"/>
                  </a:lnTo>
                  <a:lnTo>
                    <a:pt x="17" y="161"/>
                  </a:lnTo>
                  <a:lnTo>
                    <a:pt x="19" y="163"/>
                  </a:lnTo>
                  <a:lnTo>
                    <a:pt x="21" y="166"/>
                  </a:lnTo>
                  <a:lnTo>
                    <a:pt x="24" y="168"/>
                  </a:lnTo>
                  <a:lnTo>
                    <a:pt x="27" y="169"/>
                  </a:lnTo>
                  <a:lnTo>
                    <a:pt x="29" y="171"/>
                  </a:lnTo>
                  <a:lnTo>
                    <a:pt x="32" y="172"/>
                  </a:lnTo>
                  <a:lnTo>
                    <a:pt x="35" y="172"/>
                  </a:lnTo>
                  <a:lnTo>
                    <a:pt x="37" y="173"/>
                  </a:lnTo>
                  <a:lnTo>
                    <a:pt x="39" y="173"/>
                  </a:lnTo>
                  <a:lnTo>
                    <a:pt x="40" y="175"/>
                  </a:lnTo>
                  <a:lnTo>
                    <a:pt x="42" y="175"/>
                  </a:lnTo>
                  <a:lnTo>
                    <a:pt x="38" y="171"/>
                  </a:lnTo>
                  <a:lnTo>
                    <a:pt x="35" y="169"/>
                  </a:lnTo>
                  <a:lnTo>
                    <a:pt x="31" y="166"/>
                  </a:lnTo>
                  <a:lnTo>
                    <a:pt x="28" y="161"/>
                  </a:lnTo>
                  <a:lnTo>
                    <a:pt x="26" y="158"/>
                  </a:lnTo>
                  <a:lnTo>
                    <a:pt x="23" y="154"/>
                  </a:lnTo>
                  <a:lnTo>
                    <a:pt x="21" y="152"/>
                  </a:lnTo>
                  <a:lnTo>
                    <a:pt x="21" y="149"/>
                  </a:lnTo>
                </a:path>
              </a:pathLst>
            </a:custGeom>
            <a:solidFill>
              <a:srgbClr val="0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6" name="Freeform 52">
              <a:extLst>
                <a:ext uri="{FF2B5EF4-FFF2-40B4-BE49-F238E27FC236}">
                  <a16:creationId xmlns:a16="http://schemas.microsoft.com/office/drawing/2014/main" id="{45EA9549-0F57-E1F9-B985-9F8B3F96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1225"/>
              <a:ext cx="583" cy="525"/>
            </a:xfrm>
            <a:custGeom>
              <a:avLst/>
              <a:gdLst>
                <a:gd name="T0" fmla="*/ 0 w 583"/>
                <a:gd name="T1" fmla="*/ 524 h 525"/>
                <a:gd name="T2" fmla="*/ 0 w 583"/>
                <a:gd name="T3" fmla="*/ 139 h 525"/>
                <a:gd name="T4" fmla="*/ 582 w 583"/>
                <a:gd name="T5" fmla="*/ 0 h 525"/>
                <a:gd name="T6" fmla="*/ 582 w 583"/>
                <a:gd name="T7" fmla="*/ 396 h 525"/>
                <a:gd name="T8" fmla="*/ 0 w 583"/>
                <a:gd name="T9" fmla="*/ 524 h 5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3"/>
                <a:gd name="T16" fmla="*/ 0 h 525"/>
                <a:gd name="T17" fmla="*/ 583 w 583"/>
                <a:gd name="T18" fmla="*/ 525 h 5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3" h="525">
                  <a:moveTo>
                    <a:pt x="0" y="524"/>
                  </a:moveTo>
                  <a:lnTo>
                    <a:pt x="0" y="139"/>
                  </a:lnTo>
                  <a:lnTo>
                    <a:pt x="582" y="0"/>
                  </a:lnTo>
                  <a:lnTo>
                    <a:pt x="582" y="396"/>
                  </a:lnTo>
                  <a:lnTo>
                    <a:pt x="0" y="524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7" name="Freeform 53">
              <a:extLst>
                <a:ext uri="{FF2B5EF4-FFF2-40B4-BE49-F238E27FC236}">
                  <a16:creationId xmlns:a16="http://schemas.microsoft.com/office/drawing/2014/main" id="{BCF2EEAC-D4EB-C6A2-856D-6B4CE6E90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1377"/>
              <a:ext cx="31" cy="31"/>
            </a:xfrm>
            <a:custGeom>
              <a:avLst/>
              <a:gdLst>
                <a:gd name="T0" fmla="*/ 14 w 31"/>
                <a:gd name="T1" fmla="*/ 30 h 31"/>
                <a:gd name="T2" fmla="*/ 17 w 31"/>
                <a:gd name="T3" fmla="*/ 30 h 31"/>
                <a:gd name="T4" fmla="*/ 20 w 31"/>
                <a:gd name="T5" fmla="*/ 28 h 31"/>
                <a:gd name="T6" fmla="*/ 23 w 31"/>
                <a:gd name="T7" fmla="*/ 28 h 31"/>
                <a:gd name="T8" fmla="*/ 25 w 31"/>
                <a:gd name="T9" fmla="*/ 26 h 31"/>
                <a:gd name="T10" fmla="*/ 26 w 31"/>
                <a:gd name="T11" fmla="*/ 25 h 31"/>
                <a:gd name="T12" fmla="*/ 28 w 31"/>
                <a:gd name="T13" fmla="*/ 23 h 31"/>
                <a:gd name="T14" fmla="*/ 28 w 31"/>
                <a:gd name="T15" fmla="*/ 20 h 31"/>
                <a:gd name="T16" fmla="*/ 30 w 31"/>
                <a:gd name="T17" fmla="*/ 16 h 31"/>
                <a:gd name="T18" fmla="*/ 28 w 31"/>
                <a:gd name="T19" fmla="*/ 14 h 31"/>
                <a:gd name="T20" fmla="*/ 28 w 31"/>
                <a:gd name="T21" fmla="*/ 11 h 31"/>
                <a:gd name="T22" fmla="*/ 26 w 31"/>
                <a:gd name="T23" fmla="*/ 8 h 31"/>
                <a:gd name="T24" fmla="*/ 25 w 31"/>
                <a:gd name="T25" fmla="*/ 5 h 31"/>
                <a:gd name="T26" fmla="*/ 23 w 31"/>
                <a:gd name="T27" fmla="*/ 3 h 31"/>
                <a:gd name="T28" fmla="*/ 20 w 31"/>
                <a:gd name="T29" fmla="*/ 2 h 31"/>
                <a:gd name="T30" fmla="*/ 17 w 31"/>
                <a:gd name="T31" fmla="*/ 1 h 31"/>
                <a:gd name="T32" fmla="*/ 14 w 31"/>
                <a:gd name="T33" fmla="*/ 0 h 31"/>
                <a:gd name="T34" fmla="*/ 12 w 31"/>
                <a:gd name="T35" fmla="*/ 0 h 31"/>
                <a:gd name="T36" fmla="*/ 8 w 31"/>
                <a:gd name="T37" fmla="*/ 0 h 31"/>
                <a:gd name="T38" fmla="*/ 6 w 31"/>
                <a:gd name="T39" fmla="*/ 1 h 31"/>
                <a:gd name="T40" fmla="*/ 4 w 31"/>
                <a:gd name="T41" fmla="*/ 2 h 31"/>
                <a:gd name="T42" fmla="*/ 2 w 31"/>
                <a:gd name="T43" fmla="*/ 4 h 31"/>
                <a:gd name="T44" fmla="*/ 1 w 31"/>
                <a:gd name="T45" fmla="*/ 6 h 31"/>
                <a:gd name="T46" fmla="*/ 0 w 31"/>
                <a:gd name="T47" fmla="*/ 8 h 31"/>
                <a:gd name="T48" fmla="*/ 0 w 31"/>
                <a:gd name="T49" fmla="*/ 12 h 31"/>
                <a:gd name="T50" fmla="*/ 0 w 31"/>
                <a:gd name="T51" fmla="*/ 15 h 31"/>
                <a:gd name="T52" fmla="*/ 1 w 31"/>
                <a:gd name="T53" fmla="*/ 17 h 31"/>
                <a:gd name="T54" fmla="*/ 2 w 31"/>
                <a:gd name="T55" fmla="*/ 21 h 31"/>
                <a:gd name="T56" fmla="*/ 4 w 31"/>
                <a:gd name="T57" fmla="*/ 23 h 31"/>
                <a:gd name="T58" fmla="*/ 6 w 31"/>
                <a:gd name="T59" fmla="*/ 25 h 31"/>
                <a:gd name="T60" fmla="*/ 8 w 31"/>
                <a:gd name="T61" fmla="*/ 27 h 31"/>
                <a:gd name="T62" fmla="*/ 12 w 31"/>
                <a:gd name="T63" fmla="*/ 28 h 31"/>
                <a:gd name="T64" fmla="*/ 14 w 31"/>
                <a:gd name="T65" fmla="*/ 30 h 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"/>
                <a:gd name="T100" fmla="*/ 0 h 31"/>
                <a:gd name="T101" fmla="*/ 31 w 31"/>
                <a:gd name="T102" fmla="*/ 31 h 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" h="31">
                  <a:moveTo>
                    <a:pt x="14" y="30"/>
                  </a:moveTo>
                  <a:lnTo>
                    <a:pt x="17" y="30"/>
                  </a:lnTo>
                  <a:lnTo>
                    <a:pt x="20" y="28"/>
                  </a:lnTo>
                  <a:lnTo>
                    <a:pt x="23" y="28"/>
                  </a:lnTo>
                  <a:lnTo>
                    <a:pt x="25" y="26"/>
                  </a:lnTo>
                  <a:lnTo>
                    <a:pt x="26" y="25"/>
                  </a:lnTo>
                  <a:lnTo>
                    <a:pt x="28" y="23"/>
                  </a:lnTo>
                  <a:lnTo>
                    <a:pt x="28" y="20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1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2"/>
                  </a:lnTo>
                  <a:lnTo>
                    <a:pt x="2" y="4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2" y="21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8" y="27"/>
                  </a:lnTo>
                  <a:lnTo>
                    <a:pt x="12" y="28"/>
                  </a:lnTo>
                  <a:lnTo>
                    <a:pt x="14" y="3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8" name="Freeform 54">
              <a:extLst>
                <a:ext uri="{FF2B5EF4-FFF2-40B4-BE49-F238E27FC236}">
                  <a16:creationId xmlns:a16="http://schemas.microsoft.com/office/drawing/2014/main" id="{DBBEE3E4-A1AE-EB5C-54AB-362DC26DD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1343"/>
              <a:ext cx="31" cy="31"/>
            </a:xfrm>
            <a:custGeom>
              <a:avLst/>
              <a:gdLst>
                <a:gd name="T0" fmla="*/ 15 w 31"/>
                <a:gd name="T1" fmla="*/ 30 h 31"/>
                <a:gd name="T2" fmla="*/ 17 w 31"/>
                <a:gd name="T3" fmla="*/ 30 h 31"/>
                <a:gd name="T4" fmla="*/ 21 w 31"/>
                <a:gd name="T5" fmla="*/ 30 h 31"/>
                <a:gd name="T6" fmla="*/ 23 w 31"/>
                <a:gd name="T7" fmla="*/ 28 h 31"/>
                <a:gd name="T8" fmla="*/ 25 w 31"/>
                <a:gd name="T9" fmla="*/ 27 h 31"/>
                <a:gd name="T10" fmla="*/ 27 w 31"/>
                <a:gd name="T11" fmla="*/ 25 h 31"/>
                <a:gd name="T12" fmla="*/ 28 w 31"/>
                <a:gd name="T13" fmla="*/ 23 h 31"/>
                <a:gd name="T14" fmla="*/ 30 w 31"/>
                <a:gd name="T15" fmla="*/ 21 h 31"/>
                <a:gd name="T16" fmla="*/ 30 w 31"/>
                <a:gd name="T17" fmla="*/ 17 h 31"/>
                <a:gd name="T18" fmla="*/ 30 w 31"/>
                <a:gd name="T19" fmla="*/ 14 h 31"/>
                <a:gd name="T20" fmla="*/ 28 w 31"/>
                <a:gd name="T21" fmla="*/ 12 h 31"/>
                <a:gd name="T22" fmla="*/ 27 w 31"/>
                <a:gd name="T23" fmla="*/ 8 h 31"/>
                <a:gd name="T24" fmla="*/ 25 w 31"/>
                <a:gd name="T25" fmla="*/ 6 h 31"/>
                <a:gd name="T26" fmla="*/ 23 w 31"/>
                <a:gd name="T27" fmla="*/ 4 h 31"/>
                <a:gd name="T28" fmla="*/ 21 w 31"/>
                <a:gd name="T29" fmla="*/ 2 h 31"/>
                <a:gd name="T30" fmla="*/ 17 w 31"/>
                <a:gd name="T31" fmla="*/ 1 h 31"/>
                <a:gd name="T32" fmla="*/ 15 w 31"/>
                <a:gd name="T33" fmla="*/ 0 h 31"/>
                <a:gd name="T34" fmla="*/ 12 w 31"/>
                <a:gd name="T35" fmla="*/ 0 h 31"/>
                <a:gd name="T36" fmla="*/ 8 w 31"/>
                <a:gd name="T37" fmla="*/ 0 h 31"/>
                <a:gd name="T38" fmla="*/ 6 w 31"/>
                <a:gd name="T39" fmla="*/ 1 h 31"/>
                <a:gd name="T40" fmla="*/ 4 w 31"/>
                <a:gd name="T41" fmla="*/ 3 h 31"/>
                <a:gd name="T42" fmla="*/ 2 w 31"/>
                <a:gd name="T43" fmla="*/ 4 h 31"/>
                <a:gd name="T44" fmla="*/ 1 w 31"/>
                <a:gd name="T45" fmla="*/ 6 h 31"/>
                <a:gd name="T46" fmla="*/ 0 w 31"/>
                <a:gd name="T47" fmla="*/ 10 h 31"/>
                <a:gd name="T48" fmla="*/ 0 w 31"/>
                <a:gd name="T49" fmla="*/ 12 h 31"/>
                <a:gd name="T50" fmla="*/ 0 w 31"/>
                <a:gd name="T51" fmla="*/ 15 h 31"/>
                <a:gd name="T52" fmla="*/ 1 w 31"/>
                <a:gd name="T53" fmla="*/ 18 h 31"/>
                <a:gd name="T54" fmla="*/ 2 w 31"/>
                <a:gd name="T55" fmla="*/ 21 h 31"/>
                <a:gd name="T56" fmla="*/ 4 w 31"/>
                <a:gd name="T57" fmla="*/ 23 h 31"/>
                <a:gd name="T58" fmla="*/ 6 w 31"/>
                <a:gd name="T59" fmla="*/ 25 h 31"/>
                <a:gd name="T60" fmla="*/ 8 w 31"/>
                <a:gd name="T61" fmla="*/ 27 h 31"/>
                <a:gd name="T62" fmla="*/ 12 w 31"/>
                <a:gd name="T63" fmla="*/ 28 h 31"/>
                <a:gd name="T64" fmla="*/ 15 w 31"/>
                <a:gd name="T65" fmla="*/ 30 h 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"/>
                <a:gd name="T100" fmla="*/ 0 h 31"/>
                <a:gd name="T101" fmla="*/ 31 w 31"/>
                <a:gd name="T102" fmla="*/ 31 h 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" h="31">
                  <a:moveTo>
                    <a:pt x="15" y="30"/>
                  </a:moveTo>
                  <a:lnTo>
                    <a:pt x="17" y="30"/>
                  </a:lnTo>
                  <a:lnTo>
                    <a:pt x="21" y="30"/>
                  </a:lnTo>
                  <a:lnTo>
                    <a:pt x="23" y="28"/>
                  </a:lnTo>
                  <a:lnTo>
                    <a:pt x="25" y="27"/>
                  </a:lnTo>
                  <a:lnTo>
                    <a:pt x="27" y="25"/>
                  </a:lnTo>
                  <a:lnTo>
                    <a:pt x="28" y="23"/>
                  </a:lnTo>
                  <a:lnTo>
                    <a:pt x="30" y="21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7" y="8"/>
                  </a:lnTo>
                  <a:lnTo>
                    <a:pt x="25" y="6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4"/>
                  </a:lnTo>
                  <a:lnTo>
                    <a:pt x="1" y="6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2" y="21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8" y="27"/>
                  </a:lnTo>
                  <a:lnTo>
                    <a:pt x="12" y="28"/>
                  </a:lnTo>
                  <a:lnTo>
                    <a:pt x="15" y="3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39" name="Freeform 55">
              <a:extLst>
                <a:ext uri="{FF2B5EF4-FFF2-40B4-BE49-F238E27FC236}">
                  <a16:creationId xmlns:a16="http://schemas.microsoft.com/office/drawing/2014/main" id="{1439A688-2980-5E29-9572-F6C1319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265"/>
              <a:ext cx="22" cy="129"/>
            </a:xfrm>
            <a:custGeom>
              <a:avLst/>
              <a:gdLst>
                <a:gd name="T0" fmla="*/ 21 w 22"/>
                <a:gd name="T1" fmla="*/ 128 h 129"/>
                <a:gd name="T2" fmla="*/ 21 w 22"/>
                <a:gd name="T3" fmla="*/ 3 h 129"/>
                <a:gd name="T4" fmla="*/ 0 w 22"/>
                <a:gd name="T5" fmla="*/ 0 h 129"/>
                <a:gd name="T6" fmla="*/ 0 w 22"/>
                <a:gd name="T7" fmla="*/ 124 h 129"/>
                <a:gd name="T8" fmla="*/ 21 w 22"/>
                <a:gd name="T9" fmla="*/ 128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29"/>
                <a:gd name="T17" fmla="*/ 22 w 22"/>
                <a:gd name="T18" fmla="*/ 129 h 1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29">
                  <a:moveTo>
                    <a:pt x="21" y="128"/>
                  </a:moveTo>
                  <a:lnTo>
                    <a:pt x="21" y="3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21" y="12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0" name="Freeform 56">
              <a:extLst>
                <a:ext uri="{FF2B5EF4-FFF2-40B4-BE49-F238E27FC236}">
                  <a16:creationId xmlns:a16="http://schemas.microsoft.com/office/drawing/2014/main" id="{CC8FEB1D-210E-0E3C-6136-3CAA0A836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377"/>
              <a:ext cx="90" cy="88"/>
            </a:xfrm>
            <a:custGeom>
              <a:avLst/>
              <a:gdLst>
                <a:gd name="T0" fmla="*/ 13 w 90"/>
                <a:gd name="T1" fmla="*/ 0 h 88"/>
                <a:gd name="T2" fmla="*/ 89 w 90"/>
                <a:gd name="T3" fmla="*/ 76 h 88"/>
                <a:gd name="T4" fmla="*/ 89 w 90"/>
                <a:gd name="T5" fmla="*/ 87 h 88"/>
                <a:gd name="T6" fmla="*/ 0 w 90"/>
                <a:gd name="T7" fmla="*/ 17 h 88"/>
                <a:gd name="T8" fmla="*/ 13 w 9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88"/>
                <a:gd name="T17" fmla="*/ 90 w 90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88">
                  <a:moveTo>
                    <a:pt x="13" y="0"/>
                  </a:moveTo>
                  <a:lnTo>
                    <a:pt x="89" y="76"/>
                  </a:lnTo>
                  <a:lnTo>
                    <a:pt x="89" y="87"/>
                  </a:lnTo>
                  <a:lnTo>
                    <a:pt x="0" y="17"/>
                  </a:lnTo>
                  <a:lnTo>
                    <a:pt x="13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1" name="Freeform 57">
              <a:extLst>
                <a:ext uri="{FF2B5EF4-FFF2-40B4-BE49-F238E27FC236}">
                  <a16:creationId xmlns:a16="http://schemas.microsoft.com/office/drawing/2014/main" id="{320BA03E-5748-D6F0-292D-64066191C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383"/>
              <a:ext cx="61" cy="84"/>
            </a:xfrm>
            <a:custGeom>
              <a:avLst/>
              <a:gdLst>
                <a:gd name="T0" fmla="*/ 47 w 61"/>
                <a:gd name="T1" fmla="*/ 0 h 84"/>
                <a:gd name="T2" fmla="*/ 0 w 61"/>
                <a:gd name="T3" fmla="*/ 66 h 84"/>
                <a:gd name="T4" fmla="*/ 1 w 61"/>
                <a:gd name="T5" fmla="*/ 83 h 84"/>
                <a:gd name="T6" fmla="*/ 60 w 61"/>
                <a:gd name="T7" fmla="*/ 17 h 84"/>
                <a:gd name="T8" fmla="*/ 47 w 61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84"/>
                <a:gd name="T17" fmla="*/ 61 w 61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84">
                  <a:moveTo>
                    <a:pt x="47" y="0"/>
                  </a:moveTo>
                  <a:lnTo>
                    <a:pt x="0" y="66"/>
                  </a:lnTo>
                  <a:lnTo>
                    <a:pt x="1" y="83"/>
                  </a:lnTo>
                  <a:lnTo>
                    <a:pt x="60" y="17"/>
                  </a:lnTo>
                  <a:lnTo>
                    <a:pt x="4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2" name="Freeform 58">
              <a:extLst>
                <a:ext uri="{FF2B5EF4-FFF2-40B4-BE49-F238E27FC236}">
                  <a16:creationId xmlns:a16="http://schemas.microsoft.com/office/drawing/2014/main" id="{A58CB096-E09D-43E0-07C4-21491B3E6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1378"/>
              <a:ext cx="97" cy="21"/>
            </a:xfrm>
            <a:custGeom>
              <a:avLst/>
              <a:gdLst>
                <a:gd name="T0" fmla="*/ 89 w 97"/>
                <a:gd name="T1" fmla="*/ 3 h 21"/>
                <a:gd name="T2" fmla="*/ 0 w 97"/>
                <a:gd name="T3" fmla="*/ 0 h 21"/>
                <a:gd name="T4" fmla="*/ 0 w 97"/>
                <a:gd name="T5" fmla="*/ 6 h 21"/>
                <a:gd name="T6" fmla="*/ 96 w 97"/>
                <a:gd name="T7" fmla="*/ 20 h 21"/>
                <a:gd name="T8" fmla="*/ 89 w 97"/>
                <a:gd name="T9" fmla="*/ 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21"/>
                <a:gd name="T17" fmla="*/ 97 w 97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21">
                  <a:moveTo>
                    <a:pt x="89" y="3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96" y="20"/>
                  </a:lnTo>
                  <a:lnTo>
                    <a:pt x="89" y="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3" name="Freeform 59">
              <a:extLst>
                <a:ext uri="{FF2B5EF4-FFF2-40B4-BE49-F238E27FC236}">
                  <a16:creationId xmlns:a16="http://schemas.microsoft.com/office/drawing/2014/main" id="{75C8360E-D97F-A217-FBF5-A38321140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371"/>
              <a:ext cx="71" cy="24"/>
            </a:xfrm>
            <a:custGeom>
              <a:avLst/>
              <a:gdLst>
                <a:gd name="T0" fmla="*/ 0 w 71"/>
                <a:gd name="T1" fmla="*/ 10 h 24"/>
                <a:gd name="T2" fmla="*/ 70 w 71"/>
                <a:gd name="T3" fmla="*/ 0 h 24"/>
                <a:gd name="T4" fmla="*/ 70 w 71"/>
                <a:gd name="T5" fmla="*/ 5 h 24"/>
                <a:gd name="T6" fmla="*/ 1 w 71"/>
                <a:gd name="T7" fmla="*/ 23 h 24"/>
                <a:gd name="T8" fmla="*/ 0 w 71"/>
                <a:gd name="T9" fmla="*/ 1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24"/>
                <a:gd name="T17" fmla="*/ 71 w 71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24">
                  <a:moveTo>
                    <a:pt x="0" y="10"/>
                  </a:moveTo>
                  <a:lnTo>
                    <a:pt x="70" y="0"/>
                  </a:lnTo>
                  <a:lnTo>
                    <a:pt x="70" y="5"/>
                  </a:lnTo>
                  <a:lnTo>
                    <a:pt x="1" y="23"/>
                  </a:lnTo>
                  <a:lnTo>
                    <a:pt x="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4" name="Freeform 60">
              <a:extLst>
                <a:ext uri="{FF2B5EF4-FFF2-40B4-BE49-F238E27FC236}">
                  <a16:creationId xmlns:a16="http://schemas.microsoft.com/office/drawing/2014/main" id="{DC57D516-0275-31C3-96EB-06C1A7240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335"/>
              <a:ext cx="37" cy="56"/>
            </a:xfrm>
            <a:custGeom>
              <a:avLst/>
              <a:gdLst>
                <a:gd name="T0" fmla="*/ 36 w 37"/>
                <a:gd name="T1" fmla="*/ 42 h 56"/>
                <a:gd name="T2" fmla="*/ 0 w 37"/>
                <a:gd name="T3" fmla="*/ 0 h 56"/>
                <a:gd name="T4" fmla="*/ 0 w 37"/>
                <a:gd name="T5" fmla="*/ 6 h 56"/>
                <a:gd name="T6" fmla="*/ 30 w 37"/>
                <a:gd name="T7" fmla="*/ 55 h 56"/>
                <a:gd name="T8" fmla="*/ 36 w 37"/>
                <a:gd name="T9" fmla="*/ 42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56"/>
                <a:gd name="T17" fmla="*/ 37 w 37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56">
                  <a:moveTo>
                    <a:pt x="36" y="42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0" y="55"/>
                  </a:lnTo>
                  <a:lnTo>
                    <a:pt x="36" y="4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5" name="Freeform 61">
              <a:extLst>
                <a:ext uri="{FF2B5EF4-FFF2-40B4-BE49-F238E27FC236}">
                  <a16:creationId xmlns:a16="http://schemas.microsoft.com/office/drawing/2014/main" id="{B2342045-68E3-0271-87A0-5982157B4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460"/>
              <a:ext cx="38" cy="37"/>
            </a:xfrm>
            <a:custGeom>
              <a:avLst/>
              <a:gdLst>
                <a:gd name="T0" fmla="*/ 17 w 38"/>
                <a:gd name="T1" fmla="*/ 36 h 37"/>
                <a:gd name="T2" fmla="*/ 22 w 38"/>
                <a:gd name="T3" fmla="*/ 36 h 37"/>
                <a:gd name="T4" fmla="*/ 25 w 38"/>
                <a:gd name="T5" fmla="*/ 36 h 37"/>
                <a:gd name="T6" fmla="*/ 29 w 38"/>
                <a:gd name="T7" fmla="*/ 34 h 37"/>
                <a:gd name="T8" fmla="*/ 31 w 38"/>
                <a:gd name="T9" fmla="*/ 32 h 37"/>
                <a:gd name="T10" fmla="*/ 33 w 38"/>
                <a:gd name="T11" fmla="*/ 30 h 37"/>
                <a:gd name="T12" fmla="*/ 35 w 38"/>
                <a:gd name="T13" fmla="*/ 27 h 37"/>
                <a:gd name="T14" fmla="*/ 37 w 38"/>
                <a:gd name="T15" fmla="*/ 24 h 37"/>
                <a:gd name="T16" fmla="*/ 37 w 38"/>
                <a:gd name="T17" fmla="*/ 20 h 37"/>
                <a:gd name="T18" fmla="*/ 37 w 38"/>
                <a:gd name="T19" fmla="*/ 17 h 37"/>
                <a:gd name="T20" fmla="*/ 35 w 38"/>
                <a:gd name="T21" fmla="*/ 14 h 37"/>
                <a:gd name="T22" fmla="*/ 33 w 38"/>
                <a:gd name="T23" fmla="*/ 9 h 37"/>
                <a:gd name="T24" fmla="*/ 31 w 38"/>
                <a:gd name="T25" fmla="*/ 7 h 37"/>
                <a:gd name="T26" fmla="*/ 29 w 38"/>
                <a:gd name="T27" fmla="*/ 4 h 37"/>
                <a:gd name="T28" fmla="*/ 25 w 38"/>
                <a:gd name="T29" fmla="*/ 2 h 37"/>
                <a:gd name="T30" fmla="*/ 22 w 38"/>
                <a:gd name="T31" fmla="*/ 1 h 37"/>
                <a:gd name="T32" fmla="*/ 17 w 38"/>
                <a:gd name="T33" fmla="*/ 0 h 37"/>
                <a:gd name="T34" fmla="*/ 14 w 38"/>
                <a:gd name="T35" fmla="*/ 0 h 37"/>
                <a:gd name="T36" fmla="*/ 11 w 38"/>
                <a:gd name="T37" fmla="*/ 0 h 37"/>
                <a:gd name="T38" fmla="*/ 7 w 38"/>
                <a:gd name="T39" fmla="*/ 1 h 37"/>
                <a:gd name="T40" fmla="*/ 5 w 38"/>
                <a:gd name="T41" fmla="*/ 3 h 37"/>
                <a:gd name="T42" fmla="*/ 3 w 38"/>
                <a:gd name="T43" fmla="*/ 5 h 37"/>
                <a:gd name="T44" fmla="*/ 1 w 38"/>
                <a:gd name="T45" fmla="*/ 7 h 37"/>
                <a:gd name="T46" fmla="*/ 0 w 38"/>
                <a:gd name="T47" fmla="*/ 10 h 37"/>
                <a:gd name="T48" fmla="*/ 0 w 38"/>
                <a:gd name="T49" fmla="*/ 14 h 37"/>
                <a:gd name="T50" fmla="*/ 0 w 38"/>
                <a:gd name="T51" fmla="*/ 18 h 37"/>
                <a:gd name="T52" fmla="*/ 1 w 38"/>
                <a:gd name="T53" fmla="*/ 21 h 37"/>
                <a:gd name="T54" fmla="*/ 3 w 38"/>
                <a:gd name="T55" fmla="*/ 25 h 37"/>
                <a:gd name="T56" fmla="*/ 5 w 38"/>
                <a:gd name="T57" fmla="*/ 28 h 37"/>
                <a:gd name="T58" fmla="*/ 7 w 38"/>
                <a:gd name="T59" fmla="*/ 30 h 37"/>
                <a:gd name="T60" fmla="*/ 11 w 38"/>
                <a:gd name="T61" fmla="*/ 32 h 37"/>
                <a:gd name="T62" fmla="*/ 14 w 38"/>
                <a:gd name="T63" fmla="*/ 34 h 37"/>
                <a:gd name="T64" fmla="*/ 17 w 38"/>
                <a:gd name="T65" fmla="*/ 36 h 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8"/>
                <a:gd name="T100" fmla="*/ 0 h 37"/>
                <a:gd name="T101" fmla="*/ 38 w 38"/>
                <a:gd name="T102" fmla="*/ 37 h 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8" h="37">
                  <a:moveTo>
                    <a:pt x="17" y="36"/>
                  </a:moveTo>
                  <a:lnTo>
                    <a:pt x="22" y="36"/>
                  </a:lnTo>
                  <a:lnTo>
                    <a:pt x="25" y="36"/>
                  </a:lnTo>
                  <a:lnTo>
                    <a:pt x="29" y="34"/>
                  </a:lnTo>
                  <a:lnTo>
                    <a:pt x="31" y="32"/>
                  </a:lnTo>
                  <a:lnTo>
                    <a:pt x="33" y="30"/>
                  </a:lnTo>
                  <a:lnTo>
                    <a:pt x="35" y="27"/>
                  </a:lnTo>
                  <a:lnTo>
                    <a:pt x="37" y="24"/>
                  </a:lnTo>
                  <a:lnTo>
                    <a:pt x="37" y="20"/>
                  </a:lnTo>
                  <a:lnTo>
                    <a:pt x="37" y="17"/>
                  </a:lnTo>
                  <a:lnTo>
                    <a:pt x="35" y="14"/>
                  </a:lnTo>
                  <a:lnTo>
                    <a:pt x="33" y="9"/>
                  </a:lnTo>
                  <a:lnTo>
                    <a:pt x="31" y="7"/>
                  </a:lnTo>
                  <a:lnTo>
                    <a:pt x="29" y="4"/>
                  </a:lnTo>
                  <a:lnTo>
                    <a:pt x="25" y="2"/>
                  </a:lnTo>
                  <a:lnTo>
                    <a:pt x="22" y="1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7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3" y="25"/>
                  </a:lnTo>
                  <a:lnTo>
                    <a:pt x="5" y="28"/>
                  </a:lnTo>
                  <a:lnTo>
                    <a:pt x="7" y="30"/>
                  </a:lnTo>
                  <a:lnTo>
                    <a:pt x="11" y="32"/>
                  </a:lnTo>
                  <a:lnTo>
                    <a:pt x="14" y="34"/>
                  </a:lnTo>
                  <a:lnTo>
                    <a:pt x="17" y="36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6" name="Freeform 62">
              <a:extLst>
                <a:ext uri="{FF2B5EF4-FFF2-40B4-BE49-F238E27FC236}">
                  <a16:creationId xmlns:a16="http://schemas.microsoft.com/office/drawing/2014/main" id="{5CA63D51-6FC3-6F06-8F7C-C5F2CEA72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384"/>
              <a:ext cx="37" cy="38"/>
            </a:xfrm>
            <a:custGeom>
              <a:avLst/>
              <a:gdLst>
                <a:gd name="T0" fmla="*/ 18 w 37"/>
                <a:gd name="T1" fmla="*/ 37 h 38"/>
                <a:gd name="T2" fmla="*/ 21 w 37"/>
                <a:gd name="T3" fmla="*/ 37 h 38"/>
                <a:gd name="T4" fmla="*/ 25 w 37"/>
                <a:gd name="T5" fmla="*/ 37 h 38"/>
                <a:gd name="T6" fmla="*/ 28 w 37"/>
                <a:gd name="T7" fmla="*/ 35 h 38"/>
                <a:gd name="T8" fmla="*/ 30 w 37"/>
                <a:gd name="T9" fmla="*/ 33 h 38"/>
                <a:gd name="T10" fmla="*/ 32 w 37"/>
                <a:gd name="T11" fmla="*/ 31 h 38"/>
                <a:gd name="T12" fmla="*/ 34 w 37"/>
                <a:gd name="T13" fmla="*/ 29 h 38"/>
                <a:gd name="T14" fmla="*/ 36 w 37"/>
                <a:gd name="T15" fmla="*/ 25 h 38"/>
                <a:gd name="T16" fmla="*/ 36 w 37"/>
                <a:gd name="T17" fmla="*/ 21 h 38"/>
                <a:gd name="T18" fmla="*/ 36 w 37"/>
                <a:gd name="T19" fmla="*/ 17 h 38"/>
                <a:gd name="T20" fmla="*/ 34 w 37"/>
                <a:gd name="T21" fmla="*/ 14 h 38"/>
                <a:gd name="T22" fmla="*/ 32 w 37"/>
                <a:gd name="T23" fmla="*/ 11 h 38"/>
                <a:gd name="T24" fmla="*/ 30 w 37"/>
                <a:gd name="T25" fmla="*/ 7 h 38"/>
                <a:gd name="T26" fmla="*/ 28 w 37"/>
                <a:gd name="T27" fmla="*/ 4 h 38"/>
                <a:gd name="T28" fmla="*/ 25 w 37"/>
                <a:gd name="T29" fmla="*/ 2 h 38"/>
                <a:gd name="T30" fmla="*/ 21 w 37"/>
                <a:gd name="T31" fmla="*/ 1 h 38"/>
                <a:gd name="T32" fmla="*/ 18 w 37"/>
                <a:gd name="T33" fmla="*/ 0 h 38"/>
                <a:gd name="T34" fmla="*/ 14 w 37"/>
                <a:gd name="T35" fmla="*/ 0 h 38"/>
                <a:gd name="T36" fmla="*/ 10 w 37"/>
                <a:gd name="T37" fmla="*/ 0 h 38"/>
                <a:gd name="T38" fmla="*/ 7 w 37"/>
                <a:gd name="T39" fmla="*/ 1 h 38"/>
                <a:gd name="T40" fmla="*/ 5 w 37"/>
                <a:gd name="T41" fmla="*/ 3 h 38"/>
                <a:gd name="T42" fmla="*/ 3 w 37"/>
                <a:gd name="T43" fmla="*/ 5 h 38"/>
                <a:gd name="T44" fmla="*/ 1 w 37"/>
                <a:gd name="T45" fmla="*/ 7 h 38"/>
                <a:gd name="T46" fmla="*/ 0 w 37"/>
                <a:gd name="T47" fmla="*/ 11 h 38"/>
                <a:gd name="T48" fmla="*/ 0 w 37"/>
                <a:gd name="T49" fmla="*/ 15 h 38"/>
                <a:gd name="T50" fmla="*/ 0 w 37"/>
                <a:gd name="T51" fmla="*/ 19 h 38"/>
                <a:gd name="T52" fmla="*/ 1 w 37"/>
                <a:gd name="T53" fmla="*/ 22 h 38"/>
                <a:gd name="T54" fmla="*/ 3 w 37"/>
                <a:gd name="T55" fmla="*/ 25 h 38"/>
                <a:gd name="T56" fmla="*/ 5 w 37"/>
                <a:gd name="T57" fmla="*/ 29 h 38"/>
                <a:gd name="T58" fmla="*/ 7 w 37"/>
                <a:gd name="T59" fmla="*/ 32 h 38"/>
                <a:gd name="T60" fmla="*/ 10 w 37"/>
                <a:gd name="T61" fmla="*/ 34 h 38"/>
                <a:gd name="T62" fmla="*/ 14 w 37"/>
                <a:gd name="T63" fmla="*/ 35 h 38"/>
                <a:gd name="T64" fmla="*/ 18 w 37"/>
                <a:gd name="T65" fmla="*/ 3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7"/>
                <a:gd name="T100" fmla="*/ 0 h 38"/>
                <a:gd name="T101" fmla="*/ 37 w 37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7" h="38">
                  <a:moveTo>
                    <a:pt x="18" y="37"/>
                  </a:moveTo>
                  <a:lnTo>
                    <a:pt x="21" y="37"/>
                  </a:lnTo>
                  <a:lnTo>
                    <a:pt x="25" y="37"/>
                  </a:lnTo>
                  <a:lnTo>
                    <a:pt x="28" y="35"/>
                  </a:lnTo>
                  <a:lnTo>
                    <a:pt x="30" y="33"/>
                  </a:lnTo>
                  <a:lnTo>
                    <a:pt x="32" y="31"/>
                  </a:lnTo>
                  <a:lnTo>
                    <a:pt x="34" y="29"/>
                  </a:lnTo>
                  <a:lnTo>
                    <a:pt x="36" y="25"/>
                  </a:lnTo>
                  <a:lnTo>
                    <a:pt x="36" y="21"/>
                  </a:lnTo>
                  <a:lnTo>
                    <a:pt x="36" y="17"/>
                  </a:lnTo>
                  <a:lnTo>
                    <a:pt x="34" y="14"/>
                  </a:lnTo>
                  <a:lnTo>
                    <a:pt x="32" y="11"/>
                  </a:lnTo>
                  <a:lnTo>
                    <a:pt x="30" y="7"/>
                  </a:lnTo>
                  <a:lnTo>
                    <a:pt x="28" y="4"/>
                  </a:lnTo>
                  <a:lnTo>
                    <a:pt x="25" y="2"/>
                  </a:lnTo>
                  <a:lnTo>
                    <a:pt x="21" y="1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3" y="25"/>
                  </a:lnTo>
                  <a:lnTo>
                    <a:pt x="5" y="29"/>
                  </a:lnTo>
                  <a:lnTo>
                    <a:pt x="7" y="32"/>
                  </a:lnTo>
                  <a:lnTo>
                    <a:pt x="10" y="34"/>
                  </a:lnTo>
                  <a:lnTo>
                    <a:pt x="14" y="35"/>
                  </a:lnTo>
                  <a:lnTo>
                    <a:pt x="18" y="37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7" name="Freeform 63">
              <a:extLst>
                <a:ext uri="{FF2B5EF4-FFF2-40B4-BE49-F238E27FC236}">
                  <a16:creationId xmlns:a16="http://schemas.microsoft.com/office/drawing/2014/main" id="{4D36D336-4591-06D4-5161-05ED5EDC4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1461"/>
              <a:ext cx="37" cy="38"/>
            </a:xfrm>
            <a:custGeom>
              <a:avLst/>
              <a:gdLst>
                <a:gd name="T0" fmla="*/ 18 w 37"/>
                <a:gd name="T1" fmla="*/ 37 h 38"/>
                <a:gd name="T2" fmla="*/ 21 w 37"/>
                <a:gd name="T3" fmla="*/ 37 h 38"/>
                <a:gd name="T4" fmla="*/ 25 w 37"/>
                <a:gd name="T5" fmla="*/ 37 h 38"/>
                <a:gd name="T6" fmla="*/ 28 w 37"/>
                <a:gd name="T7" fmla="*/ 35 h 38"/>
                <a:gd name="T8" fmla="*/ 30 w 37"/>
                <a:gd name="T9" fmla="*/ 33 h 38"/>
                <a:gd name="T10" fmla="*/ 32 w 37"/>
                <a:gd name="T11" fmla="*/ 31 h 38"/>
                <a:gd name="T12" fmla="*/ 34 w 37"/>
                <a:gd name="T13" fmla="*/ 29 h 38"/>
                <a:gd name="T14" fmla="*/ 36 w 37"/>
                <a:gd name="T15" fmla="*/ 25 h 38"/>
                <a:gd name="T16" fmla="*/ 36 w 37"/>
                <a:gd name="T17" fmla="*/ 22 h 38"/>
                <a:gd name="T18" fmla="*/ 36 w 37"/>
                <a:gd name="T19" fmla="*/ 17 h 38"/>
                <a:gd name="T20" fmla="*/ 34 w 37"/>
                <a:gd name="T21" fmla="*/ 14 h 38"/>
                <a:gd name="T22" fmla="*/ 32 w 37"/>
                <a:gd name="T23" fmla="*/ 11 h 38"/>
                <a:gd name="T24" fmla="*/ 30 w 37"/>
                <a:gd name="T25" fmla="*/ 7 h 38"/>
                <a:gd name="T26" fmla="*/ 28 w 37"/>
                <a:gd name="T27" fmla="*/ 5 h 38"/>
                <a:gd name="T28" fmla="*/ 25 w 37"/>
                <a:gd name="T29" fmla="*/ 3 h 38"/>
                <a:gd name="T30" fmla="*/ 21 w 37"/>
                <a:gd name="T31" fmla="*/ 1 h 38"/>
                <a:gd name="T32" fmla="*/ 18 w 37"/>
                <a:gd name="T33" fmla="*/ 0 h 38"/>
                <a:gd name="T34" fmla="*/ 14 w 37"/>
                <a:gd name="T35" fmla="*/ 0 h 38"/>
                <a:gd name="T36" fmla="*/ 10 w 37"/>
                <a:gd name="T37" fmla="*/ 0 h 38"/>
                <a:gd name="T38" fmla="*/ 7 w 37"/>
                <a:gd name="T39" fmla="*/ 1 h 38"/>
                <a:gd name="T40" fmla="*/ 5 w 37"/>
                <a:gd name="T41" fmla="*/ 3 h 38"/>
                <a:gd name="T42" fmla="*/ 3 w 37"/>
                <a:gd name="T43" fmla="*/ 5 h 38"/>
                <a:gd name="T44" fmla="*/ 1 w 37"/>
                <a:gd name="T45" fmla="*/ 8 h 38"/>
                <a:gd name="T46" fmla="*/ 0 w 37"/>
                <a:gd name="T47" fmla="*/ 11 h 38"/>
                <a:gd name="T48" fmla="*/ 0 w 37"/>
                <a:gd name="T49" fmla="*/ 15 h 38"/>
                <a:gd name="T50" fmla="*/ 0 w 37"/>
                <a:gd name="T51" fmla="*/ 19 h 38"/>
                <a:gd name="T52" fmla="*/ 1 w 37"/>
                <a:gd name="T53" fmla="*/ 22 h 38"/>
                <a:gd name="T54" fmla="*/ 3 w 37"/>
                <a:gd name="T55" fmla="*/ 25 h 38"/>
                <a:gd name="T56" fmla="*/ 5 w 37"/>
                <a:gd name="T57" fmla="*/ 29 h 38"/>
                <a:gd name="T58" fmla="*/ 7 w 37"/>
                <a:gd name="T59" fmla="*/ 32 h 38"/>
                <a:gd name="T60" fmla="*/ 10 w 37"/>
                <a:gd name="T61" fmla="*/ 34 h 38"/>
                <a:gd name="T62" fmla="*/ 14 w 37"/>
                <a:gd name="T63" fmla="*/ 35 h 38"/>
                <a:gd name="T64" fmla="*/ 18 w 37"/>
                <a:gd name="T65" fmla="*/ 3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7"/>
                <a:gd name="T100" fmla="*/ 0 h 38"/>
                <a:gd name="T101" fmla="*/ 37 w 37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7" h="38">
                  <a:moveTo>
                    <a:pt x="18" y="37"/>
                  </a:moveTo>
                  <a:lnTo>
                    <a:pt x="21" y="37"/>
                  </a:lnTo>
                  <a:lnTo>
                    <a:pt x="25" y="37"/>
                  </a:lnTo>
                  <a:lnTo>
                    <a:pt x="28" y="35"/>
                  </a:lnTo>
                  <a:lnTo>
                    <a:pt x="30" y="33"/>
                  </a:lnTo>
                  <a:lnTo>
                    <a:pt x="32" y="31"/>
                  </a:lnTo>
                  <a:lnTo>
                    <a:pt x="34" y="29"/>
                  </a:lnTo>
                  <a:lnTo>
                    <a:pt x="36" y="25"/>
                  </a:lnTo>
                  <a:lnTo>
                    <a:pt x="36" y="22"/>
                  </a:lnTo>
                  <a:lnTo>
                    <a:pt x="36" y="17"/>
                  </a:lnTo>
                  <a:lnTo>
                    <a:pt x="34" y="14"/>
                  </a:lnTo>
                  <a:lnTo>
                    <a:pt x="32" y="11"/>
                  </a:lnTo>
                  <a:lnTo>
                    <a:pt x="30" y="7"/>
                  </a:lnTo>
                  <a:lnTo>
                    <a:pt x="28" y="5"/>
                  </a:lnTo>
                  <a:lnTo>
                    <a:pt x="25" y="3"/>
                  </a:lnTo>
                  <a:lnTo>
                    <a:pt x="21" y="1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3" y="25"/>
                  </a:lnTo>
                  <a:lnTo>
                    <a:pt x="5" y="29"/>
                  </a:lnTo>
                  <a:lnTo>
                    <a:pt x="7" y="32"/>
                  </a:lnTo>
                  <a:lnTo>
                    <a:pt x="10" y="34"/>
                  </a:lnTo>
                  <a:lnTo>
                    <a:pt x="14" y="35"/>
                  </a:lnTo>
                  <a:lnTo>
                    <a:pt x="18" y="37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8" name="Freeform 64">
              <a:extLst>
                <a:ext uri="{FF2B5EF4-FFF2-40B4-BE49-F238E27FC236}">
                  <a16:creationId xmlns:a16="http://schemas.microsoft.com/office/drawing/2014/main" id="{062CC5D1-59A9-483E-C054-5C81BF377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1377"/>
              <a:ext cx="31" cy="31"/>
            </a:xfrm>
            <a:custGeom>
              <a:avLst/>
              <a:gdLst>
                <a:gd name="T0" fmla="*/ 14 w 31"/>
                <a:gd name="T1" fmla="*/ 30 h 31"/>
                <a:gd name="T2" fmla="*/ 17 w 31"/>
                <a:gd name="T3" fmla="*/ 30 h 31"/>
                <a:gd name="T4" fmla="*/ 20 w 31"/>
                <a:gd name="T5" fmla="*/ 28 h 31"/>
                <a:gd name="T6" fmla="*/ 23 w 31"/>
                <a:gd name="T7" fmla="*/ 28 h 31"/>
                <a:gd name="T8" fmla="*/ 25 w 31"/>
                <a:gd name="T9" fmla="*/ 26 h 31"/>
                <a:gd name="T10" fmla="*/ 26 w 31"/>
                <a:gd name="T11" fmla="*/ 25 h 31"/>
                <a:gd name="T12" fmla="*/ 28 w 31"/>
                <a:gd name="T13" fmla="*/ 23 h 31"/>
                <a:gd name="T14" fmla="*/ 28 w 31"/>
                <a:gd name="T15" fmla="*/ 20 h 31"/>
                <a:gd name="T16" fmla="*/ 30 w 31"/>
                <a:gd name="T17" fmla="*/ 16 h 31"/>
                <a:gd name="T18" fmla="*/ 28 w 31"/>
                <a:gd name="T19" fmla="*/ 14 h 31"/>
                <a:gd name="T20" fmla="*/ 28 w 31"/>
                <a:gd name="T21" fmla="*/ 11 h 31"/>
                <a:gd name="T22" fmla="*/ 26 w 31"/>
                <a:gd name="T23" fmla="*/ 8 h 31"/>
                <a:gd name="T24" fmla="*/ 25 w 31"/>
                <a:gd name="T25" fmla="*/ 5 h 31"/>
                <a:gd name="T26" fmla="*/ 23 w 31"/>
                <a:gd name="T27" fmla="*/ 3 h 31"/>
                <a:gd name="T28" fmla="*/ 20 w 31"/>
                <a:gd name="T29" fmla="*/ 2 h 31"/>
                <a:gd name="T30" fmla="*/ 17 w 31"/>
                <a:gd name="T31" fmla="*/ 1 h 31"/>
                <a:gd name="T32" fmla="*/ 14 w 31"/>
                <a:gd name="T33" fmla="*/ 0 h 31"/>
                <a:gd name="T34" fmla="*/ 12 w 31"/>
                <a:gd name="T35" fmla="*/ 0 h 31"/>
                <a:gd name="T36" fmla="*/ 8 w 31"/>
                <a:gd name="T37" fmla="*/ 0 h 31"/>
                <a:gd name="T38" fmla="*/ 6 w 31"/>
                <a:gd name="T39" fmla="*/ 1 h 31"/>
                <a:gd name="T40" fmla="*/ 4 w 31"/>
                <a:gd name="T41" fmla="*/ 2 h 31"/>
                <a:gd name="T42" fmla="*/ 2 w 31"/>
                <a:gd name="T43" fmla="*/ 4 h 31"/>
                <a:gd name="T44" fmla="*/ 1 w 31"/>
                <a:gd name="T45" fmla="*/ 6 h 31"/>
                <a:gd name="T46" fmla="*/ 0 w 31"/>
                <a:gd name="T47" fmla="*/ 8 h 31"/>
                <a:gd name="T48" fmla="*/ 0 w 31"/>
                <a:gd name="T49" fmla="*/ 12 h 31"/>
                <a:gd name="T50" fmla="*/ 0 w 31"/>
                <a:gd name="T51" fmla="*/ 15 h 31"/>
                <a:gd name="T52" fmla="*/ 1 w 31"/>
                <a:gd name="T53" fmla="*/ 17 h 31"/>
                <a:gd name="T54" fmla="*/ 2 w 31"/>
                <a:gd name="T55" fmla="*/ 21 h 31"/>
                <a:gd name="T56" fmla="*/ 4 w 31"/>
                <a:gd name="T57" fmla="*/ 23 h 31"/>
                <a:gd name="T58" fmla="*/ 6 w 31"/>
                <a:gd name="T59" fmla="*/ 25 h 31"/>
                <a:gd name="T60" fmla="*/ 8 w 31"/>
                <a:gd name="T61" fmla="*/ 27 h 31"/>
                <a:gd name="T62" fmla="*/ 12 w 31"/>
                <a:gd name="T63" fmla="*/ 28 h 31"/>
                <a:gd name="T64" fmla="*/ 14 w 31"/>
                <a:gd name="T65" fmla="*/ 30 h 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"/>
                <a:gd name="T100" fmla="*/ 0 h 31"/>
                <a:gd name="T101" fmla="*/ 31 w 31"/>
                <a:gd name="T102" fmla="*/ 31 h 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" h="31">
                  <a:moveTo>
                    <a:pt x="14" y="30"/>
                  </a:moveTo>
                  <a:lnTo>
                    <a:pt x="17" y="30"/>
                  </a:lnTo>
                  <a:lnTo>
                    <a:pt x="20" y="28"/>
                  </a:lnTo>
                  <a:lnTo>
                    <a:pt x="23" y="28"/>
                  </a:lnTo>
                  <a:lnTo>
                    <a:pt x="25" y="26"/>
                  </a:lnTo>
                  <a:lnTo>
                    <a:pt x="26" y="25"/>
                  </a:lnTo>
                  <a:lnTo>
                    <a:pt x="28" y="23"/>
                  </a:lnTo>
                  <a:lnTo>
                    <a:pt x="28" y="20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1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2"/>
                  </a:lnTo>
                  <a:lnTo>
                    <a:pt x="2" y="4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2" y="21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8" y="27"/>
                  </a:lnTo>
                  <a:lnTo>
                    <a:pt x="12" y="28"/>
                  </a:lnTo>
                  <a:lnTo>
                    <a:pt x="14" y="3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49" name="Freeform 65">
              <a:extLst>
                <a:ext uri="{FF2B5EF4-FFF2-40B4-BE49-F238E27FC236}">
                  <a16:creationId xmlns:a16="http://schemas.microsoft.com/office/drawing/2014/main" id="{A2969D13-7A69-06C5-4ABC-9D065B33B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1343"/>
              <a:ext cx="31" cy="31"/>
            </a:xfrm>
            <a:custGeom>
              <a:avLst/>
              <a:gdLst>
                <a:gd name="T0" fmla="*/ 15 w 31"/>
                <a:gd name="T1" fmla="*/ 30 h 31"/>
                <a:gd name="T2" fmla="*/ 17 w 31"/>
                <a:gd name="T3" fmla="*/ 30 h 31"/>
                <a:gd name="T4" fmla="*/ 21 w 31"/>
                <a:gd name="T5" fmla="*/ 30 h 31"/>
                <a:gd name="T6" fmla="*/ 23 w 31"/>
                <a:gd name="T7" fmla="*/ 28 h 31"/>
                <a:gd name="T8" fmla="*/ 25 w 31"/>
                <a:gd name="T9" fmla="*/ 27 h 31"/>
                <a:gd name="T10" fmla="*/ 27 w 31"/>
                <a:gd name="T11" fmla="*/ 25 h 31"/>
                <a:gd name="T12" fmla="*/ 28 w 31"/>
                <a:gd name="T13" fmla="*/ 23 h 31"/>
                <a:gd name="T14" fmla="*/ 30 w 31"/>
                <a:gd name="T15" fmla="*/ 21 h 31"/>
                <a:gd name="T16" fmla="*/ 30 w 31"/>
                <a:gd name="T17" fmla="*/ 17 h 31"/>
                <a:gd name="T18" fmla="*/ 30 w 31"/>
                <a:gd name="T19" fmla="*/ 14 h 31"/>
                <a:gd name="T20" fmla="*/ 28 w 31"/>
                <a:gd name="T21" fmla="*/ 12 h 31"/>
                <a:gd name="T22" fmla="*/ 27 w 31"/>
                <a:gd name="T23" fmla="*/ 8 h 31"/>
                <a:gd name="T24" fmla="*/ 25 w 31"/>
                <a:gd name="T25" fmla="*/ 6 h 31"/>
                <a:gd name="T26" fmla="*/ 23 w 31"/>
                <a:gd name="T27" fmla="*/ 4 h 31"/>
                <a:gd name="T28" fmla="*/ 21 w 31"/>
                <a:gd name="T29" fmla="*/ 2 h 31"/>
                <a:gd name="T30" fmla="*/ 17 w 31"/>
                <a:gd name="T31" fmla="*/ 1 h 31"/>
                <a:gd name="T32" fmla="*/ 15 w 31"/>
                <a:gd name="T33" fmla="*/ 0 h 31"/>
                <a:gd name="T34" fmla="*/ 12 w 31"/>
                <a:gd name="T35" fmla="*/ 0 h 31"/>
                <a:gd name="T36" fmla="*/ 8 w 31"/>
                <a:gd name="T37" fmla="*/ 0 h 31"/>
                <a:gd name="T38" fmla="*/ 6 w 31"/>
                <a:gd name="T39" fmla="*/ 1 h 31"/>
                <a:gd name="T40" fmla="*/ 4 w 31"/>
                <a:gd name="T41" fmla="*/ 3 h 31"/>
                <a:gd name="T42" fmla="*/ 2 w 31"/>
                <a:gd name="T43" fmla="*/ 4 h 31"/>
                <a:gd name="T44" fmla="*/ 1 w 31"/>
                <a:gd name="T45" fmla="*/ 6 h 31"/>
                <a:gd name="T46" fmla="*/ 0 w 31"/>
                <a:gd name="T47" fmla="*/ 10 h 31"/>
                <a:gd name="T48" fmla="*/ 0 w 31"/>
                <a:gd name="T49" fmla="*/ 12 h 31"/>
                <a:gd name="T50" fmla="*/ 0 w 31"/>
                <a:gd name="T51" fmla="*/ 15 h 31"/>
                <a:gd name="T52" fmla="*/ 1 w 31"/>
                <a:gd name="T53" fmla="*/ 18 h 31"/>
                <a:gd name="T54" fmla="*/ 2 w 31"/>
                <a:gd name="T55" fmla="*/ 21 h 31"/>
                <a:gd name="T56" fmla="*/ 4 w 31"/>
                <a:gd name="T57" fmla="*/ 23 h 31"/>
                <a:gd name="T58" fmla="*/ 6 w 31"/>
                <a:gd name="T59" fmla="*/ 25 h 31"/>
                <a:gd name="T60" fmla="*/ 8 w 31"/>
                <a:gd name="T61" fmla="*/ 27 h 31"/>
                <a:gd name="T62" fmla="*/ 12 w 31"/>
                <a:gd name="T63" fmla="*/ 28 h 31"/>
                <a:gd name="T64" fmla="*/ 15 w 31"/>
                <a:gd name="T65" fmla="*/ 30 h 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"/>
                <a:gd name="T100" fmla="*/ 0 h 31"/>
                <a:gd name="T101" fmla="*/ 31 w 31"/>
                <a:gd name="T102" fmla="*/ 31 h 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" h="31">
                  <a:moveTo>
                    <a:pt x="15" y="30"/>
                  </a:moveTo>
                  <a:lnTo>
                    <a:pt x="17" y="30"/>
                  </a:lnTo>
                  <a:lnTo>
                    <a:pt x="21" y="30"/>
                  </a:lnTo>
                  <a:lnTo>
                    <a:pt x="23" y="28"/>
                  </a:lnTo>
                  <a:lnTo>
                    <a:pt x="25" y="27"/>
                  </a:lnTo>
                  <a:lnTo>
                    <a:pt x="27" y="25"/>
                  </a:lnTo>
                  <a:lnTo>
                    <a:pt x="28" y="23"/>
                  </a:lnTo>
                  <a:lnTo>
                    <a:pt x="30" y="21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7" y="8"/>
                  </a:lnTo>
                  <a:lnTo>
                    <a:pt x="25" y="6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4"/>
                  </a:lnTo>
                  <a:lnTo>
                    <a:pt x="1" y="6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2" y="21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8" y="27"/>
                  </a:lnTo>
                  <a:lnTo>
                    <a:pt x="12" y="28"/>
                  </a:lnTo>
                  <a:lnTo>
                    <a:pt x="15" y="3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0" name="Freeform 66">
              <a:extLst>
                <a:ext uri="{FF2B5EF4-FFF2-40B4-BE49-F238E27FC236}">
                  <a16:creationId xmlns:a16="http://schemas.microsoft.com/office/drawing/2014/main" id="{7A5994C8-BDED-4BD0-562B-2D0036DEB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265"/>
              <a:ext cx="22" cy="129"/>
            </a:xfrm>
            <a:custGeom>
              <a:avLst/>
              <a:gdLst>
                <a:gd name="T0" fmla="*/ 21 w 22"/>
                <a:gd name="T1" fmla="*/ 128 h 129"/>
                <a:gd name="T2" fmla="*/ 21 w 22"/>
                <a:gd name="T3" fmla="*/ 3 h 129"/>
                <a:gd name="T4" fmla="*/ 0 w 22"/>
                <a:gd name="T5" fmla="*/ 0 h 129"/>
                <a:gd name="T6" fmla="*/ 0 w 22"/>
                <a:gd name="T7" fmla="*/ 124 h 129"/>
                <a:gd name="T8" fmla="*/ 21 w 22"/>
                <a:gd name="T9" fmla="*/ 128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29"/>
                <a:gd name="T17" fmla="*/ 22 w 22"/>
                <a:gd name="T18" fmla="*/ 129 h 1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29">
                  <a:moveTo>
                    <a:pt x="21" y="128"/>
                  </a:moveTo>
                  <a:lnTo>
                    <a:pt x="21" y="3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21" y="12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1" name="Freeform 67">
              <a:extLst>
                <a:ext uri="{FF2B5EF4-FFF2-40B4-BE49-F238E27FC236}">
                  <a16:creationId xmlns:a16="http://schemas.microsoft.com/office/drawing/2014/main" id="{9F97A66C-F6F2-28DF-28DA-6CE5F665A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377"/>
              <a:ext cx="90" cy="88"/>
            </a:xfrm>
            <a:custGeom>
              <a:avLst/>
              <a:gdLst>
                <a:gd name="T0" fmla="*/ 13 w 90"/>
                <a:gd name="T1" fmla="*/ 0 h 88"/>
                <a:gd name="T2" fmla="*/ 89 w 90"/>
                <a:gd name="T3" fmla="*/ 76 h 88"/>
                <a:gd name="T4" fmla="*/ 89 w 90"/>
                <a:gd name="T5" fmla="*/ 87 h 88"/>
                <a:gd name="T6" fmla="*/ 0 w 90"/>
                <a:gd name="T7" fmla="*/ 17 h 88"/>
                <a:gd name="T8" fmla="*/ 13 w 9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88"/>
                <a:gd name="T17" fmla="*/ 90 w 90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88">
                  <a:moveTo>
                    <a:pt x="13" y="0"/>
                  </a:moveTo>
                  <a:lnTo>
                    <a:pt x="89" y="76"/>
                  </a:lnTo>
                  <a:lnTo>
                    <a:pt x="89" y="87"/>
                  </a:lnTo>
                  <a:lnTo>
                    <a:pt x="0" y="17"/>
                  </a:lnTo>
                  <a:lnTo>
                    <a:pt x="13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2" name="Freeform 68">
              <a:extLst>
                <a:ext uri="{FF2B5EF4-FFF2-40B4-BE49-F238E27FC236}">
                  <a16:creationId xmlns:a16="http://schemas.microsoft.com/office/drawing/2014/main" id="{163BD324-FD26-49D0-CA53-4B12559C3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383"/>
              <a:ext cx="61" cy="84"/>
            </a:xfrm>
            <a:custGeom>
              <a:avLst/>
              <a:gdLst>
                <a:gd name="T0" fmla="*/ 47 w 61"/>
                <a:gd name="T1" fmla="*/ 0 h 84"/>
                <a:gd name="T2" fmla="*/ 0 w 61"/>
                <a:gd name="T3" fmla="*/ 66 h 84"/>
                <a:gd name="T4" fmla="*/ 1 w 61"/>
                <a:gd name="T5" fmla="*/ 83 h 84"/>
                <a:gd name="T6" fmla="*/ 60 w 61"/>
                <a:gd name="T7" fmla="*/ 17 h 84"/>
                <a:gd name="T8" fmla="*/ 47 w 61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84"/>
                <a:gd name="T17" fmla="*/ 61 w 61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84">
                  <a:moveTo>
                    <a:pt x="47" y="0"/>
                  </a:moveTo>
                  <a:lnTo>
                    <a:pt x="0" y="66"/>
                  </a:lnTo>
                  <a:lnTo>
                    <a:pt x="1" y="83"/>
                  </a:lnTo>
                  <a:lnTo>
                    <a:pt x="60" y="17"/>
                  </a:lnTo>
                  <a:lnTo>
                    <a:pt x="4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3" name="Freeform 69">
              <a:extLst>
                <a:ext uri="{FF2B5EF4-FFF2-40B4-BE49-F238E27FC236}">
                  <a16:creationId xmlns:a16="http://schemas.microsoft.com/office/drawing/2014/main" id="{87C2885A-957A-9B72-C418-EE9324DE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1378"/>
              <a:ext cx="97" cy="21"/>
            </a:xfrm>
            <a:custGeom>
              <a:avLst/>
              <a:gdLst>
                <a:gd name="T0" fmla="*/ 89 w 97"/>
                <a:gd name="T1" fmla="*/ 3 h 21"/>
                <a:gd name="T2" fmla="*/ 0 w 97"/>
                <a:gd name="T3" fmla="*/ 0 h 21"/>
                <a:gd name="T4" fmla="*/ 0 w 97"/>
                <a:gd name="T5" fmla="*/ 6 h 21"/>
                <a:gd name="T6" fmla="*/ 96 w 97"/>
                <a:gd name="T7" fmla="*/ 20 h 21"/>
                <a:gd name="T8" fmla="*/ 89 w 97"/>
                <a:gd name="T9" fmla="*/ 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21"/>
                <a:gd name="T17" fmla="*/ 97 w 97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21">
                  <a:moveTo>
                    <a:pt x="89" y="3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96" y="20"/>
                  </a:lnTo>
                  <a:lnTo>
                    <a:pt x="89" y="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4" name="Freeform 70">
              <a:extLst>
                <a:ext uri="{FF2B5EF4-FFF2-40B4-BE49-F238E27FC236}">
                  <a16:creationId xmlns:a16="http://schemas.microsoft.com/office/drawing/2014/main" id="{66022C4F-D011-25A4-8B73-F5374A2B1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371"/>
              <a:ext cx="71" cy="24"/>
            </a:xfrm>
            <a:custGeom>
              <a:avLst/>
              <a:gdLst>
                <a:gd name="T0" fmla="*/ 0 w 71"/>
                <a:gd name="T1" fmla="*/ 10 h 24"/>
                <a:gd name="T2" fmla="*/ 70 w 71"/>
                <a:gd name="T3" fmla="*/ 0 h 24"/>
                <a:gd name="T4" fmla="*/ 70 w 71"/>
                <a:gd name="T5" fmla="*/ 5 h 24"/>
                <a:gd name="T6" fmla="*/ 1 w 71"/>
                <a:gd name="T7" fmla="*/ 23 h 24"/>
                <a:gd name="T8" fmla="*/ 0 w 71"/>
                <a:gd name="T9" fmla="*/ 1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24"/>
                <a:gd name="T17" fmla="*/ 71 w 71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24">
                  <a:moveTo>
                    <a:pt x="0" y="10"/>
                  </a:moveTo>
                  <a:lnTo>
                    <a:pt x="70" y="0"/>
                  </a:lnTo>
                  <a:lnTo>
                    <a:pt x="70" y="5"/>
                  </a:lnTo>
                  <a:lnTo>
                    <a:pt x="1" y="23"/>
                  </a:lnTo>
                  <a:lnTo>
                    <a:pt x="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5" name="Freeform 71">
              <a:extLst>
                <a:ext uri="{FF2B5EF4-FFF2-40B4-BE49-F238E27FC236}">
                  <a16:creationId xmlns:a16="http://schemas.microsoft.com/office/drawing/2014/main" id="{D6CC1F65-E500-C314-1DBD-99F10CDF3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335"/>
              <a:ext cx="37" cy="56"/>
            </a:xfrm>
            <a:custGeom>
              <a:avLst/>
              <a:gdLst>
                <a:gd name="T0" fmla="*/ 36 w 37"/>
                <a:gd name="T1" fmla="*/ 42 h 56"/>
                <a:gd name="T2" fmla="*/ 0 w 37"/>
                <a:gd name="T3" fmla="*/ 0 h 56"/>
                <a:gd name="T4" fmla="*/ 0 w 37"/>
                <a:gd name="T5" fmla="*/ 6 h 56"/>
                <a:gd name="T6" fmla="*/ 30 w 37"/>
                <a:gd name="T7" fmla="*/ 55 h 56"/>
                <a:gd name="T8" fmla="*/ 36 w 37"/>
                <a:gd name="T9" fmla="*/ 42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56"/>
                <a:gd name="T17" fmla="*/ 37 w 37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56">
                  <a:moveTo>
                    <a:pt x="36" y="42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0" y="55"/>
                  </a:lnTo>
                  <a:lnTo>
                    <a:pt x="36" y="4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6" name="Freeform 72">
              <a:extLst>
                <a:ext uri="{FF2B5EF4-FFF2-40B4-BE49-F238E27FC236}">
                  <a16:creationId xmlns:a16="http://schemas.microsoft.com/office/drawing/2014/main" id="{DA55545B-5227-6B59-467F-DB1211D5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460"/>
              <a:ext cx="38" cy="37"/>
            </a:xfrm>
            <a:custGeom>
              <a:avLst/>
              <a:gdLst>
                <a:gd name="T0" fmla="*/ 17 w 38"/>
                <a:gd name="T1" fmla="*/ 36 h 37"/>
                <a:gd name="T2" fmla="*/ 22 w 38"/>
                <a:gd name="T3" fmla="*/ 36 h 37"/>
                <a:gd name="T4" fmla="*/ 25 w 38"/>
                <a:gd name="T5" fmla="*/ 36 h 37"/>
                <a:gd name="T6" fmla="*/ 29 w 38"/>
                <a:gd name="T7" fmla="*/ 34 h 37"/>
                <a:gd name="T8" fmla="*/ 31 w 38"/>
                <a:gd name="T9" fmla="*/ 32 h 37"/>
                <a:gd name="T10" fmla="*/ 33 w 38"/>
                <a:gd name="T11" fmla="*/ 30 h 37"/>
                <a:gd name="T12" fmla="*/ 35 w 38"/>
                <a:gd name="T13" fmla="*/ 27 h 37"/>
                <a:gd name="T14" fmla="*/ 37 w 38"/>
                <a:gd name="T15" fmla="*/ 24 h 37"/>
                <a:gd name="T16" fmla="*/ 37 w 38"/>
                <a:gd name="T17" fmla="*/ 20 h 37"/>
                <a:gd name="T18" fmla="*/ 37 w 38"/>
                <a:gd name="T19" fmla="*/ 17 h 37"/>
                <a:gd name="T20" fmla="*/ 35 w 38"/>
                <a:gd name="T21" fmla="*/ 14 h 37"/>
                <a:gd name="T22" fmla="*/ 33 w 38"/>
                <a:gd name="T23" fmla="*/ 9 h 37"/>
                <a:gd name="T24" fmla="*/ 31 w 38"/>
                <a:gd name="T25" fmla="*/ 7 h 37"/>
                <a:gd name="T26" fmla="*/ 29 w 38"/>
                <a:gd name="T27" fmla="*/ 4 h 37"/>
                <a:gd name="T28" fmla="*/ 25 w 38"/>
                <a:gd name="T29" fmla="*/ 2 h 37"/>
                <a:gd name="T30" fmla="*/ 22 w 38"/>
                <a:gd name="T31" fmla="*/ 1 h 37"/>
                <a:gd name="T32" fmla="*/ 17 w 38"/>
                <a:gd name="T33" fmla="*/ 0 h 37"/>
                <a:gd name="T34" fmla="*/ 14 w 38"/>
                <a:gd name="T35" fmla="*/ 0 h 37"/>
                <a:gd name="T36" fmla="*/ 11 w 38"/>
                <a:gd name="T37" fmla="*/ 0 h 37"/>
                <a:gd name="T38" fmla="*/ 7 w 38"/>
                <a:gd name="T39" fmla="*/ 1 h 37"/>
                <a:gd name="T40" fmla="*/ 5 w 38"/>
                <a:gd name="T41" fmla="*/ 3 h 37"/>
                <a:gd name="T42" fmla="*/ 3 w 38"/>
                <a:gd name="T43" fmla="*/ 5 h 37"/>
                <a:gd name="T44" fmla="*/ 1 w 38"/>
                <a:gd name="T45" fmla="*/ 7 h 37"/>
                <a:gd name="T46" fmla="*/ 0 w 38"/>
                <a:gd name="T47" fmla="*/ 10 h 37"/>
                <a:gd name="T48" fmla="*/ 0 w 38"/>
                <a:gd name="T49" fmla="*/ 14 h 37"/>
                <a:gd name="T50" fmla="*/ 0 w 38"/>
                <a:gd name="T51" fmla="*/ 18 h 37"/>
                <a:gd name="T52" fmla="*/ 1 w 38"/>
                <a:gd name="T53" fmla="*/ 21 h 37"/>
                <a:gd name="T54" fmla="*/ 3 w 38"/>
                <a:gd name="T55" fmla="*/ 25 h 37"/>
                <a:gd name="T56" fmla="*/ 5 w 38"/>
                <a:gd name="T57" fmla="*/ 28 h 37"/>
                <a:gd name="T58" fmla="*/ 7 w 38"/>
                <a:gd name="T59" fmla="*/ 30 h 37"/>
                <a:gd name="T60" fmla="*/ 11 w 38"/>
                <a:gd name="T61" fmla="*/ 32 h 37"/>
                <a:gd name="T62" fmla="*/ 14 w 38"/>
                <a:gd name="T63" fmla="*/ 34 h 37"/>
                <a:gd name="T64" fmla="*/ 17 w 38"/>
                <a:gd name="T65" fmla="*/ 36 h 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8"/>
                <a:gd name="T100" fmla="*/ 0 h 37"/>
                <a:gd name="T101" fmla="*/ 38 w 38"/>
                <a:gd name="T102" fmla="*/ 37 h 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8" h="37">
                  <a:moveTo>
                    <a:pt x="17" y="36"/>
                  </a:moveTo>
                  <a:lnTo>
                    <a:pt x="22" y="36"/>
                  </a:lnTo>
                  <a:lnTo>
                    <a:pt x="25" y="36"/>
                  </a:lnTo>
                  <a:lnTo>
                    <a:pt x="29" y="34"/>
                  </a:lnTo>
                  <a:lnTo>
                    <a:pt x="31" y="32"/>
                  </a:lnTo>
                  <a:lnTo>
                    <a:pt x="33" y="30"/>
                  </a:lnTo>
                  <a:lnTo>
                    <a:pt x="35" y="27"/>
                  </a:lnTo>
                  <a:lnTo>
                    <a:pt x="37" y="24"/>
                  </a:lnTo>
                  <a:lnTo>
                    <a:pt x="37" y="20"/>
                  </a:lnTo>
                  <a:lnTo>
                    <a:pt x="37" y="17"/>
                  </a:lnTo>
                  <a:lnTo>
                    <a:pt x="35" y="14"/>
                  </a:lnTo>
                  <a:lnTo>
                    <a:pt x="33" y="9"/>
                  </a:lnTo>
                  <a:lnTo>
                    <a:pt x="31" y="7"/>
                  </a:lnTo>
                  <a:lnTo>
                    <a:pt x="29" y="4"/>
                  </a:lnTo>
                  <a:lnTo>
                    <a:pt x="25" y="2"/>
                  </a:lnTo>
                  <a:lnTo>
                    <a:pt x="22" y="1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7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3" y="25"/>
                  </a:lnTo>
                  <a:lnTo>
                    <a:pt x="5" y="28"/>
                  </a:lnTo>
                  <a:lnTo>
                    <a:pt x="7" y="30"/>
                  </a:lnTo>
                  <a:lnTo>
                    <a:pt x="11" y="32"/>
                  </a:lnTo>
                  <a:lnTo>
                    <a:pt x="14" y="34"/>
                  </a:lnTo>
                  <a:lnTo>
                    <a:pt x="17" y="36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7" name="Freeform 73">
              <a:extLst>
                <a:ext uri="{FF2B5EF4-FFF2-40B4-BE49-F238E27FC236}">
                  <a16:creationId xmlns:a16="http://schemas.microsoft.com/office/drawing/2014/main" id="{D7537D14-31E4-DC98-F348-8071CDEC4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384"/>
              <a:ext cx="37" cy="38"/>
            </a:xfrm>
            <a:custGeom>
              <a:avLst/>
              <a:gdLst>
                <a:gd name="T0" fmla="*/ 18 w 37"/>
                <a:gd name="T1" fmla="*/ 37 h 38"/>
                <a:gd name="T2" fmla="*/ 21 w 37"/>
                <a:gd name="T3" fmla="*/ 37 h 38"/>
                <a:gd name="T4" fmla="*/ 25 w 37"/>
                <a:gd name="T5" fmla="*/ 37 h 38"/>
                <a:gd name="T6" fmla="*/ 28 w 37"/>
                <a:gd name="T7" fmla="*/ 35 h 38"/>
                <a:gd name="T8" fmla="*/ 30 w 37"/>
                <a:gd name="T9" fmla="*/ 33 h 38"/>
                <a:gd name="T10" fmla="*/ 32 w 37"/>
                <a:gd name="T11" fmla="*/ 31 h 38"/>
                <a:gd name="T12" fmla="*/ 34 w 37"/>
                <a:gd name="T13" fmla="*/ 29 h 38"/>
                <a:gd name="T14" fmla="*/ 36 w 37"/>
                <a:gd name="T15" fmla="*/ 25 h 38"/>
                <a:gd name="T16" fmla="*/ 36 w 37"/>
                <a:gd name="T17" fmla="*/ 21 h 38"/>
                <a:gd name="T18" fmla="*/ 36 w 37"/>
                <a:gd name="T19" fmla="*/ 17 h 38"/>
                <a:gd name="T20" fmla="*/ 34 w 37"/>
                <a:gd name="T21" fmla="*/ 14 h 38"/>
                <a:gd name="T22" fmla="*/ 32 w 37"/>
                <a:gd name="T23" fmla="*/ 11 h 38"/>
                <a:gd name="T24" fmla="*/ 30 w 37"/>
                <a:gd name="T25" fmla="*/ 7 h 38"/>
                <a:gd name="T26" fmla="*/ 28 w 37"/>
                <a:gd name="T27" fmla="*/ 4 h 38"/>
                <a:gd name="T28" fmla="*/ 25 w 37"/>
                <a:gd name="T29" fmla="*/ 2 h 38"/>
                <a:gd name="T30" fmla="*/ 21 w 37"/>
                <a:gd name="T31" fmla="*/ 1 h 38"/>
                <a:gd name="T32" fmla="*/ 18 w 37"/>
                <a:gd name="T33" fmla="*/ 0 h 38"/>
                <a:gd name="T34" fmla="*/ 14 w 37"/>
                <a:gd name="T35" fmla="*/ 0 h 38"/>
                <a:gd name="T36" fmla="*/ 10 w 37"/>
                <a:gd name="T37" fmla="*/ 0 h 38"/>
                <a:gd name="T38" fmla="*/ 7 w 37"/>
                <a:gd name="T39" fmla="*/ 1 h 38"/>
                <a:gd name="T40" fmla="*/ 5 w 37"/>
                <a:gd name="T41" fmla="*/ 3 h 38"/>
                <a:gd name="T42" fmla="*/ 3 w 37"/>
                <a:gd name="T43" fmla="*/ 5 h 38"/>
                <a:gd name="T44" fmla="*/ 1 w 37"/>
                <a:gd name="T45" fmla="*/ 7 h 38"/>
                <a:gd name="T46" fmla="*/ 0 w 37"/>
                <a:gd name="T47" fmla="*/ 11 h 38"/>
                <a:gd name="T48" fmla="*/ 0 w 37"/>
                <a:gd name="T49" fmla="*/ 15 h 38"/>
                <a:gd name="T50" fmla="*/ 0 w 37"/>
                <a:gd name="T51" fmla="*/ 19 h 38"/>
                <a:gd name="T52" fmla="*/ 1 w 37"/>
                <a:gd name="T53" fmla="*/ 22 h 38"/>
                <a:gd name="T54" fmla="*/ 3 w 37"/>
                <a:gd name="T55" fmla="*/ 25 h 38"/>
                <a:gd name="T56" fmla="*/ 5 w 37"/>
                <a:gd name="T57" fmla="*/ 29 h 38"/>
                <a:gd name="T58" fmla="*/ 7 w 37"/>
                <a:gd name="T59" fmla="*/ 32 h 38"/>
                <a:gd name="T60" fmla="*/ 10 w 37"/>
                <a:gd name="T61" fmla="*/ 34 h 38"/>
                <a:gd name="T62" fmla="*/ 14 w 37"/>
                <a:gd name="T63" fmla="*/ 35 h 38"/>
                <a:gd name="T64" fmla="*/ 18 w 37"/>
                <a:gd name="T65" fmla="*/ 3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7"/>
                <a:gd name="T100" fmla="*/ 0 h 38"/>
                <a:gd name="T101" fmla="*/ 37 w 37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7" h="38">
                  <a:moveTo>
                    <a:pt x="18" y="37"/>
                  </a:moveTo>
                  <a:lnTo>
                    <a:pt x="21" y="37"/>
                  </a:lnTo>
                  <a:lnTo>
                    <a:pt x="25" y="37"/>
                  </a:lnTo>
                  <a:lnTo>
                    <a:pt x="28" y="35"/>
                  </a:lnTo>
                  <a:lnTo>
                    <a:pt x="30" y="33"/>
                  </a:lnTo>
                  <a:lnTo>
                    <a:pt x="32" y="31"/>
                  </a:lnTo>
                  <a:lnTo>
                    <a:pt x="34" y="29"/>
                  </a:lnTo>
                  <a:lnTo>
                    <a:pt x="36" y="25"/>
                  </a:lnTo>
                  <a:lnTo>
                    <a:pt x="36" y="21"/>
                  </a:lnTo>
                  <a:lnTo>
                    <a:pt x="36" y="17"/>
                  </a:lnTo>
                  <a:lnTo>
                    <a:pt x="34" y="14"/>
                  </a:lnTo>
                  <a:lnTo>
                    <a:pt x="32" y="11"/>
                  </a:lnTo>
                  <a:lnTo>
                    <a:pt x="30" y="7"/>
                  </a:lnTo>
                  <a:lnTo>
                    <a:pt x="28" y="4"/>
                  </a:lnTo>
                  <a:lnTo>
                    <a:pt x="25" y="2"/>
                  </a:lnTo>
                  <a:lnTo>
                    <a:pt x="21" y="1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3" y="25"/>
                  </a:lnTo>
                  <a:lnTo>
                    <a:pt x="5" y="29"/>
                  </a:lnTo>
                  <a:lnTo>
                    <a:pt x="7" y="32"/>
                  </a:lnTo>
                  <a:lnTo>
                    <a:pt x="10" y="34"/>
                  </a:lnTo>
                  <a:lnTo>
                    <a:pt x="14" y="35"/>
                  </a:lnTo>
                  <a:lnTo>
                    <a:pt x="18" y="37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8" name="Freeform 74">
              <a:extLst>
                <a:ext uri="{FF2B5EF4-FFF2-40B4-BE49-F238E27FC236}">
                  <a16:creationId xmlns:a16="http://schemas.microsoft.com/office/drawing/2014/main" id="{7AB3ECA0-927C-3DE8-1EA9-46B3E21F3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1461"/>
              <a:ext cx="37" cy="38"/>
            </a:xfrm>
            <a:custGeom>
              <a:avLst/>
              <a:gdLst>
                <a:gd name="T0" fmla="*/ 18 w 37"/>
                <a:gd name="T1" fmla="*/ 37 h 38"/>
                <a:gd name="T2" fmla="*/ 21 w 37"/>
                <a:gd name="T3" fmla="*/ 37 h 38"/>
                <a:gd name="T4" fmla="*/ 25 w 37"/>
                <a:gd name="T5" fmla="*/ 37 h 38"/>
                <a:gd name="T6" fmla="*/ 28 w 37"/>
                <a:gd name="T7" fmla="*/ 35 h 38"/>
                <a:gd name="T8" fmla="*/ 30 w 37"/>
                <a:gd name="T9" fmla="*/ 33 h 38"/>
                <a:gd name="T10" fmla="*/ 32 w 37"/>
                <a:gd name="T11" fmla="*/ 31 h 38"/>
                <a:gd name="T12" fmla="*/ 34 w 37"/>
                <a:gd name="T13" fmla="*/ 29 h 38"/>
                <a:gd name="T14" fmla="*/ 36 w 37"/>
                <a:gd name="T15" fmla="*/ 25 h 38"/>
                <a:gd name="T16" fmla="*/ 36 w 37"/>
                <a:gd name="T17" fmla="*/ 22 h 38"/>
                <a:gd name="T18" fmla="*/ 36 w 37"/>
                <a:gd name="T19" fmla="*/ 17 h 38"/>
                <a:gd name="T20" fmla="*/ 34 w 37"/>
                <a:gd name="T21" fmla="*/ 14 h 38"/>
                <a:gd name="T22" fmla="*/ 32 w 37"/>
                <a:gd name="T23" fmla="*/ 11 h 38"/>
                <a:gd name="T24" fmla="*/ 30 w 37"/>
                <a:gd name="T25" fmla="*/ 7 h 38"/>
                <a:gd name="T26" fmla="*/ 28 w 37"/>
                <a:gd name="T27" fmla="*/ 5 h 38"/>
                <a:gd name="T28" fmla="*/ 25 w 37"/>
                <a:gd name="T29" fmla="*/ 3 h 38"/>
                <a:gd name="T30" fmla="*/ 21 w 37"/>
                <a:gd name="T31" fmla="*/ 1 h 38"/>
                <a:gd name="T32" fmla="*/ 18 w 37"/>
                <a:gd name="T33" fmla="*/ 0 h 38"/>
                <a:gd name="T34" fmla="*/ 14 w 37"/>
                <a:gd name="T35" fmla="*/ 0 h 38"/>
                <a:gd name="T36" fmla="*/ 10 w 37"/>
                <a:gd name="T37" fmla="*/ 0 h 38"/>
                <a:gd name="T38" fmla="*/ 7 w 37"/>
                <a:gd name="T39" fmla="*/ 1 h 38"/>
                <a:gd name="T40" fmla="*/ 5 w 37"/>
                <a:gd name="T41" fmla="*/ 3 h 38"/>
                <a:gd name="T42" fmla="*/ 3 w 37"/>
                <a:gd name="T43" fmla="*/ 5 h 38"/>
                <a:gd name="T44" fmla="*/ 1 w 37"/>
                <a:gd name="T45" fmla="*/ 8 h 38"/>
                <a:gd name="T46" fmla="*/ 0 w 37"/>
                <a:gd name="T47" fmla="*/ 11 h 38"/>
                <a:gd name="T48" fmla="*/ 0 w 37"/>
                <a:gd name="T49" fmla="*/ 15 h 38"/>
                <a:gd name="T50" fmla="*/ 0 w 37"/>
                <a:gd name="T51" fmla="*/ 19 h 38"/>
                <a:gd name="T52" fmla="*/ 1 w 37"/>
                <a:gd name="T53" fmla="*/ 22 h 38"/>
                <a:gd name="T54" fmla="*/ 3 w 37"/>
                <a:gd name="T55" fmla="*/ 25 h 38"/>
                <a:gd name="T56" fmla="*/ 5 w 37"/>
                <a:gd name="T57" fmla="*/ 29 h 38"/>
                <a:gd name="T58" fmla="*/ 7 w 37"/>
                <a:gd name="T59" fmla="*/ 32 h 38"/>
                <a:gd name="T60" fmla="*/ 10 w 37"/>
                <a:gd name="T61" fmla="*/ 34 h 38"/>
                <a:gd name="T62" fmla="*/ 14 w 37"/>
                <a:gd name="T63" fmla="*/ 35 h 38"/>
                <a:gd name="T64" fmla="*/ 18 w 37"/>
                <a:gd name="T65" fmla="*/ 3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7"/>
                <a:gd name="T100" fmla="*/ 0 h 38"/>
                <a:gd name="T101" fmla="*/ 37 w 37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7" h="38">
                  <a:moveTo>
                    <a:pt x="18" y="37"/>
                  </a:moveTo>
                  <a:lnTo>
                    <a:pt x="21" y="37"/>
                  </a:lnTo>
                  <a:lnTo>
                    <a:pt x="25" y="37"/>
                  </a:lnTo>
                  <a:lnTo>
                    <a:pt x="28" y="35"/>
                  </a:lnTo>
                  <a:lnTo>
                    <a:pt x="30" y="33"/>
                  </a:lnTo>
                  <a:lnTo>
                    <a:pt x="32" y="31"/>
                  </a:lnTo>
                  <a:lnTo>
                    <a:pt x="34" y="29"/>
                  </a:lnTo>
                  <a:lnTo>
                    <a:pt x="36" y="25"/>
                  </a:lnTo>
                  <a:lnTo>
                    <a:pt x="36" y="22"/>
                  </a:lnTo>
                  <a:lnTo>
                    <a:pt x="36" y="17"/>
                  </a:lnTo>
                  <a:lnTo>
                    <a:pt x="34" y="14"/>
                  </a:lnTo>
                  <a:lnTo>
                    <a:pt x="32" y="11"/>
                  </a:lnTo>
                  <a:lnTo>
                    <a:pt x="30" y="7"/>
                  </a:lnTo>
                  <a:lnTo>
                    <a:pt x="28" y="5"/>
                  </a:lnTo>
                  <a:lnTo>
                    <a:pt x="25" y="3"/>
                  </a:lnTo>
                  <a:lnTo>
                    <a:pt x="21" y="1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3" y="25"/>
                  </a:lnTo>
                  <a:lnTo>
                    <a:pt x="5" y="29"/>
                  </a:lnTo>
                  <a:lnTo>
                    <a:pt x="7" y="32"/>
                  </a:lnTo>
                  <a:lnTo>
                    <a:pt x="10" y="34"/>
                  </a:lnTo>
                  <a:lnTo>
                    <a:pt x="14" y="35"/>
                  </a:lnTo>
                  <a:lnTo>
                    <a:pt x="18" y="37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59" name="Freeform 75">
              <a:extLst>
                <a:ext uri="{FF2B5EF4-FFF2-40B4-BE49-F238E27FC236}">
                  <a16:creationId xmlns:a16="http://schemas.microsoft.com/office/drawing/2014/main" id="{E94EFF17-76C1-14B0-B4F5-1B8217F36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1138"/>
              <a:ext cx="68" cy="124"/>
            </a:xfrm>
            <a:custGeom>
              <a:avLst/>
              <a:gdLst>
                <a:gd name="T0" fmla="*/ 12 w 68"/>
                <a:gd name="T1" fmla="*/ 0 h 124"/>
                <a:gd name="T2" fmla="*/ 11 w 68"/>
                <a:gd name="T3" fmla="*/ 1 h 124"/>
                <a:gd name="T4" fmla="*/ 10 w 68"/>
                <a:gd name="T5" fmla="*/ 4 h 124"/>
                <a:gd name="T6" fmla="*/ 8 w 68"/>
                <a:gd name="T7" fmla="*/ 9 h 124"/>
                <a:gd name="T8" fmla="*/ 6 w 68"/>
                <a:gd name="T9" fmla="*/ 16 h 124"/>
                <a:gd name="T10" fmla="*/ 4 w 68"/>
                <a:gd name="T11" fmla="*/ 24 h 124"/>
                <a:gd name="T12" fmla="*/ 2 w 68"/>
                <a:gd name="T13" fmla="*/ 33 h 124"/>
                <a:gd name="T14" fmla="*/ 1 w 68"/>
                <a:gd name="T15" fmla="*/ 43 h 124"/>
                <a:gd name="T16" fmla="*/ 0 w 68"/>
                <a:gd name="T17" fmla="*/ 52 h 124"/>
                <a:gd name="T18" fmla="*/ 0 w 68"/>
                <a:gd name="T19" fmla="*/ 62 h 124"/>
                <a:gd name="T20" fmla="*/ 2 w 68"/>
                <a:gd name="T21" fmla="*/ 70 h 124"/>
                <a:gd name="T22" fmla="*/ 6 w 68"/>
                <a:gd name="T23" fmla="*/ 79 h 124"/>
                <a:gd name="T24" fmla="*/ 12 w 68"/>
                <a:gd name="T25" fmla="*/ 88 h 124"/>
                <a:gd name="T26" fmla="*/ 17 w 68"/>
                <a:gd name="T27" fmla="*/ 96 h 124"/>
                <a:gd name="T28" fmla="*/ 23 w 68"/>
                <a:gd name="T29" fmla="*/ 103 h 124"/>
                <a:gd name="T30" fmla="*/ 26 w 68"/>
                <a:gd name="T31" fmla="*/ 109 h 124"/>
                <a:gd name="T32" fmla="*/ 30 w 68"/>
                <a:gd name="T33" fmla="*/ 115 h 124"/>
                <a:gd name="T34" fmla="*/ 32 w 68"/>
                <a:gd name="T35" fmla="*/ 119 h 124"/>
                <a:gd name="T36" fmla="*/ 37 w 68"/>
                <a:gd name="T37" fmla="*/ 121 h 124"/>
                <a:gd name="T38" fmla="*/ 43 w 68"/>
                <a:gd name="T39" fmla="*/ 123 h 124"/>
                <a:gd name="T40" fmla="*/ 50 w 68"/>
                <a:gd name="T41" fmla="*/ 123 h 124"/>
                <a:gd name="T42" fmla="*/ 56 w 68"/>
                <a:gd name="T43" fmla="*/ 121 h 124"/>
                <a:gd name="T44" fmla="*/ 61 w 68"/>
                <a:gd name="T45" fmla="*/ 120 h 124"/>
                <a:gd name="T46" fmla="*/ 65 w 68"/>
                <a:gd name="T47" fmla="*/ 119 h 124"/>
                <a:gd name="T48" fmla="*/ 67 w 68"/>
                <a:gd name="T49" fmla="*/ 118 h 124"/>
                <a:gd name="T50" fmla="*/ 65 w 68"/>
                <a:gd name="T51" fmla="*/ 118 h 124"/>
                <a:gd name="T52" fmla="*/ 63 w 68"/>
                <a:gd name="T53" fmla="*/ 118 h 124"/>
                <a:gd name="T54" fmla="*/ 61 w 68"/>
                <a:gd name="T55" fmla="*/ 118 h 124"/>
                <a:gd name="T56" fmla="*/ 58 w 68"/>
                <a:gd name="T57" fmla="*/ 117 h 124"/>
                <a:gd name="T58" fmla="*/ 53 w 68"/>
                <a:gd name="T59" fmla="*/ 116 h 124"/>
                <a:gd name="T60" fmla="*/ 50 w 68"/>
                <a:gd name="T61" fmla="*/ 114 h 124"/>
                <a:gd name="T62" fmla="*/ 46 w 68"/>
                <a:gd name="T63" fmla="*/ 110 h 124"/>
                <a:gd name="T64" fmla="*/ 44 w 68"/>
                <a:gd name="T65" fmla="*/ 107 h 124"/>
                <a:gd name="T66" fmla="*/ 40 w 68"/>
                <a:gd name="T67" fmla="*/ 101 h 124"/>
                <a:gd name="T68" fmla="*/ 35 w 68"/>
                <a:gd name="T69" fmla="*/ 96 h 124"/>
                <a:gd name="T70" fmla="*/ 29 w 68"/>
                <a:gd name="T71" fmla="*/ 88 h 124"/>
                <a:gd name="T72" fmla="*/ 22 w 68"/>
                <a:gd name="T73" fmla="*/ 79 h 124"/>
                <a:gd name="T74" fmla="*/ 15 w 68"/>
                <a:gd name="T75" fmla="*/ 69 h 124"/>
                <a:gd name="T76" fmla="*/ 11 w 68"/>
                <a:gd name="T77" fmla="*/ 59 h 124"/>
                <a:gd name="T78" fmla="*/ 7 w 68"/>
                <a:gd name="T79" fmla="*/ 47 h 124"/>
                <a:gd name="T80" fmla="*/ 8 w 68"/>
                <a:gd name="T81" fmla="*/ 36 h 124"/>
                <a:gd name="T82" fmla="*/ 11 w 68"/>
                <a:gd name="T83" fmla="*/ 28 h 124"/>
                <a:gd name="T84" fmla="*/ 13 w 68"/>
                <a:gd name="T85" fmla="*/ 22 h 124"/>
                <a:gd name="T86" fmla="*/ 14 w 68"/>
                <a:gd name="T87" fmla="*/ 17 h 124"/>
                <a:gd name="T88" fmla="*/ 16 w 68"/>
                <a:gd name="T89" fmla="*/ 13 h 124"/>
                <a:gd name="T90" fmla="*/ 17 w 68"/>
                <a:gd name="T91" fmla="*/ 9 h 124"/>
                <a:gd name="T92" fmla="*/ 18 w 68"/>
                <a:gd name="T93" fmla="*/ 6 h 124"/>
                <a:gd name="T94" fmla="*/ 18 w 68"/>
                <a:gd name="T95" fmla="*/ 5 h 124"/>
                <a:gd name="T96" fmla="*/ 20 w 68"/>
                <a:gd name="T97" fmla="*/ 5 h 124"/>
                <a:gd name="T98" fmla="*/ 12 w 68"/>
                <a:gd name="T99" fmla="*/ 0 h 12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68"/>
                <a:gd name="T151" fmla="*/ 0 h 124"/>
                <a:gd name="T152" fmla="*/ 68 w 68"/>
                <a:gd name="T153" fmla="*/ 124 h 12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68" h="124">
                  <a:moveTo>
                    <a:pt x="12" y="0"/>
                  </a:moveTo>
                  <a:lnTo>
                    <a:pt x="11" y="1"/>
                  </a:lnTo>
                  <a:lnTo>
                    <a:pt x="10" y="4"/>
                  </a:lnTo>
                  <a:lnTo>
                    <a:pt x="8" y="9"/>
                  </a:lnTo>
                  <a:lnTo>
                    <a:pt x="6" y="16"/>
                  </a:lnTo>
                  <a:lnTo>
                    <a:pt x="4" y="24"/>
                  </a:lnTo>
                  <a:lnTo>
                    <a:pt x="2" y="33"/>
                  </a:lnTo>
                  <a:lnTo>
                    <a:pt x="1" y="43"/>
                  </a:lnTo>
                  <a:lnTo>
                    <a:pt x="0" y="52"/>
                  </a:lnTo>
                  <a:lnTo>
                    <a:pt x="0" y="62"/>
                  </a:lnTo>
                  <a:lnTo>
                    <a:pt x="2" y="70"/>
                  </a:lnTo>
                  <a:lnTo>
                    <a:pt x="6" y="79"/>
                  </a:lnTo>
                  <a:lnTo>
                    <a:pt x="12" y="88"/>
                  </a:lnTo>
                  <a:lnTo>
                    <a:pt x="17" y="96"/>
                  </a:lnTo>
                  <a:lnTo>
                    <a:pt x="23" y="103"/>
                  </a:lnTo>
                  <a:lnTo>
                    <a:pt x="26" y="109"/>
                  </a:lnTo>
                  <a:lnTo>
                    <a:pt x="30" y="115"/>
                  </a:lnTo>
                  <a:lnTo>
                    <a:pt x="32" y="119"/>
                  </a:lnTo>
                  <a:lnTo>
                    <a:pt x="37" y="121"/>
                  </a:lnTo>
                  <a:lnTo>
                    <a:pt x="43" y="123"/>
                  </a:lnTo>
                  <a:lnTo>
                    <a:pt x="50" y="123"/>
                  </a:lnTo>
                  <a:lnTo>
                    <a:pt x="56" y="121"/>
                  </a:lnTo>
                  <a:lnTo>
                    <a:pt x="61" y="120"/>
                  </a:lnTo>
                  <a:lnTo>
                    <a:pt x="65" y="119"/>
                  </a:lnTo>
                  <a:lnTo>
                    <a:pt x="67" y="118"/>
                  </a:lnTo>
                  <a:lnTo>
                    <a:pt x="65" y="118"/>
                  </a:lnTo>
                  <a:lnTo>
                    <a:pt x="63" y="118"/>
                  </a:lnTo>
                  <a:lnTo>
                    <a:pt x="61" y="118"/>
                  </a:lnTo>
                  <a:lnTo>
                    <a:pt x="58" y="117"/>
                  </a:lnTo>
                  <a:lnTo>
                    <a:pt x="53" y="116"/>
                  </a:lnTo>
                  <a:lnTo>
                    <a:pt x="50" y="114"/>
                  </a:lnTo>
                  <a:lnTo>
                    <a:pt x="46" y="110"/>
                  </a:lnTo>
                  <a:lnTo>
                    <a:pt x="44" y="107"/>
                  </a:lnTo>
                  <a:lnTo>
                    <a:pt x="40" y="101"/>
                  </a:lnTo>
                  <a:lnTo>
                    <a:pt x="35" y="96"/>
                  </a:lnTo>
                  <a:lnTo>
                    <a:pt x="29" y="88"/>
                  </a:lnTo>
                  <a:lnTo>
                    <a:pt x="22" y="79"/>
                  </a:lnTo>
                  <a:lnTo>
                    <a:pt x="15" y="69"/>
                  </a:lnTo>
                  <a:lnTo>
                    <a:pt x="11" y="59"/>
                  </a:lnTo>
                  <a:lnTo>
                    <a:pt x="7" y="47"/>
                  </a:lnTo>
                  <a:lnTo>
                    <a:pt x="8" y="36"/>
                  </a:lnTo>
                  <a:lnTo>
                    <a:pt x="11" y="28"/>
                  </a:lnTo>
                  <a:lnTo>
                    <a:pt x="13" y="22"/>
                  </a:lnTo>
                  <a:lnTo>
                    <a:pt x="14" y="17"/>
                  </a:lnTo>
                  <a:lnTo>
                    <a:pt x="16" y="13"/>
                  </a:lnTo>
                  <a:lnTo>
                    <a:pt x="17" y="9"/>
                  </a:lnTo>
                  <a:lnTo>
                    <a:pt x="18" y="6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12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0" name="Freeform 76">
              <a:extLst>
                <a:ext uri="{FF2B5EF4-FFF2-40B4-BE49-F238E27FC236}">
                  <a16:creationId xmlns:a16="http://schemas.microsoft.com/office/drawing/2014/main" id="{A5AB47FC-152F-1DD6-920D-E1DB38D8B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1212"/>
              <a:ext cx="239" cy="135"/>
            </a:xfrm>
            <a:custGeom>
              <a:avLst/>
              <a:gdLst>
                <a:gd name="T0" fmla="*/ 29 w 239"/>
                <a:gd name="T1" fmla="*/ 102 h 135"/>
                <a:gd name="T2" fmla="*/ 203 w 239"/>
                <a:gd name="T3" fmla="*/ 134 h 135"/>
                <a:gd name="T4" fmla="*/ 204 w 239"/>
                <a:gd name="T5" fmla="*/ 132 h 135"/>
                <a:gd name="T6" fmla="*/ 208 w 239"/>
                <a:gd name="T7" fmla="*/ 129 h 135"/>
                <a:gd name="T8" fmla="*/ 215 w 239"/>
                <a:gd name="T9" fmla="*/ 125 h 135"/>
                <a:gd name="T10" fmla="*/ 222 w 239"/>
                <a:gd name="T11" fmla="*/ 119 h 135"/>
                <a:gd name="T12" fmla="*/ 229 w 239"/>
                <a:gd name="T13" fmla="*/ 112 h 135"/>
                <a:gd name="T14" fmla="*/ 234 w 239"/>
                <a:gd name="T15" fmla="*/ 106 h 135"/>
                <a:gd name="T16" fmla="*/ 238 w 239"/>
                <a:gd name="T17" fmla="*/ 99 h 135"/>
                <a:gd name="T18" fmla="*/ 238 w 239"/>
                <a:gd name="T19" fmla="*/ 93 h 135"/>
                <a:gd name="T20" fmla="*/ 236 w 239"/>
                <a:gd name="T21" fmla="*/ 85 h 135"/>
                <a:gd name="T22" fmla="*/ 235 w 239"/>
                <a:gd name="T23" fmla="*/ 80 h 135"/>
                <a:gd name="T24" fmla="*/ 234 w 239"/>
                <a:gd name="T25" fmla="*/ 74 h 135"/>
                <a:gd name="T26" fmla="*/ 232 w 239"/>
                <a:gd name="T27" fmla="*/ 70 h 135"/>
                <a:gd name="T28" fmla="*/ 230 w 239"/>
                <a:gd name="T29" fmla="*/ 67 h 135"/>
                <a:gd name="T30" fmla="*/ 225 w 239"/>
                <a:gd name="T31" fmla="*/ 63 h 135"/>
                <a:gd name="T32" fmla="*/ 217 w 239"/>
                <a:gd name="T33" fmla="*/ 61 h 135"/>
                <a:gd name="T34" fmla="*/ 207 w 239"/>
                <a:gd name="T35" fmla="*/ 58 h 135"/>
                <a:gd name="T36" fmla="*/ 196 w 239"/>
                <a:gd name="T37" fmla="*/ 54 h 135"/>
                <a:gd name="T38" fmla="*/ 186 w 239"/>
                <a:gd name="T39" fmla="*/ 46 h 135"/>
                <a:gd name="T40" fmla="*/ 176 w 239"/>
                <a:gd name="T41" fmla="*/ 36 h 135"/>
                <a:gd name="T42" fmla="*/ 165 w 239"/>
                <a:gd name="T43" fmla="*/ 26 h 135"/>
                <a:gd name="T44" fmla="*/ 154 w 239"/>
                <a:gd name="T45" fmla="*/ 16 h 135"/>
                <a:gd name="T46" fmla="*/ 143 w 239"/>
                <a:gd name="T47" fmla="*/ 8 h 135"/>
                <a:gd name="T48" fmla="*/ 130 w 239"/>
                <a:gd name="T49" fmla="*/ 2 h 135"/>
                <a:gd name="T50" fmla="*/ 116 w 239"/>
                <a:gd name="T51" fmla="*/ 0 h 135"/>
                <a:gd name="T52" fmla="*/ 100 w 239"/>
                <a:gd name="T53" fmla="*/ 1 h 135"/>
                <a:gd name="T54" fmla="*/ 82 w 239"/>
                <a:gd name="T55" fmla="*/ 5 h 135"/>
                <a:gd name="T56" fmla="*/ 64 w 239"/>
                <a:gd name="T57" fmla="*/ 11 h 135"/>
                <a:gd name="T58" fmla="*/ 48 w 239"/>
                <a:gd name="T59" fmla="*/ 18 h 135"/>
                <a:gd name="T60" fmla="*/ 33 w 239"/>
                <a:gd name="T61" fmla="*/ 26 h 135"/>
                <a:gd name="T62" fmla="*/ 20 w 239"/>
                <a:gd name="T63" fmla="*/ 34 h 135"/>
                <a:gd name="T64" fmla="*/ 11 w 239"/>
                <a:gd name="T65" fmla="*/ 42 h 135"/>
                <a:gd name="T66" fmla="*/ 6 w 239"/>
                <a:gd name="T67" fmla="*/ 48 h 135"/>
                <a:gd name="T68" fmla="*/ 4 w 239"/>
                <a:gd name="T69" fmla="*/ 52 h 135"/>
                <a:gd name="T70" fmla="*/ 3 w 239"/>
                <a:gd name="T71" fmla="*/ 56 h 135"/>
                <a:gd name="T72" fmla="*/ 1 w 239"/>
                <a:gd name="T73" fmla="*/ 61 h 135"/>
                <a:gd name="T74" fmla="*/ 0 w 239"/>
                <a:gd name="T75" fmla="*/ 65 h 135"/>
                <a:gd name="T76" fmla="*/ 0 w 239"/>
                <a:gd name="T77" fmla="*/ 69 h 135"/>
                <a:gd name="T78" fmla="*/ 0 w 239"/>
                <a:gd name="T79" fmla="*/ 72 h 135"/>
                <a:gd name="T80" fmla="*/ 2 w 239"/>
                <a:gd name="T81" fmla="*/ 75 h 135"/>
                <a:gd name="T82" fmla="*/ 4 w 239"/>
                <a:gd name="T83" fmla="*/ 79 h 135"/>
                <a:gd name="T84" fmla="*/ 7 w 239"/>
                <a:gd name="T85" fmla="*/ 83 h 135"/>
                <a:gd name="T86" fmla="*/ 11 w 239"/>
                <a:gd name="T87" fmla="*/ 87 h 135"/>
                <a:gd name="T88" fmla="*/ 15 w 239"/>
                <a:gd name="T89" fmla="*/ 90 h 135"/>
                <a:gd name="T90" fmla="*/ 18 w 239"/>
                <a:gd name="T91" fmla="*/ 94 h 135"/>
                <a:gd name="T92" fmla="*/ 22 w 239"/>
                <a:gd name="T93" fmla="*/ 98 h 135"/>
                <a:gd name="T94" fmla="*/ 25 w 239"/>
                <a:gd name="T95" fmla="*/ 100 h 135"/>
                <a:gd name="T96" fmla="*/ 27 w 239"/>
                <a:gd name="T97" fmla="*/ 102 h 135"/>
                <a:gd name="T98" fmla="*/ 29 w 239"/>
                <a:gd name="T99" fmla="*/ 102 h 13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9"/>
                <a:gd name="T151" fmla="*/ 0 h 135"/>
                <a:gd name="T152" fmla="*/ 239 w 239"/>
                <a:gd name="T153" fmla="*/ 135 h 13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9" h="135">
                  <a:moveTo>
                    <a:pt x="29" y="102"/>
                  </a:moveTo>
                  <a:lnTo>
                    <a:pt x="203" y="134"/>
                  </a:lnTo>
                  <a:lnTo>
                    <a:pt x="204" y="132"/>
                  </a:lnTo>
                  <a:lnTo>
                    <a:pt x="208" y="129"/>
                  </a:lnTo>
                  <a:lnTo>
                    <a:pt x="215" y="125"/>
                  </a:lnTo>
                  <a:lnTo>
                    <a:pt x="222" y="119"/>
                  </a:lnTo>
                  <a:lnTo>
                    <a:pt x="229" y="112"/>
                  </a:lnTo>
                  <a:lnTo>
                    <a:pt x="234" y="106"/>
                  </a:lnTo>
                  <a:lnTo>
                    <a:pt x="238" y="99"/>
                  </a:lnTo>
                  <a:lnTo>
                    <a:pt x="238" y="93"/>
                  </a:lnTo>
                  <a:lnTo>
                    <a:pt x="236" y="85"/>
                  </a:lnTo>
                  <a:lnTo>
                    <a:pt x="235" y="80"/>
                  </a:lnTo>
                  <a:lnTo>
                    <a:pt x="234" y="74"/>
                  </a:lnTo>
                  <a:lnTo>
                    <a:pt x="232" y="70"/>
                  </a:lnTo>
                  <a:lnTo>
                    <a:pt x="230" y="67"/>
                  </a:lnTo>
                  <a:lnTo>
                    <a:pt x="225" y="63"/>
                  </a:lnTo>
                  <a:lnTo>
                    <a:pt x="217" y="61"/>
                  </a:lnTo>
                  <a:lnTo>
                    <a:pt x="207" y="58"/>
                  </a:lnTo>
                  <a:lnTo>
                    <a:pt x="196" y="54"/>
                  </a:lnTo>
                  <a:lnTo>
                    <a:pt x="186" y="46"/>
                  </a:lnTo>
                  <a:lnTo>
                    <a:pt x="176" y="36"/>
                  </a:lnTo>
                  <a:lnTo>
                    <a:pt x="165" y="26"/>
                  </a:lnTo>
                  <a:lnTo>
                    <a:pt x="154" y="16"/>
                  </a:lnTo>
                  <a:lnTo>
                    <a:pt x="143" y="8"/>
                  </a:lnTo>
                  <a:lnTo>
                    <a:pt x="130" y="2"/>
                  </a:lnTo>
                  <a:lnTo>
                    <a:pt x="116" y="0"/>
                  </a:lnTo>
                  <a:lnTo>
                    <a:pt x="100" y="1"/>
                  </a:lnTo>
                  <a:lnTo>
                    <a:pt x="82" y="5"/>
                  </a:lnTo>
                  <a:lnTo>
                    <a:pt x="64" y="11"/>
                  </a:lnTo>
                  <a:lnTo>
                    <a:pt x="48" y="18"/>
                  </a:lnTo>
                  <a:lnTo>
                    <a:pt x="33" y="26"/>
                  </a:lnTo>
                  <a:lnTo>
                    <a:pt x="20" y="34"/>
                  </a:lnTo>
                  <a:lnTo>
                    <a:pt x="11" y="42"/>
                  </a:lnTo>
                  <a:lnTo>
                    <a:pt x="6" y="48"/>
                  </a:lnTo>
                  <a:lnTo>
                    <a:pt x="4" y="52"/>
                  </a:lnTo>
                  <a:lnTo>
                    <a:pt x="3" y="56"/>
                  </a:lnTo>
                  <a:lnTo>
                    <a:pt x="1" y="61"/>
                  </a:lnTo>
                  <a:lnTo>
                    <a:pt x="0" y="65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4" y="79"/>
                  </a:lnTo>
                  <a:lnTo>
                    <a:pt x="7" y="83"/>
                  </a:lnTo>
                  <a:lnTo>
                    <a:pt x="11" y="87"/>
                  </a:lnTo>
                  <a:lnTo>
                    <a:pt x="15" y="90"/>
                  </a:lnTo>
                  <a:lnTo>
                    <a:pt x="18" y="94"/>
                  </a:lnTo>
                  <a:lnTo>
                    <a:pt x="22" y="98"/>
                  </a:lnTo>
                  <a:lnTo>
                    <a:pt x="25" y="100"/>
                  </a:lnTo>
                  <a:lnTo>
                    <a:pt x="27" y="102"/>
                  </a:lnTo>
                  <a:lnTo>
                    <a:pt x="29" y="102"/>
                  </a:ln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1" name="Freeform 77">
              <a:extLst>
                <a:ext uri="{FF2B5EF4-FFF2-40B4-BE49-F238E27FC236}">
                  <a16:creationId xmlns:a16="http://schemas.microsoft.com/office/drawing/2014/main" id="{1524AFBE-9560-A937-E980-F788FED7F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1052"/>
              <a:ext cx="901" cy="315"/>
            </a:xfrm>
            <a:custGeom>
              <a:avLst/>
              <a:gdLst>
                <a:gd name="T0" fmla="*/ 632 w 901"/>
                <a:gd name="T1" fmla="*/ 0 h 315"/>
                <a:gd name="T2" fmla="*/ 0 w 901"/>
                <a:gd name="T3" fmla="*/ 173 h 315"/>
                <a:gd name="T4" fmla="*/ 319 w 901"/>
                <a:gd name="T5" fmla="*/ 314 h 315"/>
                <a:gd name="T6" fmla="*/ 900 w 901"/>
                <a:gd name="T7" fmla="*/ 169 h 315"/>
                <a:gd name="T8" fmla="*/ 632 w 901"/>
                <a:gd name="T9" fmla="*/ 0 h 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1"/>
                <a:gd name="T16" fmla="*/ 0 h 315"/>
                <a:gd name="T17" fmla="*/ 901 w 901"/>
                <a:gd name="T18" fmla="*/ 315 h 3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1" h="315">
                  <a:moveTo>
                    <a:pt x="632" y="0"/>
                  </a:moveTo>
                  <a:lnTo>
                    <a:pt x="0" y="173"/>
                  </a:lnTo>
                  <a:lnTo>
                    <a:pt x="319" y="314"/>
                  </a:lnTo>
                  <a:lnTo>
                    <a:pt x="900" y="169"/>
                  </a:lnTo>
                  <a:lnTo>
                    <a:pt x="632" y="0"/>
                  </a:lnTo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2" name="Freeform 78">
              <a:extLst>
                <a:ext uri="{FF2B5EF4-FFF2-40B4-BE49-F238E27FC236}">
                  <a16:creationId xmlns:a16="http://schemas.microsoft.com/office/drawing/2014/main" id="{FE5CDC98-3834-026E-279F-14A230E5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897"/>
              <a:ext cx="259" cy="280"/>
            </a:xfrm>
            <a:custGeom>
              <a:avLst/>
              <a:gdLst>
                <a:gd name="T0" fmla="*/ 38 w 259"/>
                <a:gd name="T1" fmla="*/ 26 h 280"/>
                <a:gd name="T2" fmla="*/ 47 w 259"/>
                <a:gd name="T3" fmla="*/ 44 h 280"/>
                <a:gd name="T4" fmla="*/ 60 w 259"/>
                <a:gd name="T5" fmla="*/ 71 h 280"/>
                <a:gd name="T6" fmla="*/ 71 w 259"/>
                <a:gd name="T7" fmla="*/ 97 h 280"/>
                <a:gd name="T8" fmla="*/ 76 w 259"/>
                <a:gd name="T9" fmla="*/ 116 h 280"/>
                <a:gd name="T10" fmla="*/ 84 w 259"/>
                <a:gd name="T11" fmla="*/ 136 h 280"/>
                <a:gd name="T12" fmla="*/ 92 w 259"/>
                <a:gd name="T13" fmla="*/ 155 h 280"/>
                <a:gd name="T14" fmla="*/ 101 w 259"/>
                <a:gd name="T15" fmla="*/ 168 h 280"/>
                <a:gd name="T16" fmla="*/ 111 w 259"/>
                <a:gd name="T17" fmla="*/ 175 h 280"/>
                <a:gd name="T18" fmla="*/ 137 w 259"/>
                <a:gd name="T19" fmla="*/ 195 h 280"/>
                <a:gd name="T20" fmla="*/ 169 w 259"/>
                <a:gd name="T21" fmla="*/ 219 h 280"/>
                <a:gd name="T22" fmla="*/ 192 w 259"/>
                <a:gd name="T23" fmla="*/ 238 h 280"/>
                <a:gd name="T24" fmla="*/ 195 w 259"/>
                <a:gd name="T25" fmla="*/ 242 h 280"/>
                <a:gd name="T26" fmla="*/ 200 w 259"/>
                <a:gd name="T27" fmla="*/ 241 h 280"/>
                <a:gd name="T28" fmla="*/ 206 w 259"/>
                <a:gd name="T29" fmla="*/ 239 h 280"/>
                <a:gd name="T30" fmla="*/ 214 w 259"/>
                <a:gd name="T31" fmla="*/ 241 h 280"/>
                <a:gd name="T32" fmla="*/ 222 w 259"/>
                <a:gd name="T33" fmla="*/ 244 h 280"/>
                <a:gd name="T34" fmla="*/ 233 w 259"/>
                <a:gd name="T35" fmla="*/ 249 h 280"/>
                <a:gd name="T36" fmla="*/ 245 w 259"/>
                <a:gd name="T37" fmla="*/ 257 h 280"/>
                <a:gd name="T38" fmla="*/ 255 w 259"/>
                <a:gd name="T39" fmla="*/ 265 h 280"/>
                <a:gd name="T40" fmla="*/ 258 w 259"/>
                <a:gd name="T41" fmla="*/ 272 h 280"/>
                <a:gd name="T42" fmla="*/ 253 w 259"/>
                <a:gd name="T43" fmla="*/ 276 h 280"/>
                <a:gd name="T44" fmla="*/ 241 w 259"/>
                <a:gd name="T45" fmla="*/ 279 h 280"/>
                <a:gd name="T46" fmla="*/ 226 w 259"/>
                <a:gd name="T47" fmla="*/ 277 h 280"/>
                <a:gd name="T48" fmla="*/ 211 w 259"/>
                <a:gd name="T49" fmla="*/ 273 h 280"/>
                <a:gd name="T50" fmla="*/ 201 w 259"/>
                <a:gd name="T51" fmla="*/ 268 h 280"/>
                <a:gd name="T52" fmla="*/ 194 w 259"/>
                <a:gd name="T53" fmla="*/ 266 h 280"/>
                <a:gd name="T54" fmla="*/ 190 w 259"/>
                <a:gd name="T55" fmla="*/ 266 h 280"/>
                <a:gd name="T56" fmla="*/ 183 w 259"/>
                <a:gd name="T57" fmla="*/ 266 h 280"/>
                <a:gd name="T58" fmla="*/ 165 w 259"/>
                <a:gd name="T59" fmla="*/ 260 h 280"/>
                <a:gd name="T60" fmla="*/ 140 w 259"/>
                <a:gd name="T61" fmla="*/ 248 h 280"/>
                <a:gd name="T62" fmla="*/ 116 w 259"/>
                <a:gd name="T63" fmla="*/ 236 h 280"/>
                <a:gd name="T64" fmla="*/ 101 w 259"/>
                <a:gd name="T65" fmla="*/ 225 h 280"/>
                <a:gd name="T66" fmla="*/ 81 w 259"/>
                <a:gd name="T67" fmla="*/ 207 h 280"/>
                <a:gd name="T68" fmla="*/ 58 w 259"/>
                <a:gd name="T69" fmla="*/ 184 h 280"/>
                <a:gd name="T70" fmla="*/ 38 w 259"/>
                <a:gd name="T71" fmla="*/ 157 h 280"/>
                <a:gd name="T72" fmla="*/ 24 w 259"/>
                <a:gd name="T73" fmla="*/ 130 h 280"/>
                <a:gd name="T74" fmla="*/ 16 w 259"/>
                <a:gd name="T75" fmla="*/ 102 h 280"/>
                <a:gd name="T76" fmla="*/ 12 w 259"/>
                <a:gd name="T77" fmla="*/ 78 h 280"/>
                <a:gd name="T78" fmla="*/ 10 w 259"/>
                <a:gd name="T79" fmla="*/ 58 h 280"/>
                <a:gd name="T80" fmla="*/ 8 w 259"/>
                <a:gd name="T81" fmla="*/ 43 h 280"/>
                <a:gd name="T82" fmla="*/ 5 w 259"/>
                <a:gd name="T83" fmla="*/ 29 h 280"/>
                <a:gd name="T84" fmla="*/ 2 w 259"/>
                <a:gd name="T85" fmla="*/ 14 h 280"/>
                <a:gd name="T86" fmla="*/ 0 w 259"/>
                <a:gd name="T87" fmla="*/ 3 h 280"/>
                <a:gd name="T88" fmla="*/ 37 w 259"/>
                <a:gd name="T89" fmla="*/ 23 h 28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59"/>
                <a:gd name="T136" fmla="*/ 0 h 280"/>
                <a:gd name="T137" fmla="*/ 259 w 259"/>
                <a:gd name="T138" fmla="*/ 280 h 28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59" h="280">
                  <a:moveTo>
                    <a:pt x="37" y="23"/>
                  </a:moveTo>
                  <a:lnTo>
                    <a:pt x="38" y="26"/>
                  </a:lnTo>
                  <a:lnTo>
                    <a:pt x="42" y="33"/>
                  </a:lnTo>
                  <a:lnTo>
                    <a:pt x="47" y="44"/>
                  </a:lnTo>
                  <a:lnTo>
                    <a:pt x="53" y="56"/>
                  </a:lnTo>
                  <a:lnTo>
                    <a:pt x="60" y="71"/>
                  </a:lnTo>
                  <a:lnTo>
                    <a:pt x="65" y="84"/>
                  </a:lnTo>
                  <a:lnTo>
                    <a:pt x="71" y="97"/>
                  </a:lnTo>
                  <a:lnTo>
                    <a:pt x="74" y="107"/>
                  </a:lnTo>
                  <a:lnTo>
                    <a:pt x="76" y="116"/>
                  </a:lnTo>
                  <a:lnTo>
                    <a:pt x="80" y="124"/>
                  </a:lnTo>
                  <a:lnTo>
                    <a:pt x="84" y="136"/>
                  </a:lnTo>
                  <a:lnTo>
                    <a:pt x="88" y="146"/>
                  </a:lnTo>
                  <a:lnTo>
                    <a:pt x="92" y="155"/>
                  </a:lnTo>
                  <a:lnTo>
                    <a:pt x="96" y="162"/>
                  </a:lnTo>
                  <a:lnTo>
                    <a:pt x="101" y="168"/>
                  </a:lnTo>
                  <a:lnTo>
                    <a:pt x="104" y="170"/>
                  </a:lnTo>
                  <a:lnTo>
                    <a:pt x="111" y="175"/>
                  </a:lnTo>
                  <a:lnTo>
                    <a:pt x="123" y="184"/>
                  </a:lnTo>
                  <a:lnTo>
                    <a:pt x="137" y="195"/>
                  </a:lnTo>
                  <a:lnTo>
                    <a:pt x="153" y="207"/>
                  </a:lnTo>
                  <a:lnTo>
                    <a:pt x="169" y="219"/>
                  </a:lnTo>
                  <a:lnTo>
                    <a:pt x="182" y="231"/>
                  </a:lnTo>
                  <a:lnTo>
                    <a:pt x="192" y="238"/>
                  </a:lnTo>
                  <a:lnTo>
                    <a:pt x="195" y="242"/>
                  </a:lnTo>
                  <a:lnTo>
                    <a:pt x="197" y="241"/>
                  </a:lnTo>
                  <a:lnTo>
                    <a:pt x="200" y="241"/>
                  </a:lnTo>
                  <a:lnTo>
                    <a:pt x="203" y="239"/>
                  </a:lnTo>
                  <a:lnTo>
                    <a:pt x="206" y="239"/>
                  </a:lnTo>
                  <a:lnTo>
                    <a:pt x="210" y="239"/>
                  </a:lnTo>
                  <a:lnTo>
                    <a:pt x="214" y="241"/>
                  </a:lnTo>
                  <a:lnTo>
                    <a:pt x="217" y="242"/>
                  </a:lnTo>
                  <a:lnTo>
                    <a:pt x="222" y="244"/>
                  </a:lnTo>
                  <a:lnTo>
                    <a:pt x="227" y="246"/>
                  </a:lnTo>
                  <a:lnTo>
                    <a:pt x="233" y="249"/>
                  </a:lnTo>
                  <a:lnTo>
                    <a:pt x="240" y="253"/>
                  </a:lnTo>
                  <a:lnTo>
                    <a:pt x="245" y="257"/>
                  </a:lnTo>
                  <a:lnTo>
                    <a:pt x="251" y="261"/>
                  </a:lnTo>
                  <a:lnTo>
                    <a:pt x="255" y="265"/>
                  </a:lnTo>
                  <a:lnTo>
                    <a:pt x="258" y="270"/>
                  </a:lnTo>
                  <a:lnTo>
                    <a:pt x="258" y="272"/>
                  </a:lnTo>
                  <a:lnTo>
                    <a:pt x="256" y="275"/>
                  </a:lnTo>
                  <a:lnTo>
                    <a:pt x="253" y="276"/>
                  </a:lnTo>
                  <a:lnTo>
                    <a:pt x="247" y="277"/>
                  </a:lnTo>
                  <a:lnTo>
                    <a:pt x="241" y="279"/>
                  </a:lnTo>
                  <a:lnTo>
                    <a:pt x="234" y="279"/>
                  </a:lnTo>
                  <a:lnTo>
                    <a:pt x="226" y="277"/>
                  </a:lnTo>
                  <a:lnTo>
                    <a:pt x="219" y="275"/>
                  </a:lnTo>
                  <a:lnTo>
                    <a:pt x="211" y="273"/>
                  </a:lnTo>
                  <a:lnTo>
                    <a:pt x="205" y="271"/>
                  </a:lnTo>
                  <a:lnTo>
                    <a:pt x="201" y="268"/>
                  </a:lnTo>
                  <a:lnTo>
                    <a:pt x="197" y="267"/>
                  </a:lnTo>
                  <a:lnTo>
                    <a:pt x="194" y="266"/>
                  </a:lnTo>
                  <a:lnTo>
                    <a:pt x="192" y="266"/>
                  </a:lnTo>
                  <a:lnTo>
                    <a:pt x="190" y="266"/>
                  </a:lnTo>
                  <a:lnTo>
                    <a:pt x="187" y="266"/>
                  </a:lnTo>
                  <a:lnTo>
                    <a:pt x="183" y="266"/>
                  </a:lnTo>
                  <a:lnTo>
                    <a:pt x="175" y="264"/>
                  </a:lnTo>
                  <a:lnTo>
                    <a:pt x="165" y="260"/>
                  </a:lnTo>
                  <a:lnTo>
                    <a:pt x="153" y="254"/>
                  </a:lnTo>
                  <a:lnTo>
                    <a:pt x="140" y="248"/>
                  </a:lnTo>
                  <a:lnTo>
                    <a:pt x="127" y="242"/>
                  </a:lnTo>
                  <a:lnTo>
                    <a:pt x="116" y="236"/>
                  </a:lnTo>
                  <a:lnTo>
                    <a:pt x="108" y="231"/>
                  </a:lnTo>
                  <a:lnTo>
                    <a:pt x="101" y="225"/>
                  </a:lnTo>
                  <a:lnTo>
                    <a:pt x="91" y="217"/>
                  </a:lnTo>
                  <a:lnTo>
                    <a:pt x="81" y="207"/>
                  </a:lnTo>
                  <a:lnTo>
                    <a:pt x="70" y="196"/>
                  </a:lnTo>
                  <a:lnTo>
                    <a:pt x="58" y="184"/>
                  </a:lnTo>
                  <a:lnTo>
                    <a:pt x="47" y="170"/>
                  </a:lnTo>
                  <a:lnTo>
                    <a:pt x="38" y="157"/>
                  </a:lnTo>
                  <a:lnTo>
                    <a:pt x="31" y="143"/>
                  </a:lnTo>
                  <a:lnTo>
                    <a:pt x="24" y="130"/>
                  </a:lnTo>
                  <a:lnTo>
                    <a:pt x="20" y="116"/>
                  </a:lnTo>
                  <a:lnTo>
                    <a:pt x="16" y="102"/>
                  </a:lnTo>
                  <a:lnTo>
                    <a:pt x="13" y="90"/>
                  </a:lnTo>
                  <a:lnTo>
                    <a:pt x="12" y="78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0" y="50"/>
                  </a:lnTo>
                  <a:lnTo>
                    <a:pt x="8" y="43"/>
                  </a:lnTo>
                  <a:lnTo>
                    <a:pt x="7" y="36"/>
                  </a:lnTo>
                  <a:lnTo>
                    <a:pt x="5" y="29"/>
                  </a:lnTo>
                  <a:lnTo>
                    <a:pt x="3" y="21"/>
                  </a:lnTo>
                  <a:lnTo>
                    <a:pt x="2" y="14"/>
                  </a:lnTo>
                  <a:lnTo>
                    <a:pt x="0" y="8"/>
                  </a:lnTo>
                  <a:lnTo>
                    <a:pt x="0" y="3"/>
                  </a:lnTo>
                  <a:lnTo>
                    <a:pt x="1" y="0"/>
                  </a:lnTo>
                  <a:lnTo>
                    <a:pt x="37" y="23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3" name="Freeform 79">
              <a:extLst>
                <a:ext uri="{FF2B5EF4-FFF2-40B4-BE49-F238E27FC236}">
                  <a16:creationId xmlns:a16="http://schemas.microsoft.com/office/drawing/2014/main" id="{CAB3F9FE-E547-C212-FEDF-612D32413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895"/>
              <a:ext cx="279" cy="276"/>
            </a:xfrm>
            <a:custGeom>
              <a:avLst/>
              <a:gdLst>
                <a:gd name="T0" fmla="*/ 51 w 279"/>
                <a:gd name="T1" fmla="*/ 25 h 276"/>
                <a:gd name="T2" fmla="*/ 58 w 279"/>
                <a:gd name="T3" fmla="*/ 42 h 276"/>
                <a:gd name="T4" fmla="*/ 66 w 279"/>
                <a:gd name="T5" fmla="*/ 67 h 276"/>
                <a:gd name="T6" fmla="*/ 75 w 279"/>
                <a:gd name="T7" fmla="*/ 93 h 276"/>
                <a:gd name="T8" fmla="*/ 81 w 279"/>
                <a:gd name="T9" fmla="*/ 112 h 276"/>
                <a:gd name="T10" fmla="*/ 92 w 279"/>
                <a:gd name="T11" fmla="*/ 132 h 276"/>
                <a:gd name="T12" fmla="*/ 107 w 279"/>
                <a:gd name="T13" fmla="*/ 151 h 276"/>
                <a:gd name="T14" fmla="*/ 119 w 279"/>
                <a:gd name="T15" fmla="*/ 164 h 276"/>
                <a:gd name="T16" fmla="*/ 130 w 279"/>
                <a:gd name="T17" fmla="*/ 171 h 276"/>
                <a:gd name="T18" fmla="*/ 157 w 279"/>
                <a:gd name="T19" fmla="*/ 191 h 276"/>
                <a:gd name="T20" fmla="*/ 188 w 279"/>
                <a:gd name="T21" fmla="*/ 217 h 276"/>
                <a:gd name="T22" fmla="*/ 211 w 279"/>
                <a:gd name="T23" fmla="*/ 236 h 276"/>
                <a:gd name="T24" fmla="*/ 215 w 279"/>
                <a:gd name="T25" fmla="*/ 238 h 276"/>
                <a:gd name="T26" fmla="*/ 219 w 279"/>
                <a:gd name="T27" fmla="*/ 237 h 276"/>
                <a:gd name="T28" fmla="*/ 226 w 279"/>
                <a:gd name="T29" fmla="*/ 237 h 276"/>
                <a:gd name="T30" fmla="*/ 233 w 279"/>
                <a:gd name="T31" fmla="*/ 237 h 276"/>
                <a:gd name="T32" fmla="*/ 242 w 279"/>
                <a:gd name="T33" fmla="*/ 240 h 276"/>
                <a:gd name="T34" fmla="*/ 253 w 279"/>
                <a:gd name="T35" fmla="*/ 246 h 276"/>
                <a:gd name="T36" fmla="*/ 265 w 279"/>
                <a:gd name="T37" fmla="*/ 253 h 276"/>
                <a:gd name="T38" fmla="*/ 275 w 279"/>
                <a:gd name="T39" fmla="*/ 261 h 276"/>
                <a:gd name="T40" fmla="*/ 278 w 279"/>
                <a:gd name="T41" fmla="*/ 269 h 276"/>
                <a:gd name="T42" fmla="*/ 272 w 279"/>
                <a:gd name="T43" fmla="*/ 273 h 276"/>
                <a:gd name="T44" fmla="*/ 261 w 279"/>
                <a:gd name="T45" fmla="*/ 275 h 276"/>
                <a:gd name="T46" fmla="*/ 246 w 279"/>
                <a:gd name="T47" fmla="*/ 273 h 276"/>
                <a:gd name="T48" fmla="*/ 231 w 279"/>
                <a:gd name="T49" fmla="*/ 269 h 276"/>
                <a:gd name="T50" fmla="*/ 221 w 279"/>
                <a:gd name="T51" fmla="*/ 264 h 276"/>
                <a:gd name="T52" fmla="*/ 214 w 279"/>
                <a:gd name="T53" fmla="*/ 262 h 276"/>
                <a:gd name="T54" fmla="*/ 209 w 279"/>
                <a:gd name="T55" fmla="*/ 262 h 276"/>
                <a:gd name="T56" fmla="*/ 203 w 279"/>
                <a:gd name="T57" fmla="*/ 262 h 276"/>
                <a:gd name="T58" fmla="*/ 185 w 279"/>
                <a:gd name="T59" fmla="*/ 257 h 276"/>
                <a:gd name="T60" fmla="*/ 159 w 279"/>
                <a:gd name="T61" fmla="*/ 244 h 276"/>
                <a:gd name="T62" fmla="*/ 136 w 279"/>
                <a:gd name="T63" fmla="*/ 233 h 276"/>
                <a:gd name="T64" fmla="*/ 120 w 279"/>
                <a:gd name="T65" fmla="*/ 222 h 276"/>
                <a:gd name="T66" fmla="*/ 100 w 279"/>
                <a:gd name="T67" fmla="*/ 204 h 276"/>
                <a:gd name="T68" fmla="*/ 78 w 279"/>
                <a:gd name="T69" fmla="*/ 180 h 276"/>
                <a:gd name="T70" fmla="*/ 58 w 279"/>
                <a:gd name="T71" fmla="*/ 154 h 276"/>
                <a:gd name="T72" fmla="*/ 42 w 279"/>
                <a:gd name="T73" fmla="*/ 125 h 276"/>
                <a:gd name="T74" fmla="*/ 25 w 279"/>
                <a:gd name="T75" fmla="*/ 90 h 276"/>
                <a:gd name="T76" fmla="*/ 11 w 279"/>
                <a:gd name="T77" fmla="*/ 53 h 276"/>
                <a:gd name="T78" fmla="*/ 2 w 279"/>
                <a:gd name="T79" fmla="*/ 25 h 276"/>
                <a:gd name="T80" fmla="*/ 1 w 279"/>
                <a:gd name="T81" fmla="*/ 11 h 276"/>
                <a:gd name="T82" fmla="*/ 3 w 279"/>
                <a:gd name="T83" fmla="*/ 5 h 276"/>
                <a:gd name="T84" fmla="*/ 7 w 279"/>
                <a:gd name="T85" fmla="*/ 3 h 276"/>
                <a:gd name="T86" fmla="*/ 13 w 279"/>
                <a:gd name="T87" fmla="*/ 2 h 276"/>
                <a:gd name="T88" fmla="*/ 50 w 279"/>
                <a:gd name="T89" fmla="*/ 22 h 2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79"/>
                <a:gd name="T136" fmla="*/ 0 h 276"/>
                <a:gd name="T137" fmla="*/ 279 w 279"/>
                <a:gd name="T138" fmla="*/ 276 h 27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79" h="276">
                  <a:moveTo>
                    <a:pt x="50" y="22"/>
                  </a:moveTo>
                  <a:lnTo>
                    <a:pt x="51" y="25"/>
                  </a:lnTo>
                  <a:lnTo>
                    <a:pt x="53" y="32"/>
                  </a:lnTo>
                  <a:lnTo>
                    <a:pt x="58" y="42"/>
                  </a:lnTo>
                  <a:lnTo>
                    <a:pt x="62" y="54"/>
                  </a:lnTo>
                  <a:lnTo>
                    <a:pt x="66" y="67"/>
                  </a:lnTo>
                  <a:lnTo>
                    <a:pt x="71" y="81"/>
                  </a:lnTo>
                  <a:lnTo>
                    <a:pt x="75" y="93"/>
                  </a:lnTo>
                  <a:lnTo>
                    <a:pt x="78" y="103"/>
                  </a:lnTo>
                  <a:lnTo>
                    <a:pt x="81" y="112"/>
                  </a:lnTo>
                  <a:lnTo>
                    <a:pt x="87" y="121"/>
                  </a:lnTo>
                  <a:lnTo>
                    <a:pt x="92" y="132"/>
                  </a:lnTo>
                  <a:lnTo>
                    <a:pt x="100" y="142"/>
                  </a:lnTo>
                  <a:lnTo>
                    <a:pt x="107" y="151"/>
                  </a:lnTo>
                  <a:lnTo>
                    <a:pt x="113" y="159"/>
                  </a:lnTo>
                  <a:lnTo>
                    <a:pt x="119" y="164"/>
                  </a:lnTo>
                  <a:lnTo>
                    <a:pt x="123" y="168"/>
                  </a:lnTo>
                  <a:lnTo>
                    <a:pt x="130" y="171"/>
                  </a:lnTo>
                  <a:lnTo>
                    <a:pt x="141" y="180"/>
                  </a:lnTo>
                  <a:lnTo>
                    <a:pt x="157" y="191"/>
                  </a:lnTo>
                  <a:lnTo>
                    <a:pt x="173" y="204"/>
                  </a:lnTo>
                  <a:lnTo>
                    <a:pt x="188" y="217"/>
                  </a:lnTo>
                  <a:lnTo>
                    <a:pt x="202" y="228"/>
                  </a:lnTo>
                  <a:lnTo>
                    <a:pt x="211" y="236"/>
                  </a:lnTo>
                  <a:lnTo>
                    <a:pt x="215" y="238"/>
                  </a:lnTo>
                  <a:lnTo>
                    <a:pt x="217" y="238"/>
                  </a:lnTo>
                  <a:lnTo>
                    <a:pt x="219" y="237"/>
                  </a:lnTo>
                  <a:lnTo>
                    <a:pt x="222" y="237"/>
                  </a:lnTo>
                  <a:lnTo>
                    <a:pt x="226" y="237"/>
                  </a:lnTo>
                  <a:lnTo>
                    <a:pt x="229" y="237"/>
                  </a:lnTo>
                  <a:lnTo>
                    <a:pt x="233" y="237"/>
                  </a:lnTo>
                  <a:lnTo>
                    <a:pt x="237" y="238"/>
                  </a:lnTo>
                  <a:lnTo>
                    <a:pt x="242" y="240"/>
                  </a:lnTo>
                  <a:lnTo>
                    <a:pt x="247" y="243"/>
                  </a:lnTo>
                  <a:lnTo>
                    <a:pt x="253" y="246"/>
                  </a:lnTo>
                  <a:lnTo>
                    <a:pt x="260" y="250"/>
                  </a:lnTo>
                  <a:lnTo>
                    <a:pt x="265" y="253"/>
                  </a:lnTo>
                  <a:lnTo>
                    <a:pt x="271" y="258"/>
                  </a:lnTo>
                  <a:lnTo>
                    <a:pt x="275" y="261"/>
                  </a:lnTo>
                  <a:lnTo>
                    <a:pt x="278" y="266"/>
                  </a:lnTo>
                  <a:lnTo>
                    <a:pt x="278" y="269"/>
                  </a:lnTo>
                  <a:lnTo>
                    <a:pt x="275" y="271"/>
                  </a:lnTo>
                  <a:lnTo>
                    <a:pt x="272" y="273"/>
                  </a:lnTo>
                  <a:lnTo>
                    <a:pt x="267" y="275"/>
                  </a:lnTo>
                  <a:lnTo>
                    <a:pt x="261" y="275"/>
                  </a:lnTo>
                  <a:lnTo>
                    <a:pt x="254" y="275"/>
                  </a:lnTo>
                  <a:lnTo>
                    <a:pt x="246" y="273"/>
                  </a:lnTo>
                  <a:lnTo>
                    <a:pt x="238" y="271"/>
                  </a:lnTo>
                  <a:lnTo>
                    <a:pt x="231" y="269"/>
                  </a:lnTo>
                  <a:lnTo>
                    <a:pt x="225" y="267"/>
                  </a:lnTo>
                  <a:lnTo>
                    <a:pt x="221" y="264"/>
                  </a:lnTo>
                  <a:lnTo>
                    <a:pt x="216" y="263"/>
                  </a:lnTo>
                  <a:lnTo>
                    <a:pt x="214" y="262"/>
                  </a:lnTo>
                  <a:lnTo>
                    <a:pt x="211" y="262"/>
                  </a:lnTo>
                  <a:lnTo>
                    <a:pt x="209" y="262"/>
                  </a:lnTo>
                  <a:lnTo>
                    <a:pt x="207" y="263"/>
                  </a:lnTo>
                  <a:lnTo>
                    <a:pt x="203" y="262"/>
                  </a:lnTo>
                  <a:lnTo>
                    <a:pt x="195" y="260"/>
                  </a:lnTo>
                  <a:lnTo>
                    <a:pt x="185" y="257"/>
                  </a:lnTo>
                  <a:lnTo>
                    <a:pt x="173" y="251"/>
                  </a:lnTo>
                  <a:lnTo>
                    <a:pt x="159" y="244"/>
                  </a:lnTo>
                  <a:lnTo>
                    <a:pt x="147" y="239"/>
                  </a:lnTo>
                  <a:lnTo>
                    <a:pt x="136" y="233"/>
                  </a:lnTo>
                  <a:lnTo>
                    <a:pt x="128" y="228"/>
                  </a:lnTo>
                  <a:lnTo>
                    <a:pt x="120" y="222"/>
                  </a:lnTo>
                  <a:lnTo>
                    <a:pt x="110" y="213"/>
                  </a:lnTo>
                  <a:lnTo>
                    <a:pt x="100" y="204"/>
                  </a:lnTo>
                  <a:lnTo>
                    <a:pt x="89" y="192"/>
                  </a:lnTo>
                  <a:lnTo>
                    <a:pt x="78" y="180"/>
                  </a:lnTo>
                  <a:lnTo>
                    <a:pt x="66" y="168"/>
                  </a:lnTo>
                  <a:lnTo>
                    <a:pt x="58" y="154"/>
                  </a:lnTo>
                  <a:lnTo>
                    <a:pt x="50" y="140"/>
                  </a:lnTo>
                  <a:lnTo>
                    <a:pt x="42" y="125"/>
                  </a:lnTo>
                  <a:lnTo>
                    <a:pt x="34" y="109"/>
                  </a:lnTo>
                  <a:lnTo>
                    <a:pt x="25" y="90"/>
                  </a:lnTo>
                  <a:lnTo>
                    <a:pt x="17" y="71"/>
                  </a:lnTo>
                  <a:lnTo>
                    <a:pt x="11" y="53"/>
                  </a:lnTo>
                  <a:lnTo>
                    <a:pt x="5" y="37"/>
                  </a:lnTo>
                  <a:lnTo>
                    <a:pt x="2" y="25"/>
                  </a:lnTo>
                  <a:lnTo>
                    <a:pt x="0" y="16"/>
                  </a:lnTo>
                  <a:lnTo>
                    <a:pt x="1" y="11"/>
                  </a:lnTo>
                  <a:lnTo>
                    <a:pt x="2" y="7"/>
                  </a:lnTo>
                  <a:lnTo>
                    <a:pt x="3" y="5"/>
                  </a:lnTo>
                  <a:lnTo>
                    <a:pt x="5" y="4"/>
                  </a:lnTo>
                  <a:lnTo>
                    <a:pt x="7" y="3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6" y="0"/>
                  </a:lnTo>
                  <a:lnTo>
                    <a:pt x="50" y="22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4" name="Freeform 80">
              <a:extLst>
                <a:ext uri="{FF2B5EF4-FFF2-40B4-BE49-F238E27FC236}">
                  <a16:creationId xmlns:a16="http://schemas.microsoft.com/office/drawing/2014/main" id="{35BD596D-330C-35F9-6596-CCEC05F86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239"/>
              <a:ext cx="288" cy="530"/>
            </a:xfrm>
            <a:custGeom>
              <a:avLst/>
              <a:gdLst>
                <a:gd name="T0" fmla="*/ 287 w 288"/>
                <a:gd name="T1" fmla="*/ 529 h 530"/>
                <a:gd name="T2" fmla="*/ 287 w 288"/>
                <a:gd name="T3" fmla="*/ 142 h 530"/>
                <a:gd name="T4" fmla="*/ 0 w 288"/>
                <a:gd name="T5" fmla="*/ 0 h 530"/>
                <a:gd name="T6" fmla="*/ 0 w 288"/>
                <a:gd name="T7" fmla="*/ 360 h 530"/>
                <a:gd name="T8" fmla="*/ 287 w 288"/>
                <a:gd name="T9" fmla="*/ 529 h 5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530"/>
                <a:gd name="T17" fmla="*/ 288 w 288"/>
                <a:gd name="T18" fmla="*/ 530 h 5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530">
                  <a:moveTo>
                    <a:pt x="287" y="529"/>
                  </a:moveTo>
                  <a:lnTo>
                    <a:pt x="287" y="142"/>
                  </a:lnTo>
                  <a:lnTo>
                    <a:pt x="0" y="0"/>
                  </a:lnTo>
                  <a:lnTo>
                    <a:pt x="0" y="360"/>
                  </a:lnTo>
                  <a:lnTo>
                    <a:pt x="287" y="529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5" name="Freeform 81">
              <a:extLst>
                <a:ext uri="{FF2B5EF4-FFF2-40B4-BE49-F238E27FC236}">
                  <a16:creationId xmlns:a16="http://schemas.microsoft.com/office/drawing/2014/main" id="{7C6E9AE9-44E6-6CB9-5B9D-20E59201A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567"/>
              <a:ext cx="312" cy="210"/>
            </a:xfrm>
            <a:custGeom>
              <a:avLst/>
              <a:gdLst>
                <a:gd name="T0" fmla="*/ 311 w 312"/>
                <a:gd name="T1" fmla="*/ 209 h 210"/>
                <a:gd name="T2" fmla="*/ 311 w 312"/>
                <a:gd name="T3" fmla="*/ 168 h 210"/>
                <a:gd name="T4" fmla="*/ 0 w 312"/>
                <a:gd name="T5" fmla="*/ 0 h 210"/>
                <a:gd name="T6" fmla="*/ 0 w 312"/>
                <a:gd name="T7" fmla="*/ 36 h 210"/>
                <a:gd name="T8" fmla="*/ 311 w 312"/>
                <a:gd name="T9" fmla="*/ 209 h 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2"/>
                <a:gd name="T16" fmla="*/ 0 h 210"/>
                <a:gd name="T17" fmla="*/ 312 w 312"/>
                <a:gd name="T18" fmla="*/ 210 h 2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2" h="210">
                  <a:moveTo>
                    <a:pt x="311" y="209"/>
                  </a:moveTo>
                  <a:lnTo>
                    <a:pt x="311" y="168"/>
                  </a:lnTo>
                  <a:lnTo>
                    <a:pt x="0" y="0"/>
                  </a:lnTo>
                  <a:lnTo>
                    <a:pt x="0" y="36"/>
                  </a:lnTo>
                  <a:lnTo>
                    <a:pt x="311" y="209"/>
                  </a:lnTo>
                </a:path>
              </a:pathLst>
            </a:custGeom>
            <a:solidFill>
              <a:srgbClr val="CC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6" name="Freeform 82">
              <a:extLst>
                <a:ext uri="{FF2B5EF4-FFF2-40B4-BE49-F238E27FC236}">
                  <a16:creationId xmlns:a16="http://schemas.microsoft.com/office/drawing/2014/main" id="{DC2AA319-D09D-ACCC-E68D-CCF1A806E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1219"/>
              <a:ext cx="317" cy="187"/>
            </a:xfrm>
            <a:custGeom>
              <a:avLst/>
              <a:gdLst>
                <a:gd name="T0" fmla="*/ 316 w 317"/>
                <a:gd name="T1" fmla="*/ 186 h 187"/>
                <a:gd name="T2" fmla="*/ 316 w 317"/>
                <a:gd name="T3" fmla="*/ 147 h 187"/>
                <a:gd name="T4" fmla="*/ 0 w 317"/>
                <a:gd name="T5" fmla="*/ 0 h 187"/>
                <a:gd name="T6" fmla="*/ 1 w 317"/>
                <a:gd name="T7" fmla="*/ 37 h 187"/>
                <a:gd name="T8" fmla="*/ 316 w 317"/>
                <a:gd name="T9" fmla="*/ 186 h 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"/>
                <a:gd name="T16" fmla="*/ 0 h 187"/>
                <a:gd name="T17" fmla="*/ 317 w 317"/>
                <a:gd name="T18" fmla="*/ 187 h 1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" h="187">
                  <a:moveTo>
                    <a:pt x="316" y="186"/>
                  </a:moveTo>
                  <a:lnTo>
                    <a:pt x="316" y="147"/>
                  </a:lnTo>
                  <a:lnTo>
                    <a:pt x="0" y="0"/>
                  </a:lnTo>
                  <a:lnTo>
                    <a:pt x="1" y="37"/>
                  </a:lnTo>
                  <a:lnTo>
                    <a:pt x="316" y="186"/>
                  </a:lnTo>
                </a:path>
              </a:pathLst>
            </a:custGeom>
            <a:solidFill>
              <a:srgbClr val="CC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7" name="Freeform 83">
              <a:extLst>
                <a:ext uri="{FF2B5EF4-FFF2-40B4-BE49-F238E27FC236}">
                  <a16:creationId xmlns:a16="http://schemas.microsoft.com/office/drawing/2014/main" id="{2E771F5B-8DF8-D304-59C4-BD1E1C122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584"/>
              <a:ext cx="589" cy="193"/>
            </a:xfrm>
            <a:custGeom>
              <a:avLst/>
              <a:gdLst>
                <a:gd name="T0" fmla="*/ 0 w 589"/>
                <a:gd name="T1" fmla="*/ 192 h 193"/>
                <a:gd name="T2" fmla="*/ 0 w 589"/>
                <a:gd name="T3" fmla="*/ 151 h 193"/>
                <a:gd name="T4" fmla="*/ 588 w 589"/>
                <a:gd name="T5" fmla="*/ 0 h 193"/>
                <a:gd name="T6" fmla="*/ 588 w 589"/>
                <a:gd name="T7" fmla="*/ 36 h 193"/>
                <a:gd name="T8" fmla="*/ 0 w 589"/>
                <a:gd name="T9" fmla="*/ 192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9"/>
                <a:gd name="T16" fmla="*/ 0 h 193"/>
                <a:gd name="T17" fmla="*/ 589 w 589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9" h="193">
                  <a:moveTo>
                    <a:pt x="0" y="192"/>
                  </a:moveTo>
                  <a:lnTo>
                    <a:pt x="0" y="151"/>
                  </a:lnTo>
                  <a:lnTo>
                    <a:pt x="588" y="0"/>
                  </a:lnTo>
                  <a:lnTo>
                    <a:pt x="588" y="36"/>
                  </a:lnTo>
                  <a:lnTo>
                    <a:pt x="0" y="192"/>
                  </a:lnTo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8" name="Freeform 84">
              <a:extLst>
                <a:ext uri="{FF2B5EF4-FFF2-40B4-BE49-F238E27FC236}">
                  <a16:creationId xmlns:a16="http://schemas.microsoft.com/office/drawing/2014/main" id="{EF097B3B-899B-80CA-C408-07DCE8BAA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1215"/>
              <a:ext cx="588" cy="193"/>
            </a:xfrm>
            <a:custGeom>
              <a:avLst/>
              <a:gdLst>
                <a:gd name="T0" fmla="*/ 0 w 588"/>
                <a:gd name="T1" fmla="*/ 192 h 193"/>
                <a:gd name="T2" fmla="*/ 0 w 588"/>
                <a:gd name="T3" fmla="*/ 153 h 193"/>
                <a:gd name="T4" fmla="*/ 587 w 588"/>
                <a:gd name="T5" fmla="*/ 0 h 193"/>
                <a:gd name="T6" fmla="*/ 587 w 588"/>
                <a:gd name="T7" fmla="*/ 35 h 193"/>
                <a:gd name="T8" fmla="*/ 0 w 588"/>
                <a:gd name="T9" fmla="*/ 192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8"/>
                <a:gd name="T16" fmla="*/ 0 h 193"/>
                <a:gd name="T17" fmla="*/ 588 w 588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8" h="193">
                  <a:moveTo>
                    <a:pt x="0" y="192"/>
                  </a:moveTo>
                  <a:lnTo>
                    <a:pt x="0" y="153"/>
                  </a:lnTo>
                  <a:lnTo>
                    <a:pt x="587" y="0"/>
                  </a:lnTo>
                  <a:lnTo>
                    <a:pt x="587" y="35"/>
                  </a:lnTo>
                  <a:lnTo>
                    <a:pt x="0" y="192"/>
                  </a:lnTo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69" name="Freeform 85">
              <a:extLst>
                <a:ext uri="{FF2B5EF4-FFF2-40B4-BE49-F238E27FC236}">
                  <a16:creationId xmlns:a16="http://schemas.microsoft.com/office/drawing/2014/main" id="{AB5D7B72-BEDB-AA0F-9D27-0F680EECB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1259"/>
              <a:ext cx="591" cy="463"/>
            </a:xfrm>
            <a:custGeom>
              <a:avLst/>
              <a:gdLst>
                <a:gd name="T0" fmla="*/ 0 w 591"/>
                <a:gd name="T1" fmla="*/ 462 h 463"/>
                <a:gd name="T2" fmla="*/ 0 w 591"/>
                <a:gd name="T3" fmla="*/ 160 h 463"/>
                <a:gd name="T4" fmla="*/ 590 w 591"/>
                <a:gd name="T5" fmla="*/ 0 h 463"/>
                <a:gd name="T6" fmla="*/ 590 w 591"/>
                <a:gd name="T7" fmla="*/ 318 h 463"/>
                <a:gd name="T8" fmla="*/ 0 w 591"/>
                <a:gd name="T9" fmla="*/ 462 h 4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1"/>
                <a:gd name="T16" fmla="*/ 0 h 463"/>
                <a:gd name="T17" fmla="*/ 591 w 591"/>
                <a:gd name="T18" fmla="*/ 463 h 4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1" h="463">
                  <a:moveTo>
                    <a:pt x="0" y="462"/>
                  </a:moveTo>
                  <a:lnTo>
                    <a:pt x="0" y="160"/>
                  </a:lnTo>
                  <a:lnTo>
                    <a:pt x="590" y="0"/>
                  </a:lnTo>
                  <a:lnTo>
                    <a:pt x="590" y="318"/>
                  </a:lnTo>
                  <a:lnTo>
                    <a:pt x="0" y="462"/>
                  </a:lnTo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0" name="Freeform 86">
              <a:extLst>
                <a:ext uri="{FF2B5EF4-FFF2-40B4-BE49-F238E27FC236}">
                  <a16:creationId xmlns:a16="http://schemas.microsoft.com/office/drawing/2014/main" id="{D53AEEC4-27F2-E04B-9A7D-886EA482F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915"/>
              <a:ext cx="170" cy="226"/>
            </a:xfrm>
            <a:custGeom>
              <a:avLst/>
              <a:gdLst>
                <a:gd name="T0" fmla="*/ 41 w 170"/>
                <a:gd name="T1" fmla="*/ 22 h 226"/>
                <a:gd name="T2" fmla="*/ 45 w 170"/>
                <a:gd name="T3" fmla="*/ 34 h 226"/>
                <a:gd name="T4" fmla="*/ 51 w 170"/>
                <a:gd name="T5" fmla="*/ 52 h 226"/>
                <a:gd name="T6" fmla="*/ 55 w 170"/>
                <a:gd name="T7" fmla="*/ 69 h 226"/>
                <a:gd name="T8" fmla="*/ 56 w 170"/>
                <a:gd name="T9" fmla="*/ 83 h 226"/>
                <a:gd name="T10" fmla="*/ 62 w 170"/>
                <a:gd name="T11" fmla="*/ 102 h 226"/>
                <a:gd name="T12" fmla="*/ 70 w 170"/>
                <a:gd name="T13" fmla="*/ 121 h 226"/>
                <a:gd name="T14" fmla="*/ 77 w 170"/>
                <a:gd name="T15" fmla="*/ 135 h 226"/>
                <a:gd name="T16" fmla="*/ 84 w 170"/>
                <a:gd name="T17" fmla="*/ 142 h 226"/>
                <a:gd name="T18" fmla="*/ 93 w 170"/>
                <a:gd name="T19" fmla="*/ 159 h 226"/>
                <a:gd name="T20" fmla="*/ 104 w 170"/>
                <a:gd name="T21" fmla="*/ 179 h 226"/>
                <a:gd name="T22" fmla="*/ 111 w 170"/>
                <a:gd name="T23" fmla="*/ 193 h 226"/>
                <a:gd name="T24" fmla="*/ 113 w 170"/>
                <a:gd name="T25" fmla="*/ 196 h 226"/>
                <a:gd name="T26" fmla="*/ 117 w 170"/>
                <a:gd name="T27" fmla="*/ 194 h 226"/>
                <a:gd name="T28" fmla="*/ 125 w 170"/>
                <a:gd name="T29" fmla="*/ 193 h 226"/>
                <a:gd name="T30" fmla="*/ 133 w 170"/>
                <a:gd name="T31" fmla="*/ 193 h 226"/>
                <a:gd name="T32" fmla="*/ 138 w 170"/>
                <a:gd name="T33" fmla="*/ 196 h 226"/>
                <a:gd name="T34" fmla="*/ 148 w 170"/>
                <a:gd name="T35" fmla="*/ 200 h 226"/>
                <a:gd name="T36" fmla="*/ 158 w 170"/>
                <a:gd name="T37" fmla="*/ 207 h 226"/>
                <a:gd name="T38" fmla="*/ 166 w 170"/>
                <a:gd name="T39" fmla="*/ 213 h 226"/>
                <a:gd name="T40" fmla="*/ 167 w 170"/>
                <a:gd name="T41" fmla="*/ 219 h 226"/>
                <a:gd name="T42" fmla="*/ 162 w 170"/>
                <a:gd name="T43" fmla="*/ 222 h 226"/>
                <a:gd name="T44" fmla="*/ 151 w 170"/>
                <a:gd name="T45" fmla="*/ 225 h 226"/>
                <a:gd name="T46" fmla="*/ 138 w 170"/>
                <a:gd name="T47" fmla="*/ 225 h 226"/>
                <a:gd name="T48" fmla="*/ 126 w 170"/>
                <a:gd name="T49" fmla="*/ 222 h 226"/>
                <a:gd name="T50" fmla="*/ 118 w 170"/>
                <a:gd name="T51" fmla="*/ 220 h 226"/>
                <a:gd name="T52" fmla="*/ 114 w 170"/>
                <a:gd name="T53" fmla="*/ 219 h 226"/>
                <a:gd name="T54" fmla="*/ 111 w 170"/>
                <a:gd name="T55" fmla="*/ 218 h 226"/>
                <a:gd name="T56" fmla="*/ 106 w 170"/>
                <a:gd name="T57" fmla="*/ 218 h 226"/>
                <a:gd name="T58" fmla="*/ 92 w 170"/>
                <a:gd name="T59" fmla="*/ 206 h 226"/>
                <a:gd name="T60" fmla="*/ 73 w 170"/>
                <a:gd name="T61" fmla="*/ 187 h 226"/>
                <a:gd name="T62" fmla="*/ 56 w 170"/>
                <a:gd name="T63" fmla="*/ 169 h 226"/>
                <a:gd name="T64" fmla="*/ 47 w 170"/>
                <a:gd name="T65" fmla="*/ 159 h 226"/>
                <a:gd name="T66" fmla="*/ 43 w 170"/>
                <a:gd name="T67" fmla="*/ 150 h 226"/>
                <a:gd name="T68" fmla="*/ 42 w 170"/>
                <a:gd name="T69" fmla="*/ 140 h 226"/>
                <a:gd name="T70" fmla="*/ 40 w 170"/>
                <a:gd name="T71" fmla="*/ 125 h 226"/>
                <a:gd name="T72" fmla="*/ 33 w 170"/>
                <a:gd name="T73" fmla="*/ 104 h 226"/>
                <a:gd name="T74" fmla="*/ 21 w 170"/>
                <a:gd name="T75" fmla="*/ 73 h 226"/>
                <a:gd name="T76" fmla="*/ 7 w 170"/>
                <a:gd name="T77" fmla="*/ 42 h 226"/>
                <a:gd name="T78" fmla="*/ 0 w 170"/>
                <a:gd name="T79" fmla="*/ 17 h 226"/>
                <a:gd name="T80" fmla="*/ 1 w 170"/>
                <a:gd name="T81" fmla="*/ 7 h 226"/>
                <a:gd name="T82" fmla="*/ 5 w 170"/>
                <a:gd name="T83" fmla="*/ 4 h 226"/>
                <a:gd name="T84" fmla="*/ 11 w 170"/>
                <a:gd name="T85" fmla="*/ 2 h 226"/>
                <a:gd name="T86" fmla="*/ 16 w 170"/>
                <a:gd name="T87" fmla="*/ 1 h 226"/>
                <a:gd name="T88" fmla="*/ 41 w 170"/>
                <a:gd name="T89" fmla="*/ 20 h 22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0"/>
                <a:gd name="T136" fmla="*/ 0 h 226"/>
                <a:gd name="T137" fmla="*/ 170 w 170"/>
                <a:gd name="T138" fmla="*/ 226 h 22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0" h="226">
                  <a:moveTo>
                    <a:pt x="41" y="20"/>
                  </a:moveTo>
                  <a:lnTo>
                    <a:pt x="41" y="22"/>
                  </a:lnTo>
                  <a:lnTo>
                    <a:pt x="43" y="26"/>
                  </a:lnTo>
                  <a:lnTo>
                    <a:pt x="45" y="34"/>
                  </a:lnTo>
                  <a:lnTo>
                    <a:pt x="47" y="42"/>
                  </a:lnTo>
                  <a:lnTo>
                    <a:pt x="51" y="52"/>
                  </a:lnTo>
                  <a:lnTo>
                    <a:pt x="53" y="61"/>
                  </a:lnTo>
                  <a:lnTo>
                    <a:pt x="55" y="69"/>
                  </a:lnTo>
                  <a:lnTo>
                    <a:pt x="56" y="75"/>
                  </a:lnTo>
                  <a:lnTo>
                    <a:pt x="56" y="83"/>
                  </a:lnTo>
                  <a:lnTo>
                    <a:pt x="60" y="92"/>
                  </a:lnTo>
                  <a:lnTo>
                    <a:pt x="62" y="102"/>
                  </a:lnTo>
                  <a:lnTo>
                    <a:pt x="66" y="112"/>
                  </a:lnTo>
                  <a:lnTo>
                    <a:pt x="70" y="121"/>
                  </a:lnTo>
                  <a:lnTo>
                    <a:pt x="74" y="130"/>
                  </a:lnTo>
                  <a:lnTo>
                    <a:pt x="77" y="135"/>
                  </a:lnTo>
                  <a:lnTo>
                    <a:pt x="81" y="139"/>
                  </a:lnTo>
                  <a:lnTo>
                    <a:pt x="84" y="142"/>
                  </a:lnTo>
                  <a:lnTo>
                    <a:pt x="88" y="149"/>
                  </a:lnTo>
                  <a:lnTo>
                    <a:pt x="93" y="159"/>
                  </a:lnTo>
                  <a:lnTo>
                    <a:pt x="98" y="169"/>
                  </a:lnTo>
                  <a:lnTo>
                    <a:pt x="104" y="179"/>
                  </a:lnTo>
                  <a:lnTo>
                    <a:pt x="107" y="187"/>
                  </a:lnTo>
                  <a:lnTo>
                    <a:pt x="111" y="193"/>
                  </a:lnTo>
                  <a:lnTo>
                    <a:pt x="112" y="196"/>
                  </a:lnTo>
                  <a:lnTo>
                    <a:pt x="113" y="196"/>
                  </a:lnTo>
                  <a:lnTo>
                    <a:pt x="114" y="194"/>
                  </a:lnTo>
                  <a:lnTo>
                    <a:pt x="117" y="194"/>
                  </a:lnTo>
                  <a:lnTo>
                    <a:pt x="121" y="193"/>
                  </a:lnTo>
                  <a:lnTo>
                    <a:pt x="125" y="193"/>
                  </a:lnTo>
                  <a:lnTo>
                    <a:pt x="128" y="193"/>
                  </a:lnTo>
                  <a:lnTo>
                    <a:pt x="133" y="193"/>
                  </a:lnTo>
                  <a:lnTo>
                    <a:pt x="135" y="194"/>
                  </a:lnTo>
                  <a:lnTo>
                    <a:pt x="138" y="196"/>
                  </a:lnTo>
                  <a:lnTo>
                    <a:pt x="143" y="198"/>
                  </a:lnTo>
                  <a:lnTo>
                    <a:pt x="148" y="200"/>
                  </a:lnTo>
                  <a:lnTo>
                    <a:pt x="153" y="203"/>
                  </a:lnTo>
                  <a:lnTo>
                    <a:pt x="158" y="207"/>
                  </a:lnTo>
                  <a:lnTo>
                    <a:pt x="162" y="210"/>
                  </a:lnTo>
                  <a:lnTo>
                    <a:pt x="166" y="213"/>
                  </a:lnTo>
                  <a:lnTo>
                    <a:pt x="169" y="217"/>
                  </a:lnTo>
                  <a:lnTo>
                    <a:pt x="167" y="219"/>
                  </a:lnTo>
                  <a:lnTo>
                    <a:pt x="166" y="221"/>
                  </a:lnTo>
                  <a:lnTo>
                    <a:pt x="162" y="222"/>
                  </a:lnTo>
                  <a:lnTo>
                    <a:pt x="157" y="223"/>
                  </a:lnTo>
                  <a:lnTo>
                    <a:pt x="151" y="225"/>
                  </a:lnTo>
                  <a:lnTo>
                    <a:pt x="145" y="225"/>
                  </a:lnTo>
                  <a:lnTo>
                    <a:pt x="138" y="225"/>
                  </a:lnTo>
                  <a:lnTo>
                    <a:pt x="132" y="223"/>
                  </a:lnTo>
                  <a:lnTo>
                    <a:pt x="126" y="222"/>
                  </a:lnTo>
                  <a:lnTo>
                    <a:pt x="122" y="221"/>
                  </a:lnTo>
                  <a:lnTo>
                    <a:pt x="118" y="220"/>
                  </a:lnTo>
                  <a:lnTo>
                    <a:pt x="116" y="219"/>
                  </a:lnTo>
                  <a:lnTo>
                    <a:pt x="114" y="219"/>
                  </a:lnTo>
                  <a:lnTo>
                    <a:pt x="112" y="218"/>
                  </a:lnTo>
                  <a:lnTo>
                    <a:pt x="111" y="218"/>
                  </a:lnTo>
                  <a:lnTo>
                    <a:pt x="110" y="219"/>
                  </a:lnTo>
                  <a:lnTo>
                    <a:pt x="106" y="218"/>
                  </a:lnTo>
                  <a:lnTo>
                    <a:pt x="101" y="212"/>
                  </a:lnTo>
                  <a:lnTo>
                    <a:pt x="92" y="206"/>
                  </a:lnTo>
                  <a:lnTo>
                    <a:pt x="83" y="197"/>
                  </a:lnTo>
                  <a:lnTo>
                    <a:pt x="73" y="187"/>
                  </a:lnTo>
                  <a:lnTo>
                    <a:pt x="64" y="177"/>
                  </a:lnTo>
                  <a:lnTo>
                    <a:pt x="56" y="169"/>
                  </a:lnTo>
                  <a:lnTo>
                    <a:pt x="51" y="163"/>
                  </a:lnTo>
                  <a:lnTo>
                    <a:pt x="47" y="159"/>
                  </a:lnTo>
                  <a:lnTo>
                    <a:pt x="45" y="154"/>
                  </a:lnTo>
                  <a:lnTo>
                    <a:pt x="43" y="150"/>
                  </a:lnTo>
                  <a:lnTo>
                    <a:pt x="43" y="145"/>
                  </a:lnTo>
                  <a:lnTo>
                    <a:pt x="42" y="140"/>
                  </a:lnTo>
                  <a:lnTo>
                    <a:pt x="41" y="133"/>
                  </a:lnTo>
                  <a:lnTo>
                    <a:pt x="40" y="125"/>
                  </a:lnTo>
                  <a:lnTo>
                    <a:pt x="37" y="115"/>
                  </a:lnTo>
                  <a:lnTo>
                    <a:pt x="33" y="104"/>
                  </a:lnTo>
                  <a:lnTo>
                    <a:pt x="27" y="90"/>
                  </a:lnTo>
                  <a:lnTo>
                    <a:pt x="21" y="73"/>
                  </a:lnTo>
                  <a:lnTo>
                    <a:pt x="14" y="57"/>
                  </a:lnTo>
                  <a:lnTo>
                    <a:pt x="7" y="42"/>
                  </a:lnTo>
                  <a:lnTo>
                    <a:pt x="3" y="28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1" y="7"/>
                  </a:lnTo>
                  <a:lnTo>
                    <a:pt x="3" y="5"/>
                  </a:lnTo>
                  <a:lnTo>
                    <a:pt x="5" y="4"/>
                  </a:lnTo>
                  <a:lnTo>
                    <a:pt x="7" y="3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6" y="1"/>
                  </a:lnTo>
                  <a:lnTo>
                    <a:pt x="17" y="0"/>
                  </a:lnTo>
                  <a:lnTo>
                    <a:pt x="41" y="20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1" name="Freeform 87">
              <a:extLst>
                <a:ext uri="{FF2B5EF4-FFF2-40B4-BE49-F238E27FC236}">
                  <a16:creationId xmlns:a16="http://schemas.microsoft.com/office/drawing/2014/main" id="{D09A2A86-BD0A-3F57-ACCF-DA6E39F5F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915"/>
              <a:ext cx="175" cy="221"/>
            </a:xfrm>
            <a:custGeom>
              <a:avLst/>
              <a:gdLst>
                <a:gd name="T0" fmla="*/ 46 w 175"/>
                <a:gd name="T1" fmla="*/ 20 h 221"/>
                <a:gd name="T2" fmla="*/ 50 w 175"/>
                <a:gd name="T3" fmla="*/ 31 h 221"/>
                <a:gd name="T4" fmla="*/ 56 w 175"/>
                <a:gd name="T5" fmla="*/ 48 h 221"/>
                <a:gd name="T6" fmla="*/ 60 w 175"/>
                <a:gd name="T7" fmla="*/ 63 h 221"/>
                <a:gd name="T8" fmla="*/ 63 w 175"/>
                <a:gd name="T9" fmla="*/ 78 h 221"/>
                <a:gd name="T10" fmla="*/ 68 w 175"/>
                <a:gd name="T11" fmla="*/ 97 h 221"/>
                <a:gd name="T12" fmla="*/ 76 w 175"/>
                <a:gd name="T13" fmla="*/ 116 h 221"/>
                <a:gd name="T14" fmla="*/ 84 w 175"/>
                <a:gd name="T15" fmla="*/ 130 h 221"/>
                <a:gd name="T16" fmla="*/ 89 w 175"/>
                <a:gd name="T17" fmla="*/ 137 h 221"/>
                <a:gd name="T18" fmla="*/ 99 w 175"/>
                <a:gd name="T19" fmla="*/ 154 h 221"/>
                <a:gd name="T20" fmla="*/ 109 w 175"/>
                <a:gd name="T21" fmla="*/ 174 h 221"/>
                <a:gd name="T22" fmla="*/ 116 w 175"/>
                <a:gd name="T23" fmla="*/ 188 h 221"/>
                <a:gd name="T24" fmla="*/ 118 w 175"/>
                <a:gd name="T25" fmla="*/ 190 h 221"/>
                <a:gd name="T26" fmla="*/ 124 w 175"/>
                <a:gd name="T27" fmla="*/ 189 h 221"/>
                <a:gd name="T28" fmla="*/ 130 w 175"/>
                <a:gd name="T29" fmla="*/ 188 h 221"/>
                <a:gd name="T30" fmla="*/ 138 w 175"/>
                <a:gd name="T31" fmla="*/ 188 h 221"/>
                <a:gd name="T32" fmla="*/ 145 w 175"/>
                <a:gd name="T33" fmla="*/ 190 h 221"/>
                <a:gd name="T34" fmla="*/ 154 w 175"/>
                <a:gd name="T35" fmla="*/ 195 h 221"/>
                <a:gd name="T36" fmla="*/ 164 w 175"/>
                <a:gd name="T37" fmla="*/ 202 h 221"/>
                <a:gd name="T38" fmla="*/ 171 w 175"/>
                <a:gd name="T39" fmla="*/ 208 h 221"/>
                <a:gd name="T40" fmla="*/ 174 w 175"/>
                <a:gd name="T41" fmla="*/ 214 h 221"/>
                <a:gd name="T42" fmla="*/ 168 w 175"/>
                <a:gd name="T43" fmla="*/ 217 h 221"/>
                <a:gd name="T44" fmla="*/ 157 w 175"/>
                <a:gd name="T45" fmla="*/ 220 h 221"/>
                <a:gd name="T46" fmla="*/ 144 w 175"/>
                <a:gd name="T47" fmla="*/ 220 h 221"/>
                <a:gd name="T48" fmla="*/ 132 w 175"/>
                <a:gd name="T49" fmla="*/ 217 h 221"/>
                <a:gd name="T50" fmla="*/ 125 w 175"/>
                <a:gd name="T51" fmla="*/ 215 h 221"/>
                <a:gd name="T52" fmla="*/ 120 w 175"/>
                <a:gd name="T53" fmla="*/ 214 h 221"/>
                <a:gd name="T54" fmla="*/ 117 w 175"/>
                <a:gd name="T55" fmla="*/ 214 h 221"/>
                <a:gd name="T56" fmla="*/ 113 w 175"/>
                <a:gd name="T57" fmla="*/ 213 h 221"/>
                <a:gd name="T58" fmla="*/ 98 w 175"/>
                <a:gd name="T59" fmla="*/ 201 h 221"/>
                <a:gd name="T60" fmla="*/ 79 w 175"/>
                <a:gd name="T61" fmla="*/ 182 h 221"/>
                <a:gd name="T62" fmla="*/ 63 w 175"/>
                <a:gd name="T63" fmla="*/ 164 h 221"/>
                <a:gd name="T64" fmla="*/ 52 w 175"/>
                <a:gd name="T65" fmla="*/ 152 h 221"/>
                <a:gd name="T66" fmla="*/ 39 w 175"/>
                <a:gd name="T67" fmla="*/ 138 h 221"/>
                <a:gd name="T68" fmla="*/ 25 w 175"/>
                <a:gd name="T69" fmla="*/ 119 h 221"/>
                <a:gd name="T70" fmla="*/ 14 w 175"/>
                <a:gd name="T71" fmla="*/ 99 h 221"/>
                <a:gd name="T72" fmla="*/ 7 w 175"/>
                <a:gd name="T73" fmla="*/ 77 h 221"/>
                <a:gd name="T74" fmla="*/ 3 w 175"/>
                <a:gd name="T75" fmla="*/ 52 h 221"/>
                <a:gd name="T76" fmla="*/ 1 w 175"/>
                <a:gd name="T77" fmla="*/ 27 h 221"/>
                <a:gd name="T78" fmla="*/ 0 w 175"/>
                <a:gd name="T79" fmla="*/ 10 h 221"/>
                <a:gd name="T80" fmla="*/ 2 w 175"/>
                <a:gd name="T81" fmla="*/ 1 h 221"/>
                <a:gd name="T82" fmla="*/ 6 w 175"/>
                <a:gd name="T83" fmla="*/ 1 h 221"/>
                <a:gd name="T84" fmla="*/ 11 w 175"/>
                <a:gd name="T85" fmla="*/ 4 h 221"/>
                <a:gd name="T86" fmla="*/ 15 w 175"/>
                <a:gd name="T87" fmla="*/ 6 h 221"/>
                <a:gd name="T88" fmla="*/ 46 w 175"/>
                <a:gd name="T89" fmla="*/ 18 h 2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5"/>
                <a:gd name="T136" fmla="*/ 0 h 221"/>
                <a:gd name="T137" fmla="*/ 175 w 175"/>
                <a:gd name="T138" fmla="*/ 221 h 22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5" h="221">
                  <a:moveTo>
                    <a:pt x="46" y="18"/>
                  </a:moveTo>
                  <a:lnTo>
                    <a:pt x="46" y="20"/>
                  </a:lnTo>
                  <a:lnTo>
                    <a:pt x="48" y="24"/>
                  </a:lnTo>
                  <a:lnTo>
                    <a:pt x="50" y="31"/>
                  </a:lnTo>
                  <a:lnTo>
                    <a:pt x="54" y="39"/>
                  </a:lnTo>
                  <a:lnTo>
                    <a:pt x="56" y="48"/>
                  </a:lnTo>
                  <a:lnTo>
                    <a:pt x="58" y="55"/>
                  </a:lnTo>
                  <a:lnTo>
                    <a:pt x="60" y="63"/>
                  </a:lnTo>
                  <a:lnTo>
                    <a:pt x="62" y="71"/>
                  </a:lnTo>
                  <a:lnTo>
                    <a:pt x="63" y="78"/>
                  </a:lnTo>
                  <a:lnTo>
                    <a:pt x="65" y="87"/>
                  </a:lnTo>
                  <a:lnTo>
                    <a:pt x="68" y="97"/>
                  </a:lnTo>
                  <a:lnTo>
                    <a:pt x="72" y="107"/>
                  </a:lnTo>
                  <a:lnTo>
                    <a:pt x="76" y="116"/>
                  </a:lnTo>
                  <a:lnTo>
                    <a:pt x="79" y="125"/>
                  </a:lnTo>
                  <a:lnTo>
                    <a:pt x="84" y="130"/>
                  </a:lnTo>
                  <a:lnTo>
                    <a:pt x="86" y="134"/>
                  </a:lnTo>
                  <a:lnTo>
                    <a:pt x="89" y="137"/>
                  </a:lnTo>
                  <a:lnTo>
                    <a:pt x="94" y="144"/>
                  </a:lnTo>
                  <a:lnTo>
                    <a:pt x="99" y="154"/>
                  </a:lnTo>
                  <a:lnTo>
                    <a:pt x="105" y="164"/>
                  </a:lnTo>
                  <a:lnTo>
                    <a:pt x="109" y="174"/>
                  </a:lnTo>
                  <a:lnTo>
                    <a:pt x="114" y="182"/>
                  </a:lnTo>
                  <a:lnTo>
                    <a:pt x="116" y="188"/>
                  </a:lnTo>
                  <a:lnTo>
                    <a:pt x="118" y="190"/>
                  </a:lnTo>
                  <a:lnTo>
                    <a:pt x="120" y="190"/>
                  </a:lnTo>
                  <a:lnTo>
                    <a:pt x="124" y="189"/>
                  </a:lnTo>
                  <a:lnTo>
                    <a:pt x="127" y="188"/>
                  </a:lnTo>
                  <a:lnTo>
                    <a:pt x="130" y="188"/>
                  </a:lnTo>
                  <a:lnTo>
                    <a:pt x="135" y="188"/>
                  </a:lnTo>
                  <a:lnTo>
                    <a:pt x="138" y="188"/>
                  </a:lnTo>
                  <a:lnTo>
                    <a:pt x="141" y="189"/>
                  </a:lnTo>
                  <a:lnTo>
                    <a:pt x="145" y="190"/>
                  </a:lnTo>
                  <a:lnTo>
                    <a:pt x="149" y="193"/>
                  </a:lnTo>
                  <a:lnTo>
                    <a:pt x="154" y="195"/>
                  </a:lnTo>
                  <a:lnTo>
                    <a:pt x="159" y="198"/>
                  </a:lnTo>
                  <a:lnTo>
                    <a:pt x="164" y="202"/>
                  </a:lnTo>
                  <a:lnTo>
                    <a:pt x="168" y="205"/>
                  </a:lnTo>
                  <a:lnTo>
                    <a:pt x="171" y="208"/>
                  </a:lnTo>
                  <a:lnTo>
                    <a:pt x="174" y="212"/>
                  </a:lnTo>
                  <a:lnTo>
                    <a:pt x="174" y="214"/>
                  </a:lnTo>
                  <a:lnTo>
                    <a:pt x="171" y="216"/>
                  </a:lnTo>
                  <a:lnTo>
                    <a:pt x="168" y="217"/>
                  </a:lnTo>
                  <a:lnTo>
                    <a:pt x="162" y="218"/>
                  </a:lnTo>
                  <a:lnTo>
                    <a:pt x="157" y="220"/>
                  </a:lnTo>
                  <a:lnTo>
                    <a:pt x="150" y="220"/>
                  </a:lnTo>
                  <a:lnTo>
                    <a:pt x="144" y="220"/>
                  </a:lnTo>
                  <a:lnTo>
                    <a:pt x="138" y="218"/>
                  </a:lnTo>
                  <a:lnTo>
                    <a:pt x="132" y="217"/>
                  </a:lnTo>
                  <a:lnTo>
                    <a:pt x="128" y="216"/>
                  </a:lnTo>
                  <a:lnTo>
                    <a:pt x="125" y="215"/>
                  </a:lnTo>
                  <a:lnTo>
                    <a:pt x="123" y="214"/>
                  </a:lnTo>
                  <a:lnTo>
                    <a:pt x="120" y="214"/>
                  </a:lnTo>
                  <a:lnTo>
                    <a:pt x="118" y="213"/>
                  </a:lnTo>
                  <a:lnTo>
                    <a:pt x="117" y="214"/>
                  </a:lnTo>
                  <a:lnTo>
                    <a:pt x="116" y="214"/>
                  </a:lnTo>
                  <a:lnTo>
                    <a:pt x="113" y="213"/>
                  </a:lnTo>
                  <a:lnTo>
                    <a:pt x="106" y="208"/>
                  </a:lnTo>
                  <a:lnTo>
                    <a:pt x="98" y="201"/>
                  </a:lnTo>
                  <a:lnTo>
                    <a:pt x="89" y="192"/>
                  </a:lnTo>
                  <a:lnTo>
                    <a:pt x="79" y="182"/>
                  </a:lnTo>
                  <a:lnTo>
                    <a:pt x="70" y="171"/>
                  </a:lnTo>
                  <a:lnTo>
                    <a:pt x="63" y="164"/>
                  </a:lnTo>
                  <a:lnTo>
                    <a:pt x="57" y="158"/>
                  </a:lnTo>
                  <a:lnTo>
                    <a:pt x="52" y="152"/>
                  </a:lnTo>
                  <a:lnTo>
                    <a:pt x="46" y="146"/>
                  </a:lnTo>
                  <a:lnTo>
                    <a:pt x="39" y="138"/>
                  </a:lnTo>
                  <a:lnTo>
                    <a:pt x="32" y="129"/>
                  </a:lnTo>
                  <a:lnTo>
                    <a:pt x="25" y="119"/>
                  </a:lnTo>
                  <a:lnTo>
                    <a:pt x="18" y="109"/>
                  </a:lnTo>
                  <a:lnTo>
                    <a:pt x="14" y="99"/>
                  </a:lnTo>
                  <a:lnTo>
                    <a:pt x="9" y="88"/>
                  </a:lnTo>
                  <a:lnTo>
                    <a:pt x="7" y="77"/>
                  </a:lnTo>
                  <a:lnTo>
                    <a:pt x="5" y="64"/>
                  </a:lnTo>
                  <a:lnTo>
                    <a:pt x="3" y="52"/>
                  </a:lnTo>
                  <a:lnTo>
                    <a:pt x="2" y="40"/>
                  </a:lnTo>
                  <a:lnTo>
                    <a:pt x="1" y="27"/>
                  </a:lnTo>
                  <a:lnTo>
                    <a:pt x="0" y="17"/>
                  </a:lnTo>
                  <a:lnTo>
                    <a:pt x="0" y="10"/>
                  </a:lnTo>
                  <a:lnTo>
                    <a:pt x="1" y="4"/>
                  </a:lnTo>
                  <a:lnTo>
                    <a:pt x="2" y="1"/>
                  </a:lnTo>
                  <a:lnTo>
                    <a:pt x="4" y="0"/>
                  </a:lnTo>
                  <a:lnTo>
                    <a:pt x="6" y="1"/>
                  </a:lnTo>
                  <a:lnTo>
                    <a:pt x="8" y="2"/>
                  </a:lnTo>
                  <a:lnTo>
                    <a:pt x="11" y="4"/>
                  </a:lnTo>
                  <a:lnTo>
                    <a:pt x="13" y="5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46" y="18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2" name="Freeform 88">
              <a:extLst>
                <a:ext uri="{FF2B5EF4-FFF2-40B4-BE49-F238E27FC236}">
                  <a16:creationId xmlns:a16="http://schemas.microsoft.com/office/drawing/2014/main" id="{87A884DC-C2CD-013A-6946-F5DB34D3E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0" y="1270"/>
              <a:ext cx="312" cy="451"/>
            </a:xfrm>
            <a:custGeom>
              <a:avLst/>
              <a:gdLst>
                <a:gd name="T0" fmla="*/ 311 w 312"/>
                <a:gd name="T1" fmla="*/ 450 h 451"/>
                <a:gd name="T2" fmla="*/ 311 w 312"/>
                <a:gd name="T3" fmla="*/ 148 h 451"/>
                <a:gd name="T4" fmla="*/ 0 w 312"/>
                <a:gd name="T5" fmla="*/ 0 h 451"/>
                <a:gd name="T6" fmla="*/ 0 w 312"/>
                <a:gd name="T7" fmla="*/ 281 h 451"/>
                <a:gd name="T8" fmla="*/ 311 w 312"/>
                <a:gd name="T9" fmla="*/ 450 h 4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2"/>
                <a:gd name="T16" fmla="*/ 0 h 451"/>
                <a:gd name="T17" fmla="*/ 312 w 312"/>
                <a:gd name="T18" fmla="*/ 451 h 4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2" h="451">
                  <a:moveTo>
                    <a:pt x="311" y="450"/>
                  </a:moveTo>
                  <a:lnTo>
                    <a:pt x="311" y="148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311" y="450"/>
                  </a:lnTo>
                </a:path>
              </a:pathLst>
            </a:custGeom>
            <a:solidFill>
              <a:srgbClr val="CC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3" name="Freeform 89">
              <a:extLst>
                <a:ext uri="{FF2B5EF4-FFF2-40B4-BE49-F238E27FC236}">
                  <a16:creationId xmlns:a16="http://schemas.microsoft.com/office/drawing/2014/main" id="{C23AC196-F6DF-B01A-6C3C-DF8BB9C6A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1111"/>
              <a:ext cx="252" cy="107"/>
            </a:xfrm>
            <a:custGeom>
              <a:avLst/>
              <a:gdLst>
                <a:gd name="T0" fmla="*/ 251 w 252"/>
                <a:gd name="T1" fmla="*/ 18 h 107"/>
                <a:gd name="T2" fmla="*/ 87 w 252"/>
                <a:gd name="T3" fmla="*/ 106 h 107"/>
                <a:gd name="T4" fmla="*/ 0 w 252"/>
                <a:gd name="T5" fmla="*/ 87 h 107"/>
                <a:gd name="T6" fmla="*/ 163 w 252"/>
                <a:gd name="T7" fmla="*/ 0 h 107"/>
                <a:gd name="T8" fmla="*/ 251 w 252"/>
                <a:gd name="T9" fmla="*/ 18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107"/>
                <a:gd name="T17" fmla="*/ 252 w 252"/>
                <a:gd name="T18" fmla="*/ 107 h 1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107">
                  <a:moveTo>
                    <a:pt x="251" y="18"/>
                  </a:moveTo>
                  <a:lnTo>
                    <a:pt x="87" y="106"/>
                  </a:lnTo>
                  <a:lnTo>
                    <a:pt x="0" y="87"/>
                  </a:lnTo>
                  <a:lnTo>
                    <a:pt x="163" y="0"/>
                  </a:lnTo>
                  <a:lnTo>
                    <a:pt x="251" y="18"/>
                  </a:ln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4" name="Freeform 90">
              <a:extLst>
                <a:ext uri="{FF2B5EF4-FFF2-40B4-BE49-F238E27FC236}">
                  <a16:creationId xmlns:a16="http://schemas.microsoft.com/office/drawing/2014/main" id="{CE5826C5-CBF5-71FF-4BEF-A19FC85E1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894"/>
              <a:ext cx="279" cy="279"/>
            </a:xfrm>
            <a:custGeom>
              <a:avLst/>
              <a:gdLst>
                <a:gd name="T0" fmla="*/ 58 w 279"/>
                <a:gd name="T1" fmla="*/ 26 h 279"/>
                <a:gd name="T2" fmla="*/ 65 w 279"/>
                <a:gd name="T3" fmla="*/ 44 h 279"/>
                <a:gd name="T4" fmla="*/ 78 w 279"/>
                <a:gd name="T5" fmla="*/ 71 h 279"/>
                <a:gd name="T6" fmla="*/ 89 w 279"/>
                <a:gd name="T7" fmla="*/ 97 h 279"/>
                <a:gd name="T8" fmla="*/ 96 w 279"/>
                <a:gd name="T9" fmla="*/ 115 h 279"/>
                <a:gd name="T10" fmla="*/ 102 w 279"/>
                <a:gd name="T11" fmla="*/ 135 h 279"/>
                <a:gd name="T12" fmla="*/ 111 w 279"/>
                <a:gd name="T13" fmla="*/ 155 h 279"/>
                <a:gd name="T14" fmla="*/ 119 w 279"/>
                <a:gd name="T15" fmla="*/ 169 h 279"/>
                <a:gd name="T16" fmla="*/ 130 w 279"/>
                <a:gd name="T17" fmla="*/ 175 h 279"/>
                <a:gd name="T18" fmla="*/ 157 w 279"/>
                <a:gd name="T19" fmla="*/ 194 h 279"/>
                <a:gd name="T20" fmla="*/ 188 w 279"/>
                <a:gd name="T21" fmla="*/ 220 h 279"/>
                <a:gd name="T22" fmla="*/ 211 w 279"/>
                <a:gd name="T23" fmla="*/ 239 h 279"/>
                <a:gd name="T24" fmla="*/ 215 w 279"/>
                <a:gd name="T25" fmla="*/ 241 h 279"/>
                <a:gd name="T26" fmla="*/ 219 w 279"/>
                <a:gd name="T27" fmla="*/ 240 h 279"/>
                <a:gd name="T28" fmla="*/ 225 w 279"/>
                <a:gd name="T29" fmla="*/ 240 h 279"/>
                <a:gd name="T30" fmla="*/ 233 w 279"/>
                <a:gd name="T31" fmla="*/ 240 h 279"/>
                <a:gd name="T32" fmla="*/ 242 w 279"/>
                <a:gd name="T33" fmla="*/ 243 h 279"/>
                <a:gd name="T34" fmla="*/ 253 w 279"/>
                <a:gd name="T35" fmla="*/ 249 h 279"/>
                <a:gd name="T36" fmla="*/ 265 w 279"/>
                <a:gd name="T37" fmla="*/ 256 h 279"/>
                <a:gd name="T38" fmla="*/ 274 w 279"/>
                <a:gd name="T39" fmla="*/ 264 h 279"/>
                <a:gd name="T40" fmla="*/ 278 w 279"/>
                <a:gd name="T41" fmla="*/ 272 h 279"/>
                <a:gd name="T42" fmla="*/ 272 w 279"/>
                <a:gd name="T43" fmla="*/ 276 h 279"/>
                <a:gd name="T44" fmla="*/ 261 w 279"/>
                <a:gd name="T45" fmla="*/ 278 h 279"/>
                <a:gd name="T46" fmla="*/ 246 w 279"/>
                <a:gd name="T47" fmla="*/ 276 h 279"/>
                <a:gd name="T48" fmla="*/ 231 w 279"/>
                <a:gd name="T49" fmla="*/ 272 h 279"/>
                <a:gd name="T50" fmla="*/ 221 w 279"/>
                <a:gd name="T51" fmla="*/ 269 h 279"/>
                <a:gd name="T52" fmla="*/ 214 w 279"/>
                <a:gd name="T53" fmla="*/ 266 h 279"/>
                <a:gd name="T54" fmla="*/ 209 w 279"/>
                <a:gd name="T55" fmla="*/ 265 h 279"/>
                <a:gd name="T56" fmla="*/ 203 w 279"/>
                <a:gd name="T57" fmla="*/ 265 h 279"/>
                <a:gd name="T58" fmla="*/ 184 w 279"/>
                <a:gd name="T59" fmla="*/ 260 h 279"/>
                <a:gd name="T60" fmla="*/ 159 w 279"/>
                <a:gd name="T61" fmla="*/ 249 h 279"/>
                <a:gd name="T62" fmla="*/ 136 w 279"/>
                <a:gd name="T63" fmla="*/ 236 h 279"/>
                <a:gd name="T64" fmla="*/ 119 w 279"/>
                <a:gd name="T65" fmla="*/ 225 h 279"/>
                <a:gd name="T66" fmla="*/ 99 w 279"/>
                <a:gd name="T67" fmla="*/ 207 h 279"/>
                <a:gd name="T68" fmla="*/ 77 w 279"/>
                <a:gd name="T69" fmla="*/ 184 h 279"/>
                <a:gd name="T70" fmla="*/ 58 w 279"/>
                <a:gd name="T71" fmla="*/ 157 h 279"/>
                <a:gd name="T72" fmla="*/ 42 w 279"/>
                <a:gd name="T73" fmla="*/ 128 h 279"/>
                <a:gd name="T74" fmla="*/ 25 w 279"/>
                <a:gd name="T75" fmla="*/ 93 h 279"/>
                <a:gd name="T76" fmla="*/ 11 w 279"/>
                <a:gd name="T77" fmla="*/ 56 h 279"/>
                <a:gd name="T78" fmla="*/ 1 w 279"/>
                <a:gd name="T79" fmla="*/ 28 h 279"/>
                <a:gd name="T80" fmla="*/ 1 w 279"/>
                <a:gd name="T81" fmla="*/ 14 h 279"/>
                <a:gd name="T82" fmla="*/ 3 w 279"/>
                <a:gd name="T83" fmla="*/ 7 h 279"/>
                <a:gd name="T84" fmla="*/ 8 w 279"/>
                <a:gd name="T85" fmla="*/ 4 h 279"/>
                <a:gd name="T86" fmla="*/ 14 w 279"/>
                <a:gd name="T87" fmla="*/ 2 h 279"/>
                <a:gd name="T88" fmla="*/ 55 w 279"/>
                <a:gd name="T89" fmla="*/ 24 h 27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79"/>
                <a:gd name="T136" fmla="*/ 0 h 279"/>
                <a:gd name="T137" fmla="*/ 279 w 279"/>
                <a:gd name="T138" fmla="*/ 279 h 27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79" h="279">
                  <a:moveTo>
                    <a:pt x="55" y="24"/>
                  </a:moveTo>
                  <a:lnTo>
                    <a:pt x="58" y="26"/>
                  </a:lnTo>
                  <a:lnTo>
                    <a:pt x="61" y="34"/>
                  </a:lnTo>
                  <a:lnTo>
                    <a:pt x="65" y="44"/>
                  </a:lnTo>
                  <a:lnTo>
                    <a:pt x="72" y="57"/>
                  </a:lnTo>
                  <a:lnTo>
                    <a:pt x="78" y="71"/>
                  </a:lnTo>
                  <a:lnTo>
                    <a:pt x="84" y="85"/>
                  </a:lnTo>
                  <a:lnTo>
                    <a:pt x="89" y="97"/>
                  </a:lnTo>
                  <a:lnTo>
                    <a:pt x="93" y="106"/>
                  </a:lnTo>
                  <a:lnTo>
                    <a:pt x="96" y="115"/>
                  </a:lnTo>
                  <a:lnTo>
                    <a:pt x="99" y="125"/>
                  </a:lnTo>
                  <a:lnTo>
                    <a:pt x="102" y="135"/>
                  </a:lnTo>
                  <a:lnTo>
                    <a:pt x="107" y="145"/>
                  </a:lnTo>
                  <a:lnTo>
                    <a:pt x="111" y="155"/>
                  </a:lnTo>
                  <a:lnTo>
                    <a:pt x="116" y="163"/>
                  </a:lnTo>
                  <a:lnTo>
                    <a:pt x="119" y="169"/>
                  </a:lnTo>
                  <a:lnTo>
                    <a:pt x="123" y="171"/>
                  </a:lnTo>
                  <a:lnTo>
                    <a:pt x="130" y="175"/>
                  </a:lnTo>
                  <a:lnTo>
                    <a:pt x="141" y="183"/>
                  </a:lnTo>
                  <a:lnTo>
                    <a:pt x="157" y="194"/>
                  </a:lnTo>
                  <a:lnTo>
                    <a:pt x="173" y="207"/>
                  </a:lnTo>
                  <a:lnTo>
                    <a:pt x="188" y="220"/>
                  </a:lnTo>
                  <a:lnTo>
                    <a:pt x="202" y="231"/>
                  </a:lnTo>
                  <a:lnTo>
                    <a:pt x="211" y="239"/>
                  </a:lnTo>
                  <a:lnTo>
                    <a:pt x="215" y="241"/>
                  </a:lnTo>
                  <a:lnTo>
                    <a:pt x="216" y="241"/>
                  </a:lnTo>
                  <a:lnTo>
                    <a:pt x="219" y="240"/>
                  </a:lnTo>
                  <a:lnTo>
                    <a:pt x="222" y="240"/>
                  </a:lnTo>
                  <a:lnTo>
                    <a:pt x="225" y="240"/>
                  </a:lnTo>
                  <a:lnTo>
                    <a:pt x="229" y="240"/>
                  </a:lnTo>
                  <a:lnTo>
                    <a:pt x="233" y="240"/>
                  </a:lnTo>
                  <a:lnTo>
                    <a:pt x="237" y="241"/>
                  </a:lnTo>
                  <a:lnTo>
                    <a:pt x="242" y="243"/>
                  </a:lnTo>
                  <a:lnTo>
                    <a:pt x="247" y="246"/>
                  </a:lnTo>
                  <a:lnTo>
                    <a:pt x="253" y="249"/>
                  </a:lnTo>
                  <a:lnTo>
                    <a:pt x="260" y="253"/>
                  </a:lnTo>
                  <a:lnTo>
                    <a:pt x="265" y="256"/>
                  </a:lnTo>
                  <a:lnTo>
                    <a:pt x="271" y="261"/>
                  </a:lnTo>
                  <a:lnTo>
                    <a:pt x="274" y="264"/>
                  </a:lnTo>
                  <a:lnTo>
                    <a:pt x="278" y="269"/>
                  </a:lnTo>
                  <a:lnTo>
                    <a:pt x="278" y="272"/>
                  </a:lnTo>
                  <a:lnTo>
                    <a:pt x="275" y="274"/>
                  </a:lnTo>
                  <a:lnTo>
                    <a:pt x="272" y="276"/>
                  </a:lnTo>
                  <a:lnTo>
                    <a:pt x="267" y="278"/>
                  </a:lnTo>
                  <a:lnTo>
                    <a:pt x="261" y="278"/>
                  </a:lnTo>
                  <a:lnTo>
                    <a:pt x="254" y="278"/>
                  </a:lnTo>
                  <a:lnTo>
                    <a:pt x="246" y="276"/>
                  </a:lnTo>
                  <a:lnTo>
                    <a:pt x="238" y="274"/>
                  </a:lnTo>
                  <a:lnTo>
                    <a:pt x="231" y="272"/>
                  </a:lnTo>
                  <a:lnTo>
                    <a:pt x="225" y="270"/>
                  </a:lnTo>
                  <a:lnTo>
                    <a:pt x="221" y="269"/>
                  </a:lnTo>
                  <a:lnTo>
                    <a:pt x="216" y="266"/>
                  </a:lnTo>
                  <a:lnTo>
                    <a:pt x="214" y="266"/>
                  </a:lnTo>
                  <a:lnTo>
                    <a:pt x="211" y="265"/>
                  </a:lnTo>
                  <a:lnTo>
                    <a:pt x="209" y="265"/>
                  </a:lnTo>
                  <a:lnTo>
                    <a:pt x="207" y="266"/>
                  </a:lnTo>
                  <a:lnTo>
                    <a:pt x="203" y="265"/>
                  </a:lnTo>
                  <a:lnTo>
                    <a:pt x="195" y="263"/>
                  </a:lnTo>
                  <a:lnTo>
                    <a:pt x="184" y="260"/>
                  </a:lnTo>
                  <a:lnTo>
                    <a:pt x="173" y="254"/>
                  </a:lnTo>
                  <a:lnTo>
                    <a:pt x="159" y="249"/>
                  </a:lnTo>
                  <a:lnTo>
                    <a:pt x="147" y="242"/>
                  </a:lnTo>
                  <a:lnTo>
                    <a:pt x="136" y="236"/>
                  </a:lnTo>
                  <a:lnTo>
                    <a:pt x="127" y="231"/>
                  </a:lnTo>
                  <a:lnTo>
                    <a:pt x="119" y="225"/>
                  </a:lnTo>
                  <a:lnTo>
                    <a:pt x="110" y="216"/>
                  </a:lnTo>
                  <a:lnTo>
                    <a:pt x="99" y="207"/>
                  </a:lnTo>
                  <a:lnTo>
                    <a:pt x="88" y="196"/>
                  </a:lnTo>
                  <a:lnTo>
                    <a:pt x="77" y="184"/>
                  </a:lnTo>
                  <a:lnTo>
                    <a:pt x="66" y="171"/>
                  </a:lnTo>
                  <a:lnTo>
                    <a:pt x="58" y="157"/>
                  </a:lnTo>
                  <a:lnTo>
                    <a:pt x="50" y="144"/>
                  </a:lnTo>
                  <a:lnTo>
                    <a:pt x="42" y="128"/>
                  </a:lnTo>
                  <a:lnTo>
                    <a:pt x="34" y="112"/>
                  </a:lnTo>
                  <a:lnTo>
                    <a:pt x="25" y="93"/>
                  </a:lnTo>
                  <a:lnTo>
                    <a:pt x="17" y="74"/>
                  </a:lnTo>
                  <a:lnTo>
                    <a:pt x="11" y="56"/>
                  </a:lnTo>
                  <a:lnTo>
                    <a:pt x="5" y="41"/>
                  </a:lnTo>
                  <a:lnTo>
                    <a:pt x="1" y="28"/>
                  </a:lnTo>
                  <a:lnTo>
                    <a:pt x="0" y="20"/>
                  </a:lnTo>
                  <a:lnTo>
                    <a:pt x="1" y="14"/>
                  </a:lnTo>
                  <a:lnTo>
                    <a:pt x="2" y="11"/>
                  </a:lnTo>
                  <a:lnTo>
                    <a:pt x="3" y="7"/>
                  </a:lnTo>
                  <a:lnTo>
                    <a:pt x="5" y="5"/>
                  </a:lnTo>
                  <a:lnTo>
                    <a:pt x="8" y="4"/>
                  </a:lnTo>
                  <a:lnTo>
                    <a:pt x="11" y="3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55" y="24"/>
                  </a:lnTo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5" name="Freeform 91">
              <a:extLst>
                <a:ext uri="{FF2B5EF4-FFF2-40B4-BE49-F238E27FC236}">
                  <a16:creationId xmlns:a16="http://schemas.microsoft.com/office/drawing/2014/main" id="{5D329A4B-59BC-AB92-3653-8EC197EE0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913"/>
              <a:ext cx="176" cy="226"/>
            </a:xfrm>
            <a:custGeom>
              <a:avLst/>
              <a:gdLst>
                <a:gd name="T0" fmla="*/ 47 w 176"/>
                <a:gd name="T1" fmla="*/ 21 h 226"/>
                <a:gd name="T2" fmla="*/ 51 w 176"/>
                <a:gd name="T3" fmla="*/ 33 h 226"/>
                <a:gd name="T4" fmla="*/ 56 w 176"/>
                <a:gd name="T5" fmla="*/ 51 h 226"/>
                <a:gd name="T6" fmla="*/ 61 w 176"/>
                <a:gd name="T7" fmla="*/ 69 h 226"/>
                <a:gd name="T8" fmla="*/ 63 w 176"/>
                <a:gd name="T9" fmla="*/ 82 h 226"/>
                <a:gd name="T10" fmla="*/ 69 w 176"/>
                <a:gd name="T11" fmla="*/ 101 h 226"/>
                <a:gd name="T12" fmla="*/ 76 w 176"/>
                <a:gd name="T13" fmla="*/ 121 h 226"/>
                <a:gd name="T14" fmla="*/ 84 w 176"/>
                <a:gd name="T15" fmla="*/ 135 h 226"/>
                <a:gd name="T16" fmla="*/ 90 w 176"/>
                <a:gd name="T17" fmla="*/ 142 h 226"/>
                <a:gd name="T18" fmla="*/ 100 w 176"/>
                <a:gd name="T19" fmla="*/ 158 h 226"/>
                <a:gd name="T20" fmla="*/ 110 w 176"/>
                <a:gd name="T21" fmla="*/ 178 h 226"/>
                <a:gd name="T22" fmla="*/ 117 w 176"/>
                <a:gd name="T23" fmla="*/ 192 h 226"/>
                <a:gd name="T24" fmla="*/ 119 w 176"/>
                <a:gd name="T25" fmla="*/ 194 h 226"/>
                <a:gd name="T26" fmla="*/ 124 w 176"/>
                <a:gd name="T27" fmla="*/ 193 h 226"/>
                <a:gd name="T28" fmla="*/ 131 w 176"/>
                <a:gd name="T29" fmla="*/ 193 h 226"/>
                <a:gd name="T30" fmla="*/ 139 w 176"/>
                <a:gd name="T31" fmla="*/ 193 h 226"/>
                <a:gd name="T32" fmla="*/ 146 w 176"/>
                <a:gd name="T33" fmla="*/ 196 h 226"/>
                <a:gd name="T34" fmla="*/ 154 w 176"/>
                <a:gd name="T35" fmla="*/ 200 h 226"/>
                <a:gd name="T36" fmla="*/ 164 w 176"/>
                <a:gd name="T37" fmla="*/ 207 h 226"/>
                <a:gd name="T38" fmla="*/ 172 w 176"/>
                <a:gd name="T39" fmla="*/ 213 h 226"/>
                <a:gd name="T40" fmla="*/ 175 w 176"/>
                <a:gd name="T41" fmla="*/ 219 h 226"/>
                <a:gd name="T42" fmla="*/ 169 w 176"/>
                <a:gd name="T43" fmla="*/ 222 h 226"/>
                <a:gd name="T44" fmla="*/ 158 w 176"/>
                <a:gd name="T45" fmla="*/ 225 h 226"/>
                <a:gd name="T46" fmla="*/ 144 w 176"/>
                <a:gd name="T47" fmla="*/ 223 h 226"/>
                <a:gd name="T48" fmla="*/ 133 w 176"/>
                <a:gd name="T49" fmla="*/ 221 h 226"/>
                <a:gd name="T50" fmla="*/ 125 w 176"/>
                <a:gd name="T51" fmla="*/ 219 h 226"/>
                <a:gd name="T52" fmla="*/ 120 w 176"/>
                <a:gd name="T53" fmla="*/ 218 h 226"/>
                <a:gd name="T54" fmla="*/ 118 w 176"/>
                <a:gd name="T55" fmla="*/ 218 h 226"/>
                <a:gd name="T56" fmla="*/ 113 w 176"/>
                <a:gd name="T57" fmla="*/ 217 h 226"/>
                <a:gd name="T58" fmla="*/ 99 w 176"/>
                <a:gd name="T59" fmla="*/ 204 h 226"/>
                <a:gd name="T60" fmla="*/ 80 w 176"/>
                <a:gd name="T61" fmla="*/ 186 h 226"/>
                <a:gd name="T62" fmla="*/ 63 w 176"/>
                <a:gd name="T63" fmla="*/ 169 h 226"/>
                <a:gd name="T64" fmla="*/ 52 w 176"/>
                <a:gd name="T65" fmla="*/ 158 h 226"/>
                <a:gd name="T66" fmla="*/ 39 w 176"/>
                <a:gd name="T67" fmla="*/ 142 h 226"/>
                <a:gd name="T68" fmla="*/ 25 w 176"/>
                <a:gd name="T69" fmla="*/ 124 h 226"/>
                <a:gd name="T70" fmla="*/ 13 w 176"/>
                <a:gd name="T71" fmla="*/ 103 h 226"/>
                <a:gd name="T72" fmla="*/ 7 w 176"/>
                <a:gd name="T73" fmla="*/ 82 h 226"/>
                <a:gd name="T74" fmla="*/ 3 w 176"/>
                <a:gd name="T75" fmla="*/ 56 h 226"/>
                <a:gd name="T76" fmla="*/ 1 w 176"/>
                <a:gd name="T77" fmla="*/ 33 h 226"/>
                <a:gd name="T78" fmla="*/ 1 w 176"/>
                <a:gd name="T79" fmla="*/ 14 h 226"/>
                <a:gd name="T80" fmla="*/ 3 w 176"/>
                <a:gd name="T81" fmla="*/ 5 h 226"/>
                <a:gd name="T82" fmla="*/ 8 w 176"/>
                <a:gd name="T83" fmla="*/ 2 h 226"/>
                <a:gd name="T84" fmla="*/ 15 w 176"/>
                <a:gd name="T85" fmla="*/ 1 h 226"/>
                <a:gd name="T86" fmla="*/ 22 w 176"/>
                <a:gd name="T87" fmla="*/ 1 h 226"/>
                <a:gd name="T88" fmla="*/ 46 w 176"/>
                <a:gd name="T89" fmla="*/ 20 h 22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6"/>
                <a:gd name="T136" fmla="*/ 0 h 226"/>
                <a:gd name="T137" fmla="*/ 176 w 176"/>
                <a:gd name="T138" fmla="*/ 226 h 22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6" h="226">
                  <a:moveTo>
                    <a:pt x="46" y="20"/>
                  </a:moveTo>
                  <a:lnTo>
                    <a:pt x="47" y="21"/>
                  </a:lnTo>
                  <a:lnTo>
                    <a:pt x="49" y="26"/>
                  </a:lnTo>
                  <a:lnTo>
                    <a:pt x="51" y="33"/>
                  </a:lnTo>
                  <a:lnTo>
                    <a:pt x="54" y="42"/>
                  </a:lnTo>
                  <a:lnTo>
                    <a:pt x="56" y="51"/>
                  </a:lnTo>
                  <a:lnTo>
                    <a:pt x="59" y="60"/>
                  </a:lnTo>
                  <a:lnTo>
                    <a:pt x="61" y="69"/>
                  </a:lnTo>
                  <a:lnTo>
                    <a:pt x="62" y="75"/>
                  </a:lnTo>
                  <a:lnTo>
                    <a:pt x="63" y="82"/>
                  </a:lnTo>
                  <a:lnTo>
                    <a:pt x="65" y="91"/>
                  </a:lnTo>
                  <a:lnTo>
                    <a:pt x="69" y="101"/>
                  </a:lnTo>
                  <a:lnTo>
                    <a:pt x="72" y="111"/>
                  </a:lnTo>
                  <a:lnTo>
                    <a:pt x="76" y="121"/>
                  </a:lnTo>
                  <a:lnTo>
                    <a:pt x="80" y="129"/>
                  </a:lnTo>
                  <a:lnTo>
                    <a:pt x="84" y="135"/>
                  </a:lnTo>
                  <a:lnTo>
                    <a:pt x="86" y="138"/>
                  </a:lnTo>
                  <a:lnTo>
                    <a:pt x="90" y="142"/>
                  </a:lnTo>
                  <a:lnTo>
                    <a:pt x="94" y="149"/>
                  </a:lnTo>
                  <a:lnTo>
                    <a:pt x="100" y="158"/>
                  </a:lnTo>
                  <a:lnTo>
                    <a:pt x="105" y="168"/>
                  </a:lnTo>
                  <a:lnTo>
                    <a:pt x="110" y="178"/>
                  </a:lnTo>
                  <a:lnTo>
                    <a:pt x="114" y="187"/>
                  </a:lnTo>
                  <a:lnTo>
                    <a:pt x="117" y="192"/>
                  </a:lnTo>
                  <a:lnTo>
                    <a:pt x="118" y="194"/>
                  </a:lnTo>
                  <a:lnTo>
                    <a:pt x="119" y="194"/>
                  </a:lnTo>
                  <a:lnTo>
                    <a:pt x="121" y="194"/>
                  </a:lnTo>
                  <a:lnTo>
                    <a:pt x="124" y="193"/>
                  </a:lnTo>
                  <a:lnTo>
                    <a:pt x="128" y="193"/>
                  </a:lnTo>
                  <a:lnTo>
                    <a:pt x="131" y="193"/>
                  </a:lnTo>
                  <a:lnTo>
                    <a:pt x="135" y="192"/>
                  </a:lnTo>
                  <a:lnTo>
                    <a:pt x="139" y="193"/>
                  </a:lnTo>
                  <a:lnTo>
                    <a:pt x="142" y="193"/>
                  </a:lnTo>
                  <a:lnTo>
                    <a:pt x="146" y="196"/>
                  </a:lnTo>
                  <a:lnTo>
                    <a:pt x="150" y="197"/>
                  </a:lnTo>
                  <a:lnTo>
                    <a:pt x="154" y="200"/>
                  </a:lnTo>
                  <a:lnTo>
                    <a:pt x="160" y="203"/>
                  </a:lnTo>
                  <a:lnTo>
                    <a:pt x="164" y="207"/>
                  </a:lnTo>
                  <a:lnTo>
                    <a:pt x="169" y="210"/>
                  </a:lnTo>
                  <a:lnTo>
                    <a:pt x="172" y="213"/>
                  </a:lnTo>
                  <a:lnTo>
                    <a:pt x="175" y="217"/>
                  </a:lnTo>
                  <a:lnTo>
                    <a:pt x="175" y="219"/>
                  </a:lnTo>
                  <a:lnTo>
                    <a:pt x="172" y="220"/>
                  </a:lnTo>
                  <a:lnTo>
                    <a:pt x="169" y="222"/>
                  </a:lnTo>
                  <a:lnTo>
                    <a:pt x="163" y="223"/>
                  </a:lnTo>
                  <a:lnTo>
                    <a:pt x="158" y="225"/>
                  </a:lnTo>
                  <a:lnTo>
                    <a:pt x="151" y="225"/>
                  </a:lnTo>
                  <a:lnTo>
                    <a:pt x="144" y="223"/>
                  </a:lnTo>
                  <a:lnTo>
                    <a:pt x="139" y="223"/>
                  </a:lnTo>
                  <a:lnTo>
                    <a:pt x="133" y="221"/>
                  </a:lnTo>
                  <a:lnTo>
                    <a:pt x="129" y="220"/>
                  </a:lnTo>
                  <a:lnTo>
                    <a:pt x="125" y="219"/>
                  </a:lnTo>
                  <a:lnTo>
                    <a:pt x="122" y="219"/>
                  </a:lnTo>
                  <a:lnTo>
                    <a:pt x="120" y="218"/>
                  </a:lnTo>
                  <a:lnTo>
                    <a:pt x="119" y="218"/>
                  </a:lnTo>
                  <a:lnTo>
                    <a:pt x="118" y="218"/>
                  </a:lnTo>
                  <a:lnTo>
                    <a:pt x="115" y="219"/>
                  </a:lnTo>
                  <a:lnTo>
                    <a:pt x="113" y="217"/>
                  </a:lnTo>
                  <a:lnTo>
                    <a:pt x="107" y="212"/>
                  </a:lnTo>
                  <a:lnTo>
                    <a:pt x="99" y="204"/>
                  </a:lnTo>
                  <a:lnTo>
                    <a:pt x="90" y="196"/>
                  </a:lnTo>
                  <a:lnTo>
                    <a:pt x="80" y="186"/>
                  </a:lnTo>
                  <a:lnTo>
                    <a:pt x="71" y="177"/>
                  </a:lnTo>
                  <a:lnTo>
                    <a:pt x="63" y="169"/>
                  </a:lnTo>
                  <a:lnTo>
                    <a:pt x="57" y="162"/>
                  </a:lnTo>
                  <a:lnTo>
                    <a:pt x="52" y="158"/>
                  </a:lnTo>
                  <a:lnTo>
                    <a:pt x="46" y="150"/>
                  </a:lnTo>
                  <a:lnTo>
                    <a:pt x="39" y="142"/>
                  </a:lnTo>
                  <a:lnTo>
                    <a:pt x="32" y="133"/>
                  </a:lnTo>
                  <a:lnTo>
                    <a:pt x="25" y="124"/>
                  </a:lnTo>
                  <a:lnTo>
                    <a:pt x="18" y="113"/>
                  </a:lnTo>
                  <a:lnTo>
                    <a:pt x="13" y="103"/>
                  </a:lnTo>
                  <a:lnTo>
                    <a:pt x="10" y="93"/>
                  </a:lnTo>
                  <a:lnTo>
                    <a:pt x="7" y="82"/>
                  </a:lnTo>
                  <a:lnTo>
                    <a:pt x="5" y="70"/>
                  </a:lnTo>
                  <a:lnTo>
                    <a:pt x="3" y="56"/>
                  </a:lnTo>
                  <a:lnTo>
                    <a:pt x="2" y="44"/>
                  </a:lnTo>
                  <a:lnTo>
                    <a:pt x="1" y="33"/>
                  </a:lnTo>
                  <a:lnTo>
                    <a:pt x="0" y="23"/>
                  </a:lnTo>
                  <a:lnTo>
                    <a:pt x="1" y="14"/>
                  </a:lnTo>
                  <a:lnTo>
                    <a:pt x="1" y="8"/>
                  </a:lnTo>
                  <a:lnTo>
                    <a:pt x="3" y="5"/>
                  </a:lnTo>
                  <a:lnTo>
                    <a:pt x="5" y="3"/>
                  </a:lnTo>
                  <a:lnTo>
                    <a:pt x="8" y="2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1"/>
                  </a:lnTo>
                  <a:lnTo>
                    <a:pt x="22" y="1"/>
                  </a:lnTo>
                  <a:lnTo>
                    <a:pt x="24" y="0"/>
                  </a:lnTo>
                  <a:lnTo>
                    <a:pt x="46" y="20"/>
                  </a:lnTo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6" name="Freeform 92">
              <a:extLst>
                <a:ext uri="{FF2B5EF4-FFF2-40B4-BE49-F238E27FC236}">
                  <a16:creationId xmlns:a16="http://schemas.microsoft.com/office/drawing/2014/main" id="{1BC4A9C8-727D-B8CD-BBC0-B3FFC7887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152"/>
              <a:ext cx="250" cy="120"/>
            </a:xfrm>
            <a:custGeom>
              <a:avLst/>
              <a:gdLst>
                <a:gd name="T0" fmla="*/ 0 w 250"/>
                <a:gd name="T1" fmla="*/ 0 h 120"/>
                <a:gd name="T2" fmla="*/ 0 w 250"/>
                <a:gd name="T3" fmla="*/ 65 h 120"/>
                <a:gd name="T4" fmla="*/ 249 w 250"/>
                <a:gd name="T5" fmla="*/ 119 h 120"/>
                <a:gd name="T6" fmla="*/ 249 w 250"/>
                <a:gd name="T7" fmla="*/ 53 h 120"/>
                <a:gd name="T8" fmla="*/ 0 w 250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120"/>
                <a:gd name="T17" fmla="*/ 250 w 250"/>
                <a:gd name="T18" fmla="*/ 120 h 1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120">
                  <a:moveTo>
                    <a:pt x="0" y="0"/>
                  </a:moveTo>
                  <a:lnTo>
                    <a:pt x="0" y="65"/>
                  </a:lnTo>
                  <a:lnTo>
                    <a:pt x="249" y="119"/>
                  </a:lnTo>
                  <a:lnTo>
                    <a:pt x="249" y="53"/>
                  </a:lnTo>
                  <a:lnTo>
                    <a:pt x="0" y="0"/>
                  </a:ln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7" name="Freeform 93">
              <a:extLst>
                <a:ext uri="{FF2B5EF4-FFF2-40B4-BE49-F238E27FC236}">
                  <a16:creationId xmlns:a16="http://schemas.microsoft.com/office/drawing/2014/main" id="{04D9E86A-EDC0-AA14-7C42-BD5D4120D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1143"/>
              <a:ext cx="78" cy="129"/>
            </a:xfrm>
            <a:custGeom>
              <a:avLst/>
              <a:gdLst>
                <a:gd name="T0" fmla="*/ 0 w 78"/>
                <a:gd name="T1" fmla="*/ 62 h 129"/>
                <a:gd name="T2" fmla="*/ 0 w 78"/>
                <a:gd name="T3" fmla="*/ 128 h 129"/>
                <a:gd name="T4" fmla="*/ 77 w 78"/>
                <a:gd name="T5" fmla="*/ 56 h 129"/>
                <a:gd name="T6" fmla="*/ 77 w 78"/>
                <a:gd name="T7" fmla="*/ 0 h 129"/>
                <a:gd name="T8" fmla="*/ 0 w 78"/>
                <a:gd name="T9" fmla="*/ 62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29"/>
                <a:gd name="T17" fmla="*/ 78 w 78"/>
                <a:gd name="T18" fmla="*/ 129 h 1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29">
                  <a:moveTo>
                    <a:pt x="0" y="62"/>
                  </a:moveTo>
                  <a:lnTo>
                    <a:pt x="0" y="128"/>
                  </a:lnTo>
                  <a:lnTo>
                    <a:pt x="77" y="56"/>
                  </a:lnTo>
                  <a:lnTo>
                    <a:pt x="77" y="0"/>
                  </a:lnTo>
                  <a:lnTo>
                    <a:pt x="0" y="62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8" name="Freeform 94">
              <a:extLst>
                <a:ext uri="{FF2B5EF4-FFF2-40B4-BE49-F238E27FC236}">
                  <a16:creationId xmlns:a16="http://schemas.microsoft.com/office/drawing/2014/main" id="{4E98F9F1-28ED-EA1C-EE02-D3CD01AD6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092"/>
              <a:ext cx="326" cy="114"/>
            </a:xfrm>
            <a:custGeom>
              <a:avLst/>
              <a:gdLst>
                <a:gd name="T0" fmla="*/ 103 w 326"/>
                <a:gd name="T1" fmla="*/ 0 h 114"/>
                <a:gd name="T2" fmla="*/ 0 w 326"/>
                <a:gd name="T3" fmla="*/ 60 h 114"/>
                <a:gd name="T4" fmla="*/ 249 w 326"/>
                <a:gd name="T5" fmla="*/ 113 h 114"/>
                <a:gd name="T6" fmla="*/ 325 w 326"/>
                <a:gd name="T7" fmla="*/ 51 h 114"/>
                <a:gd name="T8" fmla="*/ 103 w 326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114"/>
                <a:gd name="T17" fmla="*/ 326 w 32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114">
                  <a:moveTo>
                    <a:pt x="103" y="0"/>
                  </a:moveTo>
                  <a:lnTo>
                    <a:pt x="0" y="60"/>
                  </a:lnTo>
                  <a:lnTo>
                    <a:pt x="249" y="113"/>
                  </a:lnTo>
                  <a:lnTo>
                    <a:pt x="325" y="51"/>
                  </a:lnTo>
                  <a:lnTo>
                    <a:pt x="103" y="0"/>
                  </a:ln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79" name="Freeform 95">
              <a:extLst>
                <a:ext uri="{FF2B5EF4-FFF2-40B4-BE49-F238E27FC236}">
                  <a16:creationId xmlns:a16="http://schemas.microsoft.com/office/drawing/2014/main" id="{B82D758B-9AE8-3473-05E5-0B8707148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937"/>
              <a:ext cx="40" cy="175"/>
            </a:xfrm>
            <a:custGeom>
              <a:avLst/>
              <a:gdLst>
                <a:gd name="T0" fmla="*/ 39 w 40"/>
                <a:gd name="T1" fmla="*/ 0 h 175"/>
                <a:gd name="T2" fmla="*/ 37 w 40"/>
                <a:gd name="T3" fmla="*/ 1 h 175"/>
                <a:gd name="T4" fmla="*/ 35 w 40"/>
                <a:gd name="T5" fmla="*/ 4 h 175"/>
                <a:gd name="T6" fmla="*/ 32 w 40"/>
                <a:gd name="T7" fmla="*/ 8 h 175"/>
                <a:gd name="T8" fmla="*/ 27 w 40"/>
                <a:gd name="T9" fmla="*/ 16 h 175"/>
                <a:gd name="T10" fmla="*/ 22 w 40"/>
                <a:gd name="T11" fmla="*/ 27 h 175"/>
                <a:gd name="T12" fmla="*/ 17 w 40"/>
                <a:gd name="T13" fmla="*/ 41 h 175"/>
                <a:gd name="T14" fmla="*/ 12 w 40"/>
                <a:gd name="T15" fmla="*/ 58 h 175"/>
                <a:gd name="T16" fmla="*/ 7 w 40"/>
                <a:gd name="T17" fmla="*/ 79 h 175"/>
                <a:gd name="T18" fmla="*/ 3 w 40"/>
                <a:gd name="T19" fmla="*/ 100 h 175"/>
                <a:gd name="T20" fmla="*/ 1 w 40"/>
                <a:gd name="T21" fmla="*/ 119 h 175"/>
                <a:gd name="T22" fmla="*/ 0 w 40"/>
                <a:gd name="T23" fmla="*/ 136 h 175"/>
                <a:gd name="T24" fmla="*/ 1 w 40"/>
                <a:gd name="T25" fmla="*/ 149 h 175"/>
                <a:gd name="T26" fmla="*/ 1 w 40"/>
                <a:gd name="T27" fmla="*/ 160 h 175"/>
                <a:gd name="T28" fmla="*/ 2 w 40"/>
                <a:gd name="T29" fmla="*/ 168 h 175"/>
                <a:gd name="T30" fmla="*/ 3 w 40"/>
                <a:gd name="T31" fmla="*/ 172 h 175"/>
                <a:gd name="T32" fmla="*/ 3 w 40"/>
                <a:gd name="T33" fmla="*/ 174 h 175"/>
                <a:gd name="T34" fmla="*/ 39 w 40"/>
                <a:gd name="T35" fmla="*/ 0 h 1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0"/>
                <a:gd name="T55" fmla="*/ 0 h 175"/>
                <a:gd name="T56" fmla="*/ 40 w 40"/>
                <a:gd name="T57" fmla="*/ 175 h 1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0" h="175">
                  <a:moveTo>
                    <a:pt x="39" y="0"/>
                  </a:moveTo>
                  <a:lnTo>
                    <a:pt x="37" y="1"/>
                  </a:lnTo>
                  <a:lnTo>
                    <a:pt x="35" y="4"/>
                  </a:lnTo>
                  <a:lnTo>
                    <a:pt x="32" y="8"/>
                  </a:lnTo>
                  <a:lnTo>
                    <a:pt x="27" y="16"/>
                  </a:lnTo>
                  <a:lnTo>
                    <a:pt x="22" y="27"/>
                  </a:lnTo>
                  <a:lnTo>
                    <a:pt x="17" y="41"/>
                  </a:lnTo>
                  <a:lnTo>
                    <a:pt x="12" y="58"/>
                  </a:lnTo>
                  <a:lnTo>
                    <a:pt x="7" y="79"/>
                  </a:lnTo>
                  <a:lnTo>
                    <a:pt x="3" y="100"/>
                  </a:lnTo>
                  <a:lnTo>
                    <a:pt x="1" y="119"/>
                  </a:lnTo>
                  <a:lnTo>
                    <a:pt x="0" y="136"/>
                  </a:lnTo>
                  <a:lnTo>
                    <a:pt x="1" y="149"/>
                  </a:lnTo>
                  <a:lnTo>
                    <a:pt x="1" y="160"/>
                  </a:lnTo>
                  <a:lnTo>
                    <a:pt x="2" y="168"/>
                  </a:lnTo>
                  <a:lnTo>
                    <a:pt x="3" y="172"/>
                  </a:lnTo>
                  <a:lnTo>
                    <a:pt x="3" y="174"/>
                  </a:lnTo>
                  <a:lnTo>
                    <a:pt x="3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0" name="Freeform 96">
              <a:extLst>
                <a:ext uri="{FF2B5EF4-FFF2-40B4-BE49-F238E27FC236}">
                  <a16:creationId xmlns:a16="http://schemas.microsoft.com/office/drawing/2014/main" id="{7B5FE2A5-E161-C92E-D698-F061A969B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1019"/>
              <a:ext cx="153" cy="152"/>
            </a:xfrm>
            <a:custGeom>
              <a:avLst/>
              <a:gdLst>
                <a:gd name="T0" fmla="*/ 76 w 153"/>
                <a:gd name="T1" fmla="*/ 151 h 152"/>
                <a:gd name="T2" fmla="*/ 91 w 153"/>
                <a:gd name="T3" fmla="*/ 151 h 152"/>
                <a:gd name="T4" fmla="*/ 106 w 153"/>
                <a:gd name="T5" fmla="*/ 147 h 152"/>
                <a:gd name="T6" fmla="*/ 118 w 153"/>
                <a:gd name="T7" fmla="*/ 142 h 152"/>
                <a:gd name="T8" fmla="*/ 129 w 153"/>
                <a:gd name="T9" fmla="*/ 133 h 152"/>
                <a:gd name="T10" fmla="*/ 138 w 153"/>
                <a:gd name="T11" fmla="*/ 123 h 152"/>
                <a:gd name="T12" fmla="*/ 146 w 153"/>
                <a:gd name="T13" fmla="*/ 111 h 152"/>
                <a:gd name="T14" fmla="*/ 150 w 153"/>
                <a:gd name="T15" fmla="*/ 96 h 152"/>
                <a:gd name="T16" fmla="*/ 152 w 153"/>
                <a:gd name="T17" fmla="*/ 82 h 152"/>
                <a:gd name="T18" fmla="*/ 150 w 153"/>
                <a:gd name="T19" fmla="*/ 66 h 152"/>
                <a:gd name="T20" fmla="*/ 146 w 153"/>
                <a:gd name="T21" fmla="*/ 52 h 152"/>
                <a:gd name="T22" fmla="*/ 138 w 153"/>
                <a:gd name="T23" fmla="*/ 38 h 152"/>
                <a:gd name="T24" fmla="*/ 129 w 153"/>
                <a:gd name="T25" fmla="*/ 26 h 152"/>
                <a:gd name="T26" fmla="*/ 118 w 153"/>
                <a:gd name="T27" fmla="*/ 16 h 152"/>
                <a:gd name="T28" fmla="*/ 106 w 153"/>
                <a:gd name="T29" fmla="*/ 8 h 152"/>
                <a:gd name="T30" fmla="*/ 91 w 153"/>
                <a:gd name="T31" fmla="*/ 3 h 152"/>
                <a:gd name="T32" fmla="*/ 76 w 153"/>
                <a:gd name="T33" fmla="*/ 0 h 152"/>
                <a:gd name="T34" fmla="*/ 60 w 153"/>
                <a:gd name="T35" fmla="*/ 0 h 152"/>
                <a:gd name="T36" fmla="*/ 46 w 153"/>
                <a:gd name="T37" fmla="*/ 3 h 152"/>
                <a:gd name="T38" fmla="*/ 33 w 153"/>
                <a:gd name="T39" fmla="*/ 8 h 152"/>
                <a:gd name="T40" fmla="*/ 22 w 153"/>
                <a:gd name="T41" fmla="*/ 17 h 152"/>
                <a:gd name="T42" fmla="*/ 13 w 153"/>
                <a:gd name="T43" fmla="*/ 27 h 152"/>
                <a:gd name="T44" fmla="*/ 6 w 153"/>
                <a:gd name="T45" fmla="*/ 39 h 152"/>
                <a:gd name="T46" fmla="*/ 2 w 153"/>
                <a:gd name="T47" fmla="*/ 54 h 152"/>
                <a:gd name="T48" fmla="*/ 0 w 153"/>
                <a:gd name="T49" fmla="*/ 68 h 152"/>
                <a:gd name="T50" fmla="*/ 2 w 153"/>
                <a:gd name="T51" fmla="*/ 84 h 152"/>
                <a:gd name="T52" fmla="*/ 6 w 153"/>
                <a:gd name="T53" fmla="*/ 98 h 152"/>
                <a:gd name="T54" fmla="*/ 13 w 153"/>
                <a:gd name="T55" fmla="*/ 112 h 152"/>
                <a:gd name="T56" fmla="*/ 22 w 153"/>
                <a:gd name="T57" fmla="*/ 124 h 152"/>
                <a:gd name="T58" fmla="*/ 33 w 153"/>
                <a:gd name="T59" fmla="*/ 134 h 152"/>
                <a:gd name="T60" fmla="*/ 46 w 153"/>
                <a:gd name="T61" fmla="*/ 142 h 152"/>
                <a:gd name="T62" fmla="*/ 60 w 153"/>
                <a:gd name="T63" fmla="*/ 147 h 152"/>
                <a:gd name="T64" fmla="*/ 76 w 153"/>
                <a:gd name="T65" fmla="*/ 151 h 15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3"/>
                <a:gd name="T100" fmla="*/ 0 h 152"/>
                <a:gd name="T101" fmla="*/ 153 w 153"/>
                <a:gd name="T102" fmla="*/ 152 h 15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3" h="152">
                  <a:moveTo>
                    <a:pt x="76" y="151"/>
                  </a:moveTo>
                  <a:lnTo>
                    <a:pt x="91" y="151"/>
                  </a:lnTo>
                  <a:lnTo>
                    <a:pt x="106" y="147"/>
                  </a:lnTo>
                  <a:lnTo>
                    <a:pt x="118" y="142"/>
                  </a:lnTo>
                  <a:lnTo>
                    <a:pt x="129" y="133"/>
                  </a:lnTo>
                  <a:lnTo>
                    <a:pt x="138" y="123"/>
                  </a:lnTo>
                  <a:lnTo>
                    <a:pt x="146" y="111"/>
                  </a:lnTo>
                  <a:lnTo>
                    <a:pt x="150" y="96"/>
                  </a:lnTo>
                  <a:lnTo>
                    <a:pt x="152" y="82"/>
                  </a:lnTo>
                  <a:lnTo>
                    <a:pt x="150" y="66"/>
                  </a:lnTo>
                  <a:lnTo>
                    <a:pt x="146" y="52"/>
                  </a:lnTo>
                  <a:lnTo>
                    <a:pt x="138" y="38"/>
                  </a:lnTo>
                  <a:lnTo>
                    <a:pt x="129" y="26"/>
                  </a:lnTo>
                  <a:lnTo>
                    <a:pt x="118" y="16"/>
                  </a:lnTo>
                  <a:lnTo>
                    <a:pt x="106" y="8"/>
                  </a:lnTo>
                  <a:lnTo>
                    <a:pt x="91" y="3"/>
                  </a:lnTo>
                  <a:lnTo>
                    <a:pt x="76" y="0"/>
                  </a:lnTo>
                  <a:lnTo>
                    <a:pt x="60" y="0"/>
                  </a:lnTo>
                  <a:lnTo>
                    <a:pt x="46" y="3"/>
                  </a:lnTo>
                  <a:lnTo>
                    <a:pt x="33" y="8"/>
                  </a:lnTo>
                  <a:lnTo>
                    <a:pt x="22" y="17"/>
                  </a:lnTo>
                  <a:lnTo>
                    <a:pt x="13" y="27"/>
                  </a:lnTo>
                  <a:lnTo>
                    <a:pt x="6" y="39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2" y="84"/>
                  </a:lnTo>
                  <a:lnTo>
                    <a:pt x="6" y="98"/>
                  </a:lnTo>
                  <a:lnTo>
                    <a:pt x="13" y="112"/>
                  </a:lnTo>
                  <a:lnTo>
                    <a:pt x="22" y="124"/>
                  </a:lnTo>
                  <a:lnTo>
                    <a:pt x="33" y="134"/>
                  </a:lnTo>
                  <a:lnTo>
                    <a:pt x="46" y="142"/>
                  </a:lnTo>
                  <a:lnTo>
                    <a:pt x="60" y="147"/>
                  </a:lnTo>
                  <a:lnTo>
                    <a:pt x="76" y="151"/>
                  </a:lnTo>
                </a:path>
              </a:pathLst>
            </a:cu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1" name="Freeform 97">
              <a:extLst>
                <a:ext uri="{FF2B5EF4-FFF2-40B4-BE49-F238E27FC236}">
                  <a16:creationId xmlns:a16="http://schemas.microsoft.com/office/drawing/2014/main" id="{7F13E0AA-4FEE-A003-FE99-EB087CEC0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917"/>
              <a:ext cx="214" cy="249"/>
            </a:xfrm>
            <a:custGeom>
              <a:avLst/>
              <a:gdLst>
                <a:gd name="T0" fmla="*/ 162 w 214"/>
                <a:gd name="T1" fmla="*/ 62 h 249"/>
                <a:gd name="T2" fmla="*/ 95 w 214"/>
                <a:gd name="T3" fmla="*/ 14 h 249"/>
                <a:gd name="T4" fmla="*/ 46 w 214"/>
                <a:gd name="T5" fmla="*/ 0 h 249"/>
                <a:gd name="T6" fmla="*/ 0 w 214"/>
                <a:gd name="T7" fmla="*/ 233 h 249"/>
                <a:gd name="T8" fmla="*/ 50 w 214"/>
                <a:gd name="T9" fmla="*/ 248 h 249"/>
                <a:gd name="T10" fmla="*/ 129 w 214"/>
                <a:gd name="T11" fmla="*/ 227 h 249"/>
                <a:gd name="T12" fmla="*/ 180 w 214"/>
                <a:gd name="T13" fmla="*/ 242 h 249"/>
                <a:gd name="T14" fmla="*/ 213 w 214"/>
                <a:gd name="T15" fmla="*/ 79 h 249"/>
                <a:gd name="T16" fmla="*/ 162 w 214"/>
                <a:gd name="T17" fmla="*/ 62 h 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4"/>
                <a:gd name="T28" fmla="*/ 0 h 249"/>
                <a:gd name="T29" fmla="*/ 214 w 214"/>
                <a:gd name="T30" fmla="*/ 249 h 24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4" h="249">
                  <a:moveTo>
                    <a:pt x="162" y="62"/>
                  </a:moveTo>
                  <a:lnTo>
                    <a:pt x="95" y="14"/>
                  </a:lnTo>
                  <a:lnTo>
                    <a:pt x="46" y="0"/>
                  </a:lnTo>
                  <a:lnTo>
                    <a:pt x="0" y="233"/>
                  </a:lnTo>
                  <a:lnTo>
                    <a:pt x="50" y="248"/>
                  </a:lnTo>
                  <a:lnTo>
                    <a:pt x="129" y="227"/>
                  </a:lnTo>
                  <a:lnTo>
                    <a:pt x="180" y="242"/>
                  </a:lnTo>
                  <a:lnTo>
                    <a:pt x="213" y="79"/>
                  </a:lnTo>
                  <a:lnTo>
                    <a:pt x="162" y="62"/>
                  </a:ln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2" name="Freeform 98">
              <a:extLst>
                <a:ext uri="{FF2B5EF4-FFF2-40B4-BE49-F238E27FC236}">
                  <a16:creationId xmlns:a16="http://schemas.microsoft.com/office/drawing/2014/main" id="{1D79258C-673B-D8D0-33D6-04BA33B2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979"/>
              <a:ext cx="79" cy="181"/>
            </a:xfrm>
            <a:custGeom>
              <a:avLst/>
              <a:gdLst>
                <a:gd name="T0" fmla="*/ 32 w 79"/>
                <a:gd name="T1" fmla="*/ 17 h 181"/>
                <a:gd name="T2" fmla="*/ 0 w 79"/>
                <a:gd name="T3" fmla="*/ 180 h 181"/>
                <a:gd name="T4" fmla="*/ 53 w 79"/>
                <a:gd name="T5" fmla="*/ 143 h 181"/>
                <a:gd name="T6" fmla="*/ 78 w 79"/>
                <a:gd name="T7" fmla="*/ 0 h 181"/>
                <a:gd name="T8" fmla="*/ 32 w 79"/>
                <a:gd name="T9" fmla="*/ 17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181"/>
                <a:gd name="T17" fmla="*/ 79 w 79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181">
                  <a:moveTo>
                    <a:pt x="32" y="17"/>
                  </a:moveTo>
                  <a:lnTo>
                    <a:pt x="0" y="180"/>
                  </a:lnTo>
                  <a:lnTo>
                    <a:pt x="53" y="143"/>
                  </a:lnTo>
                  <a:lnTo>
                    <a:pt x="78" y="0"/>
                  </a:lnTo>
                  <a:lnTo>
                    <a:pt x="32" y="17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3" name="Freeform 99">
              <a:extLst>
                <a:ext uri="{FF2B5EF4-FFF2-40B4-BE49-F238E27FC236}">
                  <a16:creationId xmlns:a16="http://schemas.microsoft.com/office/drawing/2014/main" id="{1A891E23-9FE5-ED43-77A8-6EF4A9570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992"/>
              <a:ext cx="70" cy="160"/>
            </a:xfrm>
            <a:custGeom>
              <a:avLst/>
              <a:gdLst>
                <a:gd name="T0" fmla="*/ 69 w 70"/>
                <a:gd name="T1" fmla="*/ 10 h 160"/>
                <a:gd name="T2" fmla="*/ 32 w 70"/>
                <a:gd name="T3" fmla="*/ 0 h 160"/>
                <a:gd name="T4" fmla="*/ 0 w 70"/>
                <a:gd name="T5" fmla="*/ 145 h 160"/>
                <a:gd name="T6" fmla="*/ 42 w 70"/>
                <a:gd name="T7" fmla="*/ 159 h 160"/>
                <a:gd name="T8" fmla="*/ 69 w 70"/>
                <a:gd name="T9" fmla="*/ 1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60"/>
                <a:gd name="T17" fmla="*/ 70 w 70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60">
                  <a:moveTo>
                    <a:pt x="69" y="10"/>
                  </a:moveTo>
                  <a:lnTo>
                    <a:pt x="32" y="0"/>
                  </a:lnTo>
                  <a:lnTo>
                    <a:pt x="0" y="145"/>
                  </a:lnTo>
                  <a:lnTo>
                    <a:pt x="42" y="159"/>
                  </a:lnTo>
                  <a:lnTo>
                    <a:pt x="69" y="10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4" name="Freeform 100">
              <a:extLst>
                <a:ext uri="{FF2B5EF4-FFF2-40B4-BE49-F238E27FC236}">
                  <a16:creationId xmlns:a16="http://schemas.microsoft.com/office/drawing/2014/main" id="{B53F936C-725C-D71A-CB4F-EEBEFE267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945"/>
              <a:ext cx="103" cy="208"/>
            </a:xfrm>
            <a:custGeom>
              <a:avLst/>
              <a:gdLst>
                <a:gd name="T0" fmla="*/ 102 w 103"/>
                <a:gd name="T1" fmla="*/ 40 h 208"/>
                <a:gd name="T2" fmla="*/ 45 w 103"/>
                <a:gd name="T3" fmla="*/ 0 h 208"/>
                <a:gd name="T4" fmla="*/ 0 w 103"/>
                <a:gd name="T5" fmla="*/ 207 h 208"/>
                <a:gd name="T6" fmla="*/ 71 w 103"/>
                <a:gd name="T7" fmla="*/ 190 h 208"/>
                <a:gd name="T8" fmla="*/ 102 w 103"/>
                <a:gd name="T9" fmla="*/ 40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208"/>
                <a:gd name="T17" fmla="*/ 103 w 103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208">
                  <a:moveTo>
                    <a:pt x="102" y="40"/>
                  </a:moveTo>
                  <a:lnTo>
                    <a:pt x="45" y="0"/>
                  </a:lnTo>
                  <a:lnTo>
                    <a:pt x="0" y="207"/>
                  </a:lnTo>
                  <a:lnTo>
                    <a:pt x="71" y="190"/>
                  </a:lnTo>
                  <a:lnTo>
                    <a:pt x="102" y="40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5" name="Freeform 101">
              <a:extLst>
                <a:ext uri="{FF2B5EF4-FFF2-40B4-BE49-F238E27FC236}">
                  <a16:creationId xmlns:a16="http://schemas.microsoft.com/office/drawing/2014/main" id="{794F03B5-DDE8-C118-B1AE-A7520BAC0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928"/>
              <a:ext cx="79" cy="224"/>
            </a:xfrm>
            <a:custGeom>
              <a:avLst/>
              <a:gdLst>
                <a:gd name="T0" fmla="*/ 78 w 79"/>
                <a:gd name="T1" fmla="*/ 10 h 224"/>
                <a:gd name="T2" fmla="*/ 42 w 79"/>
                <a:gd name="T3" fmla="*/ 0 h 224"/>
                <a:gd name="T4" fmla="*/ 0 w 79"/>
                <a:gd name="T5" fmla="*/ 212 h 224"/>
                <a:gd name="T6" fmla="*/ 34 w 79"/>
                <a:gd name="T7" fmla="*/ 223 h 224"/>
                <a:gd name="T8" fmla="*/ 78 w 79"/>
                <a:gd name="T9" fmla="*/ 1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224"/>
                <a:gd name="T17" fmla="*/ 79 w 7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224">
                  <a:moveTo>
                    <a:pt x="78" y="10"/>
                  </a:moveTo>
                  <a:lnTo>
                    <a:pt x="42" y="0"/>
                  </a:lnTo>
                  <a:lnTo>
                    <a:pt x="0" y="212"/>
                  </a:lnTo>
                  <a:lnTo>
                    <a:pt x="34" y="223"/>
                  </a:lnTo>
                  <a:lnTo>
                    <a:pt x="78" y="10"/>
                  </a:lnTo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6" name="Freeform 102">
              <a:extLst>
                <a:ext uri="{FF2B5EF4-FFF2-40B4-BE49-F238E27FC236}">
                  <a16:creationId xmlns:a16="http://schemas.microsoft.com/office/drawing/2014/main" id="{9ED618AF-519E-68B7-03C9-FE4214893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893"/>
              <a:ext cx="212" cy="102"/>
            </a:xfrm>
            <a:custGeom>
              <a:avLst/>
              <a:gdLst>
                <a:gd name="T0" fmla="*/ 0 w 212"/>
                <a:gd name="T1" fmla="*/ 24 h 102"/>
                <a:gd name="T2" fmla="*/ 54 w 212"/>
                <a:gd name="T3" fmla="*/ 0 h 102"/>
                <a:gd name="T4" fmla="*/ 97 w 212"/>
                <a:gd name="T5" fmla="*/ 14 h 102"/>
                <a:gd name="T6" fmla="*/ 151 w 212"/>
                <a:gd name="T7" fmla="*/ 64 h 102"/>
                <a:gd name="T8" fmla="*/ 211 w 212"/>
                <a:gd name="T9" fmla="*/ 85 h 102"/>
                <a:gd name="T10" fmla="*/ 165 w 212"/>
                <a:gd name="T11" fmla="*/ 101 h 102"/>
                <a:gd name="T12" fmla="*/ 115 w 212"/>
                <a:gd name="T13" fmla="*/ 86 h 102"/>
                <a:gd name="T14" fmla="*/ 51 w 212"/>
                <a:gd name="T15" fmla="*/ 37 h 102"/>
                <a:gd name="T16" fmla="*/ 0 w 212"/>
                <a:gd name="T17" fmla="*/ 24 h 1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2"/>
                <a:gd name="T28" fmla="*/ 0 h 102"/>
                <a:gd name="T29" fmla="*/ 212 w 212"/>
                <a:gd name="T30" fmla="*/ 102 h 10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2" h="102">
                  <a:moveTo>
                    <a:pt x="0" y="24"/>
                  </a:moveTo>
                  <a:lnTo>
                    <a:pt x="54" y="0"/>
                  </a:lnTo>
                  <a:lnTo>
                    <a:pt x="97" y="14"/>
                  </a:lnTo>
                  <a:lnTo>
                    <a:pt x="151" y="64"/>
                  </a:lnTo>
                  <a:lnTo>
                    <a:pt x="211" y="85"/>
                  </a:lnTo>
                  <a:lnTo>
                    <a:pt x="165" y="101"/>
                  </a:lnTo>
                  <a:lnTo>
                    <a:pt x="115" y="86"/>
                  </a:lnTo>
                  <a:lnTo>
                    <a:pt x="51" y="37"/>
                  </a:lnTo>
                  <a:lnTo>
                    <a:pt x="0" y="24"/>
                  </a:ln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38987" name="Rectangle 3">
            <a:extLst>
              <a:ext uri="{FF2B5EF4-FFF2-40B4-BE49-F238E27FC236}">
                <a16:creationId xmlns:a16="http://schemas.microsoft.com/office/drawing/2014/main" id="{49CD77C0-3D54-AD86-DEF3-56276002F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6098"/>
            <a:ext cx="424815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None/>
              <a:tabLst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System Privileges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users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users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DB objects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Alter DB objects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DB objects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Back up tables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SESSION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PROCEDURE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8989" name="Rectangle 3">
            <a:extLst>
              <a:ext uri="{FF2B5EF4-FFF2-40B4-BE49-F238E27FC236}">
                <a16:creationId xmlns:a16="http://schemas.microsoft.com/office/drawing/2014/main" id="{56D0E502-9E32-1787-4CA7-353CEB911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370" y="2564904"/>
            <a:ext cx="424815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None/>
              <a:tabLst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Object Privileges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SELECT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INSERT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UPDATE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DELETER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ALTER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INDEX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EXECUTE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REFERENCES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33355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C8E6-4D3C-285B-2E1F-4AD9B096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66014C4-E283-A6F8-3929-FE52885A2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User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821D6EA-517E-7F32-38FF-78B0F64FC8A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97144D9-1808-6BCC-2D54-8CC306E3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CE6D19A4-D598-4E70-FD1C-5AF6727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DCA361-86CD-CE8D-67B0-B2D4A8F78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DBA creates users by using the CREATE USER statement.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log in with the new user: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can change your password by using the ALTER USER statement.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AE9A66-025F-CFB5-33A3-5E2DDAB8CD9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75965" y="1888307"/>
            <a:ext cx="7489825" cy="103663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CREATE	USER  scott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2  IDENTIFIED BY tiger;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User created.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623437-7952-63C1-5790-2A5C38EFDF2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72790" y="1124744"/>
            <a:ext cx="7493000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 USER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	 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username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			   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IDENTIFIED BY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password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CFF84B4-10B9-AB3E-4C4A-B4D40D088CD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10890" y="3568923"/>
            <a:ext cx="7493000" cy="508149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CONNECT;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BA55152-8BE1-5EFE-3F15-E2314344E20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6116" y="5118695"/>
            <a:ext cx="74803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ALTER USER scott             			  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2	      IDENTIFIED BY lion;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User altered.</a:t>
            </a:r>
          </a:p>
        </p:txBody>
      </p:sp>
    </p:spTree>
    <p:extLst>
      <p:ext uri="{BB962C8B-B14F-4D97-AF65-F5344CB8AC3E}">
        <p14:creationId xmlns:p14="http://schemas.microsoft.com/office/powerpoint/2010/main" val="34063422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2D39-96FE-9149-A36E-F011F6B1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DB467D2-943F-9608-7F11-0D6133FDA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Viewing All Users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3368930-4E8D-B084-6CE6-48DDA74C3FB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7CA22F51-E6CF-C40A-2D9C-86F362ED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979411DF-9CB2-762C-7F60-1DB16D1D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A19250-EA15-E566-933E-513F81D4A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 the Data Dictionary view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ALL_USERS.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get a list of all the users: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get a list of all the users along with their privileges: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DE817E-13AC-7331-6F49-0A82E3CB5C7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1408" y="1123380"/>
            <a:ext cx="7493000" cy="223361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DESC ALL_USERS;</a:t>
            </a:r>
          </a:p>
          <a:p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800" b="1">
                <a:solidFill>
                  <a:schemeClr val="accent2"/>
                </a:solidFill>
                <a:latin typeface="Courier New" panose="02070309020205020404" pitchFamily="49" charset="0"/>
              </a:rPr>
              <a:t>Name                            Null?    Type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------------------------------- -------- ----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USERNAME                        NOT NULL VARCHAR2(30)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USER_ID                         NOT NULL NUMBER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CREATED                         NOT NULL DATE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4E2E571-2FCC-0F27-0EE5-A97C113F328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5576" y="3933056"/>
            <a:ext cx="7489825" cy="60483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 * FROM 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ALL_USERS;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CE15956-F44B-99CF-BA14-DB9AD1B9D5E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5576" y="5157192"/>
            <a:ext cx="7489825" cy="6032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 * FROM 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DBA_ROLE_PRIVS;</a:t>
            </a:r>
          </a:p>
        </p:txBody>
      </p:sp>
    </p:spTree>
    <p:extLst>
      <p:ext uri="{BB962C8B-B14F-4D97-AF65-F5344CB8AC3E}">
        <p14:creationId xmlns:p14="http://schemas.microsoft.com/office/powerpoint/2010/main" val="200133137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3E4E-DF7B-4110-0C66-28A3ABDE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2E7BAB6-86F6-D46B-0FC6-F1AEEE022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 System Privileges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9B5FB1E-B7F4-3094-C220-844E47AC958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FB50406-D193-E40B-312B-A3C9C6BF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BDA0EA3-5CBD-36E1-E534-94518C95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3F8C8D4-6698-E230-D585-84DA8B994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Once a user is created, the DBA can grant specific system privileges to a user.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8A10F70-9B0E-F91D-BED0-979C43CCDAC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2100" y="1484784"/>
            <a:ext cx="7480300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GRANT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privilege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[,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privilege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...]			</a:t>
            </a:r>
          </a:p>
          <a:p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TO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user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[,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user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...];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1BB027-FF73-9A0F-4E80-6D1AC531564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2276872"/>
            <a:ext cx="7607300" cy="10191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SQL&gt; GRANT  create table, create sequence, create view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  2  TO     scott;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Grant succeeded.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AE1E06-0E24-E5DC-5913-45B0DECDFB4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3429000"/>
            <a:ext cx="7607300" cy="43204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SQL&gt; SELECT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usr_sys_privs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endParaRPr lang="en-US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272F1-34AB-664E-28EA-BF7605E9C31A}"/>
              </a:ext>
            </a:extLst>
          </p:cNvPr>
          <p:cNvSpPr txBox="1"/>
          <p:nvPr/>
        </p:nvSpPr>
        <p:spPr>
          <a:xfrm>
            <a:off x="4906492" y="4143107"/>
            <a:ext cx="3384376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SESSION</a:t>
            </a:r>
          </a:p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PROCEDURE</a:t>
            </a:r>
          </a:p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DROP TABLE</a:t>
            </a:r>
          </a:p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DROP USER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A9308-5377-0D31-5F19-1BFA1BE5CB63}"/>
              </a:ext>
            </a:extLst>
          </p:cNvPr>
          <p:cNvSpPr txBox="1"/>
          <p:nvPr/>
        </p:nvSpPr>
        <p:spPr>
          <a:xfrm>
            <a:off x="692100" y="4169995"/>
            <a:ext cx="3384376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TABLE</a:t>
            </a:r>
          </a:p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SEQUENCE</a:t>
            </a:r>
          </a:p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VIEW</a:t>
            </a:r>
          </a:p>
          <a:p>
            <a:pPr marL="285750" lvl="0" indent="-285750" algn="just" eaLnBrk="0" hangingPunct="0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INDEX</a:t>
            </a:r>
          </a:p>
        </p:txBody>
      </p:sp>
    </p:spTree>
    <p:extLst>
      <p:ext uri="{BB962C8B-B14F-4D97-AF65-F5344CB8AC3E}">
        <p14:creationId xmlns:p14="http://schemas.microsoft.com/office/powerpoint/2010/main" val="33597851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0438-8D11-D837-1180-821EF758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7A324EF-8DA8-02DA-E0BA-E15349285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a Role?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9F60676-FE8A-311E-EE15-C34C77A8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6F2E4C95-D995-0511-D0DE-25BAE51C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pSp>
        <p:nvGrpSpPr>
          <p:cNvPr id="39367" name="Group 39366">
            <a:extLst>
              <a:ext uri="{FF2B5EF4-FFF2-40B4-BE49-F238E27FC236}">
                <a16:creationId xmlns:a16="http://schemas.microsoft.com/office/drawing/2014/main" id="{DDB4C692-C583-6232-A65A-7529C337FE8A}"/>
              </a:ext>
            </a:extLst>
          </p:cNvPr>
          <p:cNvGrpSpPr/>
          <p:nvPr/>
        </p:nvGrpSpPr>
        <p:grpSpPr>
          <a:xfrm>
            <a:off x="611560" y="1683487"/>
            <a:ext cx="8221663" cy="3905753"/>
            <a:chOff x="611560" y="1899511"/>
            <a:chExt cx="8221663" cy="3905753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A3DC85BD-4F20-DD3E-118E-A7B64200A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4910" y="2898048"/>
              <a:ext cx="1136650" cy="652463"/>
            </a:xfrm>
            <a:prstGeom prst="line">
              <a:avLst/>
            </a:prstGeom>
            <a:noFill/>
            <a:ln w="50800">
              <a:solidFill>
                <a:srgbClr val="F9A415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0EFB7F42-3F8A-C006-61B7-D17482C91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74260" y="2801211"/>
              <a:ext cx="1003300" cy="72390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88" name="Line 5">
              <a:extLst>
                <a:ext uri="{FF2B5EF4-FFF2-40B4-BE49-F238E27FC236}">
                  <a16:creationId xmlns:a16="http://schemas.microsoft.com/office/drawing/2014/main" id="{B69DB416-B540-FF51-965B-DEAFE5C2D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9810" y="2802798"/>
              <a:ext cx="1588" cy="744538"/>
            </a:xfrm>
            <a:prstGeom prst="line">
              <a:avLst/>
            </a:prstGeom>
            <a:noFill/>
            <a:ln w="50800">
              <a:solidFill>
                <a:srgbClr val="9234DB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0" name="Line 6">
              <a:extLst>
                <a:ext uri="{FF2B5EF4-FFF2-40B4-BE49-F238E27FC236}">
                  <a16:creationId xmlns:a16="http://schemas.microsoft.com/office/drawing/2014/main" id="{3E957348-9CFE-B9C3-B4F4-0AEF179A1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5373" y="4001361"/>
              <a:ext cx="962025" cy="423862"/>
            </a:xfrm>
            <a:prstGeom prst="line">
              <a:avLst/>
            </a:prstGeom>
            <a:noFill/>
            <a:ln w="50800">
              <a:solidFill>
                <a:srgbClr val="E5405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1" name="Line 7">
              <a:extLst>
                <a:ext uri="{FF2B5EF4-FFF2-40B4-BE49-F238E27FC236}">
                  <a16:creationId xmlns:a16="http://schemas.microsoft.com/office/drawing/2014/main" id="{9C75495D-A4A1-27A7-40FA-653BA6276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9498" y="4006123"/>
              <a:ext cx="303212" cy="414338"/>
            </a:xfrm>
            <a:prstGeom prst="line">
              <a:avLst/>
            </a:prstGeom>
            <a:noFill/>
            <a:ln w="50800">
              <a:solidFill>
                <a:srgbClr val="E5405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2" name="Line 8">
              <a:extLst>
                <a:ext uri="{FF2B5EF4-FFF2-40B4-BE49-F238E27FC236}">
                  <a16:creationId xmlns:a16="http://schemas.microsoft.com/office/drawing/2014/main" id="{9AF1EB73-62ED-7E4C-1BCB-FEA35AAB9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3110" y="3999773"/>
              <a:ext cx="322263" cy="430213"/>
            </a:xfrm>
            <a:prstGeom prst="line">
              <a:avLst/>
            </a:prstGeom>
            <a:noFill/>
            <a:ln w="50800">
              <a:solidFill>
                <a:srgbClr val="E5405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3" name="Line 9">
              <a:extLst>
                <a:ext uri="{FF2B5EF4-FFF2-40B4-BE49-F238E27FC236}">
                  <a16:creationId xmlns:a16="http://schemas.microsoft.com/office/drawing/2014/main" id="{DB2CE391-777E-75BD-671D-3D3BE28F6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7785" y="4012473"/>
              <a:ext cx="995363" cy="407988"/>
            </a:xfrm>
            <a:prstGeom prst="line">
              <a:avLst/>
            </a:prstGeom>
            <a:noFill/>
            <a:ln w="50800">
              <a:solidFill>
                <a:srgbClr val="E5405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4" name="Line 10">
              <a:extLst>
                <a:ext uri="{FF2B5EF4-FFF2-40B4-BE49-F238E27FC236}">
                  <a16:creationId xmlns:a16="http://schemas.microsoft.com/office/drawing/2014/main" id="{1BC48071-80D0-D3C9-289B-EB49548A9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510" y="3005998"/>
              <a:ext cx="0" cy="1450975"/>
            </a:xfrm>
            <a:prstGeom prst="line">
              <a:avLst/>
            </a:prstGeom>
            <a:noFill/>
            <a:ln w="50800">
              <a:solidFill>
                <a:srgbClr val="F9A415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5" name="Line 11">
              <a:extLst>
                <a:ext uri="{FF2B5EF4-FFF2-40B4-BE49-F238E27FC236}">
                  <a16:creationId xmlns:a16="http://schemas.microsoft.com/office/drawing/2014/main" id="{14CC896E-DF2E-E968-02D0-1F40FDED0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3010" y="2942498"/>
              <a:ext cx="314325" cy="1514475"/>
            </a:xfrm>
            <a:prstGeom prst="line">
              <a:avLst/>
            </a:prstGeom>
            <a:noFill/>
            <a:ln w="50800">
              <a:solidFill>
                <a:srgbClr val="9234DB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6" name="Line 12">
              <a:extLst>
                <a:ext uri="{FF2B5EF4-FFF2-40B4-BE49-F238E27FC236}">
                  <a16:creationId xmlns:a16="http://schemas.microsoft.com/office/drawing/2014/main" id="{4542119B-6D95-B503-8A26-FD56CC747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010" y="3028223"/>
              <a:ext cx="0" cy="1438275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7" name="Line 13">
              <a:extLst>
                <a:ext uri="{FF2B5EF4-FFF2-40B4-BE49-F238E27FC236}">
                  <a16:creationId xmlns:a16="http://schemas.microsoft.com/office/drawing/2014/main" id="{C28297BB-AEFF-B10B-1066-A545FBE7A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335" y="3013936"/>
              <a:ext cx="712788" cy="1463675"/>
            </a:xfrm>
            <a:prstGeom prst="line">
              <a:avLst/>
            </a:prstGeom>
            <a:noFill/>
            <a:ln w="50800">
              <a:solidFill>
                <a:srgbClr val="F9A415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8" name="Line 14">
              <a:extLst>
                <a:ext uri="{FF2B5EF4-FFF2-40B4-BE49-F238E27FC236}">
                  <a16:creationId xmlns:a16="http://schemas.microsoft.com/office/drawing/2014/main" id="{1FAAAE45-2804-EE82-357E-4CBD60513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2448" y="3025048"/>
              <a:ext cx="1325562" cy="1452563"/>
            </a:xfrm>
            <a:prstGeom prst="line">
              <a:avLst/>
            </a:prstGeom>
            <a:noFill/>
            <a:ln w="50800">
              <a:solidFill>
                <a:srgbClr val="F9A415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999" name="Line 15">
              <a:extLst>
                <a:ext uri="{FF2B5EF4-FFF2-40B4-BE49-F238E27FC236}">
                  <a16:creationId xmlns:a16="http://schemas.microsoft.com/office/drawing/2014/main" id="{D718584E-1ECD-3103-0261-8E068EFFA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273" y="3032986"/>
              <a:ext cx="1974850" cy="1444625"/>
            </a:xfrm>
            <a:prstGeom prst="line">
              <a:avLst/>
            </a:prstGeom>
            <a:noFill/>
            <a:ln w="50800">
              <a:solidFill>
                <a:srgbClr val="F9A415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0" name="Line 16">
              <a:extLst>
                <a:ext uri="{FF2B5EF4-FFF2-40B4-BE49-F238E27FC236}">
                  <a16:creationId xmlns:a16="http://schemas.microsoft.com/office/drawing/2014/main" id="{7423BB3D-3C68-8F33-2708-166B838BD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898" y="3036161"/>
              <a:ext cx="642937" cy="1430337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1" name="Line 17">
              <a:extLst>
                <a:ext uri="{FF2B5EF4-FFF2-40B4-BE49-F238E27FC236}">
                  <a16:creationId xmlns:a16="http://schemas.microsoft.com/office/drawing/2014/main" id="{8F534AF8-491C-2E9D-D289-282683387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3010" y="3032986"/>
              <a:ext cx="1263650" cy="1433512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2" name="Line 18">
              <a:extLst>
                <a:ext uri="{FF2B5EF4-FFF2-40B4-BE49-F238E27FC236}">
                  <a16:creationId xmlns:a16="http://schemas.microsoft.com/office/drawing/2014/main" id="{FFBF2B94-E1E5-AAFB-4856-936D543DA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623" y="3040923"/>
              <a:ext cx="1947862" cy="1404938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3" name="Line 19">
              <a:extLst>
                <a:ext uri="{FF2B5EF4-FFF2-40B4-BE49-F238E27FC236}">
                  <a16:creationId xmlns:a16="http://schemas.microsoft.com/office/drawing/2014/main" id="{DDB8A472-D14C-E28B-AAE3-8CC826955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623" y="2956786"/>
              <a:ext cx="995362" cy="1509712"/>
            </a:xfrm>
            <a:prstGeom prst="line">
              <a:avLst/>
            </a:prstGeom>
            <a:noFill/>
            <a:ln w="50800">
              <a:solidFill>
                <a:srgbClr val="9234DB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4" name="Line 20">
              <a:extLst>
                <a:ext uri="{FF2B5EF4-FFF2-40B4-BE49-F238E27FC236}">
                  <a16:creationId xmlns:a16="http://schemas.microsoft.com/office/drawing/2014/main" id="{6B8E027F-A74E-3EFC-1B39-FA2054BFD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2098" y="2967898"/>
              <a:ext cx="304800" cy="1489075"/>
            </a:xfrm>
            <a:prstGeom prst="line">
              <a:avLst/>
            </a:prstGeom>
            <a:noFill/>
            <a:ln w="50800">
              <a:solidFill>
                <a:srgbClr val="9234DB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5" name="Line 21">
              <a:extLst>
                <a:ext uri="{FF2B5EF4-FFF2-40B4-BE49-F238E27FC236}">
                  <a16:creationId xmlns:a16="http://schemas.microsoft.com/office/drawing/2014/main" id="{FFB173C6-6721-EDEC-C509-D13B73BB6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8923" y="2964723"/>
              <a:ext cx="965200" cy="1512888"/>
            </a:xfrm>
            <a:prstGeom prst="line">
              <a:avLst/>
            </a:prstGeom>
            <a:noFill/>
            <a:ln w="50800">
              <a:solidFill>
                <a:srgbClr val="9234DB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6" name="Rectangle 22">
              <a:extLst>
                <a:ext uri="{FF2B5EF4-FFF2-40B4-BE49-F238E27FC236}">
                  <a16:creationId xmlns:a16="http://schemas.microsoft.com/office/drawing/2014/main" id="{5F6952E8-AABC-0DAE-E658-1A4C6D1DC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833" y="5096736"/>
              <a:ext cx="2594941" cy="708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Allocating privileges</a:t>
              </a:r>
            </a:p>
            <a:p>
              <a:pPr algn="ctr" eaLnBrk="0" hangingPunct="0"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without a role</a:t>
              </a:r>
            </a:p>
          </p:txBody>
        </p:sp>
        <p:sp>
          <p:nvSpPr>
            <p:cNvPr id="39007" name="Rectangle 23">
              <a:extLst>
                <a:ext uri="{FF2B5EF4-FFF2-40B4-BE49-F238E27FC236}">
                  <a16:creationId xmlns:a16="http://schemas.microsoft.com/office/drawing/2014/main" id="{0B494274-8A8B-C8C8-5D9F-ABE8753B4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0060" y="5096736"/>
              <a:ext cx="3713163" cy="708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Allocating privileges</a:t>
              </a:r>
            </a:p>
            <a:p>
              <a:pPr algn="ctr" eaLnBrk="0" hangingPunct="0"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with a role</a:t>
              </a:r>
            </a:p>
          </p:txBody>
        </p:sp>
        <p:sp>
          <p:nvSpPr>
            <p:cNvPr id="38915" name="AutoShape 24">
              <a:extLst>
                <a:ext uri="{FF2B5EF4-FFF2-40B4-BE49-F238E27FC236}">
                  <a16:creationId xmlns:a16="http://schemas.microsoft.com/office/drawing/2014/main" id="{7D968246-E687-18F1-C04B-E3FF504C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5123" y="436013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8" name="AutoShape 25">
              <a:extLst>
                <a:ext uri="{FF2B5EF4-FFF2-40B4-BE49-F238E27FC236}">
                  <a16:creationId xmlns:a16="http://schemas.microsoft.com/office/drawing/2014/main" id="{9F38F207-E148-B8D8-06EA-878719114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8860" y="436013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09" name="AutoShape 26">
              <a:extLst>
                <a:ext uri="{FF2B5EF4-FFF2-40B4-BE49-F238E27FC236}">
                  <a16:creationId xmlns:a16="http://schemas.microsoft.com/office/drawing/2014/main" id="{52DD59F9-65EF-21FD-8465-3FA387372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810" y="436013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10" name="AutoShape 27">
              <a:extLst>
                <a:ext uri="{FF2B5EF4-FFF2-40B4-BE49-F238E27FC236}">
                  <a16:creationId xmlns:a16="http://schemas.microsoft.com/office/drawing/2014/main" id="{BDCCC773-5624-D909-A3CD-E397FF527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448" y="436013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11" name="Rectangle 28">
              <a:extLst>
                <a:ext uri="{FF2B5EF4-FFF2-40B4-BE49-F238E27FC236}">
                  <a16:creationId xmlns:a16="http://schemas.microsoft.com/office/drawing/2014/main" id="{E680BED6-115C-5093-8AB9-2418FE383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478" y="4483961"/>
              <a:ext cx="1352614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Privileges</a:t>
              </a:r>
            </a:p>
          </p:txBody>
        </p:sp>
        <p:sp>
          <p:nvSpPr>
            <p:cNvPr id="39012" name="Rectangle 29">
              <a:extLst>
                <a:ext uri="{FF2B5EF4-FFF2-40B4-BE49-F238E27FC236}">
                  <a16:creationId xmlns:a16="http://schemas.microsoft.com/office/drawing/2014/main" id="{2B881A11-EB83-0699-0B6D-9323D2222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585" y="2605948"/>
              <a:ext cx="1309688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Users</a:t>
              </a:r>
            </a:p>
          </p:txBody>
        </p:sp>
        <p:sp>
          <p:nvSpPr>
            <p:cNvPr id="39013" name="Oval 30">
              <a:extLst>
                <a:ext uri="{FF2B5EF4-FFF2-40B4-BE49-F238E27FC236}">
                  <a16:creationId xmlns:a16="http://schemas.microsoft.com/office/drawing/2014/main" id="{2774A241-7498-9883-249C-0EC6D6E8CEFB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244010" y="3525111"/>
              <a:ext cx="1365250" cy="476250"/>
            </a:xfrm>
            <a:prstGeom prst="ellipse">
              <a:avLst/>
            </a:prstGeom>
            <a:solidFill>
              <a:srgbClr val="FF6633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14" name="Rectangle 31">
              <a:extLst>
                <a:ext uri="{FF2B5EF4-FFF2-40B4-BE49-F238E27FC236}">
                  <a16:creationId xmlns:a16="http://schemas.microsoft.com/office/drawing/2014/main" id="{CFD58742-3DBC-37BB-D1E8-7D79E344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4660" y="3580673"/>
              <a:ext cx="11239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defRPr/>
              </a:pPr>
              <a:r>
                <a:rPr lang="en-US" sz="1800" b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</a:rPr>
                <a:t>Manager</a:t>
              </a:r>
            </a:p>
          </p:txBody>
        </p:sp>
        <p:sp>
          <p:nvSpPr>
            <p:cNvPr id="39015" name="AutoShape 32">
              <a:extLst>
                <a:ext uri="{FF2B5EF4-FFF2-40B4-BE49-F238E27FC236}">
                  <a16:creationId xmlns:a16="http://schemas.microsoft.com/office/drawing/2014/main" id="{001AF9CE-9B1B-7BFD-BFE4-FCEFF0955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523" y="432838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16" name="AutoShape 33">
              <a:extLst>
                <a:ext uri="{FF2B5EF4-FFF2-40B4-BE49-F238E27FC236}">
                  <a16:creationId xmlns:a16="http://schemas.microsoft.com/office/drawing/2014/main" id="{866ABBB3-78EE-11D5-D357-52965D2E2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6260" y="432838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17" name="AutoShape 34">
              <a:extLst>
                <a:ext uri="{FF2B5EF4-FFF2-40B4-BE49-F238E27FC236}">
                  <a16:creationId xmlns:a16="http://schemas.microsoft.com/office/drawing/2014/main" id="{AD86C4F1-058A-5348-BB50-52B06C7CD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2210" y="432838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018" name="AutoShape 35">
              <a:extLst>
                <a:ext uri="{FF2B5EF4-FFF2-40B4-BE49-F238E27FC236}">
                  <a16:creationId xmlns:a16="http://schemas.microsoft.com/office/drawing/2014/main" id="{DB407292-AC1F-A3E9-C806-D918081ED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7848" y="4328386"/>
              <a:ext cx="381000" cy="530225"/>
            </a:xfrm>
            <a:prstGeom prst="diamond">
              <a:avLst/>
            </a:prstGeom>
            <a:solidFill>
              <a:srgbClr val="FFCC00"/>
            </a:solidFill>
            <a:ln>
              <a:noFill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39019" name="Group 36">
              <a:extLst>
                <a:ext uri="{FF2B5EF4-FFF2-40B4-BE49-F238E27FC236}">
                  <a16:creationId xmlns:a16="http://schemas.microsoft.com/office/drawing/2014/main" id="{30DF2377-0AD2-7286-985F-063167FCF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8373" y="1910623"/>
              <a:ext cx="1098550" cy="1277938"/>
              <a:chOff x="1159" y="938"/>
              <a:chExt cx="692" cy="805"/>
            </a:xfrm>
          </p:grpSpPr>
          <p:sp>
            <p:nvSpPr>
              <p:cNvPr id="39020" name="Freeform 37">
                <a:extLst>
                  <a:ext uri="{FF2B5EF4-FFF2-40B4-BE49-F238E27FC236}">
                    <a16:creationId xmlns:a16="http://schemas.microsoft.com/office/drawing/2014/main" id="{B5A94173-4F4A-76D6-9C2E-243279B9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7" y="938"/>
                <a:ext cx="332" cy="622"/>
              </a:xfrm>
              <a:custGeom>
                <a:avLst/>
                <a:gdLst>
                  <a:gd name="T0" fmla="*/ 147 w 332"/>
                  <a:gd name="T1" fmla="*/ 193 h 622"/>
                  <a:gd name="T2" fmla="*/ 139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4 h 622"/>
                  <a:gd name="T10" fmla="*/ 118 w 332"/>
                  <a:gd name="T11" fmla="*/ 115 h 622"/>
                  <a:gd name="T12" fmla="*/ 127 w 332"/>
                  <a:gd name="T13" fmla="*/ 103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6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1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2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7 w 332"/>
                  <a:gd name="T51" fmla="*/ 385 h 622"/>
                  <a:gd name="T52" fmla="*/ 79 w 332"/>
                  <a:gd name="T53" fmla="*/ 402 h 622"/>
                  <a:gd name="T54" fmla="*/ 118 w 332"/>
                  <a:gd name="T55" fmla="*/ 405 h 622"/>
                  <a:gd name="T56" fmla="*/ 170 w 332"/>
                  <a:gd name="T57" fmla="*/ 408 h 622"/>
                  <a:gd name="T58" fmla="*/ 217 w 332"/>
                  <a:gd name="T59" fmla="*/ 425 h 622"/>
                  <a:gd name="T60" fmla="*/ 232 w 332"/>
                  <a:gd name="T61" fmla="*/ 437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3 w 332"/>
                  <a:gd name="T73" fmla="*/ 610 h 622"/>
                  <a:gd name="T74" fmla="*/ 300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2 h 622"/>
                  <a:gd name="T84" fmla="*/ 274 w 332"/>
                  <a:gd name="T85" fmla="*/ 542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1 w 332"/>
                  <a:gd name="T91" fmla="*/ 444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2 w 332"/>
                  <a:gd name="T97" fmla="*/ 371 h 622"/>
                  <a:gd name="T98" fmla="*/ 203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2" y="231"/>
                    </a:moveTo>
                    <a:lnTo>
                      <a:pt x="143" y="229"/>
                    </a:lnTo>
                    <a:lnTo>
                      <a:pt x="144" y="220"/>
                    </a:lnTo>
                    <a:lnTo>
                      <a:pt x="145" y="207"/>
                    </a:lnTo>
                    <a:lnTo>
                      <a:pt x="147" y="193"/>
                    </a:lnTo>
                    <a:lnTo>
                      <a:pt x="148" y="178"/>
                    </a:lnTo>
                    <a:lnTo>
                      <a:pt x="148" y="165"/>
                    </a:lnTo>
                    <a:lnTo>
                      <a:pt x="147" y="153"/>
                    </a:lnTo>
                    <a:lnTo>
                      <a:pt x="145" y="146"/>
                    </a:lnTo>
                    <a:lnTo>
                      <a:pt x="139" y="142"/>
                    </a:lnTo>
                    <a:lnTo>
                      <a:pt x="133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6" y="121"/>
                    </a:lnTo>
                    <a:lnTo>
                      <a:pt x="107" y="120"/>
                    </a:lnTo>
                    <a:lnTo>
                      <a:pt x="108" y="118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0" y="114"/>
                    </a:lnTo>
                    <a:lnTo>
                      <a:pt x="110" y="115"/>
                    </a:lnTo>
                    <a:lnTo>
                      <a:pt x="111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2" y="113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7" y="103"/>
                    </a:lnTo>
                    <a:lnTo>
                      <a:pt x="128" y="99"/>
                    </a:lnTo>
                    <a:lnTo>
                      <a:pt x="129" y="95"/>
                    </a:lnTo>
                    <a:lnTo>
                      <a:pt x="130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6" y="85"/>
                    </a:lnTo>
                    <a:lnTo>
                      <a:pt x="137" y="84"/>
                    </a:lnTo>
                    <a:lnTo>
                      <a:pt x="138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6" y="42"/>
                    </a:lnTo>
                    <a:lnTo>
                      <a:pt x="124" y="36"/>
                    </a:lnTo>
                    <a:lnTo>
                      <a:pt x="121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2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1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1" y="20"/>
                    </a:lnTo>
                    <a:lnTo>
                      <a:pt x="40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7" y="76"/>
                    </a:lnTo>
                    <a:lnTo>
                      <a:pt x="49" y="81"/>
                    </a:lnTo>
                    <a:lnTo>
                      <a:pt x="51" y="87"/>
                    </a:lnTo>
                    <a:lnTo>
                      <a:pt x="52" y="94"/>
                    </a:lnTo>
                    <a:lnTo>
                      <a:pt x="52" y="99"/>
                    </a:lnTo>
                    <a:lnTo>
                      <a:pt x="53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9" y="138"/>
                    </a:lnTo>
                    <a:lnTo>
                      <a:pt x="7" y="142"/>
                    </a:lnTo>
                    <a:lnTo>
                      <a:pt x="5" y="145"/>
                    </a:lnTo>
                    <a:lnTo>
                      <a:pt x="4" y="149"/>
                    </a:lnTo>
                    <a:lnTo>
                      <a:pt x="2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6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8" y="280"/>
                    </a:lnTo>
                    <a:lnTo>
                      <a:pt x="18" y="290"/>
                    </a:lnTo>
                    <a:lnTo>
                      <a:pt x="17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6" y="364"/>
                    </a:lnTo>
                    <a:lnTo>
                      <a:pt x="31" y="376"/>
                    </a:lnTo>
                    <a:lnTo>
                      <a:pt x="37" y="385"/>
                    </a:lnTo>
                    <a:lnTo>
                      <a:pt x="45" y="391"/>
                    </a:lnTo>
                    <a:lnTo>
                      <a:pt x="53" y="396"/>
                    </a:lnTo>
                    <a:lnTo>
                      <a:pt x="63" y="398"/>
                    </a:lnTo>
                    <a:lnTo>
                      <a:pt x="71" y="401"/>
                    </a:lnTo>
                    <a:lnTo>
                      <a:pt x="79" y="402"/>
                    </a:lnTo>
                    <a:lnTo>
                      <a:pt x="85" y="402"/>
                    </a:lnTo>
                    <a:lnTo>
                      <a:pt x="89" y="402"/>
                    </a:lnTo>
                    <a:lnTo>
                      <a:pt x="97" y="403"/>
                    </a:lnTo>
                    <a:lnTo>
                      <a:pt x="107" y="404"/>
                    </a:lnTo>
                    <a:lnTo>
                      <a:pt x="118" y="405"/>
                    </a:lnTo>
                    <a:lnTo>
                      <a:pt x="130" y="406"/>
                    </a:lnTo>
                    <a:lnTo>
                      <a:pt x="142" y="406"/>
                    </a:lnTo>
                    <a:lnTo>
                      <a:pt x="153" y="407"/>
                    </a:lnTo>
                    <a:lnTo>
                      <a:pt x="162" y="408"/>
                    </a:lnTo>
                    <a:lnTo>
                      <a:pt x="170" y="408"/>
                    </a:lnTo>
                    <a:lnTo>
                      <a:pt x="178" y="410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8" y="421"/>
                    </a:lnTo>
                    <a:lnTo>
                      <a:pt x="217" y="425"/>
                    </a:lnTo>
                    <a:lnTo>
                      <a:pt x="226" y="428"/>
                    </a:lnTo>
                    <a:lnTo>
                      <a:pt x="231" y="431"/>
                    </a:lnTo>
                    <a:lnTo>
                      <a:pt x="233" y="431"/>
                    </a:lnTo>
                    <a:lnTo>
                      <a:pt x="232" y="433"/>
                    </a:lnTo>
                    <a:lnTo>
                      <a:pt x="232" y="437"/>
                    </a:lnTo>
                    <a:lnTo>
                      <a:pt x="232" y="444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6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7" y="552"/>
                    </a:lnTo>
                    <a:lnTo>
                      <a:pt x="237" y="562"/>
                    </a:lnTo>
                    <a:lnTo>
                      <a:pt x="236" y="568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7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8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7" y="609"/>
                    </a:lnTo>
                    <a:lnTo>
                      <a:pt x="273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0" y="618"/>
                    </a:lnTo>
                    <a:lnTo>
                      <a:pt x="306" y="619"/>
                    </a:lnTo>
                    <a:lnTo>
                      <a:pt x="312" y="620"/>
                    </a:lnTo>
                    <a:lnTo>
                      <a:pt x="316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7"/>
                    </a:lnTo>
                    <a:lnTo>
                      <a:pt x="327" y="615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8" y="607"/>
                    </a:lnTo>
                    <a:lnTo>
                      <a:pt x="324" y="604"/>
                    </a:lnTo>
                    <a:lnTo>
                      <a:pt x="318" y="601"/>
                    </a:lnTo>
                    <a:lnTo>
                      <a:pt x="309" y="598"/>
                    </a:lnTo>
                    <a:lnTo>
                      <a:pt x="301" y="594"/>
                    </a:lnTo>
                    <a:lnTo>
                      <a:pt x="292" y="590"/>
                    </a:lnTo>
                    <a:lnTo>
                      <a:pt x="284" y="586"/>
                    </a:lnTo>
                    <a:lnTo>
                      <a:pt x="278" y="581"/>
                    </a:lnTo>
                    <a:lnTo>
                      <a:pt x="273" y="576"/>
                    </a:lnTo>
                    <a:lnTo>
                      <a:pt x="272" y="572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2" y="557"/>
                    </a:lnTo>
                    <a:lnTo>
                      <a:pt x="273" y="550"/>
                    </a:lnTo>
                    <a:lnTo>
                      <a:pt x="274" y="542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19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4" y="481"/>
                    </a:lnTo>
                    <a:lnTo>
                      <a:pt x="286" y="471"/>
                    </a:lnTo>
                    <a:lnTo>
                      <a:pt x="286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8" y="450"/>
                    </a:lnTo>
                    <a:lnTo>
                      <a:pt x="290" y="448"/>
                    </a:lnTo>
                    <a:lnTo>
                      <a:pt x="291" y="444"/>
                    </a:lnTo>
                    <a:lnTo>
                      <a:pt x="293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89" y="408"/>
                    </a:lnTo>
                    <a:lnTo>
                      <a:pt x="285" y="402"/>
                    </a:lnTo>
                    <a:lnTo>
                      <a:pt x="279" y="397"/>
                    </a:lnTo>
                    <a:lnTo>
                      <a:pt x="272" y="391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5"/>
                    </a:lnTo>
                    <a:lnTo>
                      <a:pt x="232" y="371"/>
                    </a:lnTo>
                    <a:lnTo>
                      <a:pt x="226" y="366"/>
                    </a:lnTo>
                    <a:lnTo>
                      <a:pt x="220" y="362"/>
                    </a:lnTo>
                    <a:lnTo>
                      <a:pt x="215" y="358"/>
                    </a:lnTo>
                    <a:lnTo>
                      <a:pt x="210" y="356"/>
                    </a:lnTo>
                    <a:lnTo>
                      <a:pt x="203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6" y="341"/>
                    </a:lnTo>
                    <a:lnTo>
                      <a:pt x="171" y="338"/>
                    </a:lnTo>
                    <a:lnTo>
                      <a:pt x="167" y="335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2" y="23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1" name="Freeform 38">
                <a:extLst>
                  <a:ext uri="{FF2B5EF4-FFF2-40B4-BE49-F238E27FC236}">
                    <a16:creationId xmlns:a16="http://schemas.microsoft.com/office/drawing/2014/main" id="{EC58FDD3-A541-6104-19E3-32B82E1D6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0" y="1081"/>
                <a:ext cx="117" cy="201"/>
              </a:xfrm>
              <a:custGeom>
                <a:avLst/>
                <a:gdLst>
                  <a:gd name="T0" fmla="*/ 49 w 117"/>
                  <a:gd name="T1" fmla="*/ 200 h 201"/>
                  <a:gd name="T2" fmla="*/ 64 w 117"/>
                  <a:gd name="T3" fmla="*/ 199 h 201"/>
                  <a:gd name="T4" fmla="*/ 87 w 117"/>
                  <a:gd name="T5" fmla="*/ 194 h 201"/>
                  <a:gd name="T6" fmla="*/ 107 w 117"/>
                  <a:gd name="T7" fmla="*/ 183 h 201"/>
                  <a:gd name="T8" fmla="*/ 116 w 117"/>
                  <a:gd name="T9" fmla="*/ 166 h 201"/>
                  <a:gd name="T10" fmla="*/ 110 w 117"/>
                  <a:gd name="T11" fmla="*/ 146 h 201"/>
                  <a:gd name="T12" fmla="*/ 95 w 117"/>
                  <a:gd name="T13" fmla="*/ 124 h 201"/>
                  <a:gd name="T14" fmla="*/ 80 w 117"/>
                  <a:gd name="T15" fmla="*/ 100 h 201"/>
                  <a:gd name="T16" fmla="*/ 73 w 117"/>
                  <a:gd name="T17" fmla="*/ 72 h 201"/>
                  <a:gd name="T18" fmla="*/ 80 w 117"/>
                  <a:gd name="T19" fmla="*/ 45 h 201"/>
                  <a:gd name="T20" fmla="*/ 92 w 117"/>
                  <a:gd name="T21" fmla="*/ 25 h 201"/>
                  <a:gd name="T22" fmla="*/ 98 w 117"/>
                  <a:gd name="T23" fmla="*/ 11 h 201"/>
                  <a:gd name="T24" fmla="*/ 88 w 117"/>
                  <a:gd name="T25" fmla="*/ 4 h 201"/>
                  <a:gd name="T26" fmla="*/ 63 w 117"/>
                  <a:gd name="T27" fmla="*/ 0 h 201"/>
                  <a:gd name="T28" fmla="*/ 35 w 117"/>
                  <a:gd name="T29" fmla="*/ 0 h 201"/>
                  <a:gd name="T30" fmla="*/ 13 w 117"/>
                  <a:gd name="T31" fmla="*/ 4 h 201"/>
                  <a:gd name="T32" fmla="*/ 5 w 117"/>
                  <a:gd name="T33" fmla="*/ 11 h 201"/>
                  <a:gd name="T34" fmla="*/ 1 w 117"/>
                  <a:gd name="T35" fmla="*/ 18 h 201"/>
                  <a:gd name="T36" fmla="*/ 0 w 117"/>
                  <a:gd name="T37" fmla="*/ 26 h 201"/>
                  <a:gd name="T38" fmla="*/ 2 w 117"/>
                  <a:gd name="T39" fmla="*/ 39 h 201"/>
                  <a:gd name="T40" fmla="*/ 9 w 117"/>
                  <a:gd name="T41" fmla="*/ 57 h 201"/>
                  <a:gd name="T42" fmla="*/ 14 w 117"/>
                  <a:gd name="T43" fmla="*/ 70 h 201"/>
                  <a:gd name="T44" fmla="*/ 17 w 117"/>
                  <a:gd name="T45" fmla="*/ 80 h 201"/>
                  <a:gd name="T46" fmla="*/ 19 w 117"/>
                  <a:gd name="T47" fmla="*/ 94 h 201"/>
                  <a:gd name="T48" fmla="*/ 20 w 117"/>
                  <a:gd name="T49" fmla="*/ 116 h 201"/>
                  <a:gd name="T50" fmla="*/ 19 w 117"/>
                  <a:gd name="T51" fmla="*/ 132 h 201"/>
                  <a:gd name="T52" fmla="*/ 17 w 117"/>
                  <a:gd name="T53" fmla="*/ 144 h 201"/>
                  <a:gd name="T54" fmla="*/ 17 w 117"/>
                  <a:gd name="T55" fmla="*/ 155 h 201"/>
                  <a:gd name="T56" fmla="*/ 17 w 117"/>
                  <a:gd name="T57" fmla="*/ 171 h 201"/>
                  <a:gd name="T58" fmla="*/ 21 w 117"/>
                  <a:gd name="T59" fmla="*/ 182 h 201"/>
                  <a:gd name="T60" fmla="*/ 24 w 117"/>
                  <a:gd name="T61" fmla="*/ 188 h 201"/>
                  <a:gd name="T62" fmla="*/ 29 w 117"/>
                  <a:gd name="T63" fmla="*/ 192 h 201"/>
                  <a:gd name="T64" fmla="*/ 33 w 117"/>
                  <a:gd name="T65" fmla="*/ 195 h 201"/>
                  <a:gd name="T66" fmla="*/ 38 w 117"/>
                  <a:gd name="T67" fmla="*/ 197 h 201"/>
                  <a:gd name="T68" fmla="*/ 43 w 117"/>
                  <a:gd name="T69" fmla="*/ 199 h 201"/>
                  <a:gd name="T70" fmla="*/ 46 w 117"/>
                  <a:gd name="T71" fmla="*/ 200 h 20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01"/>
                  <a:gd name="T110" fmla="*/ 117 w 117"/>
                  <a:gd name="T111" fmla="*/ 201 h 20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01">
                    <a:moveTo>
                      <a:pt x="46" y="200"/>
                    </a:moveTo>
                    <a:lnTo>
                      <a:pt x="49" y="200"/>
                    </a:lnTo>
                    <a:lnTo>
                      <a:pt x="55" y="199"/>
                    </a:lnTo>
                    <a:lnTo>
                      <a:pt x="64" y="199"/>
                    </a:lnTo>
                    <a:lnTo>
                      <a:pt x="75" y="196"/>
                    </a:lnTo>
                    <a:lnTo>
                      <a:pt x="87" y="194"/>
                    </a:lnTo>
                    <a:lnTo>
                      <a:pt x="98" y="189"/>
                    </a:lnTo>
                    <a:lnTo>
                      <a:pt x="107" y="183"/>
                    </a:lnTo>
                    <a:lnTo>
                      <a:pt x="113" y="176"/>
                    </a:lnTo>
                    <a:lnTo>
                      <a:pt x="116" y="166"/>
                    </a:lnTo>
                    <a:lnTo>
                      <a:pt x="114" y="156"/>
                    </a:lnTo>
                    <a:lnTo>
                      <a:pt x="110" y="146"/>
                    </a:lnTo>
                    <a:lnTo>
                      <a:pt x="103" y="135"/>
                    </a:lnTo>
                    <a:lnTo>
                      <a:pt x="95" y="124"/>
                    </a:lnTo>
                    <a:lnTo>
                      <a:pt x="87" y="113"/>
                    </a:lnTo>
                    <a:lnTo>
                      <a:pt x="80" y="100"/>
                    </a:lnTo>
                    <a:lnTo>
                      <a:pt x="75" y="87"/>
                    </a:lnTo>
                    <a:lnTo>
                      <a:pt x="73" y="72"/>
                    </a:lnTo>
                    <a:lnTo>
                      <a:pt x="75" y="58"/>
                    </a:lnTo>
                    <a:lnTo>
                      <a:pt x="80" y="45"/>
                    </a:lnTo>
                    <a:lnTo>
                      <a:pt x="87" y="34"/>
                    </a:lnTo>
                    <a:lnTo>
                      <a:pt x="92" y="25"/>
                    </a:lnTo>
                    <a:lnTo>
                      <a:pt x="97" y="17"/>
                    </a:lnTo>
                    <a:lnTo>
                      <a:pt x="98" y="11"/>
                    </a:lnTo>
                    <a:lnTo>
                      <a:pt x="96" y="6"/>
                    </a:lnTo>
                    <a:lnTo>
                      <a:pt x="88" y="4"/>
                    </a:lnTo>
                    <a:lnTo>
                      <a:pt x="77" y="2"/>
                    </a:lnTo>
                    <a:lnTo>
                      <a:pt x="63" y="0"/>
                    </a:lnTo>
                    <a:lnTo>
                      <a:pt x="49" y="0"/>
                    </a:lnTo>
                    <a:lnTo>
                      <a:pt x="35" y="0"/>
                    </a:lnTo>
                    <a:lnTo>
                      <a:pt x="23" y="1"/>
                    </a:lnTo>
                    <a:lnTo>
                      <a:pt x="13" y="4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4" y="15"/>
                    </a:lnTo>
                    <a:lnTo>
                      <a:pt x="1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2" y="39"/>
                    </a:lnTo>
                    <a:lnTo>
                      <a:pt x="5" y="48"/>
                    </a:lnTo>
                    <a:lnTo>
                      <a:pt x="9" y="57"/>
                    </a:lnTo>
                    <a:lnTo>
                      <a:pt x="11" y="65"/>
                    </a:lnTo>
                    <a:lnTo>
                      <a:pt x="14" y="70"/>
                    </a:lnTo>
                    <a:lnTo>
                      <a:pt x="16" y="74"/>
                    </a:lnTo>
                    <a:lnTo>
                      <a:pt x="17" y="80"/>
                    </a:lnTo>
                    <a:lnTo>
                      <a:pt x="18" y="85"/>
                    </a:lnTo>
                    <a:lnTo>
                      <a:pt x="19" y="94"/>
                    </a:lnTo>
                    <a:lnTo>
                      <a:pt x="20" y="105"/>
                    </a:lnTo>
                    <a:lnTo>
                      <a:pt x="20" y="116"/>
                    </a:lnTo>
                    <a:lnTo>
                      <a:pt x="20" y="125"/>
                    </a:lnTo>
                    <a:lnTo>
                      <a:pt x="19" y="132"/>
                    </a:lnTo>
                    <a:lnTo>
                      <a:pt x="18" y="138"/>
                    </a:lnTo>
                    <a:lnTo>
                      <a:pt x="17" y="144"/>
                    </a:lnTo>
                    <a:lnTo>
                      <a:pt x="17" y="149"/>
                    </a:lnTo>
                    <a:lnTo>
                      <a:pt x="17" y="155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19" y="177"/>
                    </a:lnTo>
                    <a:lnTo>
                      <a:pt x="21" y="182"/>
                    </a:lnTo>
                    <a:lnTo>
                      <a:pt x="23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1" y="194"/>
                    </a:lnTo>
                    <a:lnTo>
                      <a:pt x="33" y="195"/>
                    </a:lnTo>
                    <a:lnTo>
                      <a:pt x="35" y="196"/>
                    </a:lnTo>
                    <a:lnTo>
                      <a:pt x="38" y="197"/>
                    </a:lnTo>
                    <a:lnTo>
                      <a:pt x="40" y="198"/>
                    </a:lnTo>
                    <a:lnTo>
                      <a:pt x="43" y="199"/>
                    </a:lnTo>
                    <a:lnTo>
                      <a:pt x="45" y="200"/>
                    </a:lnTo>
                    <a:lnTo>
                      <a:pt x="46" y="200"/>
                    </a:lnTo>
                  </a:path>
                </a:pathLst>
              </a:custGeom>
              <a:solidFill>
                <a:srgbClr val="00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2" name="Freeform 39">
                <a:extLst>
                  <a:ext uri="{FF2B5EF4-FFF2-40B4-BE49-F238E27FC236}">
                    <a16:creationId xmlns:a16="http://schemas.microsoft.com/office/drawing/2014/main" id="{115E6C57-B659-8921-F94C-58AF0D813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" y="940"/>
                <a:ext cx="332" cy="622"/>
              </a:xfrm>
              <a:custGeom>
                <a:avLst/>
                <a:gdLst>
                  <a:gd name="T0" fmla="*/ 147 w 332"/>
                  <a:gd name="T1" fmla="*/ 196 h 622"/>
                  <a:gd name="T2" fmla="*/ 140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5 h 622"/>
                  <a:gd name="T10" fmla="*/ 118 w 332"/>
                  <a:gd name="T11" fmla="*/ 115 h 622"/>
                  <a:gd name="T12" fmla="*/ 127 w 332"/>
                  <a:gd name="T13" fmla="*/ 104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7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2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3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8 w 332"/>
                  <a:gd name="T51" fmla="*/ 385 h 622"/>
                  <a:gd name="T52" fmla="*/ 80 w 332"/>
                  <a:gd name="T53" fmla="*/ 413 h 622"/>
                  <a:gd name="T54" fmla="*/ 119 w 332"/>
                  <a:gd name="T55" fmla="*/ 414 h 622"/>
                  <a:gd name="T56" fmla="*/ 170 w 332"/>
                  <a:gd name="T57" fmla="*/ 408 h 622"/>
                  <a:gd name="T58" fmla="*/ 218 w 332"/>
                  <a:gd name="T59" fmla="*/ 425 h 622"/>
                  <a:gd name="T60" fmla="*/ 232 w 332"/>
                  <a:gd name="T61" fmla="*/ 438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4 w 332"/>
                  <a:gd name="T73" fmla="*/ 610 h 622"/>
                  <a:gd name="T74" fmla="*/ 301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3 h 622"/>
                  <a:gd name="T84" fmla="*/ 274 w 332"/>
                  <a:gd name="T85" fmla="*/ 543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2 w 332"/>
                  <a:gd name="T91" fmla="*/ 445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3 w 332"/>
                  <a:gd name="T97" fmla="*/ 371 h 622"/>
                  <a:gd name="T98" fmla="*/ 204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3" y="236"/>
                    </a:moveTo>
                    <a:lnTo>
                      <a:pt x="143" y="233"/>
                    </a:lnTo>
                    <a:lnTo>
                      <a:pt x="145" y="224"/>
                    </a:lnTo>
                    <a:lnTo>
                      <a:pt x="145" y="212"/>
                    </a:lnTo>
                    <a:lnTo>
                      <a:pt x="147" y="196"/>
                    </a:lnTo>
                    <a:lnTo>
                      <a:pt x="148" y="180"/>
                    </a:lnTo>
                    <a:lnTo>
                      <a:pt x="148" y="166"/>
                    </a:lnTo>
                    <a:lnTo>
                      <a:pt x="147" y="154"/>
                    </a:lnTo>
                    <a:lnTo>
                      <a:pt x="145" y="146"/>
                    </a:lnTo>
                    <a:lnTo>
                      <a:pt x="140" y="142"/>
                    </a:lnTo>
                    <a:lnTo>
                      <a:pt x="134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7" y="121"/>
                    </a:lnTo>
                    <a:lnTo>
                      <a:pt x="108" y="120"/>
                    </a:lnTo>
                    <a:lnTo>
                      <a:pt x="109" y="119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2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3" y="114"/>
                    </a:lnTo>
                    <a:lnTo>
                      <a:pt x="124" y="112"/>
                    </a:lnTo>
                    <a:lnTo>
                      <a:pt x="127" y="109"/>
                    </a:lnTo>
                    <a:lnTo>
                      <a:pt x="127" y="104"/>
                    </a:lnTo>
                    <a:lnTo>
                      <a:pt x="129" y="100"/>
                    </a:lnTo>
                    <a:lnTo>
                      <a:pt x="130" y="95"/>
                    </a:lnTo>
                    <a:lnTo>
                      <a:pt x="131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7" y="86"/>
                    </a:lnTo>
                    <a:lnTo>
                      <a:pt x="138" y="85"/>
                    </a:lnTo>
                    <a:lnTo>
                      <a:pt x="139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7" y="42"/>
                    </a:lnTo>
                    <a:lnTo>
                      <a:pt x="125" y="36"/>
                    </a:lnTo>
                    <a:lnTo>
                      <a:pt x="122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3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2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3" y="8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2" y="20"/>
                    </a:lnTo>
                    <a:lnTo>
                      <a:pt x="41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8" y="76"/>
                    </a:lnTo>
                    <a:lnTo>
                      <a:pt x="50" y="81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3" y="99"/>
                    </a:lnTo>
                    <a:lnTo>
                      <a:pt x="54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10" y="138"/>
                    </a:lnTo>
                    <a:lnTo>
                      <a:pt x="7" y="142"/>
                    </a:lnTo>
                    <a:lnTo>
                      <a:pt x="6" y="145"/>
                    </a:lnTo>
                    <a:lnTo>
                      <a:pt x="5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7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9" y="280"/>
                    </a:lnTo>
                    <a:lnTo>
                      <a:pt x="18" y="290"/>
                    </a:lnTo>
                    <a:lnTo>
                      <a:pt x="18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7" y="364"/>
                    </a:lnTo>
                    <a:lnTo>
                      <a:pt x="32" y="376"/>
                    </a:lnTo>
                    <a:lnTo>
                      <a:pt x="38" y="385"/>
                    </a:lnTo>
                    <a:lnTo>
                      <a:pt x="46" y="393"/>
                    </a:lnTo>
                    <a:lnTo>
                      <a:pt x="54" y="400"/>
                    </a:lnTo>
                    <a:lnTo>
                      <a:pt x="63" y="405"/>
                    </a:lnTo>
                    <a:lnTo>
                      <a:pt x="72" y="409"/>
                    </a:lnTo>
                    <a:lnTo>
                      <a:pt x="80" y="413"/>
                    </a:lnTo>
                    <a:lnTo>
                      <a:pt x="86" y="414"/>
                    </a:lnTo>
                    <a:lnTo>
                      <a:pt x="90" y="415"/>
                    </a:lnTo>
                    <a:lnTo>
                      <a:pt x="98" y="416"/>
                    </a:lnTo>
                    <a:lnTo>
                      <a:pt x="108" y="415"/>
                    </a:lnTo>
                    <a:lnTo>
                      <a:pt x="119" y="414"/>
                    </a:lnTo>
                    <a:lnTo>
                      <a:pt x="131" y="412"/>
                    </a:lnTo>
                    <a:lnTo>
                      <a:pt x="143" y="410"/>
                    </a:lnTo>
                    <a:lnTo>
                      <a:pt x="154" y="409"/>
                    </a:lnTo>
                    <a:lnTo>
                      <a:pt x="163" y="408"/>
                    </a:lnTo>
                    <a:lnTo>
                      <a:pt x="170" y="408"/>
                    </a:lnTo>
                    <a:lnTo>
                      <a:pt x="178" y="411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9" y="421"/>
                    </a:lnTo>
                    <a:lnTo>
                      <a:pt x="218" y="425"/>
                    </a:lnTo>
                    <a:lnTo>
                      <a:pt x="226" y="428"/>
                    </a:lnTo>
                    <a:lnTo>
                      <a:pt x="232" y="431"/>
                    </a:lnTo>
                    <a:lnTo>
                      <a:pt x="233" y="431"/>
                    </a:lnTo>
                    <a:lnTo>
                      <a:pt x="233" y="433"/>
                    </a:lnTo>
                    <a:lnTo>
                      <a:pt x="232" y="438"/>
                    </a:lnTo>
                    <a:lnTo>
                      <a:pt x="232" y="445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7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8" y="553"/>
                    </a:lnTo>
                    <a:lnTo>
                      <a:pt x="238" y="562"/>
                    </a:lnTo>
                    <a:lnTo>
                      <a:pt x="236" y="569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8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9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8" y="609"/>
                    </a:lnTo>
                    <a:lnTo>
                      <a:pt x="274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1" y="618"/>
                    </a:lnTo>
                    <a:lnTo>
                      <a:pt x="307" y="619"/>
                    </a:lnTo>
                    <a:lnTo>
                      <a:pt x="312" y="620"/>
                    </a:lnTo>
                    <a:lnTo>
                      <a:pt x="317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8"/>
                    </a:lnTo>
                    <a:lnTo>
                      <a:pt x="327" y="616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9" y="607"/>
                    </a:lnTo>
                    <a:lnTo>
                      <a:pt x="325" y="604"/>
                    </a:lnTo>
                    <a:lnTo>
                      <a:pt x="318" y="602"/>
                    </a:lnTo>
                    <a:lnTo>
                      <a:pt x="310" y="598"/>
                    </a:lnTo>
                    <a:lnTo>
                      <a:pt x="301" y="594"/>
                    </a:lnTo>
                    <a:lnTo>
                      <a:pt x="293" y="590"/>
                    </a:lnTo>
                    <a:lnTo>
                      <a:pt x="285" y="586"/>
                    </a:lnTo>
                    <a:lnTo>
                      <a:pt x="278" y="581"/>
                    </a:lnTo>
                    <a:lnTo>
                      <a:pt x="274" y="577"/>
                    </a:lnTo>
                    <a:lnTo>
                      <a:pt x="272" y="573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3" y="557"/>
                    </a:lnTo>
                    <a:lnTo>
                      <a:pt x="273" y="550"/>
                    </a:lnTo>
                    <a:lnTo>
                      <a:pt x="274" y="543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20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5" y="481"/>
                    </a:lnTo>
                    <a:lnTo>
                      <a:pt x="286" y="471"/>
                    </a:lnTo>
                    <a:lnTo>
                      <a:pt x="287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9" y="451"/>
                    </a:lnTo>
                    <a:lnTo>
                      <a:pt x="290" y="448"/>
                    </a:lnTo>
                    <a:lnTo>
                      <a:pt x="292" y="445"/>
                    </a:lnTo>
                    <a:lnTo>
                      <a:pt x="294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90" y="408"/>
                    </a:lnTo>
                    <a:lnTo>
                      <a:pt x="285" y="403"/>
                    </a:lnTo>
                    <a:lnTo>
                      <a:pt x="279" y="397"/>
                    </a:lnTo>
                    <a:lnTo>
                      <a:pt x="272" y="392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6"/>
                    </a:lnTo>
                    <a:lnTo>
                      <a:pt x="233" y="371"/>
                    </a:lnTo>
                    <a:lnTo>
                      <a:pt x="226" y="366"/>
                    </a:lnTo>
                    <a:lnTo>
                      <a:pt x="221" y="362"/>
                    </a:lnTo>
                    <a:lnTo>
                      <a:pt x="216" y="359"/>
                    </a:lnTo>
                    <a:lnTo>
                      <a:pt x="210" y="356"/>
                    </a:lnTo>
                    <a:lnTo>
                      <a:pt x="204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7" y="341"/>
                    </a:lnTo>
                    <a:lnTo>
                      <a:pt x="171" y="338"/>
                    </a:lnTo>
                    <a:lnTo>
                      <a:pt x="167" y="334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3" y="236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3" name="Freeform 40">
                <a:extLst>
                  <a:ext uri="{FF2B5EF4-FFF2-40B4-BE49-F238E27FC236}">
                    <a16:creationId xmlns:a16="http://schemas.microsoft.com/office/drawing/2014/main" id="{A16E1547-D888-6952-8BB9-CF96BDD25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6" y="1134"/>
                <a:ext cx="32" cy="135"/>
              </a:xfrm>
              <a:custGeom>
                <a:avLst/>
                <a:gdLst>
                  <a:gd name="T0" fmla="*/ 15 w 32"/>
                  <a:gd name="T1" fmla="*/ 111 h 135"/>
                  <a:gd name="T2" fmla="*/ 13 w 32"/>
                  <a:gd name="T3" fmla="*/ 101 h 135"/>
                  <a:gd name="T4" fmla="*/ 12 w 32"/>
                  <a:gd name="T5" fmla="*/ 87 h 135"/>
                  <a:gd name="T6" fmla="*/ 13 w 32"/>
                  <a:gd name="T7" fmla="*/ 71 h 135"/>
                  <a:gd name="T8" fmla="*/ 16 w 32"/>
                  <a:gd name="T9" fmla="*/ 58 h 135"/>
                  <a:gd name="T10" fmla="*/ 17 w 32"/>
                  <a:gd name="T11" fmla="*/ 48 h 135"/>
                  <a:gd name="T12" fmla="*/ 17 w 32"/>
                  <a:gd name="T13" fmla="*/ 39 h 135"/>
                  <a:gd name="T14" fmla="*/ 15 w 32"/>
                  <a:gd name="T15" fmla="*/ 29 h 135"/>
                  <a:gd name="T16" fmla="*/ 12 w 32"/>
                  <a:gd name="T17" fmla="*/ 22 h 135"/>
                  <a:gd name="T18" fmla="*/ 10 w 32"/>
                  <a:gd name="T19" fmla="*/ 17 h 135"/>
                  <a:gd name="T20" fmla="*/ 6 w 32"/>
                  <a:gd name="T21" fmla="*/ 10 h 135"/>
                  <a:gd name="T22" fmla="*/ 2 w 32"/>
                  <a:gd name="T23" fmla="*/ 3 h 135"/>
                  <a:gd name="T24" fmla="*/ 1 w 32"/>
                  <a:gd name="T25" fmla="*/ 5 h 135"/>
                  <a:gd name="T26" fmla="*/ 5 w 32"/>
                  <a:gd name="T27" fmla="*/ 14 h 135"/>
                  <a:gd name="T28" fmla="*/ 7 w 32"/>
                  <a:gd name="T29" fmla="*/ 22 h 135"/>
                  <a:gd name="T30" fmla="*/ 8 w 32"/>
                  <a:gd name="T31" fmla="*/ 34 h 135"/>
                  <a:gd name="T32" fmla="*/ 9 w 32"/>
                  <a:gd name="T33" fmla="*/ 55 h 135"/>
                  <a:gd name="T34" fmla="*/ 8 w 32"/>
                  <a:gd name="T35" fmla="*/ 70 h 135"/>
                  <a:gd name="T36" fmla="*/ 6 w 32"/>
                  <a:gd name="T37" fmla="*/ 81 h 135"/>
                  <a:gd name="T38" fmla="*/ 6 w 32"/>
                  <a:gd name="T39" fmla="*/ 93 h 135"/>
                  <a:gd name="T40" fmla="*/ 7 w 32"/>
                  <a:gd name="T41" fmla="*/ 106 h 135"/>
                  <a:gd name="T42" fmla="*/ 10 w 32"/>
                  <a:gd name="T43" fmla="*/ 116 h 135"/>
                  <a:gd name="T44" fmla="*/ 12 w 32"/>
                  <a:gd name="T45" fmla="*/ 123 h 135"/>
                  <a:gd name="T46" fmla="*/ 15 w 32"/>
                  <a:gd name="T47" fmla="*/ 127 h 135"/>
                  <a:gd name="T48" fmla="*/ 20 w 32"/>
                  <a:gd name="T49" fmla="*/ 129 h 135"/>
                  <a:gd name="T50" fmla="*/ 24 w 32"/>
                  <a:gd name="T51" fmla="*/ 132 h 135"/>
                  <a:gd name="T52" fmla="*/ 27 w 32"/>
                  <a:gd name="T53" fmla="*/ 133 h 135"/>
                  <a:gd name="T54" fmla="*/ 30 w 32"/>
                  <a:gd name="T55" fmla="*/ 134 h 135"/>
                  <a:gd name="T56" fmla="*/ 28 w 32"/>
                  <a:gd name="T57" fmla="*/ 131 h 135"/>
                  <a:gd name="T58" fmla="*/ 23 w 32"/>
                  <a:gd name="T59" fmla="*/ 127 h 135"/>
                  <a:gd name="T60" fmla="*/ 19 w 32"/>
                  <a:gd name="T61" fmla="*/ 121 h 135"/>
                  <a:gd name="T62" fmla="*/ 15 w 32"/>
                  <a:gd name="T63" fmla="*/ 116 h 13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2"/>
                  <a:gd name="T97" fmla="*/ 0 h 135"/>
                  <a:gd name="T98" fmla="*/ 32 w 32"/>
                  <a:gd name="T99" fmla="*/ 135 h 13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2" h="135">
                    <a:moveTo>
                      <a:pt x="15" y="114"/>
                    </a:moveTo>
                    <a:lnTo>
                      <a:pt x="15" y="111"/>
                    </a:lnTo>
                    <a:lnTo>
                      <a:pt x="14" y="107"/>
                    </a:lnTo>
                    <a:lnTo>
                      <a:pt x="13" y="101"/>
                    </a:lnTo>
                    <a:lnTo>
                      <a:pt x="12" y="95"/>
                    </a:lnTo>
                    <a:lnTo>
                      <a:pt x="12" y="87"/>
                    </a:lnTo>
                    <a:lnTo>
                      <a:pt x="12" y="80"/>
                    </a:lnTo>
                    <a:lnTo>
                      <a:pt x="13" y="71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7" y="53"/>
                    </a:lnTo>
                    <a:lnTo>
                      <a:pt x="17" y="48"/>
                    </a:lnTo>
                    <a:lnTo>
                      <a:pt x="17" y="43"/>
                    </a:lnTo>
                    <a:lnTo>
                      <a:pt x="17" y="39"/>
                    </a:lnTo>
                    <a:lnTo>
                      <a:pt x="16" y="34"/>
                    </a:lnTo>
                    <a:lnTo>
                      <a:pt x="15" y="29"/>
                    </a:lnTo>
                    <a:lnTo>
                      <a:pt x="13" y="23"/>
                    </a:lnTo>
                    <a:lnTo>
                      <a:pt x="12" y="22"/>
                    </a:lnTo>
                    <a:lnTo>
                      <a:pt x="11" y="19"/>
                    </a:lnTo>
                    <a:lnTo>
                      <a:pt x="10" y="17"/>
                    </a:lnTo>
                    <a:lnTo>
                      <a:pt x="8" y="13"/>
                    </a:lnTo>
                    <a:lnTo>
                      <a:pt x="6" y="10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6" y="17"/>
                    </a:lnTo>
                    <a:lnTo>
                      <a:pt x="7" y="22"/>
                    </a:lnTo>
                    <a:lnTo>
                      <a:pt x="8" y="28"/>
                    </a:lnTo>
                    <a:lnTo>
                      <a:pt x="8" y="34"/>
                    </a:lnTo>
                    <a:lnTo>
                      <a:pt x="9" y="44"/>
                    </a:lnTo>
                    <a:lnTo>
                      <a:pt x="9" y="55"/>
                    </a:lnTo>
                    <a:lnTo>
                      <a:pt x="9" y="64"/>
                    </a:lnTo>
                    <a:lnTo>
                      <a:pt x="8" y="70"/>
                    </a:lnTo>
                    <a:lnTo>
                      <a:pt x="7" y="76"/>
                    </a:lnTo>
                    <a:lnTo>
                      <a:pt x="6" y="81"/>
                    </a:lnTo>
                    <a:lnTo>
                      <a:pt x="6" y="87"/>
                    </a:lnTo>
                    <a:lnTo>
                      <a:pt x="6" y="93"/>
                    </a:lnTo>
                    <a:lnTo>
                      <a:pt x="6" y="99"/>
                    </a:lnTo>
                    <a:lnTo>
                      <a:pt x="7" y="106"/>
                    </a:lnTo>
                    <a:lnTo>
                      <a:pt x="8" y="112"/>
                    </a:lnTo>
                    <a:lnTo>
                      <a:pt x="10" y="116"/>
                    </a:lnTo>
                    <a:lnTo>
                      <a:pt x="10" y="120"/>
                    </a:lnTo>
                    <a:lnTo>
                      <a:pt x="12" y="123"/>
                    </a:lnTo>
                    <a:lnTo>
                      <a:pt x="14" y="125"/>
                    </a:lnTo>
                    <a:lnTo>
                      <a:pt x="15" y="127"/>
                    </a:lnTo>
                    <a:lnTo>
                      <a:pt x="18" y="128"/>
                    </a:lnTo>
                    <a:lnTo>
                      <a:pt x="20" y="129"/>
                    </a:lnTo>
                    <a:lnTo>
                      <a:pt x="21" y="131"/>
                    </a:lnTo>
                    <a:lnTo>
                      <a:pt x="24" y="132"/>
                    </a:lnTo>
                    <a:lnTo>
                      <a:pt x="25" y="132"/>
                    </a:lnTo>
                    <a:lnTo>
                      <a:pt x="27" y="133"/>
                    </a:lnTo>
                    <a:lnTo>
                      <a:pt x="29" y="133"/>
                    </a:lnTo>
                    <a:lnTo>
                      <a:pt x="30" y="134"/>
                    </a:lnTo>
                    <a:lnTo>
                      <a:pt x="31" y="134"/>
                    </a:lnTo>
                    <a:lnTo>
                      <a:pt x="28" y="131"/>
                    </a:lnTo>
                    <a:lnTo>
                      <a:pt x="25" y="129"/>
                    </a:lnTo>
                    <a:lnTo>
                      <a:pt x="23" y="127"/>
                    </a:lnTo>
                    <a:lnTo>
                      <a:pt x="20" y="123"/>
                    </a:lnTo>
                    <a:lnTo>
                      <a:pt x="19" y="121"/>
                    </a:lnTo>
                    <a:lnTo>
                      <a:pt x="17" y="118"/>
                    </a:lnTo>
                    <a:lnTo>
                      <a:pt x="15" y="116"/>
                    </a:lnTo>
                    <a:lnTo>
                      <a:pt x="15" y="114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4" name="Freeform 41">
                <a:extLst>
                  <a:ext uri="{FF2B5EF4-FFF2-40B4-BE49-F238E27FC236}">
                    <a16:creationId xmlns:a16="http://schemas.microsoft.com/office/drawing/2014/main" id="{3AFA9938-D56A-4C54-7AEE-B6F7DC054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4" y="940"/>
                <a:ext cx="28" cy="68"/>
              </a:xfrm>
              <a:custGeom>
                <a:avLst/>
                <a:gdLst>
                  <a:gd name="T0" fmla="*/ 21 w 28"/>
                  <a:gd name="T1" fmla="*/ 0 h 68"/>
                  <a:gd name="T2" fmla="*/ 21 w 28"/>
                  <a:gd name="T3" fmla="*/ 0 h 68"/>
                  <a:gd name="T4" fmla="*/ 20 w 28"/>
                  <a:gd name="T5" fmla="*/ 2 h 68"/>
                  <a:gd name="T6" fmla="*/ 18 w 28"/>
                  <a:gd name="T7" fmla="*/ 5 h 68"/>
                  <a:gd name="T8" fmla="*/ 16 w 28"/>
                  <a:gd name="T9" fmla="*/ 9 h 68"/>
                  <a:gd name="T10" fmla="*/ 14 w 28"/>
                  <a:gd name="T11" fmla="*/ 14 h 68"/>
                  <a:gd name="T12" fmla="*/ 13 w 28"/>
                  <a:gd name="T13" fmla="*/ 19 h 68"/>
                  <a:gd name="T14" fmla="*/ 13 w 28"/>
                  <a:gd name="T15" fmla="*/ 26 h 68"/>
                  <a:gd name="T16" fmla="*/ 14 w 28"/>
                  <a:gd name="T17" fmla="*/ 32 h 68"/>
                  <a:gd name="T18" fmla="*/ 16 w 28"/>
                  <a:gd name="T19" fmla="*/ 39 h 68"/>
                  <a:gd name="T20" fmla="*/ 18 w 28"/>
                  <a:gd name="T21" fmla="*/ 44 h 68"/>
                  <a:gd name="T22" fmla="*/ 20 w 28"/>
                  <a:gd name="T23" fmla="*/ 50 h 68"/>
                  <a:gd name="T24" fmla="*/ 22 w 28"/>
                  <a:gd name="T25" fmla="*/ 55 h 68"/>
                  <a:gd name="T26" fmla="*/ 24 w 28"/>
                  <a:gd name="T27" fmla="*/ 59 h 68"/>
                  <a:gd name="T28" fmla="*/ 25 w 28"/>
                  <a:gd name="T29" fmla="*/ 61 h 68"/>
                  <a:gd name="T30" fmla="*/ 26 w 28"/>
                  <a:gd name="T31" fmla="*/ 63 h 68"/>
                  <a:gd name="T32" fmla="*/ 27 w 28"/>
                  <a:gd name="T33" fmla="*/ 64 h 68"/>
                  <a:gd name="T34" fmla="*/ 18 w 28"/>
                  <a:gd name="T35" fmla="*/ 67 h 68"/>
                  <a:gd name="T36" fmla="*/ 17 w 28"/>
                  <a:gd name="T37" fmla="*/ 66 h 68"/>
                  <a:gd name="T38" fmla="*/ 16 w 28"/>
                  <a:gd name="T39" fmla="*/ 64 h 68"/>
                  <a:gd name="T40" fmla="*/ 13 w 28"/>
                  <a:gd name="T41" fmla="*/ 61 h 68"/>
                  <a:gd name="T42" fmla="*/ 11 w 28"/>
                  <a:gd name="T43" fmla="*/ 58 h 68"/>
                  <a:gd name="T44" fmla="*/ 8 w 28"/>
                  <a:gd name="T45" fmla="*/ 54 h 68"/>
                  <a:gd name="T46" fmla="*/ 6 w 28"/>
                  <a:gd name="T47" fmla="*/ 49 h 68"/>
                  <a:gd name="T48" fmla="*/ 4 w 28"/>
                  <a:gd name="T49" fmla="*/ 44 h 68"/>
                  <a:gd name="T50" fmla="*/ 2 w 28"/>
                  <a:gd name="T51" fmla="*/ 38 h 68"/>
                  <a:gd name="T52" fmla="*/ 1 w 28"/>
                  <a:gd name="T53" fmla="*/ 31 h 68"/>
                  <a:gd name="T54" fmla="*/ 0 w 28"/>
                  <a:gd name="T55" fmla="*/ 26 h 68"/>
                  <a:gd name="T56" fmla="*/ 0 w 28"/>
                  <a:gd name="T57" fmla="*/ 21 h 68"/>
                  <a:gd name="T58" fmla="*/ 0 w 28"/>
                  <a:gd name="T59" fmla="*/ 17 h 68"/>
                  <a:gd name="T60" fmla="*/ 0 w 28"/>
                  <a:gd name="T61" fmla="*/ 13 h 68"/>
                  <a:gd name="T62" fmla="*/ 1 w 28"/>
                  <a:gd name="T63" fmla="*/ 11 h 68"/>
                  <a:gd name="T64" fmla="*/ 2 w 28"/>
                  <a:gd name="T65" fmla="*/ 8 h 68"/>
                  <a:gd name="T66" fmla="*/ 3 w 28"/>
                  <a:gd name="T67" fmla="*/ 6 h 68"/>
                  <a:gd name="T68" fmla="*/ 6 w 28"/>
                  <a:gd name="T69" fmla="*/ 4 h 68"/>
                  <a:gd name="T70" fmla="*/ 8 w 28"/>
                  <a:gd name="T71" fmla="*/ 1 h 68"/>
                  <a:gd name="T72" fmla="*/ 12 w 28"/>
                  <a:gd name="T73" fmla="*/ 0 h 68"/>
                  <a:gd name="T74" fmla="*/ 14 w 28"/>
                  <a:gd name="T75" fmla="*/ 0 h 68"/>
                  <a:gd name="T76" fmla="*/ 17 w 28"/>
                  <a:gd name="T77" fmla="*/ 0 h 68"/>
                  <a:gd name="T78" fmla="*/ 20 w 28"/>
                  <a:gd name="T79" fmla="*/ 0 h 68"/>
                  <a:gd name="T80" fmla="*/ 21 w 28"/>
                  <a:gd name="T81" fmla="*/ 0 h 68"/>
                  <a:gd name="T82" fmla="*/ 21 w 28"/>
                  <a:gd name="T83" fmla="*/ 0 h 6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68"/>
                  <a:gd name="T128" fmla="*/ 28 w 28"/>
                  <a:gd name="T129" fmla="*/ 68 h 6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68">
                    <a:moveTo>
                      <a:pt x="21" y="0"/>
                    </a:moveTo>
                    <a:lnTo>
                      <a:pt x="21" y="0"/>
                    </a:lnTo>
                    <a:lnTo>
                      <a:pt x="20" y="2"/>
                    </a:lnTo>
                    <a:lnTo>
                      <a:pt x="18" y="5"/>
                    </a:lnTo>
                    <a:lnTo>
                      <a:pt x="16" y="9"/>
                    </a:lnTo>
                    <a:lnTo>
                      <a:pt x="14" y="14"/>
                    </a:lnTo>
                    <a:lnTo>
                      <a:pt x="13" y="19"/>
                    </a:lnTo>
                    <a:lnTo>
                      <a:pt x="13" y="26"/>
                    </a:lnTo>
                    <a:lnTo>
                      <a:pt x="14" y="32"/>
                    </a:lnTo>
                    <a:lnTo>
                      <a:pt x="16" y="39"/>
                    </a:lnTo>
                    <a:lnTo>
                      <a:pt x="18" y="44"/>
                    </a:lnTo>
                    <a:lnTo>
                      <a:pt x="20" y="50"/>
                    </a:lnTo>
                    <a:lnTo>
                      <a:pt x="22" y="55"/>
                    </a:lnTo>
                    <a:lnTo>
                      <a:pt x="24" y="59"/>
                    </a:lnTo>
                    <a:lnTo>
                      <a:pt x="25" y="61"/>
                    </a:lnTo>
                    <a:lnTo>
                      <a:pt x="26" y="63"/>
                    </a:lnTo>
                    <a:lnTo>
                      <a:pt x="27" y="64"/>
                    </a:lnTo>
                    <a:lnTo>
                      <a:pt x="18" y="67"/>
                    </a:lnTo>
                    <a:lnTo>
                      <a:pt x="17" y="66"/>
                    </a:lnTo>
                    <a:lnTo>
                      <a:pt x="16" y="64"/>
                    </a:lnTo>
                    <a:lnTo>
                      <a:pt x="13" y="61"/>
                    </a:lnTo>
                    <a:lnTo>
                      <a:pt x="11" y="58"/>
                    </a:lnTo>
                    <a:lnTo>
                      <a:pt x="8" y="54"/>
                    </a:lnTo>
                    <a:lnTo>
                      <a:pt x="6" y="49"/>
                    </a:lnTo>
                    <a:lnTo>
                      <a:pt x="4" y="44"/>
                    </a:lnTo>
                    <a:lnTo>
                      <a:pt x="2" y="38"/>
                    </a:lnTo>
                    <a:lnTo>
                      <a:pt x="1" y="31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1" y="11"/>
                    </a:lnTo>
                    <a:lnTo>
                      <a:pt x="2" y="8"/>
                    </a:lnTo>
                    <a:lnTo>
                      <a:pt x="3" y="6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1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5" name="Freeform 42">
                <a:extLst>
                  <a:ext uri="{FF2B5EF4-FFF2-40B4-BE49-F238E27FC236}">
                    <a16:creationId xmlns:a16="http://schemas.microsoft.com/office/drawing/2014/main" id="{4C407D78-1928-4165-5B89-DCC088DFB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1006"/>
                <a:ext cx="67" cy="50"/>
              </a:xfrm>
              <a:custGeom>
                <a:avLst/>
                <a:gdLst>
                  <a:gd name="T0" fmla="*/ 66 w 67"/>
                  <a:gd name="T1" fmla="*/ 49 h 50"/>
                  <a:gd name="T2" fmla="*/ 64 w 67"/>
                  <a:gd name="T3" fmla="*/ 49 h 50"/>
                  <a:gd name="T4" fmla="*/ 62 w 67"/>
                  <a:gd name="T5" fmla="*/ 49 h 50"/>
                  <a:gd name="T6" fmla="*/ 59 w 67"/>
                  <a:gd name="T7" fmla="*/ 49 h 50"/>
                  <a:gd name="T8" fmla="*/ 55 w 67"/>
                  <a:gd name="T9" fmla="*/ 49 h 50"/>
                  <a:gd name="T10" fmla="*/ 49 w 67"/>
                  <a:gd name="T11" fmla="*/ 47 h 50"/>
                  <a:gd name="T12" fmla="*/ 44 w 67"/>
                  <a:gd name="T13" fmla="*/ 45 h 50"/>
                  <a:gd name="T14" fmla="*/ 37 w 67"/>
                  <a:gd name="T15" fmla="*/ 42 h 50"/>
                  <a:gd name="T16" fmla="*/ 30 w 67"/>
                  <a:gd name="T17" fmla="*/ 40 h 50"/>
                  <a:gd name="T18" fmla="*/ 23 w 67"/>
                  <a:gd name="T19" fmla="*/ 35 h 50"/>
                  <a:gd name="T20" fmla="*/ 17 w 67"/>
                  <a:gd name="T21" fmla="*/ 29 h 50"/>
                  <a:gd name="T22" fmla="*/ 12 w 67"/>
                  <a:gd name="T23" fmla="*/ 23 h 50"/>
                  <a:gd name="T24" fmla="*/ 8 w 67"/>
                  <a:gd name="T25" fmla="*/ 16 h 50"/>
                  <a:gd name="T26" fmla="*/ 5 w 67"/>
                  <a:gd name="T27" fmla="*/ 10 h 50"/>
                  <a:gd name="T28" fmla="*/ 2 w 67"/>
                  <a:gd name="T29" fmla="*/ 5 h 50"/>
                  <a:gd name="T30" fmla="*/ 0 w 67"/>
                  <a:gd name="T31" fmla="*/ 1 h 50"/>
                  <a:gd name="T32" fmla="*/ 0 w 67"/>
                  <a:gd name="T33" fmla="*/ 0 h 50"/>
                  <a:gd name="T34" fmla="*/ 1 w 67"/>
                  <a:gd name="T35" fmla="*/ 0 h 50"/>
                  <a:gd name="T36" fmla="*/ 2 w 67"/>
                  <a:gd name="T37" fmla="*/ 0 h 50"/>
                  <a:gd name="T38" fmla="*/ 4 w 67"/>
                  <a:gd name="T39" fmla="*/ 4 h 50"/>
                  <a:gd name="T40" fmla="*/ 5 w 67"/>
                  <a:gd name="T41" fmla="*/ 9 h 50"/>
                  <a:gd name="T42" fmla="*/ 9 w 67"/>
                  <a:gd name="T43" fmla="*/ 15 h 50"/>
                  <a:gd name="T44" fmla="*/ 13 w 67"/>
                  <a:gd name="T45" fmla="*/ 22 h 50"/>
                  <a:gd name="T46" fmla="*/ 18 w 67"/>
                  <a:gd name="T47" fmla="*/ 28 h 50"/>
                  <a:gd name="T48" fmla="*/ 24 w 67"/>
                  <a:gd name="T49" fmla="*/ 34 h 50"/>
                  <a:gd name="T50" fmla="*/ 31 w 67"/>
                  <a:gd name="T51" fmla="*/ 38 h 50"/>
                  <a:gd name="T52" fmla="*/ 38 w 67"/>
                  <a:gd name="T53" fmla="*/ 42 h 50"/>
                  <a:gd name="T54" fmla="*/ 44 w 67"/>
                  <a:gd name="T55" fmla="*/ 44 h 50"/>
                  <a:gd name="T56" fmla="*/ 49 w 67"/>
                  <a:gd name="T57" fmla="*/ 45 h 50"/>
                  <a:gd name="T58" fmla="*/ 55 w 67"/>
                  <a:gd name="T59" fmla="*/ 47 h 50"/>
                  <a:gd name="T60" fmla="*/ 59 w 67"/>
                  <a:gd name="T61" fmla="*/ 47 h 50"/>
                  <a:gd name="T62" fmla="*/ 61 w 67"/>
                  <a:gd name="T63" fmla="*/ 47 h 50"/>
                  <a:gd name="T64" fmla="*/ 64 w 67"/>
                  <a:gd name="T65" fmla="*/ 47 h 50"/>
                  <a:gd name="T66" fmla="*/ 65 w 67"/>
                  <a:gd name="T67" fmla="*/ 47 h 50"/>
                  <a:gd name="T68" fmla="*/ 66 w 67"/>
                  <a:gd name="T69" fmla="*/ 49 h 5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67"/>
                  <a:gd name="T106" fmla="*/ 0 h 50"/>
                  <a:gd name="T107" fmla="*/ 67 w 67"/>
                  <a:gd name="T108" fmla="*/ 50 h 5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67" h="50">
                    <a:moveTo>
                      <a:pt x="66" y="49"/>
                    </a:moveTo>
                    <a:lnTo>
                      <a:pt x="64" y="49"/>
                    </a:lnTo>
                    <a:lnTo>
                      <a:pt x="62" y="49"/>
                    </a:lnTo>
                    <a:lnTo>
                      <a:pt x="59" y="49"/>
                    </a:lnTo>
                    <a:lnTo>
                      <a:pt x="55" y="49"/>
                    </a:lnTo>
                    <a:lnTo>
                      <a:pt x="49" y="47"/>
                    </a:lnTo>
                    <a:lnTo>
                      <a:pt x="44" y="45"/>
                    </a:lnTo>
                    <a:lnTo>
                      <a:pt x="37" y="42"/>
                    </a:lnTo>
                    <a:lnTo>
                      <a:pt x="30" y="40"/>
                    </a:lnTo>
                    <a:lnTo>
                      <a:pt x="23" y="35"/>
                    </a:lnTo>
                    <a:lnTo>
                      <a:pt x="17" y="29"/>
                    </a:lnTo>
                    <a:lnTo>
                      <a:pt x="12" y="23"/>
                    </a:lnTo>
                    <a:lnTo>
                      <a:pt x="8" y="16"/>
                    </a:lnTo>
                    <a:lnTo>
                      <a:pt x="5" y="10"/>
                    </a:lnTo>
                    <a:lnTo>
                      <a:pt x="2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4"/>
                    </a:lnTo>
                    <a:lnTo>
                      <a:pt x="5" y="9"/>
                    </a:lnTo>
                    <a:lnTo>
                      <a:pt x="9" y="15"/>
                    </a:lnTo>
                    <a:lnTo>
                      <a:pt x="13" y="22"/>
                    </a:lnTo>
                    <a:lnTo>
                      <a:pt x="18" y="28"/>
                    </a:lnTo>
                    <a:lnTo>
                      <a:pt x="24" y="34"/>
                    </a:lnTo>
                    <a:lnTo>
                      <a:pt x="31" y="38"/>
                    </a:lnTo>
                    <a:lnTo>
                      <a:pt x="38" y="42"/>
                    </a:lnTo>
                    <a:lnTo>
                      <a:pt x="44" y="44"/>
                    </a:lnTo>
                    <a:lnTo>
                      <a:pt x="49" y="45"/>
                    </a:lnTo>
                    <a:lnTo>
                      <a:pt x="55" y="47"/>
                    </a:lnTo>
                    <a:lnTo>
                      <a:pt x="59" y="47"/>
                    </a:lnTo>
                    <a:lnTo>
                      <a:pt x="61" y="47"/>
                    </a:lnTo>
                    <a:lnTo>
                      <a:pt x="64" y="47"/>
                    </a:lnTo>
                    <a:lnTo>
                      <a:pt x="65" y="47"/>
                    </a:lnTo>
                    <a:lnTo>
                      <a:pt x="66" y="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6" name="Freeform 43">
                <a:extLst>
                  <a:ext uri="{FF2B5EF4-FFF2-40B4-BE49-F238E27FC236}">
                    <a16:creationId xmlns:a16="http://schemas.microsoft.com/office/drawing/2014/main" id="{D7209F0A-6185-E4FD-EB79-B784C52A9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6" y="1050"/>
                <a:ext cx="17" cy="17"/>
              </a:xfrm>
              <a:custGeom>
                <a:avLst/>
                <a:gdLst>
                  <a:gd name="T0" fmla="*/ 3 w 17"/>
                  <a:gd name="T1" fmla="*/ 2 h 17"/>
                  <a:gd name="T2" fmla="*/ 3 w 17"/>
                  <a:gd name="T3" fmla="*/ 2 h 17"/>
                  <a:gd name="T4" fmla="*/ 3 w 17"/>
                  <a:gd name="T5" fmla="*/ 2 h 17"/>
                  <a:gd name="T6" fmla="*/ 4 w 17"/>
                  <a:gd name="T7" fmla="*/ 2 h 17"/>
                  <a:gd name="T8" fmla="*/ 4 w 17"/>
                  <a:gd name="T9" fmla="*/ 2 h 17"/>
                  <a:gd name="T10" fmla="*/ 6 w 17"/>
                  <a:gd name="T11" fmla="*/ 2 h 17"/>
                  <a:gd name="T12" fmla="*/ 6 w 17"/>
                  <a:gd name="T13" fmla="*/ 2 h 17"/>
                  <a:gd name="T14" fmla="*/ 8 w 17"/>
                  <a:gd name="T15" fmla="*/ 2 h 17"/>
                  <a:gd name="T16" fmla="*/ 8 w 17"/>
                  <a:gd name="T17" fmla="*/ 2 h 17"/>
                  <a:gd name="T18" fmla="*/ 9 w 17"/>
                  <a:gd name="T19" fmla="*/ 0 h 17"/>
                  <a:gd name="T20" fmla="*/ 9 w 17"/>
                  <a:gd name="T21" fmla="*/ 0 h 17"/>
                  <a:gd name="T22" fmla="*/ 11 w 17"/>
                  <a:gd name="T23" fmla="*/ 0 h 17"/>
                  <a:gd name="T24" fmla="*/ 11 w 17"/>
                  <a:gd name="T25" fmla="*/ 2 h 17"/>
                  <a:gd name="T26" fmla="*/ 12 w 17"/>
                  <a:gd name="T27" fmla="*/ 2 h 17"/>
                  <a:gd name="T28" fmla="*/ 12 w 17"/>
                  <a:gd name="T29" fmla="*/ 2 h 17"/>
                  <a:gd name="T30" fmla="*/ 14 w 17"/>
                  <a:gd name="T31" fmla="*/ 2 h 17"/>
                  <a:gd name="T32" fmla="*/ 14 w 17"/>
                  <a:gd name="T33" fmla="*/ 4 h 17"/>
                  <a:gd name="T34" fmla="*/ 14 w 17"/>
                  <a:gd name="T35" fmla="*/ 6 h 17"/>
                  <a:gd name="T36" fmla="*/ 14 w 17"/>
                  <a:gd name="T37" fmla="*/ 6 h 17"/>
                  <a:gd name="T38" fmla="*/ 16 w 17"/>
                  <a:gd name="T39" fmla="*/ 8 h 17"/>
                  <a:gd name="T40" fmla="*/ 16 w 17"/>
                  <a:gd name="T41" fmla="*/ 10 h 17"/>
                  <a:gd name="T42" fmla="*/ 14 w 17"/>
                  <a:gd name="T43" fmla="*/ 10 h 17"/>
                  <a:gd name="T44" fmla="*/ 14 w 17"/>
                  <a:gd name="T45" fmla="*/ 12 h 17"/>
                  <a:gd name="T46" fmla="*/ 12 w 17"/>
                  <a:gd name="T47" fmla="*/ 12 h 17"/>
                  <a:gd name="T48" fmla="*/ 12 w 17"/>
                  <a:gd name="T49" fmla="*/ 14 h 17"/>
                  <a:gd name="T50" fmla="*/ 11 w 17"/>
                  <a:gd name="T51" fmla="*/ 14 h 17"/>
                  <a:gd name="T52" fmla="*/ 9 w 17"/>
                  <a:gd name="T53" fmla="*/ 14 h 17"/>
                  <a:gd name="T54" fmla="*/ 9 w 17"/>
                  <a:gd name="T55" fmla="*/ 14 h 17"/>
                  <a:gd name="T56" fmla="*/ 8 w 17"/>
                  <a:gd name="T57" fmla="*/ 16 h 17"/>
                  <a:gd name="T58" fmla="*/ 6 w 17"/>
                  <a:gd name="T59" fmla="*/ 16 h 17"/>
                  <a:gd name="T60" fmla="*/ 6 w 17"/>
                  <a:gd name="T61" fmla="*/ 16 h 17"/>
                  <a:gd name="T62" fmla="*/ 4 w 17"/>
                  <a:gd name="T63" fmla="*/ 14 h 17"/>
                  <a:gd name="T64" fmla="*/ 4 w 17"/>
                  <a:gd name="T65" fmla="*/ 14 h 17"/>
                  <a:gd name="T66" fmla="*/ 3 w 17"/>
                  <a:gd name="T67" fmla="*/ 14 h 17"/>
                  <a:gd name="T68" fmla="*/ 1 w 17"/>
                  <a:gd name="T69" fmla="*/ 12 h 17"/>
                  <a:gd name="T70" fmla="*/ 1 w 17"/>
                  <a:gd name="T71" fmla="*/ 10 h 17"/>
                  <a:gd name="T72" fmla="*/ 1 w 17"/>
                  <a:gd name="T73" fmla="*/ 8 h 17"/>
                  <a:gd name="T74" fmla="*/ 0 w 17"/>
                  <a:gd name="T75" fmla="*/ 8 h 17"/>
                  <a:gd name="T76" fmla="*/ 0 w 17"/>
                  <a:gd name="T77" fmla="*/ 6 h 17"/>
                  <a:gd name="T78" fmla="*/ 0 w 17"/>
                  <a:gd name="T79" fmla="*/ 6 h 17"/>
                  <a:gd name="T80" fmla="*/ 0 w 17"/>
                  <a:gd name="T81" fmla="*/ 6 h 17"/>
                  <a:gd name="T82" fmla="*/ 3 w 17"/>
                  <a:gd name="T83" fmla="*/ 2 h 1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7"/>
                  <a:gd name="T127" fmla="*/ 0 h 17"/>
                  <a:gd name="T128" fmla="*/ 17 w 17"/>
                  <a:gd name="T129" fmla="*/ 17 h 1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7" h="17">
                    <a:moveTo>
                      <a:pt x="3" y="2"/>
                    </a:moveTo>
                    <a:lnTo>
                      <a:pt x="3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12" y="2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6" y="8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1" y="14"/>
                    </a:lnTo>
                    <a:lnTo>
                      <a:pt x="9" y="14"/>
                    </a:lnTo>
                    <a:lnTo>
                      <a:pt x="8" y="16"/>
                    </a:lnTo>
                    <a:lnTo>
                      <a:pt x="6" y="16"/>
                    </a:lnTo>
                    <a:lnTo>
                      <a:pt x="4" y="14"/>
                    </a:lnTo>
                    <a:lnTo>
                      <a:pt x="3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3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7" name="Freeform 44">
                <a:extLst>
                  <a:ext uri="{FF2B5EF4-FFF2-40B4-BE49-F238E27FC236}">
                    <a16:creationId xmlns:a16="http://schemas.microsoft.com/office/drawing/2014/main" id="{A7B2EBAC-E54D-3873-B714-57DE1215B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1320"/>
                <a:ext cx="446" cy="402"/>
              </a:xfrm>
              <a:custGeom>
                <a:avLst/>
                <a:gdLst>
                  <a:gd name="T0" fmla="*/ 0 w 446"/>
                  <a:gd name="T1" fmla="*/ 401 h 402"/>
                  <a:gd name="T2" fmla="*/ 0 w 446"/>
                  <a:gd name="T3" fmla="*/ 106 h 402"/>
                  <a:gd name="T4" fmla="*/ 445 w 446"/>
                  <a:gd name="T5" fmla="*/ 0 h 402"/>
                  <a:gd name="T6" fmla="*/ 445 w 446"/>
                  <a:gd name="T7" fmla="*/ 303 h 402"/>
                  <a:gd name="T8" fmla="*/ 0 w 446"/>
                  <a:gd name="T9" fmla="*/ 401 h 4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6"/>
                  <a:gd name="T16" fmla="*/ 0 h 402"/>
                  <a:gd name="T17" fmla="*/ 446 w 446"/>
                  <a:gd name="T18" fmla="*/ 402 h 4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6" h="402">
                    <a:moveTo>
                      <a:pt x="0" y="401"/>
                    </a:moveTo>
                    <a:lnTo>
                      <a:pt x="0" y="106"/>
                    </a:lnTo>
                    <a:lnTo>
                      <a:pt x="445" y="0"/>
                    </a:lnTo>
                    <a:lnTo>
                      <a:pt x="445" y="303"/>
                    </a:lnTo>
                    <a:lnTo>
                      <a:pt x="0" y="40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8" name="Freeform 45">
                <a:extLst>
                  <a:ext uri="{FF2B5EF4-FFF2-40B4-BE49-F238E27FC236}">
                    <a16:creationId xmlns:a16="http://schemas.microsoft.com/office/drawing/2014/main" id="{7947E710-1AD7-BF4C-A690-9D5789D8D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6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29" name="Freeform 46">
                <a:extLst>
                  <a:ext uri="{FF2B5EF4-FFF2-40B4-BE49-F238E27FC236}">
                    <a16:creationId xmlns:a16="http://schemas.microsoft.com/office/drawing/2014/main" id="{41993AB6-56E0-210D-33D5-1C6C231B1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0" name="Freeform 47">
                <a:extLst>
                  <a:ext uri="{FF2B5EF4-FFF2-40B4-BE49-F238E27FC236}">
                    <a16:creationId xmlns:a16="http://schemas.microsoft.com/office/drawing/2014/main" id="{7F26C09E-575B-9169-5A64-7D5F10F0B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1" name="Freeform 48">
                <a:extLst>
                  <a:ext uri="{FF2B5EF4-FFF2-40B4-BE49-F238E27FC236}">
                    <a16:creationId xmlns:a16="http://schemas.microsoft.com/office/drawing/2014/main" id="{22AA48E6-6249-3C23-6B9D-A1B7CE257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2" name="Freeform 49">
                <a:extLst>
                  <a:ext uri="{FF2B5EF4-FFF2-40B4-BE49-F238E27FC236}">
                    <a16:creationId xmlns:a16="http://schemas.microsoft.com/office/drawing/2014/main" id="{AEBAF378-3568-759F-4A8A-91D7AE8FD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3" name="Freeform 50">
                <a:extLst>
                  <a:ext uri="{FF2B5EF4-FFF2-40B4-BE49-F238E27FC236}">
                    <a16:creationId xmlns:a16="http://schemas.microsoft.com/office/drawing/2014/main" id="{320CB8A6-8616-B4C2-BDC1-226674596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4" name="Freeform 51">
                <a:extLst>
                  <a:ext uri="{FF2B5EF4-FFF2-40B4-BE49-F238E27FC236}">
                    <a16:creationId xmlns:a16="http://schemas.microsoft.com/office/drawing/2014/main" id="{F23C1D9D-3D99-BBF7-7658-192E5B262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5" name="Freeform 52">
                <a:extLst>
                  <a:ext uri="{FF2B5EF4-FFF2-40B4-BE49-F238E27FC236}">
                    <a16:creationId xmlns:a16="http://schemas.microsoft.com/office/drawing/2014/main" id="{292B1EE5-2D8A-D55B-5502-964BF98B9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2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6" name="Freeform 53">
                <a:extLst>
                  <a:ext uri="{FF2B5EF4-FFF2-40B4-BE49-F238E27FC236}">
                    <a16:creationId xmlns:a16="http://schemas.microsoft.com/office/drawing/2014/main" id="{1FA39E76-7626-286D-1CCE-3C28B7252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7" name="Freeform 54">
                <a:extLst>
                  <a:ext uri="{FF2B5EF4-FFF2-40B4-BE49-F238E27FC236}">
                    <a16:creationId xmlns:a16="http://schemas.microsoft.com/office/drawing/2014/main" id="{B4F18664-768C-5683-CC8C-8A6BBA7F6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8" name="Freeform 55">
                <a:extLst>
                  <a:ext uri="{FF2B5EF4-FFF2-40B4-BE49-F238E27FC236}">
                    <a16:creationId xmlns:a16="http://schemas.microsoft.com/office/drawing/2014/main" id="{70E68652-F2E6-17CF-CEB5-FBFEB0E23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39" name="Freeform 56">
                <a:extLst>
                  <a:ext uri="{FF2B5EF4-FFF2-40B4-BE49-F238E27FC236}">
                    <a16:creationId xmlns:a16="http://schemas.microsoft.com/office/drawing/2014/main" id="{5EF48610-1993-5EEA-42C7-4063E341B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6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0" name="Freeform 57">
                <a:extLst>
                  <a:ext uri="{FF2B5EF4-FFF2-40B4-BE49-F238E27FC236}">
                    <a16:creationId xmlns:a16="http://schemas.microsoft.com/office/drawing/2014/main" id="{A37054AA-6F3E-193A-DC03-4B4BA0E43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1" name="Freeform 58">
                <a:extLst>
                  <a:ext uri="{FF2B5EF4-FFF2-40B4-BE49-F238E27FC236}">
                    <a16:creationId xmlns:a16="http://schemas.microsoft.com/office/drawing/2014/main" id="{2AAED4EC-0D41-10A1-19BB-FB2D4FA65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2" name="Freeform 59">
                <a:extLst>
                  <a:ext uri="{FF2B5EF4-FFF2-40B4-BE49-F238E27FC236}">
                    <a16:creationId xmlns:a16="http://schemas.microsoft.com/office/drawing/2014/main" id="{882A9C88-F7BD-C8EE-DA9F-E9D9B040D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3" name="Freeform 60">
                <a:extLst>
                  <a:ext uri="{FF2B5EF4-FFF2-40B4-BE49-F238E27FC236}">
                    <a16:creationId xmlns:a16="http://schemas.microsoft.com/office/drawing/2014/main" id="{7D42C468-293A-C643-B161-4F14F2AF6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4" name="Freeform 61">
                <a:extLst>
                  <a:ext uri="{FF2B5EF4-FFF2-40B4-BE49-F238E27FC236}">
                    <a16:creationId xmlns:a16="http://schemas.microsoft.com/office/drawing/2014/main" id="{8A719445-BDDC-E59B-7ED7-B3227F5E7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5" name="Freeform 62">
                <a:extLst>
                  <a:ext uri="{FF2B5EF4-FFF2-40B4-BE49-F238E27FC236}">
                    <a16:creationId xmlns:a16="http://schemas.microsoft.com/office/drawing/2014/main" id="{453C072D-076B-3D08-5168-DE5B5C0F5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6" name="Freeform 63">
                <a:extLst>
                  <a:ext uri="{FF2B5EF4-FFF2-40B4-BE49-F238E27FC236}">
                    <a16:creationId xmlns:a16="http://schemas.microsoft.com/office/drawing/2014/main" id="{867C2CF1-08A3-CCD4-606A-64124F57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2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7" name="Freeform 64">
                <a:extLst>
                  <a:ext uri="{FF2B5EF4-FFF2-40B4-BE49-F238E27FC236}">
                    <a16:creationId xmlns:a16="http://schemas.microsoft.com/office/drawing/2014/main" id="{71E8095F-3F78-9CC3-3444-12342638D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8" name="Freeform 65">
                <a:extLst>
                  <a:ext uri="{FF2B5EF4-FFF2-40B4-BE49-F238E27FC236}">
                    <a16:creationId xmlns:a16="http://schemas.microsoft.com/office/drawing/2014/main" id="{E3A776DD-E407-DF31-263F-3F34D7528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49" name="Freeform 66">
                <a:extLst>
                  <a:ext uri="{FF2B5EF4-FFF2-40B4-BE49-F238E27FC236}">
                    <a16:creationId xmlns:a16="http://schemas.microsoft.com/office/drawing/2014/main" id="{83302EC2-DC3C-0EFE-3412-1F8CD0C2F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0" name="Freeform 67">
                <a:extLst>
                  <a:ext uri="{FF2B5EF4-FFF2-40B4-BE49-F238E27FC236}">
                    <a16:creationId xmlns:a16="http://schemas.microsoft.com/office/drawing/2014/main" id="{D3FEF405-6532-E20D-FE33-79CEDF53E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1253"/>
                <a:ext cx="52" cy="96"/>
              </a:xfrm>
              <a:custGeom>
                <a:avLst/>
                <a:gdLst>
                  <a:gd name="T0" fmla="*/ 9 w 52"/>
                  <a:gd name="T1" fmla="*/ 0 h 96"/>
                  <a:gd name="T2" fmla="*/ 8 w 52"/>
                  <a:gd name="T3" fmla="*/ 0 h 96"/>
                  <a:gd name="T4" fmla="*/ 7 w 52"/>
                  <a:gd name="T5" fmla="*/ 3 h 96"/>
                  <a:gd name="T6" fmla="*/ 6 w 52"/>
                  <a:gd name="T7" fmla="*/ 7 h 96"/>
                  <a:gd name="T8" fmla="*/ 5 w 52"/>
                  <a:gd name="T9" fmla="*/ 12 h 96"/>
                  <a:gd name="T10" fmla="*/ 3 w 52"/>
                  <a:gd name="T11" fmla="*/ 18 h 96"/>
                  <a:gd name="T12" fmla="*/ 1 w 52"/>
                  <a:gd name="T13" fmla="*/ 25 h 96"/>
                  <a:gd name="T14" fmla="*/ 0 w 52"/>
                  <a:gd name="T15" fmla="*/ 33 h 96"/>
                  <a:gd name="T16" fmla="*/ 0 w 52"/>
                  <a:gd name="T17" fmla="*/ 40 h 96"/>
                  <a:gd name="T18" fmla="*/ 0 w 52"/>
                  <a:gd name="T19" fmla="*/ 47 h 96"/>
                  <a:gd name="T20" fmla="*/ 1 w 52"/>
                  <a:gd name="T21" fmla="*/ 54 h 96"/>
                  <a:gd name="T22" fmla="*/ 5 w 52"/>
                  <a:gd name="T23" fmla="*/ 61 h 96"/>
                  <a:gd name="T24" fmla="*/ 9 w 52"/>
                  <a:gd name="T25" fmla="*/ 68 h 96"/>
                  <a:gd name="T26" fmla="*/ 13 w 52"/>
                  <a:gd name="T27" fmla="*/ 74 h 96"/>
                  <a:gd name="T28" fmla="*/ 17 w 52"/>
                  <a:gd name="T29" fmla="*/ 79 h 96"/>
                  <a:gd name="T30" fmla="*/ 20 w 52"/>
                  <a:gd name="T31" fmla="*/ 84 h 96"/>
                  <a:gd name="T32" fmla="*/ 22 w 52"/>
                  <a:gd name="T33" fmla="*/ 89 h 96"/>
                  <a:gd name="T34" fmla="*/ 24 w 52"/>
                  <a:gd name="T35" fmla="*/ 92 h 96"/>
                  <a:gd name="T36" fmla="*/ 28 w 52"/>
                  <a:gd name="T37" fmla="*/ 94 h 96"/>
                  <a:gd name="T38" fmla="*/ 33 w 52"/>
                  <a:gd name="T39" fmla="*/ 95 h 96"/>
                  <a:gd name="T40" fmla="*/ 38 w 52"/>
                  <a:gd name="T41" fmla="*/ 95 h 96"/>
                  <a:gd name="T42" fmla="*/ 43 w 52"/>
                  <a:gd name="T43" fmla="*/ 94 h 96"/>
                  <a:gd name="T44" fmla="*/ 46 w 52"/>
                  <a:gd name="T45" fmla="*/ 93 h 96"/>
                  <a:gd name="T46" fmla="*/ 50 w 52"/>
                  <a:gd name="T47" fmla="*/ 92 h 96"/>
                  <a:gd name="T48" fmla="*/ 51 w 52"/>
                  <a:gd name="T49" fmla="*/ 91 h 96"/>
                  <a:gd name="T50" fmla="*/ 50 w 52"/>
                  <a:gd name="T51" fmla="*/ 91 h 96"/>
                  <a:gd name="T52" fmla="*/ 48 w 52"/>
                  <a:gd name="T53" fmla="*/ 91 h 96"/>
                  <a:gd name="T54" fmla="*/ 46 w 52"/>
                  <a:gd name="T55" fmla="*/ 91 h 96"/>
                  <a:gd name="T56" fmla="*/ 44 w 52"/>
                  <a:gd name="T57" fmla="*/ 90 h 96"/>
                  <a:gd name="T58" fmla="*/ 40 w 52"/>
                  <a:gd name="T59" fmla="*/ 89 h 96"/>
                  <a:gd name="T60" fmla="*/ 38 w 52"/>
                  <a:gd name="T61" fmla="*/ 88 h 96"/>
                  <a:gd name="T62" fmla="*/ 35 w 52"/>
                  <a:gd name="T63" fmla="*/ 85 h 96"/>
                  <a:gd name="T64" fmla="*/ 34 w 52"/>
                  <a:gd name="T65" fmla="*/ 83 h 96"/>
                  <a:gd name="T66" fmla="*/ 30 w 52"/>
                  <a:gd name="T67" fmla="*/ 78 h 96"/>
                  <a:gd name="T68" fmla="*/ 27 w 52"/>
                  <a:gd name="T69" fmla="*/ 74 h 96"/>
                  <a:gd name="T70" fmla="*/ 22 w 52"/>
                  <a:gd name="T71" fmla="*/ 68 h 96"/>
                  <a:gd name="T72" fmla="*/ 17 w 52"/>
                  <a:gd name="T73" fmla="*/ 61 h 96"/>
                  <a:gd name="T74" fmla="*/ 11 w 52"/>
                  <a:gd name="T75" fmla="*/ 53 h 96"/>
                  <a:gd name="T76" fmla="*/ 8 w 52"/>
                  <a:gd name="T77" fmla="*/ 46 h 96"/>
                  <a:gd name="T78" fmla="*/ 5 w 52"/>
                  <a:gd name="T79" fmla="*/ 36 h 96"/>
                  <a:gd name="T80" fmla="*/ 6 w 52"/>
                  <a:gd name="T81" fmla="*/ 28 h 96"/>
                  <a:gd name="T82" fmla="*/ 8 w 52"/>
                  <a:gd name="T83" fmla="*/ 22 h 96"/>
                  <a:gd name="T84" fmla="*/ 10 w 52"/>
                  <a:gd name="T85" fmla="*/ 17 h 96"/>
                  <a:gd name="T86" fmla="*/ 11 w 52"/>
                  <a:gd name="T87" fmla="*/ 13 h 96"/>
                  <a:gd name="T88" fmla="*/ 12 w 52"/>
                  <a:gd name="T89" fmla="*/ 10 h 96"/>
                  <a:gd name="T90" fmla="*/ 13 w 52"/>
                  <a:gd name="T91" fmla="*/ 7 h 96"/>
                  <a:gd name="T92" fmla="*/ 14 w 52"/>
                  <a:gd name="T93" fmla="*/ 5 h 96"/>
                  <a:gd name="T94" fmla="*/ 14 w 52"/>
                  <a:gd name="T95" fmla="*/ 4 h 96"/>
                  <a:gd name="T96" fmla="*/ 15 w 52"/>
                  <a:gd name="T97" fmla="*/ 4 h 96"/>
                  <a:gd name="T98" fmla="*/ 9 w 52"/>
                  <a:gd name="T99" fmla="*/ 0 h 9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52"/>
                  <a:gd name="T151" fmla="*/ 0 h 96"/>
                  <a:gd name="T152" fmla="*/ 52 w 52"/>
                  <a:gd name="T153" fmla="*/ 96 h 9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52" h="96">
                    <a:moveTo>
                      <a:pt x="9" y="0"/>
                    </a:moveTo>
                    <a:lnTo>
                      <a:pt x="8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5" y="12"/>
                    </a:lnTo>
                    <a:lnTo>
                      <a:pt x="3" y="18"/>
                    </a:lnTo>
                    <a:lnTo>
                      <a:pt x="1" y="25"/>
                    </a:lnTo>
                    <a:lnTo>
                      <a:pt x="0" y="33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1" y="54"/>
                    </a:lnTo>
                    <a:lnTo>
                      <a:pt x="5" y="61"/>
                    </a:lnTo>
                    <a:lnTo>
                      <a:pt x="9" y="68"/>
                    </a:lnTo>
                    <a:lnTo>
                      <a:pt x="13" y="74"/>
                    </a:lnTo>
                    <a:lnTo>
                      <a:pt x="17" y="79"/>
                    </a:lnTo>
                    <a:lnTo>
                      <a:pt x="20" y="84"/>
                    </a:lnTo>
                    <a:lnTo>
                      <a:pt x="22" y="89"/>
                    </a:lnTo>
                    <a:lnTo>
                      <a:pt x="24" y="92"/>
                    </a:lnTo>
                    <a:lnTo>
                      <a:pt x="28" y="94"/>
                    </a:lnTo>
                    <a:lnTo>
                      <a:pt x="33" y="95"/>
                    </a:lnTo>
                    <a:lnTo>
                      <a:pt x="38" y="95"/>
                    </a:lnTo>
                    <a:lnTo>
                      <a:pt x="43" y="94"/>
                    </a:lnTo>
                    <a:lnTo>
                      <a:pt x="46" y="93"/>
                    </a:lnTo>
                    <a:lnTo>
                      <a:pt x="50" y="92"/>
                    </a:lnTo>
                    <a:lnTo>
                      <a:pt x="51" y="91"/>
                    </a:lnTo>
                    <a:lnTo>
                      <a:pt x="50" y="91"/>
                    </a:lnTo>
                    <a:lnTo>
                      <a:pt x="48" y="91"/>
                    </a:lnTo>
                    <a:lnTo>
                      <a:pt x="46" y="91"/>
                    </a:lnTo>
                    <a:lnTo>
                      <a:pt x="44" y="90"/>
                    </a:lnTo>
                    <a:lnTo>
                      <a:pt x="40" y="89"/>
                    </a:lnTo>
                    <a:lnTo>
                      <a:pt x="38" y="88"/>
                    </a:lnTo>
                    <a:lnTo>
                      <a:pt x="35" y="85"/>
                    </a:lnTo>
                    <a:lnTo>
                      <a:pt x="34" y="83"/>
                    </a:lnTo>
                    <a:lnTo>
                      <a:pt x="30" y="78"/>
                    </a:lnTo>
                    <a:lnTo>
                      <a:pt x="27" y="74"/>
                    </a:lnTo>
                    <a:lnTo>
                      <a:pt x="22" y="68"/>
                    </a:lnTo>
                    <a:lnTo>
                      <a:pt x="17" y="61"/>
                    </a:lnTo>
                    <a:lnTo>
                      <a:pt x="11" y="53"/>
                    </a:lnTo>
                    <a:lnTo>
                      <a:pt x="8" y="46"/>
                    </a:lnTo>
                    <a:lnTo>
                      <a:pt x="5" y="36"/>
                    </a:lnTo>
                    <a:lnTo>
                      <a:pt x="6" y="28"/>
                    </a:lnTo>
                    <a:lnTo>
                      <a:pt x="8" y="22"/>
                    </a:lnTo>
                    <a:lnTo>
                      <a:pt x="10" y="17"/>
                    </a:lnTo>
                    <a:lnTo>
                      <a:pt x="11" y="13"/>
                    </a:lnTo>
                    <a:lnTo>
                      <a:pt x="12" y="10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4"/>
                    </a:lnTo>
                    <a:lnTo>
                      <a:pt x="15" y="4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1" name="Freeform 68">
                <a:extLst>
                  <a:ext uri="{FF2B5EF4-FFF2-40B4-BE49-F238E27FC236}">
                    <a16:creationId xmlns:a16="http://schemas.microsoft.com/office/drawing/2014/main" id="{B8A38FC6-FDF8-D86E-B22D-21D8A4101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9" y="1311"/>
                <a:ext cx="182" cy="103"/>
              </a:xfrm>
              <a:custGeom>
                <a:avLst/>
                <a:gdLst>
                  <a:gd name="T0" fmla="*/ 22 w 182"/>
                  <a:gd name="T1" fmla="*/ 78 h 103"/>
                  <a:gd name="T2" fmla="*/ 154 w 182"/>
                  <a:gd name="T3" fmla="*/ 102 h 103"/>
                  <a:gd name="T4" fmla="*/ 155 w 182"/>
                  <a:gd name="T5" fmla="*/ 101 h 103"/>
                  <a:gd name="T6" fmla="*/ 158 w 182"/>
                  <a:gd name="T7" fmla="*/ 98 h 103"/>
                  <a:gd name="T8" fmla="*/ 164 w 182"/>
                  <a:gd name="T9" fmla="*/ 95 h 103"/>
                  <a:gd name="T10" fmla="*/ 169 w 182"/>
                  <a:gd name="T11" fmla="*/ 90 h 103"/>
                  <a:gd name="T12" fmla="*/ 174 w 182"/>
                  <a:gd name="T13" fmla="*/ 85 h 103"/>
                  <a:gd name="T14" fmla="*/ 178 w 182"/>
                  <a:gd name="T15" fmla="*/ 80 h 103"/>
                  <a:gd name="T16" fmla="*/ 181 w 182"/>
                  <a:gd name="T17" fmla="*/ 75 h 103"/>
                  <a:gd name="T18" fmla="*/ 181 w 182"/>
                  <a:gd name="T19" fmla="*/ 71 h 103"/>
                  <a:gd name="T20" fmla="*/ 180 w 182"/>
                  <a:gd name="T21" fmla="*/ 65 h 103"/>
                  <a:gd name="T22" fmla="*/ 179 w 182"/>
                  <a:gd name="T23" fmla="*/ 61 h 103"/>
                  <a:gd name="T24" fmla="*/ 178 w 182"/>
                  <a:gd name="T25" fmla="*/ 56 h 103"/>
                  <a:gd name="T26" fmla="*/ 176 w 182"/>
                  <a:gd name="T27" fmla="*/ 53 h 103"/>
                  <a:gd name="T28" fmla="*/ 175 w 182"/>
                  <a:gd name="T29" fmla="*/ 51 h 103"/>
                  <a:gd name="T30" fmla="*/ 171 w 182"/>
                  <a:gd name="T31" fmla="*/ 48 h 103"/>
                  <a:gd name="T32" fmla="*/ 165 w 182"/>
                  <a:gd name="T33" fmla="*/ 46 h 103"/>
                  <a:gd name="T34" fmla="*/ 158 w 182"/>
                  <a:gd name="T35" fmla="*/ 44 h 103"/>
                  <a:gd name="T36" fmla="*/ 149 w 182"/>
                  <a:gd name="T37" fmla="*/ 41 h 103"/>
                  <a:gd name="T38" fmla="*/ 141 w 182"/>
                  <a:gd name="T39" fmla="*/ 35 h 103"/>
                  <a:gd name="T40" fmla="*/ 134 w 182"/>
                  <a:gd name="T41" fmla="*/ 28 h 103"/>
                  <a:gd name="T42" fmla="*/ 125 w 182"/>
                  <a:gd name="T43" fmla="*/ 20 h 103"/>
                  <a:gd name="T44" fmla="*/ 117 w 182"/>
                  <a:gd name="T45" fmla="*/ 12 h 103"/>
                  <a:gd name="T46" fmla="*/ 108 w 182"/>
                  <a:gd name="T47" fmla="*/ 6 h 103"/>
                  <a:gd name="T48" fmla="*/ 99 w 182"/>
                  <a:gd name="T49" fmla="*/ 1 h 103"/>
                  <a:gd name="T50" fmla="*/ 88 w 182"/>
                  <a:gd name="T51" fmla="*/ 0 h 103"/>
                  <a:gd name="T52" fmla="*/ 76 w 182"/>
                  <a:gd name="T53" fmla="*/ 0 h 103"/>
                  <a:gd name="T54" fmla="*/ 62 w 182"/>
                  <a:gd name="T55" fmla="*/ 4 h 103"/>
                  <a:gd name="T56" fmla="*/ 49 w 182"/>
                  <a:gd name="T57" fmla="*/ 8 h 103"/>
                  <a:gd name="T58" fmla="*/ 36 w 182"/>
                  <a:gd name="T59" fmla="*/ 14 h 103"/>
                  <a:gd name="T60" fmla="*/ 25 w 182"/>
                  <a:gd name="T61" fmla="*/ 20 h 103"/>
                  <a:gd name="T62" fmla="*/ 15 w 182"/>
                  <a:gd name="T63" fmla="*/ 26 h 103"/>
                  <a:gd name="T64" fmla="*/ 8 w 182"/>
                  <a:gd name="T65" fmla="*/ 32 h 103"/>
                  <a:gd name="T66" fmla="*/ 5 w 182"/>
                  <a:gd name="T67" fmla="*/ 36 h 103"/>
                  <a:gd name="T68" fmla="*/ 3 w 182"/>
                  <a:gd name="T69" fmla="*/ 39 h 103"/>
                  <a:gd name="T70" fmla="*/ 2 w 182"/>
                  <a:gd name="T71" fmla="*/ 43 h 103"/>
                  <a:gd name="T72" fmla="*/ 0 w 182"/>
                  <a:gd name="T73" fmla="*/ 46 h 103"/>
                  <a:gd name="T74" fmla="*/ 0 w 182"/>
                  <a:gd name="T75" fmla="*/ 50 h 103"/>
                  <a:gd name="T76" fmla="*/ 0 w 182"/>
                  <a:gd name="T77" fmla="*/ 52 h 103"/>
                  <a:gd name="T78" fmla="*/ 0 w 182"/>
                  <a:gd name="T79" fmla="*/ 55 h 103"/>
                  <a:gd name="T80" fmla="*/ 1 w 182"/>
                  <a:gd name="T81" fmla="*/ 57 h 103"/>
                  <a:gd name="T82" fmla="*/ 3 w 182"/>
                  <a:gd name="T83" fmla="*/ 60 h 103"/>
                  <a:gd name="T84" fmla="*/ 5 w 182"/>
                  <a:gd name="T85" fmla="*/ 63 h 103"/>
                  <a:gd name="T86" fmla="*/ 8 w 182"/>
                  <a:gd name="T87" fmla="*/ 66 h 103"/>
                  <a:gd name="T88" fmla="*/ 11 w 182"/>
                  <a:gd name="T89" fmla="*/ 68 h 103"/>
                  <a:gd name="T90" fmla="*/ 14 w 182"/>
                  <a:gd name="T91" fmla="*/ 72 h 103"/>
                  <a:gd name="T92" fmla="*/ 16 w 182"/>
                  <a:gd name="T93" fmla="*/ 74 h 103"/>
                  <a:gd name="T94" fmla="*/ 19 w 182"/>
                  <a:gd name="T95" fmla="*/ 76 h 103"/>
                  <a:gd name="T96" fmla="*/ 21 w 182"/>
                  <a:gd name="T97" fmla="*/ 78 h 103"/>
                  <a:gd name="T98" fmla="*/ 22 w 182"/>
                  <a:gd name="T99" fmla="*/ 78 h 1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82"/>
                  <a:gd name="T151" fmla="*/ 0 h 103"/>
                  <a:gd name="T152" fmla="*/ 182 w 182"/>
                  <a:gd name="T153" fmla="*/ 103 h 1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82" h="103">
                    <a:moveTo>
                      <a:pt x="22" y="78"/>
                    </a:moveTo>
                    <a:lnTo>
                      <a:pt x="154" y="102"/>
                    </a:lnTo>
                    <a:lnTo>
                      <a:pt x="155" y="101"/>
                    </a:lnTo>
                    <a:lnTo>
                      <a:pt x="158" y="98"/>
                    </a:lnTo>
                    <a:lnTo>
                      <a:pt x="164" y="95"/>
                    </a:lnTo>
                    <a:lnTo>
                      <a:pt x="169" y="90"/>
                    </a:lnTo>
                    <a:lnTo>
                      <a:pt x="174" y="85"/>
                    </a:lnTo>
                    <a:lnTo>
                      <a:pt x="178" y="80"/>
                    </a:lnTo>
                    <a:lnTo>
                      <a:pt x="181" y="75"/>
                    </a:lnTo>
                    <a:lnTo>
                      <a:pt x="181" y="71"/>
                    </a:lnTo>
                    <a:lnTo>
                      <a:pt x="180" y="65"/>
                    </a:lnTo>
                    <a:lnTo>
                      <a:pt x="179" y="61"/>
                    </a:lnTo>
                    <a:lnTo>
                      <a:pt x="178" y="56"/>
                    </a:lnTo>
                    <a:lnTo>
                      <a:pt x="176" y="53"/>
                    </a:lnTo>
                    <a:lnTo>
                      <a:pt x="175" y="51"/>
                    </a:lnTo>
                    <a:lnTo>
                      <a:pt x="171" y="48"/>
                    </a:lnTo>
                    <a:lnTo>
                      <a:pt x="165" y="46"/>
                    </a:lnTo>
                    <a:lnTo>
                      <a:pt x="158" y="44"/>
                    </a:lnTo>
                    <a:lnTo>
                      <a:pt x="149" y="41"/>
                    </a:lnTo>
                    <a:lnTo>
                      <a:pt x="141" y="35"/>
                    </a:lnTo>
                    <a:lnTo>
                      <a:pt x="134" y="28"/>
                    </a:lnTo>
                    <a:lnTo>
                      <a:pt x="125" y="20"/>
                    </a:lnTo>
                    <a:lnTo>
                      <a:pt x="117" y="12"/>
                    </a:lnTo>
                    <a:lnTo>
                      <a:pt x="108" y="6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2" y="4"/>
                    </a:lnTo>
                    <a:lnTo>
                      <a:pt x="49" y="8"/>
                    </a:lnTo>
                    <a:lnTo>
                      <a:pt x="36" y="14"/>
                    </a:lnTo>
                    <a:lnTo>
                      <a:pt x="25" y="20"/>
                    </a:lnTo>
                    <a:lnTo>
                      <a:pt x="15" y="26"/>
                    </a:lnTo>
                    <a:lnTo>
                      <a:pt x="8" y="32"/>
                    </a:lnTo>
                    <a:lnTo>
                      <a:pt x="5" y="36"/>
                    </a:lnTo>
                    <a:lnTo>
                      <a:pt x="3" y="39"/>
                    </a:lnTo>
                    <a:lnTo>
                      <a:pt x="2" y="43"/>
                    </a:lnTo>
                    <a:lnTo>
                      <a:pt x="0" y="46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1" y="57"/>
                    </a:lnTo>
                    <a:lnTo>
                      <a:pt x="3" y="60"/>
                    </a:lnTo>
                    <a:lnTo>
                      <a:pt x="5" y="63"/>
                    </a:lnTo>
                    <a:lnTo>
                      <a:pt x="8" y="66"/>
                    </a:lnTo>
                    <a:lnTo>
                      <a:pt x="11" y="68"/>
                    </a:lnTo>
                    <a:lnTo>
                      <a:pt x="14" y="72"/>
                    </a:lnTo>
                    <a:lnTo>
                      <a:pt x="16" y="74"/>
                    </a:lnTo>
                    <a:lnTo>
                      <a:pt x="19" y="76"/>
                    </a:lnTo>
                    <a:lnTo>
                      <a:pt x="21" y="78"/>
                    </a:lnTo>
                    <a:lnTo>
                      <a:pt x="22" y="7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2" name="Freeform 69">
                <a:extLst>
                  <a:ext uri="{FF2B5EF4-FFF2-40B4-BE49-F238E27FC236}">
                    <a16:creationId xmlns:a16="http://schemas.microsoft.com/office/drawing/2014/main" id="{5F0C6C5B-5158-EF57-5153-AD96C900F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" y="1187"/>
                <a:ext cx="682" cy="242"/>
              </a:xfrm>
              <a:custGeom>
                <a:avLst/>
                <a:gdLst>
                  <a:gd name="T0" fmla="*/ 475 w 682"/>
                  <a:gd name="T1" fmla="*/ 0 h 242"/>
                  <a:gd name="T2" fmla="*/ 0 w 682"/>
                  <a:gd name="T3" fmla="*/ 129 h 242"/>
                  <a:gd name="T4" fmla="*/ 236 w 682"/>
                  <a:gd name="T5" fmla="*/ 241 h 242"/>
                  <a:gd name="T6" fmla="*/ 681 w 682"/>
                  <a:gd name="T7" fmla="*/ 129 h 242"/>
                  <a:gd name="T8" fmla="*/ 475 w 682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2"/>
                  <a:gd name="T16" fmla="*/ 0 h 242"/>
                  <a:gd name="T17" fmla="*/ 682 w 682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2" h="242">
                    <a:moveTo>
                      <a:pt x="475" y="0"/>
                    </a:moveTo>
                    <a:lnTo>
                      <a:pt x="0" y="129"/>
                    </a:lnTo>
                    <a:lnTo>
                      <a:pt x="236" y="241"/>
                    </a:lnTo>
                    <a:lnTo>
                      <a:pt x="681" y="129"/>
                    </a:lnTo>
                    <a:lnTo>
                      <a:pt x="475" y="0"/>
                    </a:lnTo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3" name="Freeform 70">
                <a:extLst>
                  <a:ext uri="{FF2B5EF4-FFF2-40B4-BE49-F238E27FC236}">
                    <a16:creationId xmlns:a16="http://schemas.microsoft.com/office/drawing/2014/main" id="{E3718798-13EB-40B2-058B-C33456BF6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1070"/>
                <a:ext cx="198" cy="213"/>
              </a:xfrm>
              <a:custGeom>
                <a:avLst/>
                <a:gdLst>
                  <a:gd name="T0" fmla="*/ 29 w 198"/>
                  <a:gd name="T1" fmla="*/ 20 h 213"/>
                  <a:gd name="T2" fmla="*/ 36 w 198"/>
                  <a:gd name="T3" fmla="*/ 33 h 213"/>
                  <a:gd name="T4" fmla="*/ 45 w 198"/>
                  <a:gd name="T5" fmla="*/ 54 h 213"/>
                  <a:gd name="T6" fmla="*/ 54 w 198"/>
                  <a:gd name="T7" fmla="*/ 73 h 213"/>
                  <a:gd name="T8" fmla="*/ 58 w 198"/>
                  <a:gd name="T9" fmla="*/ 88 h 213"/>
                  <a:gd name="T10" fmla="*/ 64 w 198"/>
                  <a:gd name="T11" fmla="*/ 103 h 213"/>
                  <a:gd name="T12" fmla="*/ 70 w 198"/>
                  <a:gd name="T13" fmla="*/ 117 h 213"/>
                  <a:gd name="T14" fmla="*/ 77 w 198"/>
                  <a:gd name="T15" fmla="*/ 128 h 213"/>
                  <a:gd name="T16" fmla="*/ 84 w 198"/>
                  <a:gd name="T17" fmla="*/ 133 h 213"/>
                  <a:gd name="T18" fmla="*/ 105 w 198"/>
                  <a:gd name="T19" fmla="*/ 148 h 213"/>
                  <a:gd name="T20" fmla="*/ 129 w 198"/>
                  <a:gd name="T21" fmla="*/ 167 h 213"/>
                  <a:gd name="T22" fmla="*/ 146 w 198"/>
                  <a:gd name="T23" fmla="*/ 181 h 213"/>
                  <a:gd name="T24" fmla="*/ 149 w 198"/>
                  <a:gd name="T25" fmla="*/ 184 h 213"/>
                  <a:gd name="T26" fmla="*/ 152 w 198"/>
                  <a:gd name="T27" fmla="*/ 183 h 213"/>
                  <a:gd name="T28" fmla="*/ 157 w 198"/>
                  <a:gd name="T29" fmla="*/ 182 h 213"/>
                  <a:gd name="T30" fmla="*/ 163 w 198"/>
                  <a:gd name="T31" fmla="*/ 183 h 213"/>
                  <a:gd name="T32" fmla="*/ 169 w 198"/>
                  <a:gd name="T33" fmla="*/ 185 h 213"/>
                  <a:gd name="T34" fmla="*/ 178 w 198"/>
                  <a:gd name="T35" fmla="*/ 189 h 213"/>
                  <a:gd name="T36" fmla="*/ 187 w 198"/>
                  <a:gd name="T37" fmla="*/ 195 h 213"/>
                  <a:gd name="T38" fmla="*/ 195 w 198"/>
                  <a:gd name="T39" fmla="*/ 201 h 213"/>
                  <a:gd name="T40" fmla="*/ 197 w 198"/>
                  <a:gd name="T41" fmla="*/ 206 h 213"/>
                  <a:gd name="T42" fmla="*/ 193 w 198"/>
                  <a:gd name="T43" fmla="*/ 210 h 213"/>
                  <a:gd name="T44" fmla="*/ 184 w 198"/>
                  <a:gd name="T45" fmla="*/ 212 h 213"/>
                  <a:gd name="T46" fmla="*/ 173 w 198"/>
                  <a:gd name="T47" fmla="*/ 211 h 213"/>
                  <a:gd name="T48" fmla="*/ 161 w 198"/>
                  <a:gd name="T49" fmla="*/ 207 h 213"/>
                  <a:gd name="T50" fmla="*/ 153 w 198"/>
                  <a:gd name="T51" fmla="*/ 204 h 213"/>
                  <a:gd name="T52" fmla="*/ 148 w 198"/>
                  <a:gd name="T53" fmla="*/ 202 h 213"/>
                  <a:gd name="T54" fmla="*/ 145 w 198"/>
                  <a:gd name="T55" fmla="*/ 202 h 213"/>
                  <a:gd name="T56" fmla="*/ 140 w 198"/>
                  <a:gd name="T57" fmla="*/ 202 h 213"/>
                  <a:gd name="T58" fmla="*/ 126 w 198"/>
                  <a:gd name="T59" fmla="*/ 197 h 213"/>
                  <a:gd name="T60" fmla="*/ 106 w 198"/>
                  <a:gd name="T61" fmla="*/ 189 h 213"/>
                  <a:gd name="T62" fmla="*/ 89 w 198"/>
                  <a:gd name="T63" fmla="*/ 179 h 213"/>
                  <a:gd name="T64" fmla="*/ 77 w 198"/>
                  <a:gd name="T65" fmla="*/ 171 h 213"/>
                  <a:gd name="T66" fmla="*/ 61 w 198"/>
                  <a:gd name="T67" fmla="*/ 157 h 213"/>
                  <a:gd name="T68" fmla="*/ 45 w 198"/>
                  <a:gd name="T69" fmla="*/ 139 h 213"/>
                  <a:gd name="T70" fmla="*/ 29 w 198"/>
                  <a:gd name="T71" fmla="*/ 119 h 213"/>
                  <a:gd name="T72" fmla="*/ 18 w 198"/>
                  <a:gd name="T73" fmla="*/ 99 h 213"/>
                  <a:gd name="T74" fmla="*/ 12 w 198"/>
                  <a:gd name="T75" fmla="*/ 78 h 213"/>
                  <a:gd name="T76" fmla="*/ 9 w 198"/>
                  <a:gd name="T77" fmla="*/ 59 h 213"/>
                  <a:gd name="T78" fmla="*/ 7 w 198"/>
                  <a:gd name="T79" fmla="*/ 44 h 213"/>
                  <a:gd name="T80" fmla="*/ 6 w 198"/>
                  <a:gd name="T81" fmla="*/ 33 h 213"/>
                  <a:gd name="T82" fmla="*/ 4 w 198"/>
                  <a:gd name="T83" fmla="*/ 22 h 213"/>
                  <a:gd name="T84" fmla="*/ 1 w 198"/>
                  <a:gd name="T85" fmla="*/ 11 h 213"/>
                  <a:gd name="T86" fmla="*/ 0 w 198"/>
                  <a:gd name="T87" fmla="*/ 2 h 213"/>
                  <a:gd name="T88" fmla="*/ 28 w 198"/>
                  <a:gd name="T89" fmla="*/ 17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8"/>
                  <a:gd name="T136" fmla="*/ 0 h 213"/>
                  <a:gd name="T137" fmla="*/ 198 w 198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8" h="213">
                    <a:moveTo>
                      <a:pt x="28" y="17"/>
                    </a:moveTo>
                    <a:lnTo>
                      <a:pt x="29" y="20"/>
                    </a:lnTo>
                    <a:lnTo>
                      <a:pt x="32" y="25"/>
                    </a:lnTo>
                    <a:lnTo>
                      <a:pt x="36" y="33"/>
                    </a:lnTo>
                    <a:lnTo>
                      <a:pt x="40" y="43"/>
                    </a:lnTo>
                    <a:lnTo>
                      <a:pt x="45" y="54"/>
                    </a:lnTo>
                    <a:lnTo>
                      <a:pt x="50" y="64"/>
                    </a:lnTo>
                    <a:lnTo>
                      <a:pt x="54" y="73"/>
                    </a:lnTo>
                    <a:lnTo>
                      <a:pt x="56" y="81"/>
                    </a:lnTo>
                    <a:lnTo>
                      <a:pt x="58" y="88"/>
                    </a:lnTo>
                    <a:lnTo>
                      <a:pt x="61" y="94"/>
                    </a:lnTo>
                    <a:lnTo>
                      <a:pt x="64" y="103"/>
                    </a:lnTo>
                    <a:lnTo>
                      <a:pt x="67" y="111"/>
                    </a:lnTo>
                    <a:lnTo>
                      <a:pt x="70" y="117"/>
                    </a:lnTo>
                    <a:lnTo>
                      <a:pt x="73" y="123"/>
                    </a:lnTo>
                    <a:lnTo>
                      <a:pt x="77" y="128"/>
                    </a:lnTo>
                    <a:lnTo>
                      <a:pt x="79" y="129"/>
                    </a:lnTo>
                    <a:lnTo>
                      <a:pt x="84" y="133"/>
                    </a:lnTo>
                    <a:lnTo>
                      <a:pt x="94" y="139"/>
                    </a:lnTo>
                    <a:lnTo>
                      <a:pt x="105" y="148"/>
                    </a:lnTo>
                    <a:lnTo>
                      <a:pt x="117" y="157"/>
                    </a:lnTo>
                    <a:lnTo>
                      <a:pt x="129" y="167"/>
                    </a:lnTo>
                    <a:lnTo>
                      <a:pt x="139" y="175"/>
                    </a:lnTo>
                    <a:lnTo>
                      <a:pt x="146" y="181"/>
                    </a:lnTo>
                    <a:lnTo>
                      <a:pt x="149" y="184"/>
                    </a:lnTo>
                    <a:lnTo>
                      <a:pt x="151" y="183"/>
                    </a:lnTo>
                    <a:lnTo>
                      <a:pt x="152" y="183"/>
                    </a:lnTo>
                    <a:lnTo>
                      <a:pt x="155" y="182"/>
                    </a:lnTo>
                    <a:lnTo>
                      <a:pt x="157" y="182"/>
                    </a:lnTo>
                    <a:lnTo>
                      <a:pt x="160" y="182"/>
                    </a:lnTo>
                    <a:lnTo>
                      <a:pt x="163" y="183"/>
                    </a:lnTo>
                    <a:lnTo>
                      <a:pt x="166" y="184"/>
                    </a:lnTo>
                    <a:lnTo>
                      <a:pt x="169" y="185"/>
                    </a:lnTo>
                    <a:lnTo>
                      <a:pt x="174" y="187"/>
                    </a:lnTo>
                    <a:lnTo>
                      <a:pt x="178" y="189"/>
                    </a:lnTo>
                    <a:lnTo>
                      <a:pt x="183" y="192"/>
                    </a:lnTo>
                    <a:lnTo>
                      <a:pt x="187" y="195"/>
                    </a:lnTo>
                    <a:lnTo>
                      <a:pt x="191" y="198"/>
                    </a:lnTo>
                    <a:lnTo>
                      <a:pt x="195" y="201"/>
                    </a:lnTo>
                    <a:lnTo>
                      <a:pt x="197" y="205"/>
                    </a:lnTo>
                    <a:lnTo>
                      <a:pt x="197" y="206"/>
                    </a:lnTo>
                    <a:lnTo>
                      <a:pt x="196" y="209"/>
                    </a:lnTo>
                    <a:lnTo>
                      <a:pt x="193" y="210"/>
                    </a:lnTo>
                    <a:lnTo>
                      <a:pt x="189" y="211"/>
                    </a:lnTo>
                    <a:lnTo>
                      <a:pt x="184" y="212"/>
                    </a:lnTo>
                    <a:lnTo>
                      <a:pt x="179" y="212"/>
                    </a:lnTo>
                    <a:lnTo>
                      <a:pt x="173" y="211"/>
                    </a:lnTo>
                    <a:lnTo>
                      <a:pt x="167" y="209"/>
                    </a:lnTo>
                    <a:lnTo>
                      <a:pt x="161" y="207"/>
                    </a:lnTo>
                    <a:lnTo>
                      <a:pt x="157" y="206"/>
                    </a:lnTo>
                    <a:lnTo>
                      <a:pt x="153" y="204"/>
                    </a:lnTo>
                    <a:lnTo>
                      <a:pt x="151" y="203"/>
                    </a:lnTo>
                    <a:lnTo>
                      <a:pt x="148" y="202"/>
                    </a:lnTo>
                    <a:lnTo>
                      <a:pt x="146" y="202"/>
                    </a:lnTo>
                    <a:lnTo>
                      <a:pt x="145" y="202"/>
                    </a:lnTo>
                    <a:lnTo>
                      <a:pt x="143" y="202"/>
                    </a:lnTo>
                    <a:lnTo>
                      <a:pt x="140" y="202"/>
                    </a:lnTo>
                    <a:lnTo>
                      <a:pt x="134" y="200"/>
                    </a:lnTo>
                    <a:lnTo>
                      <a:pt x="126" y="197"/>
                    </a:lnTo>
                    <a:lnTo>
                      <a:pt x="117" y="193"/>
                    </a:lnTo>
                    <a:lnTo>
                      <a:pt x="106" y="189"/>
                    </a:lnTo>
                    <a:lnTo>
                      <a:pt x="97" y="184"/>
                    </a:lnTo>
                    <a:lnTo>
                      <a:pt x="89" y="179"/>
                    </a:lnTo>
                    <a:lnTo>
                      <a:pt x="83" y="175"/>
                    </a:lnTo>
                    <a:lnTo>
                      <a:pt x="77" y="171"/>
                    </a:lnTo>
                    <a:lnTo>
                      <a:pt x="69" y="165"/>
                    </a:lnTo>
                    <a:lnTo>
                      <a:pt x="61" y="157"/>
                    </a:lnTo>
                    <a:lnTo>
                      <a:pt x="53" y="149"/>
                    </a:lnTo>
                    <a:lnTo>
                      <a:pt x="45" y="139"/>
                    </a:lnTo>
                    <a:lnTo>
                      <a:pt x="36" y="129"/>
                    </a:lnTo>
                    <a:lnTo>
                      <a:pt x="29" y="119"/>
                    </a:lnTo>
                    <a:lnTo>
                      <a:pt x="23" y="109"/>
                    </a:lnTo>
                    <a:lnTo>
                      <a:pt x="18" y="99"/>
                    </a:lnTo>
                    <a:lnTo>
                      <a:pt x="15" y="88"/>
                    </a:lnTo>
                    <a:lnTo>
                      <a:pt x="12" y="78"/>
                    </a:lnTo>
                    <a:lnTo>
                      <a:pt x="10" y="68"/>
                    </a:lnTo>
                    <a:lnTo>
                      <a:pt x="9" y="59"/>
                    </a:lnTo>
                    <a:lnTo>
                      <a:pt x="7" y="50"/>
                    </a:lnTo>
                    <a:lnTo>
                      <a:pt x="7" y="44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5" y="27"/>
                    </a:lnTo>
                    <a:lnTo>
                      <a:pt x="4" y="22"/>
                    </a:lnTo>
                    <a:lnTo>
                      <a:pt x="2" y="16"/>
                    </a:lnTo>
                    <a:lnTo>
                      <a:pt x="1" y="11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4" name="Freeform 71">
                <a:extLst>
                  <a:ext uri="{FF2B5EF4-FFF2-40B4-BE49-F238E27FC236}">
                    <a16:creationId xmlns:a16="http://schemas.microsoft.com/office/drawing/2014/main" id="{D58522CE-4E19-544C-706B-601AA4E95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068"/>
                <a:ext cx="213" cy="211"/>
              </a:xfrm>
              <a:custGeom>
                <a:avLst/>
                <a:gdLst>
                  <a:gd name="T0" fmla="*/ 39 w 213"/>
                  <a:gd name="T1" fmla="*/ 19 h 211"/>
                  <a:gd name="T2" fmla="*/ 44 w 213"/>
                  <a:gd name="T3" fmla="*/ 32 h 211"/>
                  <a:gd name="T4" fmla="*/ 51 w 213"/>
                  <a:gd name="T5" fmla="*/ 51 h 211"/>
                  <a:gd name="T6" fmla="*/ 57 w 213"/>
                  <a:gd name="T7" fmla="*/ 71 h 211"/>
                  <a:gd name="T8" fmla="*/ 62 w 213"/>
                  <a:gd name="T9" fmla="*/ 85 h 211"/>
                  <a:gd name="T10" fmla="*/ 70 w 213"/>
                  <a:gd name="T11" fmla="*/ 101 h 211"/>
                  <a:gd name="T12" fmla="*/ 81 w 213"/>
                  <a:gd name="T13" fmla="*/ 115 h 211"/>
                  <a:gd name="T14" fmla="*/ 91 w 213"/>
                  <a:gd name="T15" fmla="*/ 125 h 211"/>
                  <a:gd name="T16" fmla="*/ 99 w 213"/>
                  <a:gd name="T17" fmla="*/ 130 h 211"/>
                  <a:gd name="T18" fmla="*/ 120 w 213"/>
                  <a:gd name="T19" fmla="*/ 146 h 211"/>
                  <a:gd name="T20" fmla="*/ 143 w 213"/>
                  <a:gd name="T21" fmla="*/ 165 h 211"/>
                  <a:gd name="T22" fmla="*/ 160 w 213"/>
                  <a:gd name="T23" fmla="*/ 180 h 211"/>
                  <a:gd name="T24" fmla="*/ 164 w 213"/>
                  <a:gd name="T25" fmla="*/ 181 h 211"/>
                  <a:gd name="T26" fmla="*/ 167 w 213"/>
                  <a:gd name="T27" fmla="*/ 181 h 211"/>
                  <a:gd name="T28" fmla="*/ 172 w 213"/>
                  <a:gd name="T29" fmla="*/ 181 h 211"/>
                  <a:gd name="T30" fmla="*/ 177 w 213"/>
                  <a:gd name="T31" fmla="*/ 181 h 211"/>
                  <a:gd name="T32" fmla="*/ 184 w 213"/>
                  <a:gd name="T33" fmla="*/ 183 h 211"/>
                  <a:gd name="T34" fmla="*/ 193 w 213"/>
                  <a:gd name="T35" fmla="*/ 187 h 211"/>
                  <a:gd name="T36" fmla="*/ 202 w 213"/>
                  <a:gd name="T37" fmla="*/ 193 h 211"/>
                  <a:gd name="T38" fmla="*/ 210 w 213"/>
                  <a:gd name="T39" fmla="*/ 199 h 211"/>
                  <a:gd name="T40" fmla="*/ 212 w 213"/>
                  <a:gd name="T41" fmla="*/ 205 h 211"/>
                  <a:gd name="T42" fmla="*/ 207 w 213"/>
                  <a:gd name="T43" fmla="*/ 209 h 211"/>
                  <a:gd name="T44" fmla="*/ 199 w 213"/>
                  <a:gd name="T45" fmla="*/ 210 h 211"/>
                  <a:gd name="T46" fmla="*/ 188 w 213"/>
                  <a:gd name="T47" fmla="*/ 209 h 211"/>
                  <a:gd name="T48" fmla="*/ 176 w 213"/>
                  <a:gd name="T49" fmla="*/ 205 h 211"/>
                  <a:gd name="T50" fmla="*/ 168 w 213"/>
                  <a:gd name="T51" fmla="*/ 202 h 211"/>
                  <a:gd name="T52" fmla="*/ 163 w 213"/>
                  <a:gd name="T53" fmla="*/ 200 h 211"/>
                  <a:gd name="T54" fmla="*/ 160 w 213"/>
                  <a:gd name="T55" fmla="*/ 200 h 211"/>
                  <a:gd name="T56" fmla="*/ 154 w 213"/>
                  <a:gd name="T57" fmla="*/ 200 h 211"/>
                  <a:gd name="T58" fmla="*/ 141 w 213"/>
                  <a:gd name="T59" fmla="*/ 196 h 211"/>
                  <a:gd name="T60" fmla="*/ 121 w 213"/>
                  <a:gd name="T61" fmla="*/ 187 h 211"/>
                  <a:gd name="T62" fmla="*/ 103 w 213"/>
                  <a:gd name="T63" fmla="*/ 178 h 211"/>
                  <a:gd name="T64" fmla="*/ 91 w 213"/>
                  <a:gd name="T65" fmla="*/ 170 h 211"/>
                  <a:gd name="T66" fmla="*/ 76 w 213"/>
                  <a:gd name="T67" fmla="*/ 156 h 211"/>
                  <a:gd name="T68" fmla="*/ 59 w 213"/>
                  <a:gd name="T69" fmla="*/ 137 h 211"/>
                  <a:gd name="T70" fmla="*/ 44 w 213"/>
                  <a:gd name="T71" fmla="*/ 118 h 211"/>
                  <a:gd name="T72" fmla="*/ 32 w 213"/>
                  <a:gd name="T73" fmla="*/ 96 h 211"/>
                  <a:gd name="T74" fmla="*/ 19 w 213"/>
                  <a:gd name="T75" fmla="*/ 68 h 211"/>
                  <a:gd name="T76" fmla="*/ 8 w 213"/>
                  <a:gd name="T77" fmla="*/ 40 h 211"/>
                  <a:gd name="T78" fmla="*/ 1 w 213"/>
                  <a:gd name="T79" fmla="*/ 19 h 211"/>
                  <a:gd name="T80" fmla="*/ 0 w 213"/>
                  <a:gd name="T81" fmla="*/ 8 h 211"/>
                  <a:gd name="T82" fmla="*/ 2 w 213"/>
                  <a:gd name="T83" fmla="*/ 4 h 211"/>
                  <a:gd name="T84" fmla="*/ 5 w 213"/>
                  <a:gd name="T85" fmla="*/ 2 h 211"/>
                  <a:gd name="T86" fmla="*/ 10 w 213"/>
                  <a:gd name="T87" fmla="*/ 1 h 211"/>
                  <a:gd name="T88" fmla="*/ 38 w 213"/>
                  <a:gd name="T89" fmla="*/ 17 h 21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1"/>
                  <a:gd name="T137" fmla="*/ 213 w 213"/>
                  <a:gd name="T138" fmla="*/ 211 h 21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1">
                    <a:moveTo>
                      <a:pt x="38" y="17"/>
                    </a:moveTo>
                    <a:lnTo>
                      <a:pt x="39" y="19"/>
                    </a:lnTo>
                    <a:lnTo>
                      <a:pt x="40" y="24"/>
                    </a:lnTo>
                    <a:lnTo>
                      <a:pt x="44" y="32"/>
                    </a:lnTo>
                    <a:lnTo>
                      <a:pt x="47" y="41"/>
                    </a:lnTo>
                    <a:lnTo>
                      <a:pt x="51" y="51"/>
                    </a:lnTo>
                    <a:lnTo>
                      <a:pt x="54" y="62"/>
                    </a:lnTo>
                    <a:lnTo>
                      <a:pt x="57" y="71"/>
                    </a:lnTo>
                    <a:lnTo>
                      <a:pt x="59" y="79"/>
                    </a:lnTo>
                    <a:lnTo>
                      <a:pt x="62" y="85"/>
                    </a:lnTo>
                    <a:lnTo>
                      <a:pt x="66" y="92"/>
                    </a:lnTo>
                    <a:lnTo>
                      <a:pt x="70" y="101"/>
                    </a:lnTo>
                    <a:lnTo>
                      <a:pt x="76" y="108"/>
                    </a:lnTo>
                    <a:lnTo>
                      <a:pt x="81" y="115"/>
                    </a:lnTo>
                    <a:lnTo>
                      <a:pt x="86" y="121"/>
                    </a:lnTo>
                    <a:lnTo>
                      <a:pt x="91" y="125"/>
                    </a:lnTo>
                    <a:lnTo>
                      <a:pt x="94" y="128"/>
                    </a:lnTo>
                    <a:lnTo>
                      <a:pt x="99" y="130"/>
                    </a:lnTo>
                    <a:lnTo>
                      <a:pt x="108" y="137"/>
                    </a:lnTo>
                    <a:lnTo>
                      <a:pt x="120" y="146"/>
                    </a:lnTo>
                    <a:lnTo>
                      <a:pt x="131" y="156"/>
                    </a:lnTo>
                    <a:lnTo>
                      <a:pt x="143" y="165"/>
                    </a:lnTo>
                    <a:lnTo>
                      <a:pt x="154" y="174"/>
                    </a:lnTo>
                    <a:lnTo>
                      <a:pt x="160" y="180"/>
                    </a:lnTo>
                    <a:lnTo>
                      <a:pt x="164" y="181"/>
                    </a:lnTo>
                    <a:lnTo>
                      <a:pt x="166" y="181"/>
                    </a:lnTo>
                    <a:lnTo>
                      <a:pt x="167" y="181"/>
                    </a:lnTo>
                    <a:lnTo>
                      <a:pt x="169" y="181"/>
                    </a:lnTo>
                    <a:lnTo>
                      <a:pt x="172" y="181"/>
                    </a:lnTo>
                    <a:lnTo>
                      <a:pt x="175" y="181"/>
                    </a:lnTo>
                    <a:lnTo>
                      <a:pt x="177" y="181"/>
                    </a:lnTo>
                    <a:lnTo>
                      <a:pt x="181" y="181"/>
                    </a:lnTo>
                    <a:lnTo>
                      <a:pt x="184" y="183"/>
                    </a:lnTo>
                    <a:lnTo>
                      <a:pt x="189" y="186"/>
                    </a:lnTo>
                    <a:lnTo>
                      <a:pt x="193" y="187"/>
                    </a:lnTo>
                    <a:lnTo>
                      <a:pt x="198" y="191"/>
                    </a:lnTo>
                    <a:lnTo>
                      <a:pt x="202" y="193"/>
                    </a:lnTo>
                    <a:lnTo>
                      <a:pt x="206" y="197"/>
                    </a:lnTo>
                    <a:lnTo>
                      <a:pt x="210" y="199"/>
                    </a:lnTo>
                    <a:lnTo>
                      <a:pt x="212" y="203"/>
                    </a:lnTo>
                    <a:lnTo>
                      <a:pt x="212" y="205"/>
                    </a:lnTo>
                    <a:lnTo>
                      <a:pt x="210" y="207"/>
                    </a:lnTo>
                    <a:lnTo>
                      <a:pt x="207" y="209"/>
                    </a:lnTo>
                    <a:lnTo>
                      <a:pt x="204" y="210"/>
                    </a:lnTo>
                    <a:lnTo>
                      <a:pt x="199" y="210"/>
                    </a:lnTo>
                    <a:lnTo>
                      <a:pt x="194" y="210"/>
                    </a:lnTo>
                    <a:lnTo>
                      <a:pt x="188" y="209"/>
                    </a:lnTo>
                    <a:lnTo>
                      <a:pt x="182" y="207"/>
                    </a:lnTo>
                    <a:lnTo>
                      <a:pt x="176" y="205"/>
                    </a:lnTo>
                    <a:lnTo>
                      <a:pt x="171" y="204"/>
                    </a:lnTo>
                    <a:lnTo>
                      <a:pt x="168" y="202"/>
                    </a:lnTo>
                    <a:lnTo>
                      <a:pt x="165" y="201"/>
                    </a:lnTo>
                    <a:lnTo>
                      <a:pt x="163" y="200"/>
                    </a:lnTo>
                    <a:lnTo>
                      <a:pt x="160" y="200"/>
                    </a:lnTo>
                    <a:lnTo>
                      <a:pt x="158" y="201"/>
                    </a:lnTo>
                    <a:lnTo>
                      <a:pt x="154" y="200"/>
                    </a:lnTo>
                    <a:lnTo>
                      <a:pt x="148" y="198"/>
                    </a:lnTo>
                    <a:lnTo>
                      <a:pt x="141" y="196"/>
                    </a:lnTo>
                    <a:lnTo>
                      <a:pt x="131" y="192"/>
                    </a:lnTo>
                    <a:lnTo>
                      <a:pt x="121" y="187"/>
                    </a:lnTo>
                    <a:lnTo>
                      <a:pt x="112" y="182"/>
                    </a:lnTo>
                    <a:lnTo>
                      <a:pt x="103" y="178"/>
                    </a:lnTo>
                    <a:lnTo>
                      <a:pt x="97" y="174"/>
                    </a:lnTo>
                    <a:lnTo>
                      <a:pt x="91" y="170"/>
                    </a:lnTo>
                    <a:lnTo>
                      <a:pt x="84" y="163"/>
                    </a:lnTo>
                    <a:lnTo>
                      <a:pt x="76" y="156"/>
                    </a:lnTo>
                    <a:lnTo>
                      <a:pt x="68" y="147"/>
                    </a:lnTo>
                    <a:lnTo>
                      <a:pt x="59" y="137"/>
                    </a:lnTo>
                    <a:lnTo>
                      <a:pt x="51" y="128"/>
                    </a:lnTo>
                    <a:lnTo>
                      <a:pt x="44" y="118"/>
                    </a:lnTo>
                    <a:lnTo>
                      <a:pt x="38" y="107"/>
                    </a:lnTo>
                    <a:lnTo>
                      <a:pt x="32" y="96"/>
                    </a:lnTo>
                    <a:lnTo>
                      <a:pt x="26" y="83"/>
                    </a:lnTo>
                    <a:lnTo>
                      <a:pt x="19" y="68"/>
                    </a:lnTo>
                    <a:lnTo>
                      <a:pt x="13" y="54"/>
                    </a:lnTo>
                    <a:lnTo>
                      <a:pt x="8" y="40"/>
                    </a:lnTo>
                    <a:lnTo>
                      <a:pt x="4" y="28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3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5" name="Freeform 72">
                <a:extLst>
                  <a:ext uri="{FF2B5EF4-FFF2-40B4-BE49-F238E27FC236}">
                    <a16:creationId xmlns:a16="http://schemas.microsoft.com/office/drawing/2014/main" id="{3302A269-34E6-EBE5-4D6C-BD6D9F75B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0" y="1331"/>
                <a:ext cx="220" cy="406"/>
              </a:xfrm>
              <a:custGeom>
                <a:avLst/>
                <a:gdLst>
                  <a:gd name="T0" fmla="*/ 219 w 220"/>
                  <a:gd name="T1" fmla="*/ 405 h 406"/>
                  <a:gd name="T2" fmla="*/ 219 w 220"/>
                  <a:gd name="T3" fmla="*/ 109 h 406"/>
                  <a:gd name="T4" fmla="*/ 0 w 220"/>
                  <a:gd name="T5" fmla="*/ 0 h 406"/>
                  <a:gd name="T6" fmla="*/ 0 w 220"/>
                  <a:gd name="T7" fmla="*/ 276 h 406"/>
                  <a:gd name="T8" fmla="*/ 219 w 220"/>
                  <a:gd name="T9" fmla="*/ 405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406"/>
                  <a:gd name="T17" fmla="*/ 220 w 220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406">
                    <a:moveTo>
                      <a:pt x="219" y="405"/>
                    </a:moveTo>
                    <a:lnTo>
                      <a:pt x="219" y="109"/>
                    </a:lnTo>
                    <a:lnTo>
                      <a:pt x="0" y="0"/>
                    </a:lnTo>
                    <a:lnTo>
                      <a:pt x="0" y="276"/>
                    </a:lnTo>
                    <a:lnTo>
                      <a:pt x="219" y="40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6" name="Freeform 73">
                <a:extLst>
                  <a:ext uri="{FF2B5EF4-FFF2-40B4-BE49-F238E27FC236}">
                    <a16:creationId xmlns:a16="http://schemas.microsoft.com/office/drawing/2014/main" id="{5C74A34B-F7F1-1C7C-3CDA-56978E830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" y="1582"/>
                <a:ext cx="239" cy="161"/>
              </a:xfrm>
              <a:custGeom>
                <a:avLst/>
                <a:gdLst>
                  <a:gd name="T0" fmla="*/ 238 w 239"/>
                  <a:gd name="T1" fmla="*/ 160 h 161"/>
                  <a:gd name="T2" fmla="*/ 238 w 239"/>
                  <a:gd name="T3" fmla="*/ 129 h 161"/>
                  <a:gd name="T4" fmla="*/ 0 w 239"/>
                  <a:gd name="T5" fmla="*/ 0 h 161"/>
                  <a:gd name="T6" fmla="*/ 0 w 239"/>
                  <a:gd name="T7" fmla="*/ 28 h 161"/>
                  <a:gd name="T8" fmla="*/ 238 w 239"/>
                  <a:gd name="T9" fmla="*/ 160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1"/>
                  <a:gd name="T17" fmla="*/ 239 w 239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1">
                    <a:moveTo>
                      <a:pt x="238" y="160"/>
                    </a:moveTo>
                    <a:lnTo>
                      <a:pt x="238" y="129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8" y="160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7" name="Freeform 74">
                <a:extLst>
                  <a:ext uri="{FF2B5EF4-FFF2-40B4-BE49-F238E27FC236}">
                    <a16:creationId xmlns:a16="http://schemas.microsoft.com/office/drawing/2014/main" id="{D7B2B2ED-B775-6719-0DF5-47D59160B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9" y="1315"/>
                <a:ext cx="242" cy="144"/>
              </a:xfrm>
              <a:custGeom>
                <a:avLst/>
                <a:gdLst>
                  <a:gd name="T0" fmla="*/ 241 w 242"/>
                  <a:gd name="T1" fmla="*/ 143 h 144"/>
                  <a:gd name="T2" fmla="*/ 241 w 242"/>
                  <a:gd name="T3" fmla="*/ 113 h 144"/>
                  <a:gd name="T4" fmla="*/ 0 w 242"/>
                  <a:gd name="T5" fmla="*/ 0 h 144"/>
                  <a:gd name="T6" fmla="*/ 0 w 242"/>
                  <a:gd name="T7" fmla="*/ 29 h 144"/>
                  <a:gd name="T8" fmla="*/ 241 w 242"/>
                  <a:gd name="T9" fmla="*/ 143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44"/>
                  <a:gd name="T17" fmla="*/ 242 w 242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44">
                    <a:moveTo>
                      <a:pt x="241" y="143"/>
                    </a:moveTo>
                    <a:lnTo>
                      <a:pt x="241" y="113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241" y="143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8" name="Freeform 75">
                <a:extLst>
                  <a:ext uri="{FF2B5EF4-FFF2-40B4-BE49-F238E27FC236}">
                    <a16:creationId xmlns:a16="http://schemas.microsoft.com/office/drawing/2014/main" id="{03C9C384-E34B-E2D2-20E9-944A2F1EF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1595"/>
                <a:ext cx="451" cy="148"/>
              </a:xfrm>
              <a:custGeom>
                <a:avLst/>
                <a:gdLst>
                  <a:gd name="T0" fmla="*/ 0 w 451"/>
                  <a:gd name="T1" fmla="*/ 147 h 148"/>
                  <a:gd name="T2" fmla="*/ 0 w 451"/>
                  <a:gd name="T3" fmla="*/ 116 h 148"/>
                  <a:gd name="T4" fmla="*/ 450 w 451"/>
                  <a:gd name="T5" fmla="*/ 0 h 148"/>
                  <a:gd name="T6" fmla="*/ 450 w 451"/>
                  <a:gd name="T7" fmla="*/ 28 h 148"/>
                  <a:gd name="T8" fmla="*/ 0 w 451"/>
                  <a:gd name="T9" fmla="*/ 147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8"/>
                  <a:gd name="T17" fmla="*/ 451 w 451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8">
                    <a:moveTo>
                      <a:pt x="0" y="147"/>
                    </a:moveTo>
                    <a:lnTo>
                      <a:pt x="0" y="116"/>
                    </a:lnTo>
                    <a:lnTo>
                      <a:pt x="450" y="0"/>
                    </a:lnTo>
                    <a:lnTo>
                      <a:pt x="450" y="28"/>
                    </a:lnTo>
                    <a:lnTo>
                      <a:pt x="0" y="147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59" name="Freeform 76">
                <a:extLst>
                  <a:ext uri="{FF2B5EF4-FFF2-40B4-BE49-F238E27FC236}">
                    <a16:creationId xmlns:a16="http://schemas.microsoft.com/office/drawing/2014/main" id="{0F2998F7-CA52-6075-37C0-DBA0650E2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1312"/>
                <a:ext cx="451" cy="149"/>
              </a:xfrm>
              <a:custGeom>
                <a:avLst/>
                <a:gdLst>
                  <a:gd name="T0" fmla="*/ 0 w 451"/>
                  <a:gd name="T1" fmla="*/ 148 h 149"/>
                  <a:gd name="T2" fmla="*/ 0 w 451"/>
                  <a:gd name="T3" fmla="*/ 118 h 149"/>
                  <a:gd name="T4" fmla="*/ 450 w 451"/>
                  <a:gd name="T5" fmla="*/ 0 h 149"/>
                  <a:gd name="T6" fmla="*/ 450 w 451"/>
                  <a:gd name="T7" fmla="*/ 27 h 149"/>
                  <a:gd name="T8" fmla="*/ 0 w 451"/>
                  <a:gd name="T9" fmla="*/ 148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9"/>
                  <a:gd name="T17" fmla="*/ 451 w 451"/>
                  <a:gd name="T18" fmla="*/ 149 h 1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9">
                    <a:moveTo>
                      <a:pt x="0" y="148"/>
                    </a:moveTo>
                    <a:lnTo>
                      <a:pt x="0" y="118"/>
                    </a:lnTo>
                    <a:lnTo>
                      <a:pt x="450" y="0"/>
                    </a:lnTo>
                    <a:lnTo>
                      <a:pt x="450" y="27"/>
                    </a:lnTo>
                    <a:lnTo>
                      <a:pt x="0" y="148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0" name="Freeform 77">
                <a:extLst>
                  <a:ext uri="{FF2B5EF4-FFF2-40B4-BE49-F238E27FC236}">
                    <a16:creationId xmlns:a16="http://schemas.microsoft.com/office/drawing/2014/main" id="{3EA42C70-1D1A-1CB9-F4BE-EB63918A3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1346"/>
                <a:ext cx="452" cy="355"/>
              </a:xfrm>
              <a:custGeom>
                <a:avLst/>
                <a:gdLst>
                  <a:gd name="T0" fmla="*/ 0 w 452"/>
                  <a:gd name="T1" fmla="*/ 354 h 355"/>
                  <a:gd name="T2" fmla="*/ 0 w 452"/>
                  <a:gd name="T3" fmla="*/ 122 h 355"/>
                  <a:gd name="T4" fmla="*/ 451 w 452"/>
                  <a:gd name="T5" fmla="*/ 0 h 355"/>
                  <a:gd name="T6" fmla="*/ 451 w 452"/>
                  <a:gd name="T7" fmla="*/ 243 h 355"/>
                  <a:gd name="T8" fmla="*/ 0 w 452"/>
                  <a:gd name="T9" fmla="*/ 354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2"/>
                  <a:gd name="T16" fmla="*/ 0 h 355"/>
                  <a:gd name="T17" fmla="*/ 452 w 452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2" h="355">
                    <a:moveTo>
                      <a:pt x="0" y="354"/>
                    </a:moveTo>
                    <a:lnTo>
                      <a:pt x="0" y="122"/>
                    </a:lnTo>
                    <a:lnTo>
                      <a:pt x="451" y="0"/>
                    </a:lnTo>
                    <a:lnTo>
                      <a:pt x="451" y="243"/>
                    </a:lnTo>
                    <a:lnTo>
                      <a:pt x="0" y="354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1" name="Freeform 78">
                <a:extLst>
                  <a:ext uri="{FF2B5EF4-FFF2-40B4-BE49-F238E27FC236}">
                    <a16:creationId xmlns:a16="http://schemas.microsoft.com/office/drawing/2014/main" id="{A675FF0C-D3C6-D442-A5D0-F1EC1F2E7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" y="1083"/>
                <a:ext cx="131" cy="173"/>
              </a:xfrm>
              <a:custGeom>
                <a:avLst/>
                <a:gdLst>
                  <a:gd name="T0" fmla="*/ 31 w 131"/>
                  <a:gd name="T1" fmla="*/ 17 h 173"/>
                  <a:gd name="T2" fmla="*/ 35 w 131"/>
                  <a:gd name="T3" fmla="*/ 26 h 173"/>
                  <a:gd name="T4" fmla="*/ 39 w 131"/>
                  <a:gd name="T5" fmla="*/ 40 h 173"/>
                  <a:gd name="T6" fmla="*/ 42 w 131"/>
                  <a:gd name="T7" fmla="*/ 52 h 173"/>
                  <a:gd name="T8" fmla="*/ 43 w 131"/>
                  <a:gd name="T9" fmla="*/ 63 h 173"/>
                  <a:gd name="T10" fmla="*/ 47 w 131"/>
                  <a:gd name="T11" fmla="*/ 78 h 173"/>
                  <a:gd name="T12" fmla="*/ 53 w 131"/>
                  <a:gd name="T13" fmla="*/ 92 h 173"/>
                  <a:gd name="T14" fmla="*/ 59 w 131"/>
                  <a:gd name="T15" fmla="*/ 103 h 173"/>
                  <a:gd name="T16" fmla="*/ 65 w 131"/>
                  <a:gd name="T17" fmla="*/ 108 h 173"/>
                  <a:gd name="T18" fmla="*/ 71 w 131"/>
                  <a:gd name="T19" fmla="*/ 121 h 173"/>
                  <a:gd name="T20" fmla="*/ 80 w 131"/>
                  <a:gd name="T21" fmla="*/ 137 h 173"/>
                  <a:gd name="T22" fmla="*/ 85 w 131"/>
                  <a:gd name="T23" fmla="*/ 148 h 173"/>
                  <a:gd name="T24" fmla="*/ 87 w 131"/>
                  <a:gd name="T25" fmla="*/ 149 h 173"/>
                  <a:gd name="T26" fmla="*/ 90 w 131"/>
                  <a:gd name="T27" fmla="*/ 149 h 173"/>
                  <a:gd name="T28" fmla="*/ 96 w 131"/>
                  <a:gd name="T29" fmla="*/ 148 h 173"/>
                  <a:gd name="T30" fmla="*/ 102 w 131"/>
                  <a:gd name="T31" fmla="*/ 148 h 173"/>
                  <a:gd name="T32" fmla="*/ 106 w 131"/>
                  <a:gd name="T33" fmla="*/ 149 h 173"/>
                  <a:gd name="T34" fmla="*/ 114 w 131"/>
                  <a:gd name="T35" fmla="*/ 153 h 173"/>
                  <a:gd name="T36" fmla="*/ 122 w 131"/>
                  <a:gd name="T37" fmla="*/ 158 h 173"/>
                  <a:gd name="T38" fmla="*/ 128 w 131"/>
                  <a:gd name="T39" fmla="*/ 163 h 173"/>
                  <a:gd name="T40" fmla="*/ 129 w 131"/>
                  <a:gd name="T41" fmla="*/ 167 h 173"/>
                  <a:gd name="T42" fmla="*/ 124 w 131"/>
                  <a:gd name="T43" fmla="*/ 170 h 173"/>
                  <a:gd name="T44" fmla="*/ 116 w 131"/>
                  <a:gd name="T45" fmla="*/ 172 h 173"/>
                  <a:gd name="T46" fmla="*/ 106 w 131"/>
                  <a:gd name="T47" fmla="*/ 172 h 173"/>
                  <a:gd name="T48" fmla="*/ 97 w 131"/>
                  <a:gd name="T49" fmla="*/ 170 h 173"/>
                  <a:gd name="T50" fmla="*/ 91 w 131"/>
                  <a:gd name="T51" fmla="*/ 168 h 173"/>
                  <a:gd name="T52" fmla="*/ 88 w 131"/>
                  <a:gd name="T53" fmla="*/ 167 h 173"/>
                  <a:gd name="T54" fmla="*/ 85 w 131"/>
                  <a:gd name="T55" fmla="*/ 166 h 173"/>
                  <a:gd name="T56" fmla="*/ 82 w 131"/>
                  <a:gd name="T57" fmla="*/ 166 h 173"/>
                  <a:gd name="T58" fmla="*/ 70 w 131"/>
                  <a:gd name="T59" fmla="*/ 157 h 173"/>
                  <a:gd name="T60" fmla="*/ 56 w 131"/>
                  <a:gd name="T61" fmla="*/ 143 h 173"/>
                  <a:gd name="T62" fmla="*/ 43 w 131"/>
                  <a:gd name="T63" fmla="*/ 129 h 173"/>
                  <a:gd name="T64" fmla="*/ 36 w 131"/>
                  <a:gd name="T65" fmla="*/ 121 h 173"/>
                  <a:gd name="T66" fmla="*/ 33 w 131"/>
                  <a:gd name="T67" fmla="*/ 114 h 173"/>
                  <a:gd name="T68" fmla="*/ 32 w 131"/>
                  <a:gd name="T69" fmla="*/ 107 h 173"/>
                  <a:gd name="T70" fmla="*/ 30 w 131"/>
                  <a:gd name="T71" fmla="*/ 96 h 173"/>
                  <a:gd name="T72" fmla="*/ 25 w 131"/>
                  <a:gd name="T73" fmla="*/ 80 h 173"/>
                  <a:gd name="T74" fmla="*/ 16 w 131"/>
                  <a:gd name="T75" fmla="*/ 56 h 173"/>
                  <a:gd name="T76" fmla="*/ 5 w 131"/>
                  <a:gd name="T77" fmla="*/ 32 h 173"/>
                  <a:gd name="T78" fmla="*/ 0 w 131"/>
                  <a:gd name="T79" fmla="*/ 13 h 173"/>
                  <a:gd name="T80" fmla="*/ 0 w 131"/>
                  <a:gd name="T81" fmla="*/ 5 h 173"/>
                  <a:gd name="T82" fmla="*/ 4 w 131"/>
                  <a:gd name="T83" fmla="*/ 3 h 173"/>
                  <a:gd name="T84" fmla="*/ 8 w 131"/>
                  <a:gd name="T85" fmla="*/ 1 h 173"/>
                  <a:gd name="T86" fmla="*/ 12 w 131"/>
                  <a:gd name="T87" fmla="*/ 0 h 173"/>
                  <a:gd name="T88" fmla="*/ 31 w 131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1"/>
                  <a:gd name="T136" fmla="*/ 0 h 173"/>
                  <a:gd name="T137" fmla="*/ 131 w 131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1" h="173">
                    <a:moveTo>
                      <a:pt x="31" y="15"/>
                    </a:moveTo>
                    <a:lnTo>
                      <a:pt x="31" y="17"/>
                    </a:lnTo>
                    <a:lnTo>
                      <a:pt x="33" y="20"/>
                    </a:lnTo>
                    <a:lnTo>
                      <a:pt x="35" y="26"/>
                    </a:lnTo>
                    <a:lnTo>
                      <a:pt x="36" y="32"/>
                    </a:lnTo>
                    <a:lnTo>
                      <a:pt x="39" y="40"/>
                    </a:lnTo>
                    <a:lnTo>
                      <a:pt x="41" y="46"/>
                    </a:lnTo>
                    <a:lnTo>
                      <a:pt x="42" y="52"/>
                    </a:lnTo>
                    <a:lnTo>
                      <a:pt x="43" y="57"/>
                    </a:lnTo>
                    <a:lnTo>
                      <a:pt x="43" y="63"/>
                    </a:lnTo>
                    <a:lnTo>
                      <a:pt x="46" y="70"/>
                    </a:lnTo>
                    <a:lnTo>
                      <a:pt x="47" y="78"/>
                    </a:lnTo>
                    <a:lnTo>
                      <a:pt x="51" y="86"/>
                    </a:lnTo>
                    <a:lnTo>
                      <a:pt x="53" y="92"/>
                    </a:lnTo>
                    <a:lnTo>
                      <a:pt x="57" y="99"/>
                    </a:lnTo>
                    <a:lnTo>
                      <a:pt x="59" y="103"/>
                    </a:lnTo>
                    <a:lnTo>
                      <a:pt x="62" y="106"/>
                    </a:lnTo>
                    <a:lnTo>
                      <a:pt x="65" y="108"/>
                    </a:lnTo>
                    <a:lnTo>
                      <a:pt x="68" y="114"/>
                    </a:lnTo>
                    <a:lnTo>
                      <a:pt x="71" y="121"/>
                    </a:lnTo>
                    <a:lnTo>
                      <a:pt x="76" y="129"/>
                    </a:lnTo>
                    <a:lnTo>
                      <a:pt x="80" y="137"/>
                    </a:lnTo>
                    <a:lnTo>
                      <a:pt x="82" y="143"/>
                    </a:lnTo>
                    <a:lnTo>
                      <a:pt x="85" y="148"/>
                    </a:lnTo>
                    <a:lnTo>
                      <a:pt x="86" y="149"/>
                    </a:lnTo>
                    <a:lnTo>
                      <a:pt x="87" y="149"/>
                    </a:lnTo>
                    <a:lnTo>
                      <a:pt x="88" y="149"/>
                    </a:lnTo>
                    <a:lnTo>
                      <a:pt x="90" y="149"/>
                    </a:lnTo>
                    <a:lnTo>
                      <a:pt x="93" y="148"/>
                    </a:lnTo>
                    <a:lnTo>
                      <a:pt x="96" y="148"/>
                    </a:lnTo>
                    <a:lnTo>
                      <a:pt x="99" y="148"/>
                    </a:lnTo>
                    <a:lnTo>
                      <a:pt x="102" y="148"/>
                    </a:lnTo>
                    <a:lnTo>
                      <a:pt x="104" y="149"/>
                    </a:lnTo>
                    <a:lnTo>
                      <a:pt x="106" y="149"/>
                    </a:lnTo>
                    <a:lnTo>
                      <a:pt x="110" y="151"/>
                    </a:lnTo>
                    <a:lnTo>
                      <a:pt x="114" y="153"/>
                    </a:lnTo>
                    <a:lnTo>
                      <a:pt x="118" y="155"/>
                    </a:lnTo>
                    <a:lnTo>
                      <a:pt x="122" y="158"/>
                    </a:lnTo>
                    <a:lnTo>
                      <a:pt x="124" y="160"/>
                    </a:lnTo>
                    <a:lnTo>
                      <a:pt x="128" y="163"/>
                    </a:lnTo>
                    <a:lnTo>
                      <a:pt x="130" y="166"/>
                    </a:lnTo>
                    <a:lnTo>
                      <a:pt x="129" y="167"/>
                    </a:lnTo>
                    <a:lnTo>
                      <a:pt x="128" y="169"/>
                    </a:lnTo>
                    <a:lnTo>
                      <a:pt x="124" y="170"/>
                    </a:lnTo>
                    <a:lnTo>
                      <a:pt x="121" y="171"/>
                    </a:lnTo>
                    <a:lnTo>
                      <a:pt x="116" y="172"/>
                    </a:lnTo>
                    <a:lnTo>
                      <a:pt x="112" y="172"/>
                    </a:lnTo>
                    <a:lnTo>
                      <a:pt x="106" y="172"/>
                    </a:lnTo>
                    <a:lnTo>
                      <a:pt x="101" y="171"/>
                    </a:lnTo>
                    <a:lnTo>
                      <a:pt x="97" y="170"/>
                    </a:lnTo>
                    <a:lnTo>
                      <a:pt x="94" y="169"/>
                    </a:lnTo>
                    <a:lnTo>
                      <a:pt x="91" y="168"/>
                    </a:lnTo>
                    <a:lnTo>
                      <a:pt x="89" y="167"/>
                    </a:lnTo>
                    <a:lnTo>
                      <a:pt x="88" y="167"/>
                    </a:lnTo>
                    <a:lnTo>
                      <a:pt x="86" y="166"/>
                    </a:lnTo>
                    <a:lnTo>
                      <a:pt x="85" y="166"/>
                    </a:lnTo>
                    <a:lnTo>
                      <a:pt x="84" y="167"/>
                    </a:lnTo>
                    <a:lnTo>
                      <a:pt x="82" y="166"/>
                    </a:lnTo>
                    <a:lnTo>
                      <a:pt x="77" y="162"/>
                    </a:lnTo>
                    <a:lnTo>
                      <a:pt x="70" y="157"/>
                    </a:lnTo>
                    <a:lnTo>
                      <a:pt x="64" y="150"/>
                    </a:lnTo>
                    <a:lnTo>
                      <a:pt x="56" y="143"/>
                    </a:lnTo>
                    <a:lnTo>
                      <a:pt x="49" y="135"/>
                    </a:lnTo>
                    <a:lnTo>
                      <a:pt x="43" y="129"/>
                    </a:lnTo>
                    <a:lnTo>
                      <a:pt x="39" y="125"/>
                    </a:lnTo>
                    <a:lnTo>
                      <a:pt x="36" y="121"/>
                    </a:lnTo>
                    <a:lnTo>
                      <a:pt x="35" y="118"/>
                    </a:lnTo>
                    <a:lnTo>
                      <a:pt x="33" y="114"/>
                    </a:lnTo>
                    <a:lnTo>
                      <a:pt x="33" y="111"/>
                    </a:lnTo>
                    <a:lnTo>
                      <a:pt x="32" y="107"/>
                    </a:lnTo>
                    <a:lnTo>
                      <a:pt x="31" y="102"/>
                    </a:lnTo>
                    <a:lnTo>
                      <a:pt x="30" y="96"/>
                    </a:lnTo>
                    <a:lnTo>
                      <a:pt x="29" y="88"/>
                    </a:lnTo>
                    <a:lnTo>
                      <a:pt x="25" y="80"/>
                    </a:lnTo>
                    <a:lnTo>
                      <a:pt x="21" y="68"/>
                    </a:lnTo>
                    <a:lnTo>
                      <a:pt x="16" y="56"/>
                    </a:lnTo>
                    <a:lnTo>
                      <a:pt x="11" y="44"/>
                    </a:lnTo>
                    <a:lnTo>
                      <a:pt x="5" y="32"/>
                    </a:lnTo>
                    <a:lnTo>
                      <a:pt x="2" y="22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31" y="1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2" name="Freeform 79">
                <a:extLst>
                  <a:ext uri="{FF2B5EF4-FFF2-40B4-BE49-F238E27FC236}">
                    <a16:creationId xmlns:a16="http://schemas.microsoft.com/office/drawing/2014/main" id="{46AB4FD8-255C-7DC3-9332-7193EA896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1083"/>
                <a:ext cx="135" cy="169"/>
              </a:xfrm>
              <a:custGeom>
                <a:avLst/>
                <a:gdLst>
                  <a:gd name="T0" fmla="*/ 35 w 135"/>
                  <a:gd name="T1" fmla="*/ 15 h 169"/>
                  <a:gd name="T2" fmla="*/ 39 w 135"/>
                  <a:gd name="T3" fmla="*/ 23 h 169"/>
                  <a:gd name="T4" fmla="*/ 43 w 135"/>
                  <a:gd name="T5" fmla="*/ 36 h 169"/>
                  <a:gd name="T6" fmla="*/ 46 w 135"/>
                  <a:gd name="T7" fmla="*/ 48 h 169"/>
                  <a:gd name="T8" fmla="*/ 48 w 135"/>
                  <a:gd name="T9" fmla="*/ 59 h 169"/>
                  <a:gd name="T10" fmla="*/ 52 w 135"/>
                  <a:gd name="T11" fmla="*/ 74 h 169"/>
                  <a:gd name="T12" fmla="*/ 58 w 135"/>
                  <a:gd name="T13" fmla="*/ 88 h 169"/>
                  <a:gd name="T14" fmla="*/ 64 w 135"/>
                  <a:gd name="T15" fmla="*/ 99 h 169"/>
                  <a:gd name="T16" fmla="*/ 69 w 135"/>
                  <a:gd name="T17" fmla="*/ 104 h 169"/>
                  <a:gd name="T18" fmla="*/ 76 w 135"/>
                  <a:gd name="T19" fmla="*/ 117 h 169"/>
                  <a:gd name="T20" fmla="*/ 84 w 135"/>
                  <a:gd name="T21" fmla="*/ 133 h 169"/>
                  <a:gd name="T22" fmla="*/ 89 w 135"/>
                  <a:gd name="T23" fmla="*/ 144 h 169"/>
                  <a:gd name="T24" fmla="*/ 91 w 135"/>
                  <a:gd name="T25" fmla="*/ 145 h 169"/>
                  <a:gd name="T26" fmla="*/ 95 w 135"/>
                  <a:gd name="T27" fmla="*/ 144 h 169"/>
                  <a:gd name="T28" fmla="*/ 100 w 135"/>
                  <a:gd name="T29" fmla="*/ 144 h 169"/>
                  <a:gd name="T30" fmla="*/ 106 w 135"/>
                  <a:gd name="T31" fmla="*/ 144 h 169"/>
                  <a:gd name="T32" fmla="*/ 111 w 135"/>
                  <a:gd name="T33" fmla="*/ 145 h 169"/>
                  <a:gd name="T34" fmla="*/ 118 w 135"/>
                  <a:gd name="T35" fmla="*/ 149 h 169"/>
                  <a:gd name="T36" fmla="*/ 126 w 135"/>
                  <a:gd name="T37" fmla="*/ 154 h 169"/>
                  <a:gd name="T38" fmla="*/ 132 w 135"/>
                  <a:gd name="T39" fmla="*/ 159 h 169"/>
                  <a:gd name="T40" fmla="*/ 134 w 135"/>
                  <a:gd name="T41" fmla="*/ 163 h 169"/>
                  <a:gd name="T42" fmla="*/ 129 w 135"/>
                  <a:gd name="T43" fmla="*/ 166 h 169"/>
                  <a:gd name="T44" fmla="*/ 121 w 135"/>
                  <a:gd name="T45" fmla="*/ 168 h 169"/>
                  <a:gd name="T46" fmla="*/ 110 w 135"/>
                  <a:gd name="T47" fmla="*/ 168 h 169"/>
                  <a:gd name="T48" fmla="*/ 102 w 135"/>
                  <a:gd name="T49" fmla="*/ 166 h 169"/>
                  <a:gd name="T50" fmla="*/ 96 w 135"/>
                  <a:gd name="T51" fmla="*/ 164 h 169"/>
                  <a:gd name="T52" fmla="*/ 93 w 135"/>
                  <a:gd name="T53" fmla="*/ 163 h 169"/>
                  <a:gd name="T54" fmla="*/ 90 w 135"/>
                  <a:gd name="T55" fmla="*/ 163 h 169"/>
                  <a:gd name="T56" fmla="*/ 87 w 135"/>
                  <a:gd name="T57" fmla="*/ 162 h 169"/>
                  <a:gd name="T58" fmla="*/ 75 w 135"/>
                  <a:gd name="T59" fmla="*/ 153 h 169"/>
                  <a:gd name="T60" fmla="*/ 61 w 135"/>
                  <a:gd name="T61" fmla="*/ 139 h 169"/>
                  <a:gd name="T62" fmla="*/ 48 w 135"/>
                  <a:gd name="T63" fmla="*/ 125 h 169"/>
                  <a:gd name="T64" fmla="*/ 40 w 135"/>
                  <a:gd name="T65" fmla="*/ 116 h 169"/>
                  <a:gd name="T66" fmla="*/ 30 w 135"/>
                  <a:gd name="T67" fmla="*/ 105 h 169"/>
                  <a:gd name="T68" fmla="*/ 19 w 135"/>
                  <a:gd name="T69" fmla="*/ 91 h 169"/>
                  <a:gd name="T70" fmla="*/ 11 w 135"/>
                  <a:gd name="T71" fmla="*/ 75 h 169"/>
                  <a:gd name="T72" fmla="*/ 5 w 135"/>
                  <a:gd name="T73" fmla="*/ 58 h 169"/>
                  <a:gd name="T74" fmla="*/ 2 w 135"/>
                  <a:gd name="T75" fmla="*/ 40 h 169"/>
                  <a:gd name="T76" fmla="*/ 0 w 135"/>
                  <a:gd name="T77" fmla="*/ 21 h 169"/>
                  <a:gd name="T78" fmla="*/ 0 w 135"/>
                  <a:gd name="T79" fmla="*/ 7 h 169"/>
                  <a:gd name="T80" fmla="*/ 1 w 135"/>
                  <a:gd name="T81" fmla="*/ 0 h 169"/>
                  <a:gd name="T82" fmla="*/ 5 w 135"/>
                  <a:gd name="T83" fmla="*/ 0 h 169"/>
                  <a:gd name="T84" fmla="*/ 8 w 135"/>
                  <a:gd name="T85" fmla="*/ 3 h 169"/>
                  <a:gd name="T86" fmla="*/ 11 w 135"/>
                  <a:gd name="T87" fmla="*/ 5 h 169"/>
                  <a:gd name="T88" fmla="*/ 35 w 135"/>
                  <a:gd name="T89" fmla="*/ 14 h 1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69"/>
                  <a:gd name="T137" fmla="*/ 135 w 135"/>
                  <a:gd name="T138" fmla="*/ 169 h 16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69">
                    <a:moveTo>
                      <a:pt x="35" y="14"/>
                    </a:moveTo>
                    <a:lnTo>
                      <a:pt x="35" y="15"/>
                    </a:lnTo>
                    <a:lnTo>
                      <a:pt x="37" y="18"/>
                    </a:lnTo>
                    <a:lnTo>
                      <a:pt x="39" y="23"/>
                    </a:lnTo>
                    <a:lnTo>
                      <a:pt x="41" y="29"/>
                    </a:lnTo>
                    <a:lnTo>
                      <a:pt x="43" y="36"/>
                    </a:lnTo>
                    <a:lnTo>
                      <a:pt x="45" y="42"/>
                    </a:lnTo>
                    <a:lnTo>
                      <a:pt x="46" y="48"/>
                    </a:lnTo>
                    <a:lnTo>
                      <a:pt x="47" y="54"/>
                    </a:lnTo>
                    <a:lnTo>
                      <a:pt x="48" y="59"/>
                    </a:lnTo>
                    <a:lnTo>
                      <a:pt x="50" y="66"/>
                    </a:lnTo>
                    <a:lnTo>
                      <a:pt x="52" y="74"/>
                    </a:lnTo>
                    <a:lnTo>
                      <a:pt x="55" y="81"/>
                    </a:lnTo>
                    <a:lnTo>
                      <a:pt x="58" y="88"/>
                    </a:lnTo>
                    <a:lnTo>
                      <a:pt x="61" y="95"/>
                    </a:lnTo>
                    <a:lnTo>
                      <a:pt x="64" y="99"/>
                    </a:lnTo>
                    <a:lnTo>
                      <a:pt x="66" y="102"/>
                    </a:lnTo>
                    <a:lnTo>
                      <a:pt x="69" y="104"/>
                    </a:lnTo>
                    <a:lnTo>
                      <a:pt x="72" y="110"/>
                    </a:lnTo>
                    <a:lnTo>
                      <a:pt x="76" y="117"/>
                    </a:lnTo>
                    <a:lnTo>
                      <a:pt x="81" y="125"/>
                    </a:lnTo>
                    <a:lnTo>
                      <a:pt x="84" y="133"/>
                    </a:lnTo>
                    <a:lnTo>
                      <a:pt x="87" y="139"/>
                    </a:lnTo>
                    <a:lnTo>
                      <a:pt x="89" y="144"/>
                    </a:lnTo>
                    <a:lnTo>
                      <a:pt x="91" y="145"/>
                    </a:lnTo>
                    <a:lnTo>
                      <a:pt x="93" y="145"/>
                    </a:lnTo>
                    <a:lnTo>
                      <a:pt x="95" y="144"/>
                    </a:lnTo>
                    <a:lnTo>
                      <a:pt x="98" y="144"/>
                    </a:lnTo>
                    <a:lnTo>
                      <a:pt x="100" y="144"/>
                    </a:lnTo>
                    <a:lnTo>
                      <a:pt x="104" y="144"/>
                    </a:lnTo>
                    <a:lnTo>
                      <a:pt x="106" y="144"/>
                    </a:lnTo>
                    <a:lnTo>
                      <a:pt x="109" y="144"/>
                    </a:lnTo>
                    <a:lnTo>
                      <a:pt x="111" y="145"/>
                    </a:lnTo>
                    <a:lnTo>
                      <a:pt x="115" y="147"/>
                    </a:lnTo>
                    <a:lnTo>
                      <a:pt x="118" y="149"/>
                    </a:lnTo>
                    <a:lnTo>
                      <a:pt x="122" y="151"/>
                    </a:lnTo>
                    <a:lnTo>
                      <a:pt x="126" y="154"/>
                    </a:lnTo>
                    <a:lnTo>
                      <a:pt x="129" y="156"/>
                    </a:lnTo>
                    <a:lnTo>
                      <a:pt x="132" y="159"/>
                    </a:lnTo>
                    <a:lnTo>
                      <a:pt x="134" y="162"/>
                    </a:lnTo>
                    <a:lnTo>
                      <a:pt x="134" y="163"/>
                    </a:lnTo>
                    <a:lnTo>
                      <a:pt x="132" y="165"/>
                    </a:lnTo>
                    <a:lnTo>
                      <a:pt x="129" y="166"/>
                    </a:lnTo>
                    <a:lnTo>
                      <a:pt x="125" y="167"/>
                    </a:lnTo>
                    <a:lnTo>
                      <a:pt x="121" y="168"/>
                    </a:lnTo>
                    <a:lnTo>
                      <a:pt x="116" y="168"/>
                    </a:lnTo>
                    <a:lnTo>
                      <a:pt x="110" y="168"/>
                    </a:lnTo>
                    <a:lnTo>
                      <a:pt x="106" y="167"/>
                    </a:lnTo>
                    <a:lnTo>
                      <a:pt x="102" y="166"/>
                    </a:lnTo>
                    <a:lnTo>
                      <a:pt x="99" y="165"/>
                    </a:lnTo>
                    <a:lnTo>
                      <a:pt x="96" y="164"/>
                    </a:lnTo>
                    <a:lnTo>
                      <a:pt x="94" y="163"/>
                    </a:lnTo>
                    <a:lnTo>
                      <a:pt x="93" y="163"/>
                    </a:lnTo>
                    <a:lnTo>
                      <a:pt x="91" y="162"/>
                    </a:lnTo>
                    <a:lnTo>
                      <a:pt x="90" y="163"/>
                    </a:lnTo>
                    <a:lnTo>
                      <a:pt x="89" y="163"/>
                    </a:lnTo>
                    <a:lnTo>
                      <a:pt x="87" y="162"/>
                    </a:lnTo>
                    <a:lnTo>
                      <a:pt x="81" y="159"/>
                    </a:lnTo>
                    <a:lnTo>
                      <a:pt x="75" y="153"/>
                    </a:lnTo>
                    <a:lnTo>
                      <a:pt x="69" y="146"/>
                    </a:lnTo>
                    <a:lnTo>
                      <a:pt x="61" y="139"/>
                    </a:lnTo>
                    <a:lnTo>
                      <a:pt x="54" y="131"/>
                    </a:lnTo>
                    <a:lnTo>
                      <a:pt x="48" y="125"/>
                    </a:lnTo>
                    <a:lnTo>
                      <a:pt x="44" y="121"/>
                    </a:lnTo>
                    <a:lnTo>
                      <a:pt x="40" y="116"/>
                    </a:lnTo>
                    <a:lnTo>
                      <a:pt x="35" y="111"/>
                    </a:lnTo>
                    <a:lnTo>
                      <a:pt x="30" y="105"/>
                    </a:lnTo>
                    <a:lnTo>
                      <a:pt x="24" y="98"/>
                    </a:lnTo>
                    <a:lnTo>
                      <a:pt x="19" y="91"/>
                    </a:lnTo>
                    <a:lnTo>
                      <a:pt x="14" y="83"/>
                    </a:lnTo>
                    <a:lnTo>
                      <a:pt x="11" y="75"/>
                    </a:lnTo>
                    <a:lnTo>
                      <a:pt x="7" y="67"/>
                    </a:lnTo>
                    <a:lnTo>
                      <a:pt x="5" y="58"/>
                    </a:lnTo>
                    <a:lnTo>
                      <a:pt x="4" y="49"/>
                    </a:lnTo>
                    <a:lnTo>
                      <a:pt x="2" y="40"/>
                    </a:lnTo>
                    <a:lnTo>
                      <a:pt x="1" y="30"/>
                    </a:lnTo>
                    <a:lnTo>
                      <a:pt x="0" y="21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2" y="5"/>
                    </a:lnTo>
                    <a:lnTo>
                      <a:pt x="35" y="14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3" name="Freeform 80">
                <a:extLst>
                  <a:ext uri="{FF2B5EF4-FFF2-40B4-BE49-F238E27FC236}">
                    <a16:creationId xmlns:a16="http://schemas.microsoft.com/office/drawing/2014/main" id="{670BC71C-F7E0-CC9C-1ACC-D69B0EC1F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1" y="1355"/>
                <a:ext cx="239" cy="345"/>
              </a:xfrm>
              <a:custGeom>
                <a:avLst/>
                <a:gdLst>
                  <a:gd name="T0" fmla="*/ 238 w 239"/>
                  <a:gd name="T1" fmla="*/ 344 h 345"/>
                  <a:gd name="T2" fmla="*/ 238 w 239"/>
                  <a:gd name="T3" fmla="*/ 113 h 345"/>
                  <a:gd name="T4" fmla="*/ 0 w 239"/>
                  <a:gd name="T5" fmla="*/ 0 h 345"/>
                  <a:gd name="T6" fmla="*/ 0 w 239"/>
                  <a:gd name="T7" fmla="*/ 215 h 345"/>
                  <a:gd name="T8" fmla="*/ 238 w 239"/>
                  <a:gd name="T9" fmla="*/ 344 h 3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345"/>
                  <a:gd name="T17" fmla="*/ 239 w 239"/>
                  <a:gd name="T18" fmla="*/ 345 h 3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345">
                    <a:moveTo>
                      <a:pt x="238" y="344"/>
                    </a:moveTo>
                    <a:lnTo>
                      <a:pt x="238" y="113"/>
                    </a:lnTo>
                    <a:lnTo>
                      <a:pt x="0" y="0"/>
                    </a:lnTo>
                    <a:lnTo>
                      <a:pt x="0" y="215"/>
                    </a:lnTo>
                    <a:lnTo>
                      <a:pt x="238" y="344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4" name="Freeform 81">
                <a:extLst>
                  <a:ext uri="{FF2B5EF4-FFF2-40B4-BE49-F238E27FC236}">
                    <a16:creationId xmlns:a16="http://schemas.microsoft.com/office/drawing/2014/main" id="{517FE046-51F7-E452-9AEF-9D33DCD6C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1233"/>
                <a:ext cx="193" cy="82"/>
              </a:xfrm>
              <a:custGeom>
                <a:avLst/>
                <a:gdLst>
                  <a:gd name="T0" fmla="*/ 192 w 193"/>
                  <a:gd name="T1" fmla="*/ 14 h 82"/>
                  <a:gd name="T2" fmla="*/ 67 w 193"/>
                  <a:gd name="T3" fmla="*/ 81 h 82"/>
                  <a:gd name="T4" fmla="*/ 0 w 193"/>
                  <a:gd name="T5" fmla="*/ 66 h 82"/>
                  <a:gd name="T6" fmla="*/ 124 w 193"/>
                  <a:gd name="T7" fmla="*/ 0 h 82"/>
                  <a:gd name="T8" fmla="*/ 192 w 193"/>
                  <a:gd name="T9" fmla="*/ 14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82"/>
                  <a:gd name="T17" fmla="*/ 193 w 193"/>
                  <a:gd name="T18" fmla="*/ 82 h 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82">
                    <a:moveTo>
                      <a:pt x="192" y="14"/>
                    </a:moveTo>
                    <a:lnTo>
                      <a:pt x="67" y="81"/>
                    </a:lnTo>
                    <a:lnTo>
                      <a:pt x="0" y="66"/>
                    </a:lnTo>
                    <a:lnTo>
                      <a:pt x="124" y="0"/>
                    </a:lnTo>
                    <a:lnTo>
                      <a:pt x="192" y="14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5" name="Freeform 82">
                <a:extLst>
                  <a:ext uri="{FF2B5EF4-FFF2-40B4-BE49-F238E27FC236}">
                    <a16:creationId xmlns:a16="http://schemas.microsoft.com/office/drawing/2014/main" id="{681A8D4C-3679-6C70-8176-4BDD0D47F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0" y="1067"/>
                <a:ext cx="213" cy="213"/>
              </a:xfrm>
              <a:custGeom>
                <a:avLst/>
                <a:gdLst>
                  <a:gd name="T0" fmla="*/ 44 w 213"/>
                  <a:gd name="T1" fmla="*/ 20 h 213"/>
                  <a:gd name="T2" fmla="*/ 50 w 213"/>
                  <a:gd name="T3" fmla="*/ 33 h 213"/>
                  <a:gd name="T4" fmla="*/ 59 w 213"/>
                  <a:gd name="T5" fmla="*/ 54 h 213"/>
                  <a:gd name="T6" fmla="*/ 68 w 213"/>
                  <a:gd name="T7" fmla="*/ 74 h 213"/>
                  <a:gd name="T8" fmla="*/ 73 w 213"/>
                  <a:gd name="T9" fmla="*/ 88 h 213"/>
                  <a:gd name="T10" fmla="*/ 78 w 213"/>
                  <a:gd name="T11" fmla="*/ 103 h 213"/>
                  <a:gd name="T12" fmla="*/ 85 w 213"/>
                  <a:gd name="T13" fmla="*/ 118 h 213"/>
                  <a:gd name="T14" fmla="*/ 91 w 213"/>
                  <a:gd name="T15" fmla="*/ 128 h 213"/>
                  <a:gd name="T16" fmla="*/ 99 w 213"/>
                  <a:gd name="T17" fmla="*/ 133 h 213"/>
                  <a:gd name="T18" fmla="*/ 120 w 213"/>
                  <a:gd name="T19" fmla="*/ 148 h 213"/>
                  <a:gd name="T20" fmla="*/ 143 w 213"/>
                  <a:gd name="T21" fmla="*/ 167 h 213"/>
                  <a:gd name="T22" fmla="*/ 160 w 213"/>
                  <a:gd name="T23" fmla="*/ 182 h 213"/>
                  <a:gd name="T24" fmla="*/ 164 w 213"/>
                  <a:gd name="T25" fmla="*/ 184 h 213"/>
                  <a:gd name="T26" fmla="*/ 167 w 213"/>
                  <a:gd name="T27" fmla="*/ 183 h 213"/>
                  <a:gd name="T28" fmla="*/ 171 w 213"/>
                  <a:gd name="T29" fmla="*/ 183 h 213"/>
                  <a:gd name="T30" fmla="*/ 177 w 213"/>
                  <a:gd name="T31" fmla="*/ 183 h 213"/>
                  <a:gd name="T32" fmla="*/ 184 w 213"/>
                  <a:gd name="T33" fmla="*/ 185 h 213"/>
                  <a:gd name="T34" fmla="*/ 193 w 213"/>
                  <a:gd name="T35" fmla="*/ 189 h 213"/>
                  <a:gd name="T36" fmla="*/ 202 w 213"/>
                  <a:gd name="T37" fmla="*/ 195 h 213"/>
                  <a:gd name="T38" fmla="*/ 209 w 213"/>
                  <a:gd name="T39" fmla="*/ 201 h 213"/>
                  <a:gd name="T40" fmla="*/ 212 w 213"/>
                  <a:gd name="T41" fmla="*/ 207 h 213"/>
                  <a:gd name="T42" fmla="*/ 207 w 213"/>
                  <a:gd name="T43" fmla="*/ 211 h 213"/>
                  <a:gd name="T44" fmla="*/ 199 w 213"/>
                  <a:gd name="T45" fmla="*/ 212 h 213"/>
                  <a:gd name="T46" fmla="*/ 188 w 213"/>
                  <a:gd name="T47" fmla="*/ 211 h 213"/>
                  <a:gd name="T48" fmla="*/ 176 w 213"/>
                  <a:gd name="T49" fmla="*/ 207 h 213"/>
                  <a:gd name="T50" fmla="*/ 168 w 213"/>
                  <a:gd name="T51" fmla="*/ 205 h 213"/>
                  <a:gd name="T52" fmla="*/ 163 w 213"/>
                  <a:gd name="T53" fmla="*/ 203 h 213"/>
                  <a:gd name="T54" fmla="*/ 160 w 213"/>
                  <a:gd name="T55" fmla="*/ 202 h 213"/>
                  <a:gd name="T56" fmla="*/ 154 w 213"/>
                  <a:gd name="T57" fmla="*/ 202 h 213"/>
                  <a:gd name="T58" fmla="*/ 140 w 213"/>
                  <a:gd name="T59" fmla="*/ 198 h 213"/>
                  <a:gd name="T60" fmla="*/ 121 w 213"/>
                  <a:gd name="T61" fmla="*/ 189 h 213"/>
                  <a:gd name="T62" fmla="*/ 103 w 213"/>
                  <a:gd name="T63" fmla="*/ 180 h 213"/>
                  <a:gd name="T64" fmla="*/ 91 w 213"/>
                  <a:gd name="T65" fmla="*/ 172 h 213"/>
                  <a:gd name="T66" fmla="*/ 75 w 213"/>
                  <a:gd name="T67" fmla="*/ 158 h 213"/>
                  <a:gd name="T68" fmla="*/ 58 w 213"/>
                  <a:gd name="T69" fmla="*/ 140 h 213"/>
                  <a:gd name="T70" fmla="*/ 44 w 213"/>
                  <a:gd name="T71" fmla="*/ 120 h 213"/>
                  <a:gd name="T72" fmla="*/ 32 w 213"/>
                  <a:gd name="T73" fmla="*/ 98 h 213"/>
                  <a:gd name="T74" fmla="*/ 19 w 213"/>
                  <a:gd name="T75" fmla="*/ 71 h 213"/>
                  <a:gd name="T76" fmla="*/ 8 w 213"/>
                  <a:gd name="T77" fmla="*/ 43 h 213"/>
                  <a:gd name="T78" fmla="*/ 0 w 213"/>
                  <a:gd name="T79" fmla="*/ 22 h 213"/>
                  <a:gd name="T80" fmla="*/ 0 w 213"/>
                  <a:gd name="T81" fmla="*/ 11 h 213"/>
                  <a:gd name="T82" fmla="*/ 2 w 213"/>
                  <a:gd name="T83" fmla="*/ 5 h 213"/>
                  <a:gd name="T84" fmla="*/ 6 w 213"/>
                  <a:gd name="T85" fmla="*/ 3 h 213"/>
                  <a:gd name="T86" fmla="*/ 11 w 213"/>
                  <a:gd name="T87" fmla="*/ 1 h 213"/>
                  <a:gd name="T88" fmla="*/ 42 w 213"/>
                  <a:gd name="T89" fmla="*/ 18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3"/>
                  <a:gd name="T137" fmla="*/ 213 w 213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3">
                    <a:moveTo>
                      <a:pt x="42" y="18"/>
                    </a:moveTo>
                    <a:lnTo>
                      <a:pt x="44" y="20"/>
                    </a:lnTo>
                    <a:lnTo>
                      <a:pt x="46" y="26"/>
                    </a:lnTo>
                    <a:lnTo>
                      <a:pt x="50" y="33"/>
                    </a:lnTo>
                    <a:lnTo>
                      <a:pt x="55" y="44"/>
                    </a:lnTo>
                    <a:lnTo>
                      <a:pt x="59" y="54"/>
                    </a:lnTo>
                    <a:lnTo>
                      <a:pt x="64" y="65"/>
                    </a:lnTo>
                    <a:lnTo>
                      <a:pt x="68" y="74"/>
                    </a:lnTo>
                    <a:lnTo>
                      <a:pt x="71" y="81"/>
                    </a:lnTo>
                    <a:lnTo>
                      <a:pt x="73" y="88"/>
                    </a:lnTo>
                    <a:lnTo>
                      <a:pt x="75" y="95"/>
                    </a:lnTo>
                    <a:lnTo>
                      <a:pt x="78" y="103"/>
                    </a:lnTo>
                    <a:lnTo>
                      <a:pt x="81" y="111"/>
                    </a:lnTo>
                    <a:lnTo>
                      <a:pt x="85" y="118"/>
                    </a:lnTo>
                    <a:lnTo>
                      <a:pt x="88" y="124"/>
                    </a:lnTo>
                    <a:lnTo>
                      <a:pt x="91" y="128"/>
                    </a:lnTo>
                    <a:lnTo>
                      <a:pt x="94" y="130"/>
                    </a:lnTo>
                    <a:lnTo>
                      <a:pt x="99" y="133"/>
                    </a:lnTo>
                    <a:lnTo>
                      <a:pt x="108" y="139"/>
                    </a:lnTo>
                    <a:lnTo>
                      <a:pt x="120" y="148"/>
                    </a:lnTo>
                    <a:lnTo>
                      <a:pt x="131" y="158"/>
                    </a:lnTo>
                    <a:lnTo>
                      <a:pt x="143" y="167"/>
                    </a:lnTo>
                    <a:lnTo>
                      <a:pt x="154" y="176"/>
                    </a:lnTo>
                    <a:lnTo>
                      <a:pt x="160" y="182"/>
                    </a:lnTo>
                    <a:lnTo>
                      <a:pt x="164" y="184"/>
                    </a:lnTo>
                    <a:lnTo>
                      <a:pt x="165" y="184"/>
                    </a:lnTo>
                    <a:lnTo>
                      <a:pt x="167" y="183"/>
                    </a:lnTo>
                    <a:lnTo>
                      <a:pt x="169" y="183"/>
                    </a:lnTo>
                    <a:lnTo>
                      <a:pt x="171" y="183"/>
                    </a:lnTo>
                    <a:lnTo>
                      <a:pt x="175" y="183"/>
                    </a:lnTo>
                    <a:lnTo>
                      <a:pt x="177" y="183"/>
                    </a:lnTo>
                    <a:lnTo>
                      <a:pt x="181" y="184"/>
                    </a:lnTo>
                    <a:lnTo>
                      <a:pt x="184" y="185"/>
                    </a:lnTo>
                    <a:lnTo>
                      <a:pt x="189" y="188"/>
                    </a:lnTo>
                    <a:lnTo>
                      <a:pt x="193" y="189"/>
                    </a:lnTo>
                    <a:lnTo>
                      <a:pt x="198" y="193"/>
                    </a:lnTo>
                    <a:lnTo>
                      <a:pt x="202" y="195"/>
                    </a:lnTo>
                    <a:lnTo>
                      <a:pt x="206" y="199"/>
                    </a:lnTo>
                    <a:lnTo>
                      <a:pt x="209" y="201"/>
                    </a:lnTo>
                    <a:lnTo>
                      <a:pt x="212" y="205"/>
                    </a:lnTo>
                    <a:lnTo>
                      <a:pt x="212" y="207"/>
                    </a:lnTo>
                    <a:lnTo>
                      <a:pt x="210" y="209"/>
                    </a:lnTo>
                    <a:lnTo>
                      <a:pt x="207" y="211"/>
                    </a:lnTo>
                    <a:lnTo>
                      <a:pt x="204" y="212"/>
                    </a:lnTo>
                    <a:lnTo>
                      <a:pt x="199" y="212"/>
                    </a:lnTo>
                    <a:lnTo>
                      <a:pt x="194" y="212"/>
                    </a:lnTo>
                    <a:lnTo>
                      <a:pt x="188" y="211"/>
                    </a:lnTo>
                    <a:lnTo>
                      <a:pt x="182" y="209"/>
                    </a:lnTo>
                    <a:lnTo>
                      <a:pt x="176" y="207"/>
                    </a:lnTo>
                    <a:lnTo>
                      <a:pt x="171" y="206"/>
                    </a:lnTo>
                    <a:lnTo>
                      <a:pt x="168" y="205"/>
                    </a:lnTo>
                    <a:lnTo>
                      <a:pt x="165" y="203"/>
                    </a:lnTo>
                    <a:lnTo>
                      <a:pt x="163" y="203"/>
                    </a:lnTo>
                    <a:lnTo>
                      <a:pt x="160" y="202"/>
                    </a:lnTo>
                    <a:lnTo>
                      <a:pt x="158" y="203"/>
                    </a:lnTo>
                    <a:lnTo>
                      <a:pt x="154" y="202"/>
                    </a:lnTo>
                    <a:lnTo>
                      <a:pt x="148" y="200"/>
                    </a:lnTo>
                    <a:lnTo>
                      <a:pt x="140" y="198"/>
                    </a:lnTo>
                    <a:lnTo>
                      <a:pt x="131" y="194"/>
                    </a:lnTo>
                    <a:lnTo>
                      <a:pt x="121" y="189"/>
                    </a:lnTo>
                    <a:lnTo>
                      <a:pt x="112" y="184"/>
                    </a:lnTo>
                    <a:lnTo>
                      <a:pt x="103" y="180"/>
                    </a:lnTo>
                    <a:lnTo>
                      <a:pt x="97" y="176"/>
                    </a:lnTo>
                    <a:lnTo>
                      <a:pt x="91" y="172"/>
                    </a:lnTo>
                    <a:lnTo>
                      <a:pt x="84" y="165"/>
                    </a:lnTo>
                    <a:lnTo>
                      <a:pt x="75" y="158"/>
                    </a:lnTo>
                    <a:lnTo>
                      <a:pt x="67" y="150"/>
                    </a:lnTo>
                    <a:lnTo>
                      <a:pt x="58" y="140"/>
                    </a:lnTo>
                    <a:lnTo>
                      <a:pt x="51" y="130"/>
                    </a:lnTo>
                    <a:lnTo>
                      <a:pt x="44" y="120"/>
                    </a:lnTo>
                    <a:lnTo>
                      <a:pt x="38" y="110"/>
                    </a:lnTo>
                    <a:lnTo>
                      <a:pt x="32" y="98"/>
                    </a:lnTo>
                    <a:lnTo>
                      <a:pt x="26" y="85"/>
                    </a:lnTo>
                    <a:lnTo>
                      <a:pt x="19" y="71"/>
                    </a:lnTo>
                    <a:lnTo>
                      <a:pt x="13" y="56"/>
                    </a:lnTo>
                    <a:lnTo>
                      <a:pt x="8" y="43"/>
                    </a:lnTo>
                    <a:lnTo>
                      <a:pt x="4" y="31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1" y="1"/>
                    </a:lnTo>
                    <a:lnTo>
                      <a:pt x="13" y="0"/>
                    </a:lnTo>
                    <a:lnTo>
                      <a:pt x="42" y="18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6" name="Freeform 83">
                <a:extLst>
                  <a:ext uri="{FF2B5EF4-FFF2-40B4-BE49-F238E27FC236}">
                    <a16:creationId xmlns:a16="http://schemas.microsoft.com/office/drawing/2014/main" id="{D78EA52F-3FFC-6649-786D-51127667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1081"/>
                <a:ext cx="135" cy="173"/>
              </a:xfrm>
              <a:custGeom>
                <a:avLst/>
                <a:gdLst>
                  <a:gd name="T0" fmla="*/ 36 w 135"/>
                  <a:gd name="T1" fmla="*/ 16 h 173"/>
                  <a:gd name="T2" fmla="*/ 39 w 135"/>
                  <a:gd name="T3" fmla="*/ 25 h 173"/>
                  <a:gd name="T4" fmla="*/ 43 w 135"/>
                  <a:gd name="T5" fmla="*/ 39 h 173"/>
                  <a:gd name="T6" fmla="*/ 46 w 135"/>
                  <a:gd name="T7" fmla="*/ 52 h 173"/>
                  <a:gd name="T8" fmla="*/ 48 w 135"/>
                  <a:gd name="T9" fmla="*/ 63 h 173"/>
                  <a:gd name="T10" fmla="*/ 52 w 135"/>
                  <a:gd name="T11" fmla="*/ 77 h 173"/>
                  <a:gd name="T12" fmla="*/ 58 w 135"/>
                  <a:gd name="T13" fmla="*/ 92 h 173"/>
                  <a:gd name="T14" fmla="*/ 64 w 135"/>
                  <a:gd name="T15" fmla="*/ 103 h 173"/>
                  <a:gd name="T16" fmla="*/ 69 w 135"/>
                  <a:gd name="T17" fmla="*/ 108 h 173"/>
                  <a:gd name="T18" fmla="*/ 76 w 135"/>
                  <a:gd name="T19" fmla="*/ 120 h 173"/>
                  <a:gd name="T20" fmla="*/ 84 w 135"/>
                  <a:gd name="T21" fmla="*/ 136 h 173"/>
                  <a:gd name="T22" fmla="*/ 89 w 135"/>
                  <a:gd name="T23" fmla="*/ 147 h 173"/>
                  <a:gd name="T24" fmla="*/ 91 w 135"/>
                  <a:gd name="T25" fmla="*/ 149 h 173"/>
                  <a:gd name="T26" fmla="*/ 95 w 135"/>
                  <a:gd name="T27" fmla="*/ 148 h 173"/>
                  <a:gd name="T28" fmla="*/ 100 w 135"/>
                  <a:gd name="T29" fmla="*/ 148 h 173"/>
                  <a:gd name="T30" fmla="*/ 106 w 135"/>
                  <a:gd name="T31" fmla="*/ 148 h 173"/>
                  <a:gd name="T32" fmla="*/ 111 w 135"/>
                  <a:gd name="T33" fmla="*/ 149 h 173"/>
                  <a:gd name="T34" fmla="*/ 118 w 135"/>
                  <a:gd name="T35" fmla="*/ 153 h 173"/>
                  <a:gd name="T36" fmla="*/ 126 w 135"/>
                  <a:gd name="T37" fmla="*/ 158 h 173"/>
                  <a:gd name="T38" fmla="*/ 132 w 135"/>
                  <a:gd name="T39" fmla="*/ 163 h 173"/>
                  <a:gd name="T40" fmla="*/ 134 w 135"/>
                  <a:gd name="T41" fmla="*/ 167 h 173"/>
                  <a:gd name="T42" fmla="*/ 129 w 135"/>
                  <a:gd name="T43" fmla="*/ 170 h 173"/>
                  <a:gd name="T44" fmla="*/ 121 w 135"/>
                  <a:gd name="T45" fmla="*/ 172 h 173"/>
                  <a:gd name="T46" fmla="*/ 110 w 135"/>
                  <a:gd name="T47" fmla="*/ 171 h 173"/>
                  <a:gd name="T48" fmla="*/ 102 w 135"/>
                  <a:gd name="T49" fmla="*/ 169 h 173"/>
                  <a:gd name="T50" fmla="*/ 96 w 135"/>
                  <a:gd name="T51" fmla="*/ 167 h 173"/>
                  <a:gd name="T52" fmla="*/ 92 w 135"/>
                  <a:gd name="T53" fmla="*/ 166 h 173"/>
                  <a:gd name="T54" fmla="*/ 90 w 135"/>
                  <a:gd name="T55" fmla="*/ 166 h 173"/>
                  <a:gd name="T56" fmla="*/ 87 w 135"/>
                  <a:gd name="T57" fmla="*/ 166 h 173"/>
                  <a:gd name="T58" fmla="*/ 75 w 135"/>
                  <a:gd name="T59" fmla="*/ 156 h 173"/>
                  <a:gd name="T60" fmla="*/ 61 w 135"/>
                  <a:gd name="T61" fmla="*/ 142 h 173"/>
                  <a:gd name="T62" fmla="*/ 48 w 135"/>
                  <a:gd name="T63" fmla="*/ 129 h 173"/>
                  <a:gd name="T64" fmla="*/ 40 w 135"/>
                  <a:gd name="T65" fmla="*/ 120 h 173"/>
                  <a:gd name="T66" fmla="*/ 29 w 135"/>
                  <a:gd name="T67" fmla="*/ 108 h 173"/>
                  <a:gd name="T68" fmla="*/ 19 w 135"/>
                  <a:gd name="T69" fmla="*/ 95 h 173"/>
                  <a:gd name="T70" fmla="*/ 10 w 135"/>
                  <a:gd name="T71" fmla="*/ 79 h 173"/>
                  <a:gd name="T72" fmla="*/ 5 w 135"/>
                  <a:gd name="T73" fmla="*/ 63 h 173"/>
                  <a:gd name="T74" fmla="*/ 2 w 135"/>
                  <a:gd name="T75" fmla="*/ 43 h 173"/>
                  <a:gd name="T76" fmla="*/ 0 w 135"/>
                  <a:gd name="T77" fmla="*/ 25 h 173"/>
                  <a:gd name="T78" fmla="*/ 0 w 135"/>
                  <a:gd name="T79" fmla="*/ 11 h 173"/>
                  <a:gd name="T80" fmla="*/ 2 w 135"/>
                  <a:gd name="T81" fmla="*/ 4 h 173"/>
                  <a:gd name="T82" fmla="*/ 6 w 135"/>
                  <a:gd name="T83" fmla="*/ 1 h 173"/>
                  <a:gd name="T84" fmla="*/ 11 w 135"/>
                  <a:gd name="T85" fmla="*/ 0 h 173"/>
                  <a:gd name="T86" fmla="*/ 17 w 135"/>
                  <a:gd name="T87" fmla="*/ 0 h 173"/>
                  <a:gd name="T88" fmla="*/ 35 w 135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73"/>
                  <a:gd name="T137" fmla="*/ 135 w 135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73">
                    <a:moveTo>
                      <a:pt x="35" y="15"/>
                    </a:moveTo>
                    <a:lnTo>
                      <a:pt x="36" y="16"/>
                    </a:lnTo>
                    <a:lnTo>
                      <a:pt x="37" y="20"/>
                    </a:lnTo>
                    <a:lnTo>
                      <a:pt x="39" y="25"/>
                    </a:lnTo>
                    <a:lnTo>
                      <a:pt x="41" y="32"/>
                    </a:lnTo>
                    <a:lnTo>
                      <a:pt x="43" y="39"/>
                    </a:lnTo>
                    <a:lnTo>
                      <a:pt x="45" y="45"/>
                    </a:lnTo>
                    <a:lnTo>
                      <a:pt x="46" y="52"/>
                    </a:lnTo>
                    <a:lnTo>
                      <a:pt x="47" y="57"/>
                    </a:lnTo>
                    <a:lnTo>
                      <a:pt x="48" y="63"/>
                    </a:lnTo>
                    <a:lnTo>
                      <a:pt x="50" y="69"/>
                    </a:lnTo>
                    <a:lnTo>
                      <a:pt x="52" y="77"/>
                    </a:lnTo>
                    <a:lnTo>
                      <a:pt x="55" y="85"/>
                    </a:lnTo>
                    <a:lnTo>
                      <a:pt x="58" y="92"/>
                    </a:lnTo>
                    <a:lnTo>
                      <a:pt x="61" y="98"/>
                    </a:lnTo>
                    <a:lnTo>
                      <a:pt x="64" y="103"/>
                    </a:lnTo>
                    <a:lnTo>
                      <a:pt x="66" y="105"/>
                    </a:lnTo>
                    <a:lnTo>
                      <a:pt x="69" y="108"/>
                    </a:lnTo>
                    <a:lnTo>
                      <a:pt x="72" y="114"/>
                    </a:lnTo>
                    <a:lnTo>
                      <a:pt x="76" y="120"/>
                    </a:lnTo>
                    <a:lnTo>
                      <a:pt x="81" y="128"/>
                    </a:lnTo>
                    <a:lnTo>
                      <a:pt x="84" y="136"/>
                    </a:lnTo>
                    <a:lnTo>
                      <a:pt x="87" y="143"/>
                    </a:lnTo>
                    <a:lnTo>
                      <a:pt x="89" y="147"/>
                    </a:lnTo>
                    <a:lnTo>
                      <a:pt x="90" y="149"/>
                    </a:lnTo>
                    <a:lnTo>
                      <a:pt x="91" y="149"/>
                    </a:lnTo>
                    <a:lnTo>
                      <a:pt x="93" y="149"/>
                    </a:lnTo>
                    <a:lnTo>
                      <a:pt x="95" y="148"/>
                    </a:lnTo>
                    <a:lnTo>
                      <a:pt x="98" y="148"/>
                    </a:lnTo>
                    <a:lnTo>
                      <a:pt x="100" y="148"/>
                    </a:lnTo>
                    <a:lnTo>
                      <a:pt x="104" y="147"/>
                    </a:lnTo>
                    <a:lnTo>
                      <a:pt x="106" y="148"/>
                    </a:lnTo>
                    <a:lnTo>
                      <a:pt x="109" y="148"/>
                    </a:lnTo>
                    <a:lnTo>
                      <a:pt x="111" y="149"/>
                    </a:lnTo>
                    <a:lnTo>
                      <a:pt x="115" y="150"/>
                    </a:lnTo>
                    <a:lnTo>
                      <a:pt x="118" y="153"/>
                    </a:lnTo>
                    <a:lnTo>
                      <a:pt x="122" y="155"/>
                    </a:lnTo>
                    <a:lnTo>
                      <a:pt x="126" y="158"/>
                    </a:lnTo>
                    <a:lnTo>
                      <a:pt x="129" y="160"/>
                    </a:lnTo>
                    <a:lnTo>
                      <a:pt x="132" y="163"/>
                    </a:lnTo>
                    <a:lnTo>
                      <a:pt x="134" y="166"/>
                    </a:lnTo>
                    <a:lnTo>
                      <a:pt x="134" y="167"/>
                    </a:lnTo>
                    <a:lnTo>
                      <a:pt x="132" y="168"/>
                    </a:lnTo>
                    <a:lnTo>
                      <a:pt x="129" y="170"/>
                    </a:lnTo>
                    <a:lnTo>
                      <a:pt x="125" y="171"/>
                    </a:lnTo>
                    <a:lnTo>
                      <a:pt x="121" y="172"/>
                    </a:lnTo>
                    <a:lnTo>
                      <a:pt x="116" y="172"/>
                    </a:lnTo>
                    <a:lnTo>
                      <a:pt x="110" y="171"/>
                    </a:lnTo>
                    <a:lnTo>
                      <a:pt x="106" y="171"/>
                    </a:lnTo>
                    <a:lnTo>
                      <a:pt x="102" y="169"/>
                    </a:lnTo>
                    <a:lnTo>
                      <a:pt x="99" y="168"/>
                    </a:lnTo>
                    <a:lnTo>
                      <a:pt x="96" y="167"/>
                    </a:lnTo>
                    <a:lnTo>
                      <a:pt x="93" y="167"/>
                    </a:lnTo>
                    <a:lnTo>
                      <a:pt x="92" y="166"/>
                    </a:lnTo>
                    <a:lnTo>
                      <a:pt x="91" y="166"/>
                    </a:lnTo>
                    <a:lnTo>
                      <a:pt x="90" y="166"/>
                    </a:lnTo>
                    <a:lnTo>
                      <a:pt x="88" y="167"/>
                    </a:lnTo>
                    <a:lnTo>
                      <a:pt x="87" y="166"/>
                    </a:lnTo>
                    <a:lnTo>
                      <a:pt x="81" y="162"/>
                    </a:lnTo>
                    <a:lnTo>
                      <a:pt x="75" y="156"/>
                    </a:lnTo>
                    <a:lnTo>
                      <a:pt x="69" y="149"/>
                    </a:lnTo>
                    <a:lnTo>
                      <a:pt x="61" y="142"/>
                    </a:lnTo>
                    <a:lnTo>
                      <a:pt x="54" y="135"/>
                    </a:lnTo>
                    <a:lnTo>
                      <a:pt x="48" y="129"/>
                    </a:lnTo>
                    <a:lnTo>
                      <a:pt x="44" y="124"/>
                    </a:lnTo>
                    <a:lnTo>
                      <a:pt x="40" y="120"/>
                    </a:lnTo>
                    <a:lnTo>
                      <a:pt x="35" y="114"/>
                    </a:lnTo>
                    <a:lnTo>
                      <a:pt x="29" y="108"/>
                    </a:lnTo>
                    <a:lnTo>
                      <a:pt x="24" y="102"/>
                    </a:lnTo>
                    <a:lnTo>
                      <a:pt x="19" y="95"/>
                    </a:lnTo>
                    <a:lnTo>
                      <a:pt x="14" y="86"/>
                    </a:lnTo>
                    <a:lnTo>
                      <a:pt x="10" y="79"/>
                    </a:lnTo>
                    <a:lnTo>
                      <a:pt x="7" y="71"/>
                    </a:lnTo>
                    <a:lnTo>
                      <a:pt x="5" y="63"/>
                    </a:lnTo>
                    <a:lnTo>
                      <a:pt x="4" y="53"/>
                    </a:lnTo>
                    <a:lnTo>
                      <a:pt x="2" y="43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35" y="15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7" name="Freeform 84">
                <a:extLst>
                  <a:ext uri="{FF2B5EF4-FFF2-40B4-BE49-F238E27FC236}">
                    <a16:creationId xmlns:a16="http://schemas.microsoft.com/office/drawing/2014/main" id="{44BB6BB3-6A52-8DF1-7E3A-B117325E0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1264"/>
                <a:ext cx="193" cy="93"/>
              </a:xfrm>
              <a:custGeom>
                <a:avLst/>
                <a:gdLst>
                  <a:gd name="T0" fmla="*/ 0 w 193"/>
                  <a:gd name="T1" fmla="*/ 0 h 93"/>
                  <a:gd name="T2" fmla="*/ 0 w 193"/>
                  <a:gd name="T3" fmla="*/ 50 h 93"/>
                  <a:gd name="T4" fmla="*/ 192 w 193"/>
                  <a:gd name="T5" fmla="*/ 92 h 93"/>
                  <a:gd name="T6" fmla="*/ 192 w 193"/>
                  <a:gd name="T7" fmla="*/ 41 h 93"/>
                  <a:gd name="T8" fmla="*/ 0 w 193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93"/>
                  <a:gd name="T17" fmla="*/ 193 w 193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93">
                    <a:moveTo>
                      <a:pt x="0" y="0"/>
                    </a:moveTo>
                    <a:lnTo>
                      <a:pt x="0" y="50"/>
                    </a:lnTo>
                    <a:lnTo>
                      <a:pt x="192" y="92"/>
                    </a:lnTo>
                    <a:lnTo>
                      <a:pt x="192" y="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8" name="Freeform 85">
                <a:extLst>
                  <a:ext uri="{FF2B5EF4-FFF2-40B4-BE49-F238E27FC236}">
                    <a16:creationId xmlns:a16="http://schemas.microsoft.com/office/drawing/2014/main" id="{85BC6A89-986D-E061-D523-01D560BE4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3" y="1258"/>
                <a:ext cx="59" cy="99"/>
              </a:xfrm>
              <a:custGeom>
                <a:avLst/>
                <a:gdLst>
                  <a:gd name="T0" fmla="*/ 0 w 59"/>
                  <a:gd name="T1" fmla="*/ 47 h 99"/>
                  <a:gd name="T2" fmla="*/ 0 w 59"/>
                  <a:gd name="T3" fmla="*/ 98 h 99"/>
                  <a:gd name="T4" fmla="*/ 58 w 59"/>
                  <a:gd name="T5" fmla="*/ 43 h 99"/>
                  <a:gd name="T6" fmla="*/ 58 w 59"/>
                  <a:gd name="T7" fmla="*/ 0 h 99"/>
                  <a:gd name="T8" fmla="*/ 0 w 59"/>
                  <a:gd name="T9" fmla="*/ 47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"/>
                  <a:gd name="T16" fmla="*/ 0 h 99"/>
                  <a:gd name="T17" fmla="*/ 59 w 59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" h="99">
                    <a:moveTo>
                      <a:pt x="0" y="47"/>
                    </a:moveTo>
                    <a:lnTo>
                      <a:pt x="0" y="98"/>
                    </a:lnTo>
                    <a:lnTo>
                      <a:pt x="58" y="43"/>
                    </a:lnTo>
                    <a:lnTo>
                      <a:pt x="58" y="0"/>
                    </a:lnTo>
                    <a:lnTo>
                      <a:pt x="0" y="4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69" name="Freeform 86">
                <a:extLst>
                  <a:ext uri="{FF2B5EF4-FFF2-40B4-BE49-F238E27FC236}">
                    <a16:creationId xmlns:a16="http://schemas.microsoft.com/office/drawing/2014/main" id="{617CA790-E252-F36D-F190-FFADC3035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1218"/>
                <a:ext cx="250" cy="88"/>
              </a:xfrm>
              <a:custGeom>
                <a:avLst/>
                <a:gdLst>
                  <a:gd name="T0" fmla="*/ 79 w 250"/>
                  <a:gd name="T1" fmla="*/ 0 h 88"/>
                  <a:gd name="T2" fmla="*/ 0 w 250"/>
                  <a:gd name="T3" fmla="*/ 46 h 88"/>
                  <a:gd name="T4" fmla="*/ 191 w 250"/>
                  <a:gd name="T5" fmla="*/ 87 h 88"/>
                  <a:gd name="T6" fmla="*/ 249 w 250"/>
                  <a:gd name="T7" fmla="*/ 39 h 88"/>
                  <a:gd name="T8" fmla="*/ 79 w 250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88"/>
                  <a:gd name="T17" fmla="*/ 250 w 250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88">
                    <a:moveTo>
                      <a:pt x="79" y="0"/>
                    </a:moveTo>
                    <a:lnTo>
                      <a:pt x="0" y="46"/>
                    </a:lnTo>
                    <a:lnTo>
                      <a:pt x="191" y="87"/>
                    </a:lnTo>
                    <a:lnTo>
                      <a:pt x="249" y="39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0" name="Freeform 87">
                <a:extLst>
                  <a:ext uri="{FF2B5EF4-FFF2-40B4-BE49-F238E27FC236}">
                    <a16:creationId xmlns:a16="http://schemas.microsoft.com/office/drawing/2014/main" id="{C877F6E4-F174-D75F-29BA-CB6AA3365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1101"/>
                <a:ext cx="31" cy="133"/>
              </a:xfrm>
              <a:custGeom>
                <a:avLst/>
                <a:gdLst>
                  <a:gd name="T0" fmla="*/ 30 w 31"/>
                  <a:gd name="T1" fmla="*/ 0 h 133"/>
                  <a:gd name="T2" fmla="*/ 29 w 31"/>
                  <a:gd name="T3" fmla="*/ 0 h 133"/>
                  <a:gd name="T4" fmla="*/ 27 w 31"/>
                  <a:gd name="T5" fmla="*/ 3 h 133"/>
                  <a:gd name="T6" fmla="*/ 24 w 31"/>
                  <a:gd name="T7" fmla="*/ 6 h 133"/>
                  <a:gd name="T8" fmla="*/ 21 w 31"/>
                  <a:gd name="T9" fmla="*/ 12 h 133"/>
                  <a:gd name="T10" fmla="*/ 17 w 31"/>
                  <a:gd name="T11" fmla="*/ 21 h 133"/>
                  <a:gd name="T12" fmla="*/ 13 w 31"/>
                  <a:gd name="T13" fmla="*/ 31 h 133"/>
                  <a:gd name="T14" fmla="*/ 9 w 31"/>
                  <a:gd name="T15" fmla="*/ 44 h 133"/>
                  <a:gd name="T16" fmla="*/ 6 w 31"/>
                  <a:gd name="T17" fmla="*/ 60 h 133"/>
                  <a:gd name="T18" fmla="*/ 2 w 31"/>
                  <a:gd name="T19" fmla="*/ 76 h 133"/>
                  <a:gd name="T20" fmla="*/ 0 w 31"/>
                  <a:gd name="T21" fmla="*/ 90 h 133"/>
                  <a:gd name="T22" fmla="*/ 0 w 31"/>
                  <a:gd name="T23" fmla="*/ 103 h 133"/>
                  <a:gd name="T24" fmla="*/ 0 w 31"/>
                  <a:gd name="T25" fmla="*/ 113 h 133"/>
                  <a:gd name="T26" fmla="*/ 0 w 31"/>
                  <a:gd name="T27" fmla="*/ 121 h 133"/>
                  <a:gd name="T28" fmla="*/ 1 w 31"/>
                  <a:gd name="T29" fmla="*/ 127 h 133"/>
                  <a:gd name="T30" fmla="*/ 2 w 31"/>
                  <a:gd name="T31" fmla="*/ 131 h 133"/>
                  <a:gd name="T32" fmla="*/ 2 w 31"/>
                  <a:gd name="T33" fmla="*/ 132 h 133"/>
                  <a:gd name="T34" fmla="*/ 30 w 31"/>
                  <a:gd name="T35" fmla="*/ 0 h 13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133"/>
                  <a:gd name="T56" fmla="*/ 31 w 31"/>
                  <a:gd name="T57" fmla="*/ 133 h 13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133">
                    <a:moveTo>
                      <a:pt x="30" y="0"/>
                    </a:moveTo>
                    <a:lnTo>
                      <a:pt x="29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21" y="12"/>
                    </a:lnTo>
                    <a:lnTo>
                      <a:pt x="17" y="21"/>
                    </a:lnTo>
                    <a:lnTo>
                      <a:pt x="13" y="31"/>
                    </a:lnTo>
                    <a:lnTo>
                      <a:pt x="9" y="44"/>
                    </a:lnTo>
                    <a:lnTo>
                      <a:pt x="6" y="60"/>
                    </a:lnTo>
                    <a:lnTo>
                      <a:pt x="2" y="76"/>
                    </a:lnTo>
                    <a:lnTo>
                      <a:pt x="0" y="90"/>
                    </a:lnTo>
                    <a:lnTo>
                      <a:pt x="0" y="103"/>
                    </a:lnTo>
                    <a:lnTo>
                      <a:pt x="0" y="113"/>
                    </a:lnTo>
                    <a:lnTo>
                      <a:pt x="0" y="121"/>
                    </a:lnTo>
                    <a:lnTo>
                      <a:pt x="1" y="127"/>
                    </a:lnTo>
                    <a:lnTo>
                      <a:pt x="2" y="131"/>
                    </a:lnTo>
                    <a:lnTo>
                      <a:pt x="2" y="132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1" name="Freeform 88">
                <a:extLst>
                  <a:ext uri="{FF2B5EF4-FFF2-40B4-BE49-F238E27FC236}">
                    <a16:creationId xmlns:a16="http://schemas.microsoft.com/office/drawing/2014/main" id="{AB902D89-FA10-EDEE-F96A-7E264AD86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5" y="1162"/>
                <a:ext cx="117" cy="117"/>
              </a:xfrm>
              <a:custGeom>
                <a:avLst/>
                <a:gdLst>
                  <a:gd name="T0" fmla="*/ 58 w 117"/>
                  <a:gd name="T1" fmla="*/ 116 h 117"/>
                  <a:gd name="T2" fmla="*/ 69 w 117"/>
                  <a:gd name="T3" fmla="*/ 116 h 117"/>
                  <a:gd name="T4" fmla="*/ 81 w 117"/>
                  <a:gd name="T5" fmla="*/ 113 h 117"/>
                  <a:gd name="T6" fmla="*/ 90 w 117"/>
                  <a:gd name="T7" fmla="*/ 109 h 117"/>
                  <a:gd name="T8" fmla="*/ 98 w 117"/>
                  <a:gd name="T9" fmla="*/ 102 h 117"/>
                  <a:gd name="T10" fmla="*/ 105 w 117"/>
                  <a:gd name="T11" fmla="*/ 94 h 117"/>
                  <a:gd name="T12" fmla="*/ 111 w 117"/>
                  <a:gd name="T13" fmla="*/ 85 h 117"/>
                  <a:gd name="T14" fmla="*/ 115 w 117"/>
                  <a:gd name="T15" fmla="*/ 74 h 117"/>
                  <a:gd name="T16" fmla="*/ 116 w 117"/>
                  <a:gd name="T17" fmla="*/ 63 h 117"/>
                  <a:gd name="T18" fmla="*/ 115 w 117"/>
                  <a:gd name="T19" fmla="*/ 51 h 117"/>
                  <a:gd name="T20" fmla="*/ 111 w 117"/>
                  <a:gd name="T21" fmla="*/ 40 h 117"/>
                  <a:gd name="T22" fmla="*/ 105 w 117"/>
                  <a:gd name="T23" fmla="*/ 29 h 117"/>
                  <a:gd name="T24" fmla="*/ 98 w 117"/>
                  <a:gd name="T25" fmla="*/ 20 h 117"/>
                  <a:gd name="T26" fmla="*/ 90 w 117"/>
                  <a:gd name="T27" fmla="*/ 12 h 117"/>
                  <a:gd name="T28" fmla="*/ 81 w 117"/>
                  <a:gd name="T29" fmla="*/ 6 h 117"/>
                  <a:gd name="T30" fmla="*/ 69 w 117"/>
                  <a:gd name="T31" fmla="*/ 2 h 117"/>
                  <a:gd name="T32" fmla="*/ 58 w 117"/>
                  <a:gd name="T33" fmla="*/ 0 h 117"/>
                  <a:gd name="T34" fmla="*/ 46 w 117"/>
                  <a:gd name="T35" fmla="*/ 0 h 117"/>
                  <a:gd name="T36" fmla="*/ 35 w 117"/>
                  <a:gd name="T37" fmla="*/ 2 h 117"/>
                  <a:gd name="T38" fmla="*/ 25 w 117"/>
                  <a:gd name="T39" fmla="*/ 6 h 117"/>
                  <a:gd name="T40" fmla="*/ 17 w 117"/>
                  <a:gd name="T41" fmla="*/ 13 h 117"/>
                  <a:gd name="T42" fmla="*/ 10 w 117"/>
                  <a:gd name="T43" fmla="*/ 21 h 117"/>
                  <a:gd name="T44" fmla="*/ 5 w 117"/>
                  <a:gd name="T45" fmla="*/ 30 h 117"/>
                  <a:gd name="T46" fmla="*/ 1 w 117"/>
                  <a:gd name="T47" fmla="*/ 41 h 117"/>
                  <a:gd name="T48" fmla="*/ 0 w 117"/>
                  <a:gd name="T49" fmla="*/ 52 h 117"/>
                  <a:gd name="T50" fmla="*/ 1 w 117"/>
                  <a:gd name="T51" fmla="*/ 64 h 117"/>
                  <a:gd name="T52" fmla="*/ 5 w 117"/>
                  <a:gd name="T53" fmla="*/ 75 h 117"/>
                  <a:gd name="T54" fmla="*/ 10 w 117"/>
                  <a:gd name="T55" fmla="*/ 86 h 117"/>
                  <a:gd name="T56" fmla="*/ 17 w 117"/>
                  <a:gd name="T57" fmla="*/ 95 h 117"/>
                  <a:gd name="T58" fmla="*/ 25 w 117"/>
                  <a:gd name="T59" fmla="*/ 103 h 117"/>
                  <a:gd name="T60" fmla="*/ 35 w 117"/>
                  <a:gd name="T61" fmla="*/ 109 h 117"/>
                  <a:gd name="T62" fmla="*/ 46 w 117"/>
                  <a:gd name="T63" fmla="*/ 113 h 117"/>
                  <a:gd name="T64" fmla="*/ 58 w 117"/>
                  <a:gd name="T65" fmla="*/ 116 h 11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7"/>
                  <a:gd name="T100" fmla="*/ 0 h 117"/>
                  <a:gd name="T101" fmla="*/ 117 w 117"/>
                  <a:gd name="T102" fmla="*/ 117 h 11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7" h="117">
                    <a:moveTo>
                      <a:pt x="58" y="116"/>
                    </a:moveTo>
                    <a:lnTo>
                      <a:pt x="69" y="116"/>
                    </a:lnTo>
                    <a:lnTo>
                      <a:pt x="81" y="113"/>
                    </a:lnTo>
                    <a:lnTo>
                      <a:pt x="90" y="109"/>
                    </a:lnTo>
                    <a:lnTo>
                      <a:pt x="98" y="102"/>
                    </a:lnTo>
                    <a:lnTo>
                      <a:pt x="105" y="94"/>
                    </a:lnTo>
                    <a:lnTo>
                      <a:pt x="111" y="85"/>
                    </a:lnTo>
                    <a:lnTo>
                      <a:pt x="115" y="74"/>
                    </a:lnTo>
                    <a:lnTo>
                      <a:pt x="116" y="63"/>
                    </a:lnTo>
                    <a:lnTo>
                      <a:pt x="115" y="51"/>
                    </a:lnTo>
                    <a:lnTo>
                      <a:pt x="111" y="40"/>
                    </a:lnTo>
                    <a:lnTo>
                      <a:pt x="105" y="29"/>
                    </a:lnTo>
                    <a:lnTo>
                      <a:pt x="98" y="20"/>
                    </a:lnTo>
                    <a:lnTo>
                      <a:pt x="90" y="12"/>
                    </a:lnTo>
                    <a:lnTo>
                      <a:pt x="81" y="6"/>
                    </a:lnTo>
                    <a:lnTo>
                      <a:pt x="69" y="2"/>
                    </a:lnTo>
                    <a:lnTo>
                      <a:pt x="58" y="0"/>
                    </a:lnTo>
                    <a:lnTo>
                      <a:pt x="46" y="0"/>
                    </a:lnTo>
                    <a:lnTo>
                      <a:pt x="35" y="2"/>
                    </a:lnTo>
                    <a:lnTo>
                      <a:pt x="25" y="6"/>
                    </a:lnTo>
                    <a:lnTo>
                      <a:pt x="17" y="13"/>
                    </a:lnTo>
                    <a:lnTo>
                      <a:pt x="10" y="21"/>
                    </a:lnTo>
                    <a:lnTo>
                      <a:pt x="5" y="30"/>
                    </a:lnTo>
                    <a:lnTo>
                      <a:pt x="1" y="41"/>
                    </a:lnTo>
                    <a:lnTo>
                      <a:pt x="0" y="52"/>
                    </a:lnTo>
                    <a:lnTo>
                      <a:pt x="1" y="64"/>
                    </a:lnTo>
                    <a:lnTo>
                      <a:pt x="5" y="75"/>
                    </a:lnTo>
                    <a:lnTo>
                      <a:pt x="10" y="86"/>
                    </a:lnTo>
                    <a:lnTo>
                      <a:pt x="17" y="95"/>
                    </a:lnTo>
                    <a:lnTo>
                      <a:pt x="25" y="103"/>
                    </a:lnTo>
                    <a:lnTo>
                      <a:pt x="35" y="109"/>
                    </a:lnTo>
                    <a:lnTo>
                      <a:pt x="46" y="113"/>
                    </a:lnTo>
                    <a:lnTo>
                      <a:pt x="58" y="116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2" name="Freeform 89">
                <a:extLst>
                  <a:ext uri="{FF2B5EF4-FFF2-40B4-BE49-F238E27FC236}">
                    <a16:creationId xmlns:a16="http://schemas.microsoft.com/office/drawing/2014/main" id="{0CE88399-BBCD-138A-2081-FF4E4CCA8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1085"/>
                <a:ext cx="164" cy="190"/>
              </a:xfrm>
              <a:custGeom>
                <a:avLst/>
                <a:gdLst>
                  <a:gd name="T0" fmla="*/ 124 w 164"/>
                  <a:gd name="T1" fmla="*/ 47 h 190"/>
                  <a:gd name="T2" fmla="*/ 73 w 164"/>
                  <a:gd name="T3" fmla="*/ 11 h 190"/>
                  <a:gd name="T4" fmla="*/ 35 w 164"/>
                  <a:gd name="T5" fmla="*/ 0 h 190"/>
                  <a:gd name="T6" fmla="*/ 0 w 164"/>
                  <a:gd name="T7" fmla="*/ 177 h 190"/>
                  <a:gd name="T8" fmla="*/ 38 w 164"/>
                  <a:gd name="T9" fmla="*/ 189 h 190"/>
                  <a:gd name="T10" fmla="*/ 98 w 164"/>
                  <a:gd name="T11" fmla="*/ 173 h 190"/>
                  <a:gd name="T12" fmla="*/ 138 w 164"/>
                  <a:gd name="T13" fmla="*/ 184 h 190"/>
                  <a:gd name="T14" fmla="*/ 163 w 164"/>
                  <a:gd name="T15" fmla="*/ 60 h 190"/>
                  <a:gd name="T16" fmla="*/ 124 w 164"/>
                  <a:gd name="T17" fmla="*/ 47 h 19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190"/>
                  <a:gd name="T29" fmla="*/ 164 w 164"/>
                  <a:gd name="T30" fmla="*/ 190 h 19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190">
                    <a:moveTo>
                      <a:pt x="124" y="47"/>
                    </a:moveTo>
                    <a:lnTo>
                      <a:pt x="73" y="11"/>
                    </a:lnTo>
                    <a:lnTo>
                      <a:pt x="35" y="0"/>
                    </a:lnTo>
                    <a:lnTo>
                      <a:pt x="0" y="177"/>
                    </a:lnTo>
                    <a:lnTo>
                      <a:pt x="38" y="189"/>
                    </a:lnTo>
                    <a:lnTo>
                      <a:pt x="98" y="173"/>
                    </a:lnTo>
                    <a:lnTo>
                      <a:pt x="138" y="184"/>
                    </a:lnTo>
                    <a:lnTo>
                      <a:pt x="163" y="60"/>
                    </a:lnTo>
                    <a:lnTo>
                      <a:pt x="124" y="47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3" name="Freeform 90">
                <a:extLst>
                  <a:ext uri="{FF2B5EF4-FFF2-40B4-BE49-F238E27FC236}">
                    <a16:creationId xmlns:a16="http://schemas.microsoft.com/office/drawing/2014/main" id="{2EC7EAA7-20F8-6ABB-653C-EE406A6A8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1132"/>
                <a:ext cx="61" cy="138"/>
              </a:xfrm>
              <a:custGeom>
                <a:avLst/>
                <a:gdLst>
                  <a:gd name="T0" fmla="*/ 24 w 61"/>
                  <a:gd name="T1" fmla="*/ 13 h 138"/>
                  <a:gd name="T2" fmla="*/ 0 w 61"/>
                  <a:gd name="T3" fmla="*/ 137 h 138"/>
                  <a:gd name="T4" fmla="*/ 41 w 61"/>
                  <a:gd name="T5" fmla="*/ 109 h 138"/>
                  <a:gd name="T6" fmla="*/ 60 w 61"/>
                  <a:gd name="T7" fmla="*/ 0 h 138"/>
                  <a:gd name="T8" fmla="*/ 24 w 61"/>
                  <a:gd name="T9" fmla="*/ 13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38"/>
                  <a:gd name="T17" fmla="*/ 61 w 61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38">
                    <a:moveTo>
                      <a:pt x="24" y="13"/>
                    </a:moveTo>
                    <a:lnTo>
                      <a:pt x="0" y="137"/>
                    </a:lnTo>
                    <a:lnTo>
                      <a:pt x="41" y="109"/>
                    </a:lnTo>
                    <a:lnTo>
                      <a:pt x="60" y="0"/>
                    </a:lnTo>
                    <a:lnTo>
                      <a:pt x="24" y="13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4" name="Freeform 91">
                <a:extLst>
                  <a:ext uri="{FF2B5EF4-FFF2-40B4-BE49-F238E27FC236}">
                    <a16:creationId xmlns:a16="http://schemas.microsoft.com/office/drawing/2014/main" id="{E805842A-6F95-86C1-AF49-786B5AF59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141"/>
                <a:ext cx="54" cy="123"/>
              </a:xfrm>
              <a:custGeom>
                <a:avLst/>
                <a:gdLst>
                  <a:gd name="T0" fmla="*/ 53 w 54"/>
                  <a:gd name="T1" fmla="*/ 7 h 123"/>
                  <a:gd name="T2" fmla="*/ 24 w 54"/>
                  <a:gd name="T3" fmla="*/ 0 h 123"/>
                  <a:gd name="T4" fmla="*/ 0 w 54"/>
                  <a:gd name="T5" fmla="*/ 111 h 123"/>
                  <a:gd name="T6" fmla="*/ 32 w 54"/>
                  <a:gd name="T7" fmla="*/ 122 h 123"/>
                  <a:gd name="T8" fmla="*/ 53 w 54"/>
                  <a:gd name="T9" fmla="*/ 7 h 1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23"/>
                  <a:gd name="T17" fmla="*/ 54 w 54"/>
                  <a:gd name="T18" fmla="*/ 123 h 1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23">
                    <a:moveTo>
                      <a:pt x="53" y="7"/>
                    </a:moveTo>
                    <a:lnTo>
                      <a:pt x="24" y="0"/>
                    </a:lnTo>
                    <a:lnTo>
                      <a:pt x="0" y="111"/>
                    </a:lnTo>
                    <a:lnTo>
                      <a:pt x="32" y="122"/>
                    </a:lnTo>
                    <a:lnTo>
                      <a:pt x="53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5" name="Freeform 92">
                <a:extLst>
                  <a:ext uri="{FF2B5EF4-FFF2-40B4-BE49-F238E27FC236}">
                    <a16:creationId xmlns:a16="http://schemas.microsoft.com/office/drawing/2014/main" id="{CE94658E-BE19-A19C-F28D-4A76FFBA9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106"/>
                <a:ext cx="78" cy="159"/>
              </a:xfrm>
              <a:custGeom>
                <a:avLst/>
                <a:gdLst>
                  <a:gd name="T0" fmla="*/ 77 w 78"/>
                  <a:gd name="T1" fmla="*/ 30 h 159"/>
                  <a:gd name="T2" fmla="*/ 34 w 78"/>
                  <a:gd name="T3" fmla="*/ 0 h 159"/>
                  <a:gd name="T4" fmla="*/ 0 w 78"/>
                  <a:gd name="T5" fmla="*/ 158 h 159"/>
                  <a:gd name="T6" fmla="*/ 54 w 78"/>
                  <a:gd name="T7" fmla="*/ 145 h 159"/>
                  <a:gd name="T8" fmla="*/ 77 w 78"/>
                  <a:gd name="T9" fmla="*/ 30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59"/>
                  <a:gd name="T17" fmla="*/ 78 w 78"/>
                  <a:gd name="T18" fmla="*/ 159 h 1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59">
                    <a:moveTo>
                      <a:pt x="77" y="30"/>
                    </a:moveTo>
                    <a:lnTo>
                      <a:pt x="34" y="0"/>
                    </a:lnTo>
                    <a:lnTo>
                      <a:pt x="0" y="158"/>
                    </a:lnTo>
                    <a:lnTo>
                      <a:pt x="54" y="145"/>
                    </a:lnTo>
                    <a:lnTo>
                      <a:pt x="77" y="3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6" name="Freeform 93">
                <a:extLst>
                  <a:ext uri="{FF2B5EF4-FFF2-40B4-BE49-F238E27FC236}">
                    <a16:creationId xmlns:a16="http://schemas.microsoft.com/office/drawing/2014/main" id="{C9E274E4-B0EC-C5DF-8CF3-5F9B55F98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8" y="1094"/>
                <a:ext cx="61" cy="170"/>
              </a:xfrm>
              <a:custGeom>
                <a:avLst/>
                <a:gdLst>
                  <a:gd name="T0" fmla="*/ 60 w 61"/>
                  <a:gd name="T1" fmla="*/ 7 h 170"/>
                  <a:gd name="T2" fmla="*/ 32 w 61"/>
                  <a:gd name="T3" fmla="*/ 0 h 170"/>
                  <a:gd name="T4" fmla="*/ 0 w 61"/>
                  <a:gd name="T5" fmla="*/ 161 h 170"/>
                  <a:gd name="T6" fmla="*/ 26 w 61"/>
                  <a:gd name="T7" fmla="*/ 169 h 170"/>
                  <a:gd name="T8" fmla="*/ 60 w 61"/>
                  <a:gd name="T9" fmla="*/ 7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70"/>
                  <a:gd name="T17" fmla="*/ 61 w 61"/>
                  <a:gd name="T18" fmla="*/ 170 h 1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70">
                    <a:moveTo>
                      <a:pt x="60" y="7"/>
                    </a:moveTo>
                    <a:lnTo>
                      <a:pt x="32" y="0"/>
                    </a:lnTo>
                    <a:lnTo>
                      <a:pt x="0" y="161"/>
                    </a:lnTo>
                    <a:lnTo>
                      <a:pt x="26" y="169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77" name="Freeform 94">
                <a:extLst>
                  <a:ext uri="{FF2B5EF4-FFF2-40B4-BE49-F238E27FC236}">
                    <a16:creationId xmlns:a16="http://schemas.microsoft.com/office/drawing/2014/main" id="{F156A694-5811-181A-9C09-2BC8A9B80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066"/>
                <a:ext cx="164" cy="78"/>
              </a:xfrm>
              <a:custGeom>
                <a:avLst/>
                <a:gdLst>
                  <a:gd name="T0" fmla="*/ 0 w 164"/>
                  <a:gd name="T1" fmla="*/ 18 h 78"/>
                  <a:gd name="T2" fmla="*/ 42 w 164"/>
                  <a:gd name="T3" fmla="*/ 0 h 78"/>
                  <a:gd name="T4" fmla="*/ 75 w 164"/>
                  <a:gd name="T5" fmla="*/ 11 h 78"/>
                  <a:gd name="T6" fmla="*/ 116 w 164"/>
                  <a:gd name="T7" fmla="*/ 49 h 78"/>
                  <a:gd name="T8" fmla="*/ 163 w 164"/>
                  <a:gd name="T9" fmla="*/ 65 h 78"/>
                  <a:gd name="T10" fmla="*/ 127 w 164"/>
                  <a:gd name="T11" fmla="*/ 77 h 78"/>
                  <a:gd name="T12" fmla="*/ 89 w 164"/>
                  <a:gd name="T13" fmla="*/ 66 h 78"/>
                  <a:gd name="T14" fmla="*/ 39 w 164"/>
                  <a:gd name="T15" fmla="*/ 28 h 78"/>
                  <a:gd name="T16" fmla="*/ 0 w 164"/>
                  <a:gd name="T17" fmla="*/ 18 h 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78"/>
                  <a:gd name="T29" fmla="*/ 164 w 164"/>
                  <a:gd name="T30" fmla="*/ 78 h 7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78">
                    <a:moveTo>
                      <a:pt x="0" y="18"/>
                    </a:moveTo>
                    <a:lnTo>
                      <a:pt x="42" y="0"/>
                    </a:lnTo>
                    <a:lnTo>
                      <a:pt x="75" y="11"/>
                    </a:lnTo>
                    <a:lnTo>
                      <a:pt x="116" y="49"/>
                    </a:lnTo>
                    <a:lnTo>
                      <a:pt x="163" y="65"/>
                    </a:lnTo>
                    <a:lnTo>
                      <a:pt x="127" y="77"/>
                    </a:lnTo>
                    <a:lnTo>
                      <a:pt x="89" y="66"/>
                    </a:lnTo>
                    <a:lnTo>
                      <a:pt x="39" y="28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39078" name="Group 95">
              <a:extLst>
                <a:ext uri="{FF2B5EF4-FFF2-40B4-BE49-F238E27FC236}">
                  <a16:creationId xmlns:a16="http://schemas.microsoft.com/office/drawing/2014/main" id="{DDE84EA3-7680-3E29-4431-4B2CF3553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560" y="1899511"/>
              <a:ext cx="1106488" cy="1281112"/>
              <a:chOff x="424" y="931"/>
              <a:chExt cx="697" cy="807"/>
            </a:xfrm>
          </p:grpSpPr>
          <p:sp>
            <p:nvSpPr>
              <p:cNvPr id="39079" name="Freeform 96">
                <a:extLst>
                  <a:ext uri="{FF2B5EF4-FFF2-40B4-BE49-F238E27FC236}">
                    <a16:creationId xmlns:a16="http://schemas.microsoft.com/office/drawing/2014/main" id="{C8DF6F9A-918D-9315-D175-DA0E6D900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" y="931"/>
                <a:ext cx="332" cy="624"/>
              </a:xfrm>
              <a:custGeom>
                <a:avLst/>
                <a:gdLst>
                  <a:gd name="T0" fmla="*/ 147 w 332"/>
                  <a:gd name="T1" fmla="*/ 193 h 624"/>
                  <a:gd name="T2" fmla="*/ 139 w 332"/>
                  <a:gd name="T3" fmla="*/ 142 h 624"/>
                  <a:gd name="T4" fmla="*/ 110 w 332"/>
                  <a:gd name="T5" fmla="*/ 126 h 624"/>
                  <a:gd name="T6" fmla="*/ 109 w 332"/>
                  <a:gd name="T7" fmla="*/ 117 h 624"/>
                  <a:gd name="T8" fmla="*/ 110 w 332"/>
                  <a:gd name="T9" fmla="*/ 114 h 624"/>
                  <a:gd name="T10" fmla="*/ 118 w 332"/>
                  <a:gd name="T11" fmla="*/ 115 h 624"/>
                  <a:gd name="T12" fmla="*/ 127 w 332"/>
                  <a:gd name="T13" fmla="*/ 104 h 624"/>
                  <a:gd name="T14" fmla="*/ 131 w 332"/>
                  <a:gd name="T15" fmla="*/ 87 h 624"/>
                  <a:gd name="T16" fmla="*/ 134 w 332"/>
                  <a:gd name="T17" fmla="*/ 86 h 624"/>
                  <a:gd name="T18" fmla="*/ 138 w 332"/>
                  <a:gd name="T19" fmla="*/ 81 h 624"/>
                  <a:gd name="T20" fmla="*/ 131 w 332"/>
                  <a:gd name="T21" fmla="*/ 61 h 624"/>
                  <a:gd name="T22" fmla="*/ 126 w 332"/>
                  <a:gd name="T23" fmla="*/ 42 h 624"/>
                  <a:gd name="T24" fmla="*/ 111 w 332"/>
                  <a:gd name="T25" fmla="*/ 16 h 624"/>
                  <a:gd name="T26" fmla="*/ 87 w 332"/>
                  <a:gd name="T27" fmla="*/ 0 h 624"/>
                  <a:gd name="T28" fmla="*/ 58 w 332"/>
                  <a:gd name="T29" fmla="*/ 5 h 624"/>
                  <a:gd name="T30" fmla="*/ 41 w 332"/>
                  <a:gd name="T31" fmla="*/ 20 h 624"/>
                  <a:gd name="T32" fmla="*/ 40 w 332"/>
                  <a:gd name="T33" fmla="*/ 50 h 624"/>
                  <a:gd name="T34" fmla="*/ 46 w 332"/>
                  <a:gd name="T35" fmla="*/ 71 h 624"/>
                  <a:gd name="T36" fmla="*/ 52 w 332"/>
                  <a:gd name="T37" fmla="*/ 99 h 624"/>
                  <a:gd name="T38" fmla="*/ 40 w 332"/>
                  <a:gd name="T39" fmla="*/ 120 h 624"/>
                  <a:gd name="T40" fmla="*/ 7 w 332"/>
                  <a:gd name="T41" fmla="*/ 142 h 624"/>
                  <a:gd name="T42" fmla="*/ 0 w 332"/>
                  <a:gd name="T43" fmla="*/ 164 h 624"/>
                  <a:gd name="T44" fmla="*/ 13 w 332"/>
                  <a:gd name="T45" fmla="*/ 222 h 624"/>
                  <a:gd name="T46" fmla="*/ 18 w 332"/>
                  <a:gd name="T47" fmla="*/ 291 h 624"/>
                  <a:gd name="T48" fmla="*/ 18 w 332"/>
                  <a:gd name="T49" fmla="*/ 331 h 624"/>
                  <a:gd name="T50" fmla="*/ 37 w 332"/>
                  <a:gd name="T51" fmla="*/ 386 h 624"/>
                  <a:gd name="T52" fmla="*/ 79 w 332"/>
                  <a:gd name="T53" fmla="*/ 403 h 624"/>
                  <a:gd name="T54" fmla="*/ 118 w 332"/>
                  <a:gd name="T55" fmla="*/ 406 h 624"/>
                  <a:gd name="T56" fmla="*/ 170 w 332"/>
                  <a:gd name="T57" fmla="*/ 410 h 624"/>
                  <a:gd name="T58" fmla="*/ 217 w 332"/>
                  <a:gd name="T59" fmla="*/ 426 h 624"/>
                  <a:gd name="T60" fmla="*/ 232 w 332"/>
                  <a:gd name="T61" fmla="*/ 439 h 624"/>
                  <a:gd name="T62" fmla="*/ 228 w 332"/>
                  <a:gd name="T63" fmla="*/ 482 h 624"/>
                  <a:gd name="T64" fmla="*/ 234 w 332"/>
                  <a:gd name="T65" fmla="*/ 532 h 624"/>
                  <a:gd name="T66" fmla="*/ 234 w 332"/>
                  <a:gd name="T67" fmla="*/ 575 h 624"/>
                  <a:gd name="T68" fmla="*/ 232 w 332"/>
                  <a:gd name="T69" fmla="*/ 592 h 624"/>
                  <a:gd name="T70" fmla="*/ 243 w 332"/>
                  <a:gd name="T71" fmla="*/ 611 h 624"/>
                  <a:gd name="T72" fmla="*/ 273 w 332"/>
                  <a:gd name="T73" fmla="*/ 612 h 624"/>
                  <a:gd name="T74" fmla="*/ 300 w 332"/>
                  <a:gd name="T75" fmla="*/ 620 h 624"/>
                  <a:gd name="T76" fmla="*/ 322 w 332"/>
                  <a:gd name="T77" fmla="*/ 621 h 624"/>
                  <a:gd name="T78" fmla="*/ 331 w 332"/>
                  <a:gd name="T79" fmla="*/ 611 h 624"/>
                  <a:gd name="T80" fmla="*/ 301 w 332"/>
                  <a:gd name="T81" fmla="*/ 596 h 624"/>
                  <a:gd name="T82" fmla="*/ 272 w 332"/>
                  <a:gd name="T83" fmla="*/ 574 h 624"/>
                  <a:gd name="T84" fmla="*/ 274 w 332"/>
                  <a:gd name="T85" fmla="*/ 544 h 624"/>
                  <a:gd name="T86" fmla="*/ 282 w 332"/>
                  <a:gd name="T87" fmla="*/ 503 h 624"/>
                  <a:gd name="T88" fmla="*/ 287 w 332"/>
                  <a:gd name="T89" fmla="*/ 459 h 624"/>
                  <a:gd name="T90" fmla="*/ 291 w 332"/>
                  <a:gd name="T91" fmla="*/ 446 h 624"/>
                  <a:gd name="T92" fmla="*/ 294 w 332"/>
                  <a:gd name="T93" fmla="*/ 425 h 624"/>
                  <a:gd name="T94" fmla="*/ 279 w 332"/>
                  <a:gd name="T95" fmla="*/ 399 h 624"/>
                  <a:gd name="T96" fmla="*/ 232 w 332"/>
                  <a:gd name="T97" fmla="*/ 372 h 624"/>
                  <a:gd name="T98" fmla="*/ 203 w 332"/>
                  <a:gd name="T99" fmla="*/ 355 h 624"/>
                  <a:gd name="T100" fmla="*/ 171 w 332"/>
                  <a:gd name="T101" fmla="*/ 339 h 6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4"/>
                  <a:gd name="T155" fmla="*/ 332 w 332"/>
                  <a:gd name="T156" fmla="*/ 624 h 6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4">
                    <a:moveTo>
                      <a:pt x="142" y="232"/>
                    </a:moveTo>
                    <a:lnTo>
                      <a:pt x="143" y="229"/>
                    </a:lnTo>
                    <a:lnTo>
                      <a:pt x="144" y="221"/>
                    </a:lnTo>
                    <a:lnTo>
                      <a:pt x="145" y="208"/>
                    </a:lnTo>
                    <a:lnTo>
                      <a:pt x="147" y="193"/>
                    </a:lnTo>
                    <a:lnTo>
                      <a:pt x="148" y="179"/>
                    </a:lnTo>
                    <a:lnTo>
                      <a:pt x="148" y="165"/>
                    </a:lnTo>
                    <a:lnTo>
                      <a:pt x="147" y="153"/>
                    </a:lnTo>
                    <a:lnTo>
                      <a:pt x="145" y="146"/>
                    </a:lnTo>
                    <a:lnTo>
                      <a:pt x="139" y="142"/>
                    </a:lnTo>
                    <a:lnTo>
                      <a:pt x="133" y="138"/>
                    </a:lnTo>
                    <a:lnTo>
                      <a:pt x="127" y="135"/>
                    </a:lnTo>
                    <a:lnTo>
                      <a:pt x="121" y="131"/>
                    </a:lnTo>
                    <a:lnTo>
                      <a:pt x="115" y="129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6" y="122"/>
                    </a:lnTo>
                    <a:lnTo>
                      <a:pt x="107" y="120"/>
                    </a:lnTo>
                    <a:lnTo>
                      <a:pt x="108" y="118"/>
                    </a:lnTo>
                    <a:lnTo>
                      <a:pt x="109" y="117"/>
                    </a:lnTo>
                    <a:lnTo>
                      <a:pt x="110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0" y="114"/>
                    </a:lnTo>
                    <a:lnTo>
                      <a:pt x="110" y="115"/>
                    </a:lnTo>
                    <a:lnTo>
                      <a:pt x="111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2" y="113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7" y="104"/>
                    </a:lnTo>
                    <a:lnTo>
                      <a:pt x="128" y="99"/>
                    </a:lnTo>
                    <a:lnTo>
                      <a:pt x="129" y="95"/>
                    </a:lnTo>
                    <a:lnTo>
                      <a:pt x="130" y="92"/>
                    </a:lnTo>
                    <a:lnTo>
                      <a:pt x="131" y="88"/>
                    </a:lnTo>
                    <a:lnTo>
                      <a:pt x="131" y="87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6" y="85"/>
                    </a:lnTo>
                    <a:lnTo>
                      <a:pt x="137" y="84"/>
                    </a:lnTo>
                    <a:lnTo>
                      <a:pt x="138" y="83"/>
                    </a:lnTo>
                    <a:lnTo>
                      <a:pt x="138" y="81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70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8"/>
                    </a:lnTo>
                    <a:lnTo>
                      <a:pt x="129" y="55"/>
                    </a:lnTo>
                    <a:lnTo>
                      <a:pt x="128" y="52"/>
                    </a:lnTo>
                    <a:lnTo>
                      <a:pt x="127" y="47"/>
                    </a:lnTo>
                    <a:lnTo>
                      <a:pt x="126" y="42"/>
                    </a:lnTo>
                    <a:lnTo>
                      <a:pt x="124" y="36"/>
                    </a:lnTo>
                    <a:lnTo>
                      <a:pt x="121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2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1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1" y="20"/>
                    </a:lnTo>
                    <a:lnTo>
                      <a:pt x="40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7" y="76"/>
                    </a:lnTo>
                    <a:lnTo>
                      <a:pt x="49" y="82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2" y="99"/>
                    </a:lnTo>
                    <a:lnTo>
                      <a:pt x="53" y="105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6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4"/>
                    </a:lnTo>
                    <a:lnTo>
                      <a:pt x="9" y="138"/>
                    </a:lnTo>
                    <a:lnTo>
                      <a:pt x="7" y="142"/>
                    </a:lnTo>
                    <a:lnTo>
                      <a:pt x="5" y="146"/>
                    </a:lnTo>
                    <a:lnTo>
                      <a:pt x="4" y="149"/>
                    </a:lnTo>
                    <a:lnTo>
                      <a:pt x="2" y="153"/>
                    </a:lnTo>
                    <a:lnTo>
                      <a:pt x="0" y="158"/>
                    </a:lnTo>
                    <a:lnTo>
                      <a:pt x="0" y="164"/>
                    </a:lnTo>
                    <a:lnTo>
                      <a:pt x="0" y="171"/>
                    </a:lnTo>
                    <a:lnTo>
                      <a:pt x="1" y="181"/>
                    </a:lnTo>
                    <a:lnTo>
                      <a:pt x="5" y="193"/>
                    </a:lnTo>
                    <a:lnTo>
                      <a:pt x="10" y="206"/>
                    </a:lnTo>
                    <a:lnTo>
                      <a:pt x="13" y="222"/>
                    </a:lnTo>
                    <a:lnTo>
                      <a:pt x="16" y="237"/>
                    </a:lnTo>
                    <a:lnTo>
                      <a:pt x="17" y="253"/>
                    </a:lnTo>
                    <a:lnTo>
                      <a:pt x="18" y="268"/>
                    </a:lnTo>
                    <a:lnTo>
                      <a:pt x="18" y="281"/>
                    </a:lnTo>
                    <a:lnTo>
                      <a:pt x="18" y="291"/>
                    </a:lnTo>
                    <a:lnTo>
                      <a:pt x="17" y="298"/>
                    </a:lnTo>
                    <a:lnTo>
                      <a:pt x="17" y="305"/>
                    </a:lnTo>
                    <a:lnTo>
                      <a:pt x="17" y="312"/>
                    </a:lnTo>
                    <a:lnTo>
                      <a:pt x="17" y="321"/>
                    </a:lnTo>
                    <a:lnTo>
                      <a:pt x="18" y="331"/>
                    </a:lnTo>
                    <a:lnTo>
                      <a:pt x="20" y="342"/>
                    </a:lnTo>
                    <a:lnTo>
                      <a:pt x="23" y="353"/>
                    </a:lnTo>
                    <a:lnTo>
                      <a:pt x="26" y="365"/>
                    </a:lnTo>
                    <a:lnTo>
                      <a:pt x="31" y="377"/>
                    </a:lnTo>
                    <a:lnTo>
                      <a:pt x="37" y="386"/>
                    </a:lnTo>
                    <a:lnTo>
                      <a:pt x="45" y="393"/>
                    </a:lnTo>
                    <a:lnTo>
                      <a:pt x="53" y="397"/>
                    </a:lnTo>
                    <a:lnTo>
                      <a:pt x="63" y="399"/>
                    </a:lnTo>
                    <a:lnTo>
                      <a:pt x="71" y="402"/>
                    </a:lnTo>
                    <a:lnTo>
                      <a:pt x="79" y="403"/>
                    </a:lnTo>
                    <a:lnTo>
                      <a:pt x="85" y="403"/>
                    </a:lnTo>
                    <a:lnTo>
                      <a:pt x="89" y="404"/>
                    </a:lnTo>
                    <a:lnTo>
                      <a:pt x="97" y="405"/>
                    </a:lnTo>
                    <a:lnTo>
                      <a:pt x="107" y="405"/>
                    </a:lnTo>
                    <a:lnTo>
                      <a:pt x="118" y="406"/>
                    </a:lnTo>
                    <a:lnTo>
                      <a:pt x="130" y="407"/>
                    </a:lnTo>
                    <a:lnTo>
                      <a:pt x="142" y="407"/>
                    </a:lnTo>
                    <a:lnTo>
                      <a:pt x="153" y="408"/>
                    </a:lnTo>
                    <a:lnTo>
                      <a:pt x="162" y="409"/>
                    </a:lnTo>
                    <a:lnTo>
                      <a:pt x="170" y="410"/>
                    </a:lnTo>
                    <a:lnTo>
                      <a:pt x="178" y="411"/>
                    </a:lnTo>
                    <a:lnTo>
                      <a:pt x="187" y="415"/>
                    </a:lnTo>
                    <a:lnTo>
                      <a:pt x="197" y="418"/>
                    </a:lnTo>
                    <a:lnTo>
                      <a:pt x="208" y="423"/>
                    </a:lnTo>
                    <a:lnTo>
                      <a:pt x="217" y="426"/>
                    </a:lnTo>
                    <a:lnTo>
                      <a:pt x="226" y="429"/>
                    </a:lnTo>
                    <a:lnTo>
                      <a:pt x="231" y="432"/>
                    </a:lnTo>
                    <a:lnTo>
                      <a:pt x="233" y="433"/>
                    </a:lnTo>
                    <a:lnTo>
                      <a:pt x="232" y="434"/>
                    </a:lnTo>
                    <a:lnTo>
                      <a:pt x="232" y="439"/>
                    </a:lnTo>
                    <a:lnTo>
                      <a:pt x="232" y="446"/>
                    </a:lnTo>
                    <a:lnTo>
                      <a:pt x="231" y="454"/>
                    </a:lnTo>
                    <a:lnTo>
                      <a:pt x="230" y="464"/>
                    </a:lnTo>
                    <a:lnTo>
                      <a:pt x="229" y="473"/>
                    </a:lnTo>
                    <a:lnTo>
                      <a:pt x="228" y="482"/>
                    </a:lnTo>
                    <a:lnTo>
                      <a:pt x="228" y="490"/>
                    </a:lnTo>
                    <a:lnTo>
                      <a:pt x="229" y="498"/>
                    </a:lnTo>
                    <a:lnTo>
                      <a:pt x="230" y="509"/>
                    </a:lnTo>
                    <a:lnTo>
                      <a:pt x="232" y="520"/>
                    </a:lnTo>
                    <a:lnTo>
                      <a:pt x="234" y="532"/>
                    </a:lnTo>
                    <a:lnTo>
                      <a:pt x="236" y="544"/>
                    </a:lnTo>
                    <a:lnTo>
                      <a:pt x="237" y="554"/>
                    </a:lnTo>
                    <a:lnTo>
                      <a:pt x="237" y="564"/>
                    </a:lnTo>
                    <a:lnTo>
                      <a:pt x="236" y="570"/>
                    </a:lnTo>
                    <a:lnTo>
                      <a:pt x="234" y="575"/>
                    </a:lnTo>
                    <a:lnTo>
                      <a:pt x="233" y="579"/>
                    </a:lnTo>
                    <a:lnTo>
                      <a:pt x="232" y="583"/>
                    </a:lnTo>
                    <a:lnTo>
                      <a:pt x="232" y="587"/>
                    </a:lnTo>
                    <a:lnTo>
                      <a:pt x="232" y="589"/>
                    </a:lnTo>
                    <a:lnTo>
                      <a:pt x="232" y="592"/>
                    </a:lnTo>
                    <a:lnTo>
                      <a:pt x="232" y="593"/>
                    </a:lnTo>
                    <a:lnTo>
                      <a:pt x="238" y="611"/>
                    </a:lnTo>
                    <a:lnTo>
                      <a:pt x="239" y="611"/>
                    </a:lnTo>
                    <a:lnTo>
                      <a:pt x="243" y="611"/>
                    </a:lnTo>
                    <a:lnTo>
                      <a:pt x="248" y="611"/>
                    </a:lnTo>
                    <a:lnTo>
                      <a:pt x="255" y="611"/>
                    </a:lnTo>
                    <a:lnTo>
                      <a:pt x="261" y="611"/>
                    </a:lnTo>
                    <a:lnTo>
                      <a:pt x="267" y="611"/>
                    </a:lnTo>
                    <a:lnTo>
                      <a:pt x="273" y="612"/>
                    </a:lnTo>
                    <a:lnTo>
                      <a:pt x="278" y="614"/>
                    </a:lnTo>
                    <a:lnTo>
                      <a:pt x="283" y="615"/>
                    </a:lnTo>
                    <a:lnTo>
                      <a:pt x="288" y="617"/>
                    </a:lnTo>
                    <a:lnTo>
                      <a:pt x="294" y="618"/>
                    </a:lnTo>
                    <a:lnTo>
                      <a:pt x="300" y="620"/>
                    </a:lnTo>
                    <a:lnTo>
                      <a:pt x="306" y="621"/>
                    </a:lnTo>
                    <a:lnTo>
                      <a:pt x="312" y="622"/>
                    </a:lnTo>
                    <a:lnTo>
                      <a:pt x="316" y="623"/>
                    </a:lnTo>
                    <a:lnTo>
                      <a:pt x="319" y="622"/>
                    </a:lnTo>
                    <a:lnTo>
                      <a:pt x="322" y="621"/>
                    </a:lnTo>
                    <a:lnTo>
                      <a:pt x="325" y="619"/>
                    </a:lnTo>
                    <a:lnTo>
                      <a:pt x="327" y="617"/>
                    </a:lnTo>
                    <a:lnTo>
                      <a:pt x="330" y="616"/>
                    </a:lnTo>
                    <a:lnTo>
                      <a:pt x="331" y="613"/>
                    </a:lnTo>
                    <a:lnTo>
                      <a:pt x="331" y="611"/>
                    </a:lnTo>
                    <a:lnTo>
                      <a:pt x="328" y="609"/>
                    </a:lnTo>
                    <a:lnTo>
                      <a:pt x="324" y="606"/>
                    </a:lnTo>
                    <a:lnTo>
                      <a:pt x="318" y="603"/>
                    </a:lnTo>
                    <a:lnTo>
                      <a:pt x="309" y="600"/>
                    </a:lnTo>
                    <a:lnTo>
                      <a:pt x="301" y="596"/>
                    </a:lnTo>
                    <a:lnTo>
                      <a:pt x="292" y="592"/>
                    </a:lnTo>
                    <a:lnTo>
                      <a:pt x="284" y="587"/>
                    </a:lnTo>
                    <a:lnTo>
                      <a:pt x="278" y="583"/>
                    </a:lnTo>
                    <a:lnTo>
                      <a:pt x="273" y="578"/>
                    </a:lnTo>
                    <a:lnTo>
                      <a:pt x="272" y="574"/>
                    </a:lnTo>
                    <a:lnTo>
                      <a:pt x="272" y="570"/>
                    </a:lnTo>
                    <a:lnTo>
                      <a:pt x="272" y="564"/>
                    </a:lnTo>
                    <a:lnTo>
                      <a:pt x="272" y="558"/>
                    </a:lnTo>
                    <a:lnTo>
                      <a:pt x="273" y="552"/>
                    </a:lnTo>
                    <a:lnTo>
                      <a:pt x="274" y="544"/>
                    </a:lnTo>
                    <a:lnTo>
                      <a:pt x="275" y="537"/>
                    </a:lnTo>
                    <a:lnTo>
                      <a:pt x="277" y="529"/>
                    </a:lnTo>
                    <a:lnTo>
                      <a:pt x="278" y="521"/>
                    </a:lnTo>
                    <a:lnTo>
                      <a:pt x="280" y="512"/>
                    </a:lnTo>
                    <a:lnTo>
                      <a:pt x="282" y="503"/>
                    </a:lnTo>
                    <a:lnTo>
                      <a:pt x="284" y="493"/>
                    </a:lnTo>
                    <a:lnTo>
                      <a:pt x="284" y="482"/>
                    </a:lnTo>
                    <a:lnTo>
                      <a:pt x="286" y="473"/>
                    </a:lnTo>
                    <a:lnTo>
                      <a:pt x="286" y="465"/>
                    </a:lnTo>
                    <a:lnTo>
                      <a:pt x="287" y="459"/>
                    </a:lnTo>
                    <a:lnTo>
                      <a:pt x="287" y="456"/>
                    </a:lnTo>
                    <a:lnTo>
                      <a:pt x="287" y="454"/>
                    </a:lnTo>
                    <a:lnTo>
                      <a:pt x="288" y="452"/>
                    </a:lnTo>
                    <a:lnTo>
                      <a:pt x="290" y="449"/>
                    </a:lnTo>
                    <a:lnTo>
                      <a:pt x="291" y="446"/>
                    </a:lnTo>
                    <a:lnTo>
                      <a:pt x="293" y="442"/>
                    </a:lnTo>
                    <a:lnTo>
                      <a:pt x="295" y="439"/>
                    </a:lnTo>
                    <a:lnTo>
                      <a:pt x="296" y="434"/>
                    </a:lnTo>
                    <a:lnTo>
                      <a:pt x="295" y="430"/>
                    </a:lnTo>
                    <a:lnTo>
                      <a:pt x="294" y="425"/>
                    </a:lnTo>
                    <a:lnTo>
                      <a:pt x="293" y="420"/>
                    </a:lnTo>
                    <a:lnTo>
                      <a:pt x="291" y="415"/>
                    </a:lnTo>
                    <a:lnTo>
                      <a:pt x="289" y="410"/>
                    </a:lnTo>
                    <a:lnTo>
                      <a:pt x="285" y="404"/>
                    </a:lnTo>
                    <a:lnTo>
                      <a:pt x="279" y="399"/>
                    </a:lnTo>
                    <a:lnTo>
                      <a:pt x="272" y="393"/>
                    </a:lnTo>
                    <a:lnTo>
                      <a:pt x="261" y="387"/>
                    </a:lnTo>
                    <a:lnTo>
                      <a:pt x="249" y="382"/>
                    </a:lnTo>
                    <a:lnTo>
                      <a:pt x="240" y="376"/>
                    </a:lnTo>
                    <a:lnTo>
                      <a:pt x="232" y="372"/>
                    </a:lnTo>
                    <a:lnTo>
                      <a:pt x="226" y="367"/>
                    </a:lnTo>
                    <a:lnTo>
                      <a:pt x="220" y="364"/>
                    </a:lnTo>
                    <a:lnTo>
                      <a:pt x="215" y="359"/>
                    </a:lnTo>
                    <a:lnTo>
                      <a:pt x="210" y="357"/>
                    </a:lnTo>
                    <a:lnTo>
                      <a:pt x="203" y="355"/>
                    </a:lnTo>
                    <a:lnTo>
                      <a:pt x="197" y="352"/>
                    </a:lnTo>
                    <a:lnTo>
                      <a:pt x="190" y="350"/>
                    </a:lnTo>
                    <a:lnTo>
                      <a:pt x="183" y="346"/>
                    </a:lnTo>
                    <a:lnTo>
                      <a:pt x="176" y="342"/>
                    </a:lnTo>
                    <a:lnTo>
                      <a:pt x="171" y="339"/>
                    </a:lnTo>
                    <a:lnTo>
                      <a:pt x="167" y="336"/>
                    </a:lnTo>
                    <a:lnTo>
                      <a:pt x="164" y="334"/>
                    </a:lnTo>
                    <a:lnTo>
                      <a:pt x="163" y="333"/>
                    </a:lnTo>
                    <a:lnTo>
                      <a:pt x="142" y="232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0" name="Freeform 97">
                <a:extLst>
                  <a:ext uri="{FF2B5EF4-FFF2-40B4-BE49-F238E27FC236}">
                    <a16:creationId xmlns:a16="http://schemas.microsoft.com/office/drawing/2014/main" id="{94890480-07BE-78AF-BF14-A5611A1CB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" y="1074"/>
                <a:ext cx="117" cy="201"/>
              </a:xfrm>
              <a:custGeom>
                <a:avLst/>
                <a:gdLst>
                  <a:gd name="T0" fmla="*/ 49 w 117"/>
                  <a:gd name="T1" fmla="*/ 200 h 201"/>
                  <a:gd name="T2" fmla="*/ 64 w 117"/>
                  <a:gd name="T3" fmla="*/ 199 h 201"/>
                  <a:gd name="T4" fmla="*/ 87 w 117"/>
                  <a:gd name="T5" fmla="*/ 194 h 201"/>
                  <a:gd name="T6" fmla="*/ 107 w 117"/>
                  <a:gd name="T7" fmla="*/ 183 h 201"/>
                  <a:gd name="T8" fmla="*/ 116 w 117"/>
                  <a:gd name="T9" fmla="*/ 166 h 201"/>
                  <a:gd name="T10" fmla="*/ 110 w 117"/>
                  <a:gd name="T11" fmla="*/ 146 h 201"/>
                  <a:gd name="T12" fmla="*/ 95 w 117"/>
                  <a:gd name="T13" fmla="*/ 124 h 201"/>
                  <a:gd name="T14" fmla="*/ 80 w 117"/>
                  <a:gd name="T15" fmla="*/ 100 h 201"/>
                  <a:gd name="T16" fmla="*/ 73 w 117"/>
                  <a:gd name="T17" fmla="*/ 72 h 201"/>
                  <a:gd name="T18" fmla="*/ 80 w 117"/>
                  <a:gd name="T19" fmla="*/ 45 h 201"/>
                  <a:gd name="T20" fmla="*/ 92 w 117"/>
                  <a:gd name="T21" fmla="*/ 25 h 201"/>
                  <a:gd name="T22" fmla="*/ 98 w 117"/>
                  <a:gd name="T23" fmla="*/ 11 h 201"/>
                  <a:gd name="T24" fmla="*/ 88 w 117"/>
                  <a:gd name="T25" fmla="*/ 4 h 201"/>
                  <a:gd name="T26" fmla="*/ 63 w 117"/>
                  <a:gd name="T27" fmla="*/ 0 h 201"/>
                  <a:gd name="T28" fmla="*/ 35 w 117"/>
                  <a:gd name="T29" fmla="*/ 0 h 201"/>
                  <a:gd name="T30" fmla="*/ 13 w 117"/>
                  <a:gd name="T31" fmla="*/ 4 h 201"/>
                  <a:gd name="T32" fmla="*/ 5 w 117"/>
                  <a:gd name="T33" fmla="*/ 11 h 201"/>
                  <a:gd name="T34" fmla="*/ 1 w 117"/>
                  <a:gd name="T35" fmla="*/ 18 h 201"/>
                  <a:gd name="T36" fmla="*/ 0 w 117"/>
                  <a:gd name="T37" fmla="*/ 26 h 201"/>
                  <a:gd name="T38" fmla="*/ 2 w 117"/>
                  <a:gd name="T39" fmla="*/ 39 h 201"/>
                  <a:gd name="T40" fmla="*/ 9 w 117"/>
                  <a:gd name="T41" fmla="*/ 57 h 201"/>
                  <a:gd name="T42" fmla="*/ 14 w 117"/>
                  <a:gd name="T43" fmla="*/ 70 h 201"/>
                  <a:gd name="T44" fmla="*/ 17 w 117"/>
                  <a:gd name="T45" fmla="*/ 80 h 201"/>
                  <a:gd name="T46" fmla="*/ 19 w 117"/>
                  <a:gd name="T47" fmla="*/ 94 h 201"/>
                  <a:gd name="T48" fmla="*/ 20 w 117"/>
                  <a:gd name="T49" fmla="*/ 116 h 201"/>
                  <a:gd name="T50" fmla="*/ 19 w 117"/>
                  <a:gd name="T51" fmla="*/ 132 h 201"/>
                  <a:gd name="T52" fmla="*/ 17 w 117"/>
                  <a:gd name="T53" fmla="*/ 144 h 201"/>
                  <a:gd name="T54" fmla="*/ 17 w 117"/>
                  <a:gd name="T55" fmla="*/ 155 h 201"/>
                  <a:gd name="T56" fmla="*/ 17 w 117"/>
                  <a:gd name="T57" fmla="*/ 171 h 201"/>
                  <a:gd name="T58" fmla="*/ 21 w 117"/>
                  <a:gd name="T59" fmla="*/ 182 h 201"/>
                  <a:gd name="T60" fmla="*/ 24 w 117"/>
                  <a:gd name="T61" fmla="*/ 188 h 201"/>
                  <a:gd name="T62" fmla="*/ 29 w 117"/>
                  <a:gd name="T63" fmla="*/ 192 h 201"/>
                  <a:gd name="T64" fmla="*/ 33 w 117"/>
                  <a:gd name="T65" fmla="*/ 195 h 201"/>
                  <a:gd name="T66" fmla="*/ 38 w 117"/>
                  <a:gd name="T67" fmla="*/ 197 h 201"/>
                  <a:gd name="T68" fmla="*/ 43 w 117"/>
                  <a:gd name="T69" fmla="*/ 199 h 201"/>
                  <a:gd name="T70" fmla="*/ 46 w 117"/>
                  <a:gd name="T71" fmla="*/ 200 h 20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01"/>
                  <a:gd name="T110" fmla="*/ 117 w 117"/>
                  <a:gd name="T111" fmla="*/ 201 h 20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01">
                    <a:moveTo>
                      <a:pt x="46" y="200"/>
                    </a:moveTo>
                    <a:lnTo>
                      <a:pt x="49" y="200"/>
                    </a:lnTo>
                    <a:lnTo>
                      <a:pt x="55" y="199"/>
                    </a:lnTo>
                    <a:lnTo>
                      <a:pt x="64" y="199"/>
                    </a:lnTo>
                    <a:lnTo>
                      <a:pt x="75" y="196"/>
                    </a:lnTo>
                    <a:lnTo>
                      <a:pt x="87" y="194"/>
                    </a:lnTo>
                    <a:lnTo>
                      <a:pt x="98" y="189"/>
                    </a:lnTo>
                    <a:lnTo>
                      <a:pt x="107" y="183"/>
                    </a:lnTo>
                    <a:lnTo>
                      <a:pt x="113" y="176"/>
                    </a:lnTo>
                    <a:lnTo>
                      <a:pt x="116" y="166"/>
                    </a:lnTo>
                    <a:lnTo>
                      <a:pt x="114" y="156"/>
                    </a:lnTo>
                    <a:lnTo>
                      <a:pt x="110" y="146"/>
                    </a:lnTo>
                    <a:lnTo>
                      <a:pt x="103" y="135"/>
                    </a:lnTo>
                    <a:lnTo>
                      <a:pt x="95" y="124"/>
                    </a:lnTo>
                    <a:lnTo>
                      <a:pt x="87" y="113"/>
                    </a:lnTo>
                    <a:lnTo>
                      <a:pt x="80" y="100"/>
                    </a:lnTo>
                    <a:lnTo>
                      <a:pt x="75" y="87"/>
                    </a:lnTo>
                    <a:lnTo>
                      <a:pt x="73" y="72"/>
                    </a:lnTo>
                    <a:lnTo>
                      <a:pt x="75" y="58"/>
                    </a:lnTo>
                    <a:lnTo>
                      <a:pt x="80" y="45"/>
                    </a:lnTo>
                    <a:lnTo>
                      <a:pt x="87" y="34"/>
                    </a:lnTo>
                    <a:lnTo>
                      <a:pt x="92" y="25"/>
                    </a:lnTo>
                    <a:lnTo>
                      <a:pt x="97" y="17"/>
                    </a:lnTo>
                    <a:lnTo>
                      <a:pt x="98" y="11"/>
                    </a:lnTo>
                    <a:lnTo>
                      <a:pt x="96" y="6"/>
                    </a:lnTo>
                    <a:lnTo>
                      <a:pt x="88" y="4"/>
                    </a:lnTo>
                    <a:lnTo>
                      <a:pt x="77" y="2"/>
                    </a:lnTo>
                    <a:lnTo>
                      <a:pt x="63" y="0"/>
                    </a:lnTo>
                    <a:lnTo>
                      <a:pt x="49" y="0"/>
                    </a:lnTo>
                    <a:lnTo>
                      <a:pt x="35" y="0"/>
                    </a:lnTo>
                    <a:lnTo>
                      <a:pt x="23" y="1"/>
                    </a:lnTo>
                    <a:lnTo>
                      <a:pt x="13" y="4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4" y="15"/>
                    </a:lnTo>
                    <a:lnTo>
                      <a:pt x="1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2" y="39"/>
                    </a:lnTo>
                    <a:lnTo>
                      <a:pt x="5" y="48"/>
                    </a:lnTo>
                    <a:lnTo>
                      <a:pt x="9" y="57"/>
                    </a:lnTo>
                    <a:lnTo>
                      <a:pt x="11" y="65"/>
                    </a:lnTo>
                    <a:lnTo>
                      <a:pt x="14" y="70"/>
                    </a:lnTo>
                    <a:lnTo>
                      <a:pt x="16" y="74"/>
                    </a:lnTo>
                    <a:lnTo>
                      <a:pt x="17" y="80"/>
                    </a:lnTo>
                    <a:lnTo>
                      <a:pt x="18" y="85"/>
                    </a:lnTo>
                    <a:lnTo>
                      <a:pt x="19" y="94"/>
                    </a:lnTo>
                    <a:lnTo>
                      <a:pt x="20" y="105"/>
                    </a:lnTo>
                    <a:lnTo>
                      <a:pt x="20" y="116"/>
                    </a:lnTo>
                    <a:lnTo>
                      <a:pt x="20" y="125"/>
                    </a:lnTo>
                    <a:lnTo>
                      <a:pt x="19" y="132"/>
                    </a:lnTo>
                    <a:lnTo>
                      <a:pt x="18" y="138"/>
                    </a:lnTo>
                    <a:lnTo>
                      <a:pt x="17" y="144"/>
                    </a:lnTo>
                    <a:lnTo>
                      <a:pt x="17" y="149"/>
                    </a:lnTo>
                    <a:lnTo>
                      <a:pt x="17" y="155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19" y="177"/>
                    </a:lnTo>
                    <a:lnTo>
                      <a:pt x="21" y="182"/>
                    </a:lnTo>
                    <a:lnTo>
                      <a:pt x="23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1" y="194"/>
                    </a:lnTo>
                    <a:lnTo>
                      <a:pt x="33" y="195"/>
                    </a:lnTo>
                    <a:lnTo>
                      <a:pt x="35" y="196"/>
                    </a:lnTo>
                    <a:lnTo>
                      <a:pt x="38" y="197"/>
                    </a:lnTo>
                    <a:lnTo>
                      <a:pt x="40" y="198"/>
                    </a:lnTo>
                    <a:lnTo>
                      <a:pt x="43" y="199"/>
                    </a:lnTo>
                    <a:lnTo>
                      <a:pt x="45" y="200"/>
                    </a:lnTo>
                    <a:lnTo>
                      <a:pt x="46" y="200"/>
                    </a:lnTo>
                  </a:path>
                </a:pathLst>
              </a:custGeom>
              <a:solidFill>
                <a:srgbClr val="00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1" name="Freeform 98">
                <a:extLst>
                  <a:ext uri="{FF2B5EF4-FFF2-40B4-BE49-F238E27FC236}">
                    <a16:creationId xmlns:a16="http://schemas.microsoft.com/office/drawing/2014/main" id="{1D8F2876-CCF4-89CD-742E-E70480B26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" y="933"/>
                <a:ext cx="332" cy="623"/>
              </a:xfrm>
              <a:custGeom>
                <a:avLst/>
                <a:gdLst>
                  <a:gd name="T0" fmla="*/ 147 w 332"/>
                  <a:gd name="T1" fmla="*/ 197 h 623"/>
                  <a:gd name="T2" fmla="*/ 140 w 332"/>
                  <a:gd name="T3" fmla="*/ 142 h 623"/>
                  <a:gd name="T4" fmla="*/ 110 w 332"/>
                  <a:gd name="T5" fmla="*/ 126 h 623"/>
                  <a:gd name="T6" fmla="*/ 109 w 332"/>
                  <a:gd name="T7" fmla="*/ 117 h 623"/>
                  <a:gd name="T8" fmla="*/ 110 w 332"/>
                  <a:gd name="T9" fmla="*/ 115 h 623"/>
                  <a:gd name="T10" fmla="*/ 118 w 332"/>
                  <a:gd name="T11" fmla="*/ 115 h 623"/>
                  <a:gd name="T12" fmla="*/ 127 w 332"/>
                  <a:gd name="T13" fmla="*/ 104 h 623"/>
                  <a:gd name="T14" fmla="*/ 131 w 332"/>
                  <a:gd name="T15" fmla="*/ 87 h 623"/>
                  <a:gd name="T16" fmla="*/ 134 w 332"/>
                  <a:gd name="T17" fmla="*/ 87 h 623"/>
                  <a:gd name="T18" fmla="*/ 138 w 332"/>
                  <a:gd name="T19" fmla="*/ 81 h 623"/>
                  <a:gd name="T20" fmla="*/ 131 w 332"/>
                  <a:gd name="T21" fmla="*/ 61 h 623"/>
                  <a:gd name="T22" fmla="*/ 127 w 332"/>
                  <a:gd name="T23" fmla="*/ 42 h 623"/>
                  <a:gd name="T24" fmla="*/ 111 w 332"/>
                  <a:gd name="T25" fmla="*/ 16 h 623"/>
                  <a:gd name="T26" fmla="*/ 87 w 332"/>
                  <a:gd name="T27" fmla="*/ 0 h 623"/>
                  <a:gd name="T28" fmla="*/ 58 w 332"/>
                  <a:gd name="T29" fmla="*/ 5 h 623"/>
                  <a:gd name="T30" fmla="*/ 42 w 332"/>
                  <a:gd name="T31" fmla="*/ 20 h 623"/>
                  <a:gd name="T32" fmla="*/ 40 w 332"/>
                  <a:gd name="T33" fmla="*/ 50 h 623"/>
                  <a:gd name="T34" fmla="*/ 46 w 332"/>
                  <a:gd name="T35" fmla="*/ 71 h 623"/>
                  <a:gd name="T36" fmla="*/ 53 w 332"/>
                  <a:gd name="T37" fmla="*/ 99 h 623"/>
                  <a:gd name="T38" fmla="*/ 40 w 332"/>
                  <a:gd name="T39" fmla="*/ 120 h 623"/>
                  <a:gd name="T40" fmla="*/ 7 w 332"/>
                  <a:gd name="T41" fmla="*/ 142 h 623"/>
                  <a:gd name="T42" fmla="*/ 0 w 332"/>
                  <a:gd name="T43" fmla="*/ 163 h 623"/>
                  <a:gd name="T44" fmla="*/ 13 w 332"/>
                  <a:gd name="T45" fmla="*/ 221 h 623"/>
                  <a:gd name="T46" fmla="*/ 18 w 332"/>
                  <a:gd name="T47" fmla="*/ 290 h 623"/>
                  <a:gd name="T48" fmla="*/ 18 w 332"/>
                  <a:gd name="T49" fmla="*/ 331 h 623"/>
                  <a:gd name="T50" fmla="*/ 38 w 332"/>
                  <a:gd name="T51" fmla="*/ 386 h 623"/>
                  <a:gd name="T52" fmla="*/ 80 w 332"/>
                  <a:gd name="T53" fmla="*/ 413 h 623"/>
                  <a:gd name="T54" fmla="*/ 119 w 332"/>
                  <a:gd name="T55" fmla="*/ 415 h 623"/>
                  <a:gd name="T56" fmla="*/ 170 w 332"/>
                  <a:gd name="T57" fmla="*/ 409 h 623"/>
                  <a:gd name="T58" fmla="*/ 218 w 332"/>
                  <a:gd name="T59" fmla="*/ 426 h 623"/>
                  <a:gd name="T60" fmla="*/ 232 w 332"/>
                  <a:gd name="T61" fmla="*/ 439 h 623"/>
                  <a:gd name="T62" fmla="*/ 228 w 332"/>
                  <a:gd name="T63" fmla="*/ 482 h 623"/>
                  <a:gd name="T64" fmla="*/ 234 w 332"/>
                  <a:gd name="T65" fmla="*/ 531 h 623"/>
                  <a:gd name="T66" fmla="*/ 234 w 332"/>
                  <a:gd name="T67" fmla="*/ 574 h 623"/>
                  <a:gd name="T68" fmla="*/ 232 w 332"/>
                  <a:gd name="T69" fmla="*/ 591 h 623"/>
                  <a:gd name="T70" fmla="*/ 243 w 332"/>
                  <a:gd name="T71" fmla="*/ 610 h 623"/>
                  <a:gd name="T72" fmla="*/ 274 w 332"/>
                  <a:gd name="T73" fmla="*/ 611 h 623"/>
                  <a:gd name="T74" fmla="*/ 301 w 332"/>
                  <a:gd name="T75" fmla="*/ 619 h 623"/>
                  <a:gd name="T76" fmla="*/ 322 w 332"/>
                  <a:gd name="T77" fmla="*/ 620 h 623"/>
                  <a:gd name="T78" fmla="*/ 331 w 332"/>
                  <a:gd name="T79" fmla="*/ 610 h 623"/>
                  <a:gd name="T80" fmla="*/ 301 w 332"/>
                  <a:gd name="T81" fmla="*/ 595 h 623"/>
                  <a:gd name="T82" fmla="*/ 272 w 332"/>
                  <a:gd name="T83" fmla="*/ 574 h 623"/>
                  <a:gd name="T84" fmla="*/ 274 w 332"/>
                  <a:gd name="T85" fmla="*/ 544 h 623"/>
                  <a:gd name="T86" fmla="*/ 282 w 332"/>
                  <a:gd name="T87" fmla="*/ 502 h 623"/>
                  <a:gd name="T88" fmla="*/ 287 w 332"/>
                  <a:gd name="T89" fmla="*/ 459 h 623"/>
                  <a:gd name="T90" fmla="*/ 292 w 332"/>
                  <a:gd name="T91" fmla="*/ 446 h 623"/>
                  <a:gd name="T92" fmla="*/ 294 w 332"/>
                  <a:gd name="T93" fmla="*/ 424 h 623"/>
                  <a:gd name="T94" fmla="*/ 279 w 332"/>
                  <a:gd name="T95" fmla="*/ 398 h 623"/>
                  <a:gd name="T96" fmla="*/ 233 w 332"/>
                  <a:gd name="T97" fmla="*/ 372 h 623"/>
                  <a:gd name="T98" fmla="*/ 204 w 332"/>
                  <a:gd name="T99" fmla="*/ 354 h 623"/>
                  <a:gd name="T100" fmla="*/ 171 w 332"/>
                  <a:gd name="T101" fmla="*/ 338 h 623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3"/>
                  <a:gd name="T155" fmla="*/ 332 w 332"/>
                  <a:gd name="T156" fmla="*/ 623 h 623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3">
                    <a:moveTo>
                      <a:pt x="143" y="237"/>
                    </a:moveTo>
                    <a:lnTo>
                      <a:pt x="143" y="233"/>
                    </a:lnTo>
                    <a:lnTo>
                      <a:pt x="145" y="225"/>
                    </a:lnTo>
                    <a:lnTo>
                      <a:pt x="145" y="212"/>
                    </a:lnTo>
                    <a:lnTo>
                      <a:pt x="147" y="197"/>
                    </a:lnTo>
                    <a:lnTo>
                      <a:pt x="148" y="180"/>
                    </a:lnTo>
                    <a:lnTo>
                      <a:pt x="148" y="166"/>
                    </a:lnTo>
                    <a:lnTo>
                      <a:pt x="147" y="154"/>
                    </a:lnTo>
                    <a:lnTo>
                      <a:pt x="145" y="146"/>
                    </a:lnTo>
                    <a:lnTo>
                      <a:pt x="140" y="142"/>
                    </a:lnTo>
                    <a:lnTo>
                      <a:pt x="134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7" y="122"/>
                    </a:lnTo>
                    <a:lnTo>
                      <a:pt x="108" y="120"/>
                    </a:lnTo>
                    <a:lnTo>
                      <a:pt x="109" y="119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2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3" y="114"/>
                    </a:lnTo>
                    <a:lnTo>
                      <a:pt x="124" y="112"/>
                    </a:lnTo>
                    <a:lnTo>
                      <a:pt x="127" y="109"/>
                    </a:lnTo>
                    <a:lnTo>
                      <a:pt x="127" y="104"/>
                    </a:lnTo>
                    <a:lnTo>
                      <a:pt x="129" y="100"/>
                    </a:lnTo>
                    <a:lnTo>
                      <a:pt x="130" y="95"/>
                    </a:lnTo>
                    <a:lnTo>
                      <a:pt x="131" y="92"/>
                    </a:lnTo>
                    <a:lnTo>
                      <a:pt x="131" y="88"/>
                    </a:lnTo>
                    <a:lnTo>
                      <a:pt x="131" y="87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3" y="87"/>
                    </a:lnTo>
                    <a:lnTo>
                      <a:pt x="134" y="87"/>
                    </a:lnTo>
                    <a:lnTo>
                      <a:pt x="135" y="86"/>
                    </a:lnTo>
                    <a:lnTo>
                      <a:pt x="137" y="86"/>
                    </a:lnTo>
                    <a:lnTo>
                      <a:pt x="138" y="85"/>
                    </a:lnTo>
                    <a:lnTo>
                      <a:pt x="139" y="83"/>
                    </a:lnTo>
                    <a:lnTo>
                      <a:pt x="138" y="81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8"/>
                    </a:lnTo>
                    <a:lnTo>
                      <a:pt x="129" y="55"/>
                    </a:lnTo>
                    <a:lnTo>
                      <a:pt x="128" y="52"/>
                    </a:lnTo>
                    <a:lnTo>
                      <a:pt x="127" y="47"/>
                    </a:lnTo>
                    <a:lnTo>
                      <a:pt x="127" y="42"/>
                    </a:lnTo>
                    <a:lnTo>
                      <a:pt x="125" y="36"/>
                    </a:lnTo>
                    <a:lnTo>
                      <a:pt x="122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3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2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3" y="8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2" y="20"/>
                    </a:lnTo>
                    <a:lnTo>
                      <a:pt x="41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8" y="76"/>
                    </a:lnTo>
                    <a:lnTo>
                      <a:pt x="50" y="81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3" y="99"/>
                    </a:lnTo>
                    <a:lnTo>
                      <a:pt x="54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6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10" y="138"/>
                    </a:lnTo>
                    <a:lnTo>
                      <a:pt x="7" y="142"/>
                    </a:lnTo>
                    <a:lnTo>
                      <a:pt x="6" y="145"/>
                    </a:lnTo>
                    <a:lnTo>
                      <a:pt x="5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8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9" y="280"/>
                    </a:lnTo>
                    <a:lnTo>
                      <a:pt x="18" y="290"/>
                    </a:lnTo>
                    <a:lnTo>
                      <a:pt x="18" y="297"/>
                    </a:lnTo>
                    <a:lnTo>
                      <a:pt x="17" y="304"/>
                    </a:lnTo>
                    <a:lnTo>
                      <a:pt x="17" y="312"/>
                    </a:lnTo>
                    <a:lnTo>
                      <a:pt x="17" y="320"/>
                    </a:lnTo>
                    <a:lnTo>
                      <a:pt x="18" y="331"/>
                    </a:lnTo>
                    <a:lnTo>
                      <a:pt x="20" y="342"/>
                    </a:lnTo>
                    <a:lnTo>
                      <a:pt x="23" y="353"/>
                    </a:lnTo>
                    <a:lnTo>
                      <a:pt x="27" y="365"/>
                    </a:lnTo>
                    <a:lnTo>
                      <a:pt x="32" y="377"/>
                    </a:lnTo>
                    <a:lnTo>
                      <a:pt x="38" y="386"/>
                    </a:lnTo>
                    <a:lnTo>
                      <a:pt x="46" y="394"/>
                    </a:lnTo>
                    <a:lnTo>
                      <a:pt x="54" y="401"/>
                    </a:lnTo>
                    <a:lnTo>
                      <a:pt x="63" y="406"/>
                    </a:lnTo>
                    <a:lnTo>
                      <a:pt x="72" y="410"/>
                    </a:lnTo>
                    <a:lnTo>
                      <a:pt x="80" y="413"/>
                    </a:lnTo>
                    <a:lnTo>
                      <a:pt x="86" y="415"/>
                    </a:lnTo>
                    <a:lnTo>
                      <a:pt x="90" y="416"/>
                    </a:lnTo>
                    <a:lnTo>
                      <a:pt x="98" y="417"/>
                    </a:lnTo>
                    <a:lnTo>
                      <a:pt x="108" y="416"/>
                    </a:lnTo>
                    <a:lnTo>
                      <a:pt x="119" y="415"/>
                    </a:lnTo>
                    <a:lnTo>
                      <a:pt x="131" y="412"/>
                    </a:lnTo>
                    <a:lnTo>
                      <a:pt x="143" y="411"/>
                    </a:lnTo>
                    <a:lnTo>
                      <a:pt x="154" y="410"/>
                    </a:lnTo>
                    <a:lnTo>
                      <a:pt x="163" y="409"/>
                    </a:lnTo>
                    <a:lnTo>
                      <a:pt x="170" y="409"/>
                    </a:lnTo>
                    <a:lnTo>
                      <a:pt x="178" y="412"/>
                    </a:lnTo>
                    <a:lnTo>
                      <a:pt x="187" y="414"/>
                    </a:lnTo>
                    <a:lnTo>
                      <a:pt x="197" y="418"/>
                    </a:lnTo>
                    <a:lnTo>
                      <a:pt x="209" y="422"/>
                    </a:lnTo>
                    <a:lnTo>
                      <a:pt x="218" y="426"/>
                    </a:lnTo>
                    <a:lnTo>
                      <a:pt x="226" y="429"/>
                    </a:lnTo>
                    <a:lnTo>
                      <a:pt x="232" y="431"/>
                    </a:lnTo>
                    <a:lnTo>
                      <a:pt x="233" y="432"/>
                    </a:lnTo>
                    <a:lnTo>
                      <a:pt x="233" y="434"/>
                    </a:lnTo>
                    <a:lnTo>
                      <a:pt x="232" y="439"/>
                    </a:lnTo>
                    <a:lnTo>
                      <a:pt x="232" y="446"/>
                    </a:lnTo>
                    <a:lnTo>
                      <a:pt x="231" y="453"/>
                    </a:lnTo>
                    <a:lnTo>
                      <a:pt x="230" y="463"/>
                    </a:lnTo>
                    <a:lnTo>
                      <a:pt x="229" y="472"/>
                    </a:lnTo>
                    <a:lnTo>
                      <a:pt x="228" y="482"/>
                    </a:lnTo>
                    <a:lnTo>
                      <a:pt x="228" y="489"/>
                    </a:lnTo>
                    <a:lnTo>
                      <a:pt x="229" y="498"/>
                    </a:lnTo>
                    <a:lnTo>
                      <a:pt x="230" y="508"/>
                    </a:lnTo>
                    <a:lnTo>
                      <a:pt x="232" y="519"/>
                    </a:lnTo>
                    <a:lnTo>
                      <a:pt x="234" y="531"/>
                    </a:lnTo>
                    <a:lnTo>
                      <a:pt x="236" y="543"/>
                    </a:lnTo>
                    <a:lnTo>
                      <a:pt x="238" y="554"/>
                    </a:lnTo>
                    <a:lnTo>
                      <a:pt x="238" y="563"/>
                    </a:lnTo>
                    <a:lnTo>
                      <a:pt x="236" y="569"/>
                    </a:lnTo>
                    <a:lnTo>
                      <a:pt x="234" y="574"/>
                    </a:lnTo>
                    <a:lnTo>
                      <a:pt x="233" y="578"/>
                    </a:lnTo>
                    <a:lnTo>
                      <a:pt x="232" y="582"/>
                    </a:lnTo>
                    <a:lnTo>
                      <a:pt x="232" y="586"/>
                    </a:lnTo>
                    <a:lnTo>
                      <a:pt x="232" y="589"/>
                    </a:lnTo>
                    <a:lnTo>
                      <a:pt x="232" y="591"/>
                    </a:lnTo>
                    <a:lnTo>
                      <a:pt x="232" y="592"/>
                    </a:lnTo>
                    <a:lnTo>
                      <a:pt x="238" y="610"/>
                    </a:lnTo>
                    <a:lnTo>
                      <a:pt x="239" y="610"/>
                    </a:lnTo>
                    <a:lnTo>
                      <a:pt x="243" y="610"/>
                    </a:lnTo>
                    <a:lnTo>
                      <a:pt x="249" y="610"/>
                    </a:lnTo>
                    <a:lnTo>
                      <a:pt x="255" y="610"/>
                    </a:lnTo>
                    <a:lnTo>
                      <a:pt x="261" y="610"/>
                    </a:lnTo>
                    <a:lnTo>
                      <a:pt x="268" y="610"/>
                    </a:lnTo>
                    <a:lnTo>
                      <a:pt x="274" y="611"/>
                    </a:lnTo>
                    <a:lnTo>
                      <a:pt x="278" y="613"/>
                    </a:lnTo>
                    <a:lnTo>
                      <a:pt x="283" y="614"/>
                    </a:lnTo>
                    <a:lnTo>
                      <a:pt x="288" y="616"/>
                    </a:lnTo>
                    <a:lnTo>
                      <a:pt x="294" y="617"/>
                    </a:lnTo>
                    <a:lnTo>
                      <a:pt x="301" y="619"/>
                    </a:lnTo>
                    <a:lnTo>
                      <a:pt x="307" y="620"/>
                    </a:lnTo>
                    <a:lnTo>
                      <a:pt x="312" y="621"/>
                    </a:lnTo>
                    <a:lnTo>
                      <a:pt x="317" y="622"/>
                    </a:lnTo>
                    <a:lnTo>
                      <a:pt x="319" y="621"/>
                    </a:lnTo>
                    <a:lnTo>
                      <a:pt x="322" y="620"/>
                    </a:lnTo>
                    <a:lnTo>
                      <a:pt x="325" y="619"/>
                    </a:lnTo>
                    <a:lnTo>
                      <a:pt x="327" y="617"/>
                    </a:lnTo>
                    <a:lnTo>
                      <a:pt x="330" y="615"/>
                    </a:lnTo>
                    <a:lnTo>
                      <a:pt x="331" y="612"/>
                    </a:lnTo>
                    <a:lnTo>
                      <a:pt x="331" y="610"/>
                    </a:lnTo>
                    <a:lnTo>
                      <a:pt x="329" y="608"/>
                    </a:lnTo>
                    <a:lnTo>
                      <a:pt x="325" y="605"/>
                    </a:lnTo>
                    <a:lnTo>
                      <a:pt x="318" y="603"/>
                    </a:lnTo>
                    <a:lnTo>
                      <a:pt x="310" y="599"/>
                    </a:lnTo>
                    <a:lnTo>
                      <a:pt x="301" y="595"/>
                    </a:lnTo>
                    <a:lnTo>
                      <a:pt x="293" y="591"/>
                    </a:lnTo>
                    <a:lnTo>
                      <a:pt x="285" y="587"/>
                    </a:lnTo>
                    <a:lnTo>
                      <a:pt x="278" y="582"/>
                    </a:lnTo>
                    <a:lnTo>
                      <a:pt x="274" y="578"/>
                    </a:lnTo>
                    <a:lnTo>
                      <a:pt x="272" y="574"/>
                    </a:lnTo>
                    <a:lnTo>
                      <a:pt x="272" y="569"/>
                    </a:lnTo>
                    <a:lnTo>
                      <a:pt x="272" y="563"/>
                    </a:lnTo>
                    <a:lnTo>
                      <a:pt x="273" y="558"/>
                    </a:lnTo>
                    <a:lnTo>
                      <a:pt x="273" y="551"/>
                    </a:lnTo>
                    <a:lnTo>
                      <a:pt x="274" y="544"/>
                    </a:lnTo>
                    <a:lnTo>
                      <a:pt x="275" y="536"/>
                    </a:lnTo>
                    <a:lnTo>
                      <a:pt x="277" y="528"/>
                    </a:lnTo>
                    <a:lnTo>
                      <a:pt x="278" y="521"/>
                    </a:lnTo>
                    <a:lnTo>
                      <a:pt x="280" y="512"/>
                    </a:lnTo>
                    <a:lnTo>
                      <a:pt x="282" y="502"/>
                    </a:lnTo>
                    <a:lnTo>
                      <a:pt x="284" y="492"/>
                    </a:lnTo>
                    <a:lnTo>
                      <a:pt x="285" y="482"/>
                    </a:lnTo>
                    <a:lnTo>
                      <a:pt x="286" y="472"/>
                    </a:lnTo>
                    <a:lnTo>
                      <a:pt x="287" y="465"/>
                    </a:lnTo>
                    <a:lnTo>
                      <a:pt x="287" y="459"/>
                    </a:lnTo>
                    <a:lnTo>
                      <a:pt x="287" y="455"/>
                    </a:lnTo>
                    <a:lnTo>
                      <a:pt x="287" y="453"/>
                    </a:lnTo>
                    <a:lnTo>
                      <a:pt x="289" y="452"/>
                    </a:lnTo>
                    <a:lnTo>
                      <a:pt x="290" y="448"/>
                    </a:lnTo>
                    <a:lnTo>
                      <a:pt x="292" y="446"/>
                    </a:lnTo>
                    <a:lnTo>
                      <a:pt x="294" y="441"/>
                    </a:lnTo>
                    <a:lnTo>
                      <a:pt x="295" y="438"/>
                    </a:lnTo>
                    <a:lnTo>
                      <a:pt x="296" y="434"/>
                    </a:lnTo>
                    <a:lnTo>
                      <a:pt x="295" y="430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90" y="409"/>
                    </a:lnTo>
                    <a:lnTo>
                      <a:pt x="285" y="404"/>
                    </a:lnTo>
                    <a:lnTo>
                      <a:pt x="279" y="398"/>
                    </a:lnTo>
                    <a:lnTo>
                      <a:pt x="272" y="393"/>
                    </a:lnTo>
                    <a:lnTo>
                      <a:pt x="261" y="387"/>
                    </a:lnTo>
                    <a:lnTo>
                      <a:pt x="249" y="382"/>
                    </a:lnTo>
                    <a:lnTo>
                      <a:pt x="240" y="377"/>
                    </a:lnTo>
                    <a:lnTo>
                      <a:pt x="233" y="372"/>
                    </a:lnTo>
                    <a:lnTo>
                      <a:pt x="226" y="366"/>
                    </a:lnTo>
                    <a:lnTo>
                      <a:pt x="221" y="363"/>
                    </a:lnTo>
                    <a:lnTo>
                      <a:pt x="216" y="360"/>
                    </a:lnTo>
                    <a:lnTo>
                      <a:pt x="210" y="356"/>
                    </a:lnTo>
                    <a:lnTo>
                      <a:pt x="204" y="354"/>
                    </a:lnTo>
                    <a:lnTo>
                      <a:pt x="197" y="352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7" y="342"/>
                    </a:lnTo>
                    <a:lnTo>
                      <a:pt x="171" y="338"/>
                    </a:lnTo>
                    <a:lnTo>
                      <a:pt x="167" y="335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3" y="237"/>
                    </a:lnTo>
                  </a:path>
                </a:pathLst>
              </a:cu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2" name="Freeform 99">
                <a:extLst>
                  <a:ext uri="{FF2B5EF4-FFF2-40B4-BE49-F238E27FC236}">
                    <a16:creationId xmlns:a16="http://schemas.microsoft.com/office/drawing/2014/main" id="{084A464A-158C-A78F-3A76-92B83B2EA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" y="1127"/>
                <a:ext cx="33" cy="136"/>
              </a:xfrm>
              <a:custGeom>
                <a:avLst/>
                <a:gdLst>
                  <a:gd name="T0" fmla="*/ 15 w 33"/>
                  <a:gd name="T1" fmla="*/ 112 h 136"/>
                  <a:gd name="T2" fmla="*/ 13 w 33"/>
                  <a:gd name="T3" fmla="*/ 102 h 136"/>
                  <a:gd name="T4" fmla="*/ 12 w 33"/>
                  <a:gd name="T5" fmla="*/ 88 h 136"/>
                  <a:gd name="T6" fmla="*/ 13 w 33"/>
                  <a:gd name="T7" fmla="*/ 72 h 136"/>
                  <a:gd name="T8" fmla="*/ 17 w 33"/>
                  <a:gd name="T9" fmla="*/ 58 h 136"/>
                  <a:gd name="T10" fmla="*/ 18 w 33"/>
                  <a:gd name="T11" fmla="*/ 49 h 136"/>
                  <a:gd name="T12" fmla="*/ 18 w 33"/>
                  <a:gd name="T13" fmla="*/ 39 h 136"/>
                  <a:gd name="T14" fmla="*/ 15 w 33"/>
                  <a:gd name="T15" fmla="*/ 29 h 136"/>
                  <a:gd name="T16" fmla="*/ 12 w 33"/>
                  <a:gd name="T17" fmla="*/ 22 h 136"/>
                  <a:gd name="T18" fmla="*/ 10 w 33"/>
                  <a:gd name="T19" fmla="*/ 17 h 136"/>
                  <a:gd name="T20" fmla="*/ 6 w 33"/>
                  <a:gd name="T21" fmla="*/ 10 h 136"/>
                  <a:gd name="T22" fmla="*/ 2 w 33"/>
                  <a:gd name="T23" fmla="*/ 3 h 136"/>
                  <a:gd name="T24" fmla="*/ 1 w 33"/>
                  <a:gd name="T25" fmla="*/ 6 h 136"/>
                  <a:gd name="T26" fmla="*/ 5 w 33"/>
                  <a:gd name="T27" fmla="*/ 14 h 136"/>
                  <a:gd name="T28" fmla="*/ 7 w 33"/>
                  <a:gd name="T29" fmla="*/ 22 h 136"/>
                  <a:gd name="T30" fmla="*/ 8 w 33"/>
                  <a:gd name="T31" fmla="*/ 35 h 136"/>
                  <a:gd name="T32" fmla="*/ 9 w 33"/>
                  <a:gd name="T33" fmla="*/ 55 h 136"/>
                  <a:gd name="T34" fmla="*/ 8 w 33"/>
                  <a:gd name="T35" fmla="*/ 71 h 136"/>
                  <a:gd name="T36" fmla="*/ 6 w 33"/>
                  <a:gd name="T37" fmla="*/ 82 h 136"/>
                  <a:gd name="T38" fmla="*/ 6 w 33"/>
                  <a:gd name="T39" fmla="*/ 93 h 136"/>
                  <a:gd name="T40" fmla="*/ 7 w 33"/>
                  <a:gd name="T41" fmla="*/ 107 h 136"/>
                  <a:gd name="T42" fmla="*/ 10 w 33"/>
                  <a:gd name="T43" fmla="*/ 117 h 136"/>
                  <a:gd name="T44" fmla="*/ 12 w 33"/>
                  <a:gd name="T45" fmla="*/ 124 h 136"/>
                  <a:gd name="T46" fmla="*/ 16 w 33"/>
                  <a:gd name="T47" fmla="*/ 128 h 136"/>
                  <a:gd name="T48" fmla="*/ 20 w 33"/>
                  <a:gd name="T49" fmla="*/ 130 h 136"/>
                  <a:gd name="T50" fmla="*/ 25 w 33"/>
                  <a:gd name="T51" fmla="*/ 133 h 136"/>
                  <a:gd name="T52" fmla="*/ 28 w 33"/>
                  <a:gd name="T53" fmla="*/ 134 h 136"/>
                  <a:gd name="T54" fmla="*/ 31 w 33"/>
                  <a:gd name="T55" fmla="*/ 135 h 136"/>
                  <a:gd name="T56" fmla="*/ 29 w 33"/>
                  <a:gd name="T57" fmla="*/ 132 h 136"/>
                  <a:gd name="T58" fmla="*/ 24 w 33"/>
                  <a:gd name="T59" fmla="*/ 128 h 136"/>
                  <a:gd name="T60" fmla="*/ 19 w 33"/>
                  <a:gd name="T61" fmla="*/ 122 h 136"/>
                  <a:gd name="T62" fmla="*/ 16 w 33"/>
                  <a:gd name="T63" fmla="*/ 117 h 1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3"/>
                  <a:gd name="T97" fmla="*/ 0 h 136"/>
                  <a:gd name="T98" fmla="*/ 33 w 33"/>
                  <a:gd name="T99" fmla="*/ 136 h 1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3" h="136">
                    <a:moveTo>
                      <a:pt x="16" y="115"/>
                    </a:moveTo>
                    <a:lnTo>
                      <a:pt x="15" y="112"/>
                    </a:lnTo>
                    <a:lnTo>
                      <a:pt x="14" y="108"/>
                    </a:lnTo>
                    <a:lnTo>
                      <a:pt x="13" y="102"/>
                    </a:lnTo>
                    <a:lnTo>
                      <a:pt x="12" y="96"/>
                    </a:lnTo>
                    <a:lnTo>
                      <a:pt x="12" y="88"/>
                    </a:lnTo>
                    <a:lnTo>
                      <a:pt x="12" y="80"/>
                    </a:lnTo>
                    <a:lnTo>
                      <a:pt x="13" y="72"/>
                    </a:lnTo>
                    <a:lnTo>
                      <a:pt x="15" y="63"/>
                    </a:lnTo>
                    <a:lnTo>
                      <a:pt x="17" y="58"/>
                    </a:lnTo>
                    <a:lnTo>
                      <a:pt x="18" y="54"/>
                    </a:lnTo>
                    <a:lnTo>
                      <a:pt x="18" y="49"/>
                    </a:lnTo>
                    <a:lnTo>
                      <a:pt x="18" y="43"/>
                    </a:lnTo>
                    <a:lnTo>
                      <a:pt x="18" y="39"/>
                    </a:lnTo>
                    <a:lnTo>
                      <a:pt x="17" y="34"/>
                    </a:lnTo>
                    <a:lnTo>
                      <a:pt x="15" y="29"/>
                    </a:lnTo>
                    <a:lnTo>
                      <a:pt x="13" y="24"/>
                    </a:lnTo>
                    <a:lnTo>
                      <a:pt x="12" y="22"/>
                    </a:lnTo>
                    <a:lnTo>
                      <a:pt x="12" y="19"/>
                    </a:lnTo>
                    <a:lnTo>
                      <a:pt x="10" y="17"/>
                    </a:lnTo>
                    <a:lnTo>
                      <a:pt x="8" y="13"/>
                    </a:lnTo>
                    <a:lnTo>
                      <a:pt x="6" y="10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1" y="6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6" y="18"/>
                    </a:lnTo>
                    <a:lnTo>
                      <a:pt x="7" y="22"/>
                    </a:lnTo>
                    <a:lnTo>
                      <a:pt x="8" y="28"/>
                    </a:lnTo>
                    <a:lnTo>
                      <a:pt x="8" y="35"/>
                    </a:lnTo>
                    <a:lnTo>
                      <a:pt x="9" y="44"/>
                    </a:lnTo>
                    <a:lnTo>
                      <a:pt x="9" y="55"/>
                    </a:lnTo>
                    <a:lnTo>
                      <a:pt x="9" y="64"/>
                    </a:lnTo>
                    <a:lnTo>
                      <a:pt x="8" y="71"/>
                    </a:lnTo>
                    <a:lnTo>
                      <a:pt x="7" y="77"/>
                    </a:lnTo>
                    <a:lnTo>
                      <a:pt x="6" y="82"/>
                    </a:lnTo>
                    <a:lnTo>
                      <a:pt x="6" y="87"/>
                    </a:lnTo>
                    <a:lnTo>
                      <a:pt x="6" y="93"/>
                    </a:lnTo>
                    <a:lnTo>
                      <a:pt x="6" y="100"/>
                    </a:lnTo>
                    <a:lnTo>
                      <a:pt x="7" y="107"/>
                    </a:lnTo>
                    <a:lnTo>
                      <a:pt x="8" y="113"/>
                    </a:lnTo>
                    <a:lnTo>
                      <a:pt x="10" y="117"/>
                    </a:lnTo>
                    <a:lnTo>
                      <a:pt x="11" y="121"/>
                    </a:lnTo>
                    <a:lnTo>
                      <a:pt x="12" y="124"/>
                    </a:lnTo>
                    <a:lnTo>
                      <a:pt x="14" y="126"/>
                    </a:lnTo>
                    <a:lnTo>
                      <a:pt x="16" y="128"/>
                    </a:lnTo>
                    <a:lnTo>
                      <a:pt x="19" y="129"/>
                    </a:lnTo>
                    <a:lnTo>
                      <a:pt x="20" y="130"/>
                    </a:lnTo>
                    <a:lnTo>
                      <a:pt x="22" y="132"/>
                    </a:lnTo>
                    <a:lnTo>
                      <a:pt x="25" y="133"/>
                    </a:lnTo>
                    <a:lnTo>
                      <a:pt x="26" y="133"/>
                    </a:lnTo>
                    <a:lnTo>
                      <a:pt x="28" y="134"/>
                    </a:lnTo>
                    <a:lnTo>
                      <a:pt x="30" y="134"/>
                    </a:lnTo>
                    <a:lnTo>
                      <a:pt x="31" y="135"/>
                    </a:lnTo>
                    <a:lnTo>
                      <a:pt x="32" y="135"/>
                    </a:lnTo>
                    <a:lnTo>
                      <a:pt x="29" y="132"/>
                    </a:lnTo>
                    <a:lnTo>
                      <a:pt x="26" y="130"/>
                    </a:lnTo>
                    <a:lnTo>
                      <a:pt x="24" y="128"/>
                    </a:lnTo>
                    <a:lnTo>
                      <a:pt x="21" y="124"/>
                    </a:lnTo>
                    <a:lnTo>
                      <a:pt x="19" y="122"/>
                    </a:lnTo>
                    <a:lnTo>
                      <a:pt x="18" y="119"/>
                    </a:lnTo>
                    <a:lnTo>
                      <a:pt x="16" y="117"/>
                    </a:lnTo>
                    <a:lnTo>
                      <a:pt x="16" y="115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3" name="Freeform 100">
                <a:extLst>
                  <a:ext uri="{FF2B5EF4-FFF2-40B4-BE49-F238E27FC236}">
                    <a16:creationId xmlns:a16="http://schemas.microsoft.com/office/drawing/2014/main" id="{44F379C0-A933-B991-E1D3-1D8C3D057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1314"/>
                <a:ext cx="447" cy="403"/>
              </a:xfrm>
              <a:custGeom>
                <a:avLst/>
                <a:gdLst>
                  <a:gd name="T0" fmla="*/ 0 w 447"/>
                  <a:gd name="T1" fmla="*/ 402 h 403"/>
                  <a:gd name="T2" fmla="*/ 0 w 447"/>
                  <a:gd name="T3" fmla="*/ 106 h 403"/>
                  <a:gd name="T4" fmla="*/ 446 w 447"/>
                  <a:gd name="T5" fmla="*/ 0 h 403"/>
                  <a:gd name="T6" fmla="*/ 446 w 447"/>
                  <a:gd name="T7" fmla="*/ 303 h 403"/>
                  <a:gd name="T8" fmla="*/ 0 w 447"/>
                  <a:gd name="T9" fmla="*/ 402 h 4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7"/>
                  <a:gd name="T16" fmla="*/ 0 h 403"/>
                  <a:gd name="T17" fmla="*/ 447 w 447"/>
                  <a:gd name="T18" fmla="*/ 403 h 4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7" h="403">
                    <a:moveTo>
                      <a:pt x="0" y="402"/>
                    </a:moveTo>
                    <a:lnTo>
                      <a:pt x="0" y="106"/>
                    </a:lnTo>
                    <a:lnTo>
                      <a:pt x="446" y="0"/>
                    </a:lnTo>
                    <a:lnTo>
                      <a:pt x="446" y="303"/>
                    </a:lnTo>
                    <a:lnTo>
                      <a:pt x="0" y="402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4" name="Freeform 101">
                <a:extLst>
                  <a:ext uri="{FF2B5EF4-FFF2-40B4-BE49-F238E27FC236}">
                    <a16:creationId xmlns:a16="http://schemas.microsoft.com/office/drawing/2014/main" id="{5ED0075D-A28F-4241-2DF4-5CE34223B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1430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5" name="Freeform 102">
                <a:extLst>
                  <a:ext uri="{FF2B5EF4-FFF2-40B4-BE49-F238E27FC236}">
                    <a16:creationId xmlns:a16="http://schemas.microsoft.com/office/drawing/2014/main" id="{349817DD-0885-D479-C99B-DCC2E0500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" y="1404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6" name="Freeform 103">
                <a:extLst>
                  <a:ext uri="{FF2B5EF4-FFF2-40B4-BE49-F238E27FC236}">
                    <a16:creationId xmlns:a16="http://schemas.microsoft.com/office/drawing/2014/main" id="{42A33A30-DA6F-0CA1-3887-36C7987A1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1345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7" name="Freeform 104">
                <a:extLst>
                  <a:ext uri="{FF2B5EF4-FFF2-40B4-BE49-F238E27FC236}">
                    <a16:creationId xmlns:a16="http://schemas.microsoft.com/office/drawing/2014/main" id="{24CE1EB2-5926-1503-1536-C0F450D0F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1430"/>
                <a:ext cx="69" cy="68"/>
              </a:xfrm>
              <a:custGeom>
                <a:avLst/>
                <a:gdLst>
                  <a:gd name="T0" fmla="*/ 10 w 69"/>
                  <a:gd name="T1" fmla="*/ 0 h 68"/>
                  <a:gd name="T2" fmla="*/ 68 w 69"/>
                  <a:gd name="T3" fmla="*/ 59 h 68"/>
                  <a:gd name="T4" fmla="*/ 68 w 69"/>
                  <a:gd name="T5" fmla="*/ 67 h 68"/>
                  <a:gd name="T6" fmla="*/ 0 w 69"/>
                  <a:gd name="T7" fmla="*/ 13 h 68"/>
                  <a:gd name="T8" fmla="*/ 10 w 69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68"/>
                  <a:gd name="T17" fmla="*/ 69 w 69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68">
                    <a:moveTo>
                      <a:pt x="10" y="0"/>
                    </a:moveTo>
                    <a:lnTo>
                      <a:pt x="68" y="59"/>
                    </a:lnTo>
                    <a:lnTo>
                      <a:pt x="68" y="67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8" name="Freeform 105">
                <a:extLst>
                  <a:ext uri="{FF2B5EF4-FFF2-40B4-BE49-F238E27FC236}">
                    <a16:creationId xmlns:a16="http://schemas.microsoft.com/office/drawing/2014/main" id="{8149E178-EFFF-798D-BCA4-50CF74ED3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" y="1435"/>
                <a:ext cx="47" cy="65"/>
              </a:xfrm>
              <a:custGeom>
                <a:avLst/>
                <a:gdLst>
                  <a:gd name="T0" fmla="*/ 36 w 47"/>
                  <a:gd name="T1" fmla="*/ 0 h 65"/>
                  <a:gd name="T2" fmla="*/ 0 w 47"/>
                  <a:gd name="T3" fmla="*/ 51 h 65"/>
                  <a:gd name="T4" fmla="*/ 0 w 47"/>
                  <a:gd name="T5" fmla="*/ 64 h 65"/>
                  <a:gd name="T6" fmla="*/ 46 w 47"/>
                  <a:gd name="T7" fmla="*/ 13 h 65"/>
                  <a:gd name="T8" fmla="*/ 36 w 47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5"/>
                  <a:gd name="T17" fmla="*/ 47 w 47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5">
                    <a:moveTo>
                      <a:pt x="36" y="0"/>
                    </a:moveTo>
                    <a:lnTo>
                      <a:pt x="0" y="51"/>
                    </a:lnTo>
                    <a:lnTo>
                      <a:pt x="0" y="64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89" name="Freeform 106">
                <a:extLst>
                  <a:ext uri="{FF2B5EF4-FFF2-40B4-BE49-F238E27FC236}">
                    <a16:creationId xmlns:a16="http://schemas.microsoft.com/office/drawing/2014/main" id="{7DBF639B-E3C0-1ECA-75D1-BCF25FA61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" y="1431"/>
                <a:ext cx="74" cy="17"/>
              </a:xfrm>
              <a:custGeom>
                <a:avLst/>
                <a:gdLst>
                  <a:gd name="T0" fmla="*/ 67 w 74"/>
                  <a:gd name="T1" fmla="*/ 2 h 17"/>
                  <a:gd name="T2" fmla="*/ 0 w 74"/>
                  <a:gd name="T3" fmla="*/ 0 h 17"/>
                  <a:gd name="T4" fmla="*/ 0 w 74"/>
                  <a:gd name="T5" fmla="*/ 5 h 17"/>
                  <a:gd name="T6" fmla="*/ 73 w 74"/>
                  <a:gd name="T7" fmla="*/ 16 h 17"/>
                  <a:gd name="T8" fmla="*/ 67 w 74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"/>
                  <a:gd name="T16" fmla="*/ 0 h 17"/>
                  <a:gd name="T17" fmla="*/ 74 w 7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" h="17">
                    <a:moveTo>
                      <a:pt x="67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3" y="16"/>
                    </a:lnTo>
                    <a:lnTo>
                      <a:pt x="67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0" name="Freeform 107">
                <a:extLst>
                  <a:ext uri="{FF2B5EF4-FFF2-40B4-BE49-F238E27FC236}">
                    <a16:creationId xmlns:a16="http://schemas.microsoft.com/office/drawing/2014/main" id="{762AA46F-CCDE-CC28-4225-8CB88FBE8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" y="1426"/>
                <a:ext cx="55" cy="18"/>
              </a:xfrm>
              <a:custGeom>
                <a:avLst/>
                <a:gdLst>
                  <a:gd name="T0" fmla="*/ 0 w 55"/>
                  <a:gd name="T1" fmla="*/ 8 h 18"/>
                  <a:gd name="T2" fmla="*/ 54 w 55"/>
                  <a:gd name="T3" fmla="*/ 0 h 18"/>
                  <a:gd name="T4" fmla="*/ 54 w 55"/>
                  <a:gd name="T5" fmla="*/ 4 h 18"/>
                  <a:gd name="T6" fmla="*/ 0 w 55"/>
                  <a:gd name="T7" fmla="*/ 17 h 18"/>
                  <a:gd name="T8" fmla="*/ 0 w 55"/>
                  <a:gd name="T9" fmla="*/ 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"/>
                  <a:gd name="T16" fmla="*/ 0 h 18"/>
                  <a:gd name="T17" fmla="*/ 55 w 55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" h="18">
                    <a:moveTo>
                      <a:pt x="0" y="8"/>
                    </a:moveTo>
                    <a:lnTo>
                      <a:pt x="54" y="0"/>
                    </a:lnTo>
                    <a:lnTo>
                      <a:pt x="54" y="4"/>
                    </a:lnTo>
                    <a:lnTo>
                      <a:pt x="0" y="17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1" name="Freeform 108">
                <a:extLst>
                  <a:ext uri="{FF2B5EF4-FFF2-40B4-BE49-F238E27FC236}">
                    <a16:creationId xmlns:a16="http://schemas.microsoft.com/office/drawing/2014/main" id="{18AFE8DE-4477-BB05-8BA5-A0F9A92DD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" y="1398"/>
                <a:ext cx="29" cy="43"/>
              </a:xfrm>
              <a:custGeom>
                <a:avLst/>
                <a:gdLst>
                  <a:gd name="T0" fmla="*/ 28 w 29"/>
                  <a:gd name="T1" fmla="*/ 32 h 43"/>
                  <a:gd name="T2" fmla="*/ 0 w 29"/>
                  <a:gd name="T3" fmla="*/ 0 h 43"/>
                  <a:gd name="T4" fmla="*/ 0 w 29"/>
                  <a:gd name="T5" fmla="*/ 5 h 43"/>
                  <a:gd name="T6" fmla="*/ 23 w 29"/>
                  <a:gd name="T7" fmla="*/ 42 h 43"/>
                  <a:gd name="T8" fmla="*/ 28 w 29"/>
                  <a:gd name="T9" fmla="*/ 32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3"/>
                  <a:gd name="T17" fmla="*/ 29 w 29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3">
                    <a:moveTo>
                      <a:pt x="28" y="3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2"/>
                    </a:lnTo>
                    <a:lnTo>
                      <a:pt x="28" y="3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2" name="Freeform 109">
                <a:extLst>
                  <a:ext uri="{FF2B5EF4-FFF2-40B4-BE49-F238E27FC236}">
                    <a16:creationId xmlns:a16="http://schemas.microsoft.com/office/drawing/2014/main" id="{ED7F24B4-6B3A-A139-C0F9-566F31983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1494"/>
                <a:ext cx="29" cy="29"/>
              </a:xfrm>
              <a:custGeom>
                <a:avLst/>
                <a:gdLst>
                  <a:gd name="T0" fmla="*/ 13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1 h 29"/>
                  <a:gd name="T14" fmla="*/ 28 w 29"/>
                  <a:gd name="T15" fmla="*/ 18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7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3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3 h 29"/>
                  <a:gd name="T60" fmla="*/ 8 w 29"/>
                  <a:gd name="T61" fmla="*/ 25 h 29"/>
                  <a:gd name="T62" fmla="*/ 11 w 29"/>
                  <a:gd name="T63" fmla="*/ 27 h 29"/>
                  <a:gd name="T64" fmla="*/ 13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3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8" y="18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3"/>
                    </a:lnTo>
                    <a:lnTo>
                      <a:pt x="8" y="25"/>
                    </a:lnTo>
                    <a:lnTo>
                      <a:pt x="11" y="27"/>
                    </a:lnTo>
                    <a:lnTo>
                      <a:pt x="13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3" name="Freeform 110">
                <a:extLst>
                  <a:ext uri="{FF2B5EF4-FFF2-40B4-BE49-F238E27FC236}">
                    <a16:creationId xmlns:a16="http://schemas.microsoft.com/office/drawing/2014/main" id="{6F257F3E-21BB-5BAE-5EF1-844E22AD2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" y="1436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4" name="Freeform 111">
                <a:extLst>
                  <a:ext uri="{FF2B5EF4-FFF2-40B4-BE49-F238E27FC236}">
                    <a16:creationId xmlns:a16="http://schemas.microsoft.com/office/drawing/2014/main" id="{38E76FDF-62F9-F5CC-3DD0-95A9BF39F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" y="1495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4 h 29"/>
                  <a:gd name="T28" fmla="*/ 19 w 29"/>
                  <a:gd name="T29" fmla="*/ 2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6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4"/>
                    </a:lnTo>
                    <a:lnTo>
                      <a:pt x="19" y="2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5" name="Freeform 112">
                <a:extLst>
                  <a:ext uri="{FF2B5EF4-FFF2-40B4-BE49-F238E27FC236}">
                    <a16:creationId xmlns:a16="http://schemas.microsoft.com/office/drawing/2014/main" id="{62489BF0-2D1C-01DA-C487-7AF2AB4E9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1430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6" name="Freeform 113">
                <a:extLst>
                  <a:ext uri="{FF2B5EF4-FFF2-40B4-BE49-F238E27FC236}">
                    <a16:creationId xmlns:a16="http://schemas.microsoft.com/office/drawing/2014/main" id="{4C9960ED-5C94-04AE-618E-94CFAE4C0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" y="1404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7" name="Freeform 114">
                <a:extLst>
                  <a:ext uri="{FF2B5EF4-FFF2-40B4-BE49-F238E27FC236}">
                    <a16:creationId xmlns:a16="http://schemas.microsoft.com/office/drawing/2014/main" id="{9B7824C6-E5F9-9BF9-770B-5057129A5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1345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8" name="Freeform 115">
                <a:extLst>
                  <a:ext uri="{FF2B5EF4-FFF2-40B4-BE49-F238E27FC236}">
                    <a16:creationId xmlns:a16="http://schemas.microsoft.com/office/drawing/2014/main" id="{85921D71-08E4-99C1-F8C9-F313F325C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1430"/>
                <a:ext cx="69" cy="68"/>
              </a:xfrm>
              <a:custGeom>
                <a:avLst/>
                <a:gdLst>
                  <a:gd name="T0" fmla="*/ 10 w 69"/>
                  <a:gd name="T1" fmla="*/ 0 h 68"/>
                  <a:gd name="T2" fmla="*/ 68 w 69"/>
                  <a:gd name="T3" fmla="*/ 59 h 68"/>
                  <a:gd name="T4" fmla="*/ 68 w 69"/>
                  <a:gd name="T5" fmla="*/ 67 h 68"/>
                  <a:gd name="T6" fmla="*/ 0 w 69"/>
                  <a:gd name="T7" fmla="*/ 13 h 68"/>
                  <a:gd name="T8" fmla="*/ 10 w 69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68"/>
                  <a:gd name="T17" fmla="*/ 69 w 69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68">
                    <a:moveTo>
                      <a:pt x="10" y="0"/>
                    </a:moveTo>
                    <a:lnTo>
                      <a:pt x="68" y="59"/>
                    </a:lnTo>
                    <a:lnTo>
                      <a:pt x="68" y="67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099" name="Freeform 116">
                <a:extLst>
                  <a:ext uri="{FF2B5EF4-FFF2-40B4-BE49-F238E27FC236}">
                    <a16:creationId xmlns:a16="http://schemas.microsoft.com/office/drawing/2014/main" id="{B11258AC-49FD-C68F-4063-FD4E32E5C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" y="1435"/>
                <a:ext cx="47" cy="65"/>
              </a:xfrm>
              <a:custGeom>
                <a:avLst/>
                <a:gdLst>
                  <a:gd name="T0" fmla="*/ 36 w 47"/>
                  <a:gd name="T1" fmla="*/ 0 h 65"/>
                  <a:gd name="T2" fmla="*/ 0 w 47"/>
                  <a:gd name="T3" fmla="*/ 51 h 65"/>
                  <a:gd name="T4" fmla="*/ 0 w 47"/>
                  <a:gd name="T5" fmla="*/ 64 h 65"/>
                  <a:gd name="T6" fmla="*/ 46 w 47"/>
                  <a:gd name="T7" fmla="*/ 13 h 65"/>
                  <a:gd name="T8" fmla="*/ 36 w 47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5"/>
                  <a:gd name="T17" fmla="*/ 47 w 47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5">
                    <a:moveTo>
                      <a:pt x="36" y="0"/>
                    </a:moveTo>
                    <a:lnTo>
                      <a:pt x="0" y="51"/>
                    </a:lnTo>
                    <a:lnTo>
                      <a:pt x="0" y="64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0" name="Freeform 117">
                <a:extLst>
                  <a:ext uri="{FF2B5EF4-FFF2-40B4-BE49-F238E27FC236}">
                    <a16:creationId xmlns:a16="http://schemas.microsoft.com/office/drawing/2014/main" id="{535C855B-D13E-5AC8-4DB6-D7B5B5CB4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" y="1431"/>
                <a:ext cx="74" cy="17"/>
              </a:xfrm>
              <a:custGeom>
                <a:avLst/>
                <a:gdLst>
                  <a:gd name="T0" fmla="*/ 67 w 74"/>
                  <a:gd name="T1" fmla="*/ 2 h 17"/>
                  <a:gd name="T2" fmla="*/ 0 w 74"/>
                  <a:gd name="T3" fmla="*/ 0 h 17"/>
                  <a:gd name="T4" fmla="*/ 0 w 74"/>
                  <a:gd name="T5" fmla="*/ 5 h 17"/>
                  <a:gd name="T6" fmla="*/ 73 w 74"/>
                  <a:gd name="T7" fmla="*/ 16 h 17"/>
                  <a:gd name="T8" fmla="*/ 67 w 74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"/>
                  <a:gd name="T16" fmla="*/ 0 h 17"/>
                  <a:gd name="T17" fmla="*/ 74 w 7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" h="17">
                    <a:moveTo>
                      <a:pt x="67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3" y="16"/>
                    </a:lnTo>
                    <a:lnTo>
                      <a:pt x="67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1" name="Freeform 118">
                <a:extLst>
                  <a:ext uri="{FF2B5EF4-FFF2-40B4-BE49-F238E27FC236}">
                    <a16:creationId xmlns:a16="http://schemas.microsoft.com/office/drawing/2014/main" id="{A6BDAB6A-D8FE-1402-7384-C9EBA1BEB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" y="1426"/>
                <a:ext cx="55" cy="18"/>
              </a:xfrm>
              <a:custGeom>
                <a:avLst/>
                <a:gdLst>
                  <a:gd name="T0" fmla="*/ 0 w 55"/>
                  <a:gd name="T1" fmla="*/ 8 h 18"/>
                  <a:gd name="T2" fmla="*/ 54 w 55"/>
                  <a:gd name="T3" fmla="*/ 0 h 18"/>
                  <a:gd name="T4" fmla="*/ 54 w 55"/>
                  <a:gd name="T5" fmla="*/ 4 h 18"/>
                  <a:gd name="T6" fmla="*/ 0 w 55"/>
                  <a:gd name="T7" fmla="*/ 17 h 18"/>
                  <a:gd name="T8" fmla="*/ 0 w 55"/>
                  <a:gd name="T9" fmla="*/ 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"/>
                  <a:gd name="T16" fmla="*/ 0 h 18"/>
                  <a:gd name="T17" fmla="*/ 55 w 55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" h="18">
                    <a:moveTo>
                      <a:pt x="0" y="8"/>
                    </a:moveTo>
                    <a:lnTo>
                      <a:pt x="54" y="0"/>
                    </a:lnTo>
                    <a:lnTo>
                      <a:pt x="54" y="4"/>
                    </a:lnTo>
                    <a:lnTo>
                      <a:pt x="0" y="17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2" name="Freeform 119">
                <a:extLst>
                  <a:ext uri="{FF2B5EF4-FFF2-40B4-BE49-F238E27FC236}">
                    <a16:creationId xmlns:a16="http://schemas.microsoft.com/office/drawing/2014/main" id="{E14E0B69-C5C4-9101-6014-D4DD2265A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" y="1398"/>
                <a:ext cx="29" cy="43"/>
              </a:xfrm>
              <a:custGeom>
                <a:avLst/>
                <a:gdLst>
                  <a:gd name="T0" fmla="*/ 28 w 29"/>
                  <a:gd name="T1" fmla="*/ 32 h 43"/>
                  <a:gd name="T2" fmla="*/ 0 w 29"/>
                  <a:gd name="T3" fmla="*/ 0 h 43"/>
                  <a:gd name="T4" fmla="*/ 0 w 29"/>
                  <a:gd name="T5" fmla="*/ 5 h 43"/>
                  <a:gd name="T6" fmla="*/ 23 w 29"/>
                  <a:gd name="T7" fmla="*/ 42 h 43"/>
                  <a:gd name="T8" fmla="*/ 28 w 29"/>
                  <a:gd name="T9" fmla="*/ 32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3"/>
                  <a:gd name="T17" fmla="*/ 29 w 29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3">
                    <a:moveTo>
                      <a:pt x="28" y="3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2"/>
                    </a:lnTo>
                    <a:lnTo>
                      <a:pt x="28" y="3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3" name="Freeform 120">
                <a:extLst>
                  <a:ext uri="{FF2B5EF4-FFF2-40B4-BE49-F238E27FC236}">
                    <a16:creationId xmlns:a16="http://schemas.microsoft.com/office/drawing/2014/main" id="{1BDACADF-8E3A-DB69-D610-D3B099E75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1494"/>
                <a:ext cx="29" cy="29"/>
              </a:xfrm>
              <a:custGeom>
                <a:avLst/>
                <a:gdLst>
                  <a:gd name="T0" fmla="*/ 13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1 h 29"/>
                  <a:gd name="T14" fmla="*/ 28 w 29"/>
                  <a:gd name="T15" fmla="*/ 18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7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3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3 h 29"/>
                  <a:gd name="T60" fmla="*/ 8 w 29"/>
                  <a:gd name="T61" fmla="*/ 25 h 29"/>
                  <a:gd name="T62" fmla="*/ 11 w 29"/>
                  <a:gd name="T63" fmla="*/ 27 h 29"/>
                  <a:gd name="T64" fmla="*/ 13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3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8" y="18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3"/>
                    </a:lnTo>
                    <a:lnTo>
                      <a:pt x="8" y="25"/>
                    </a:lnTo>
                    <a:lnTo>
                      <a:pt x="11" y="27"/>
                    </a:lnTo>
                    <a:lnTo>
                      <a:pt x="13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4" name="Freeform 121">
                <a:extLst>
                  <a:ext uri="{FF2B5EF4-FFF2-40B4-BE49-F238E27FC236}">
                    <a16:creationId xmlns:a16="http://schemas.microsoft.com/office/drawing/2014/main" id="{6AA0F8E3-A269-8EF6-F9F9-E2AD67FAA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" y="1436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5" name="Freeform 122">
                <a:extLst>
                  <a:ext uri="{FF2B5EF4-FFF2-40B4-BE49-F238E27FC236}">
                    <a16:creationId xmlns:a16="http://schemas.microsoft.com/office/drawing/2014/main" id="{708C233E-3C7C-CA3E-B25D-DEF2877A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" y="1495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4 h 29"/>
                  <a:gd name="T28" fmla="*/ 19 w 29"/>
                  <a:gd name="T29" fmla="*/ 2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6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4"/>
                    </a:lnTo>
                    <a:lnTo>
                      <a:pt x="19" y="2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6" name="Freeform 123">
                <a:extLst>
                  <a:ext uri="{FF2B5EF4-FFF2-40B4-BE49-F238E27FC236}">
                    <a16:creationId xmlns:a16="http://schemas.microsoft.com/office/drawing/2014/main" id="{25D8E91D-AFFA-E923-E9B9-15BDE8532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" y="1247"/>
                <a:ext cx="52" cy="95"/>
              </a:xfrm>
              <a:custGeom>
                <a:avLst/>
                <a:gdLst>
                  <a:gd name="T0" fmla="*/ 9 w 52"/>
                  <a:gd name="T1" fmla="*/ 0 h 95"/>
                  <a:gd name="T2" fmla="*/ 8 w 52"/>
                  <a:gd name="T3" fmla="*/ 0 h 95"/>
                  <a:gd name="T4" fmla="*/ 7 w 52"/>
                  <a:gd name="T5" fmla="*/ 3 h 95"/>
                  <a:gd name="T6" fmla="*/ 6 w 52"/>
                  <a:gd name="T7" fmla="*/ 7 h 95"/>
                  <a:gd name="T8" fmla="*/ 5 w 52"/>
                  <a:gd name="T9" fmla="*/ 12 h 95"/>
                  <a:gd name="T10" fmla="*/ 3 w 52"/>
                  <a:gd name="T11" fmla="*/ 18 h 95"/>
                  <a:gd name="T12" fmla="*/ 1 w 52"/>
                  <a:gd name="T13" fmla="*/ 25 h 95"/>
                  <a:gd name="T14" fmla="*/ 0 w 52"/>
                  <a:gd name="T15" fmla="*/ 33 h 95"/>
                  <a:gd name="T16" fmla="*/ 0 w 52"/>
                  <a:gd name="T17" fmla="*/ 39 h 95"/>
                  <a:gd name="T18" fmla="*/ 0 w 52"/>
                  <a:gd name="T19" fmla="*/ 47 h 95"/>
                  <a:gd name="T20" fmla="*/ 1 w 52"/>
                  <a:gd name="T21" fmla="*/ 54 h 95"/>
                  <a:gd name="T22" fmla="*/ 5 w 52"/>
                  <a:gd name="T23" fmla="*/ 60 h 95"/>
                  <a:gd name="T24" fmla="*/ 9 w 52"/>
                  <a:gd name="T25" fmla="*/ 67 h 95"/>
                  <a:gd name="T26" fmla="*/ 13 w 52"/>
                  <a:gd name="T27" fmla="*/ 73 h 95"/>
                  <a:gd name="T28" fmla="*/ 17 w 52"/>
                  <a:gd name="T29" fmla="*/ 78 h 95"/>
                  <a:gd name="T30" fmla="*/ 20 w 52"/>
                  <a:gd name="T31" fmla="*/ 83 h 95"/>
                  <a:gd name="T32" fmla="*/ 22 w 52"/>
                  <a:gd name="T33" fmla="*/ 88 h 95"/>
                  <a:gd name="T34" fmla="*/ 24 w 52"/>
                  <a:gd name="T35" fmla="*/ 91 h 95"/>
                  <a:gd name="T36" fmla="*/ 28 w 52"/>
                  <a:gd name="T37" fmla="*/ 93 h 95"/>
                  <a:gd name="T38" fmla="*/ 33 w 52"/>
                  <a:gd name="T39" fmla="*/ 94 h 95"/>
                  <a:gd name="T40" fmla="*/ 38 w 52"/>
                  <a:gd name="T41" fmla="*/ 94 h 95"/>
                  <a:gd name="T42" fmla="*/ 43 w 52"/>
                  <a:gd name="T43" fmla="*/ 93 h 95"/>
                  <a:gd name="T44" fmla="*/ 46 w 52"/>
                  <a:gd name="T45" fmla="*/ 92 h 95"/>
                  <a:gd name="T46" fmla="*/ 50 w 52"/>
                  <a:gd name="T47" fmla="*/ 91 h 95"/>
                  <a:gd name="T48" fmla="*/ 51 w 52"/>
                  <a:gd name="T49" fmla="*/ 90 h 95"/>
                  <a:gd name="T50" fmla="*/ 50 w 52"/>
                  <a:gd name="T51" fmla="*/ 90 h 95"/>
                  <a:gd name="T52" fmla="*/ 48 w 52"/>
                  <a:gd name="T53" fmla="*/ 90 h 95"/>
                  <a:gd name="T54" fmla="*/ 46 w 52"/>
                  <a:gd name="T55" fmla="*/ 90 h 95"/>
                  <a:gd name="T56" fmla="*/ 44 w 52"/>
                  <a:gd name="T57" fmla="*/ 89 h 95"/>
                  <a:gd name="T58" fmla="*/ 40 w 52"/>
                  <a:gd name="T59" fmla="*/ 88 h 95"/>
                  <a:gd name="T60" fmla="*/ 38 w 52"/>
                  <a:gd name="T61" fmla="*/ 87 h 95"/>
                  <a:gd name="T62" fmla="*/ 35 w 52"/>
                  <a:gd name="T63" fmla="*/ 84 h 95"/>
                  <a:gd name="T64" fmla="*/ 34 w 52"/>
                  <a:gd name="T65" fmla="*/ 82 h 95"/>
                  <a:gd name="T66" fmla="*/ 30 w 52"/>
                  <a:gd name="T67" fmla="*/ 77 h 95"/>
                  <a:gd name="T68" fmla="*/ 27 w 52"/>
                  <a:gd name="T69" fmla="*/ 73 h 95"/>
                  <a:gd name="T70" fmla="*/ 22 w 52"/>
                  <a:gd name="T71" fmla="*/ 67 h 95"/>
                  <a:gd name="T72" fmla="*/ 17 w 52"/>
                  <a:gd name="T73" fmla="*/ 60 h 95"/>
                  <a:gd name="T74" fmla="*/ 11 w 52"/>
                  <a:gd name="T75" fmla="*/ 53 h 95"/>
                  <a:gd name="T76" fmla="*/ 8 w 52"/>
                  <a:gd name="T77" fmla="*/ 45 h 95"/>
                  <a:gd name="T78" fmla="*/ 5 w 52"/>
                  <a:gd name="T79" fmla="*/ 36 h 95"/>
                  <a:gd name="T80" fmla="*/ 6 w 52"/>
                  <a:gd name="T81" fmla="*/ 27 h 95"/>
                  <a:gd name="T82" fmla="*/ 8 w 52"/>
                  <a:gd name="T83" fmla="*/ 22 h 95"/>
                  <a:gd name="T84" fmla="*/ 10 w 52"/>
                  <a:gd name="T85" fmla="*/ 16 h 95"/>
                  <a:gd name="T86" fmla="*/ 11 w 52"/>
                  <a:gd name="T87" fmla="*/ 13 h 95"/>
                  <a:gd name="T88" fmla="*/ 12 w 52"/>
                  <a:gd name="T89" fmla="*/ 10 h 95"/>
                  <a:gd name="T90" fmla="*/ 13 w 52"/>
                  <a:gd name="T91" fmla="*/ 7 h 95"/>
                  <a:gd name="T92" fmla="*/ 14 w 52"/>
                  <a:gd name="T93" fmla="*/ 5 h 95"/>
                  <a:gd name="T94" fmla="*/ 14 w 52"/>
                  <a:gd name="T95" fmla="*/ 4 h 95"/>
                  <a:gd name="T96" fmla="*/ 15 w 52"/>
                  <a:gd name="T97" fmla="*/ 4 h 95"/>
                  <a:gd name="T98" fmla="*/ 9 w 52"/>
                  <a:gd name="T99" fmla="*/ 0 h 9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52"/>
                  <a:gd name="T151" fmla="*/ 0 h 95"/>
                  <a:gd name="T152" fmla="*/ 52 w 52"/>
                  <a:gd name="T153" fmla="*/ 95 h 95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52" h="95">
                    <a:moveTo>
                      <a:pt x="9" y="0"/>
                    </a:moveTo>
                    <a:lnTo>
                      <a:pt x="8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5" y="12"/>
                    </a:lnTo>
                    <a:lnTo>
                      <a:pt x="3" y="18"/>
                    </a:lnTo>
                    <a:lnTo>
                      <a:pt x="1" y="25"/>
                    </a:lnTo>
                    <a:lnTo>
                      <a:pt x="0" y="33"/>
                    </a:lnTo>
                    <a:lnTo>
                      <a:pt x="0" y="39"/>
                    </a:lnTo>
                    <a:lnTo>
                      <a:pt x="0" y="47"/>
                    </a:lnTo>
                    <a:lnTo>
                      <a:pt x="1" y="54"/>
                    </a:lnTo>
                    <a:lnTo>
                      <a:pt x="5" y="60"/>
                    </a:lnTo>
                    <a:lnTo>
                      <a:pt x="9" y="67"/>
                    </a:lnTo>
                    <a:lnTo>
                      <a:pt x="13" y="73"/>
                    </a:lnTo>
                    <a:lnTo>
                      <a:pt x="17" y="78"/>
                    </a:lnTo>
                    <a:lnTo>
                      <a:pt x="20" y="83"/>
                    </a:lnTo>
                    <a:lnTo>
                      <a:pt x="22" y="88"/>
                    </a:lnTo>
                    <a:lnTo>
                      <a:pt x="24" y="91"/>
                    </a:lnTo>
                    <a:lnTo>
                      <a:pt x="28" y="93"/>
                    </a:lnTo>
                    <a:lnTo>
                      <a:pt x="33" y="94"/>
                    </a:lnTo>
                    <a:lnTo>
                      <a:pt x="38" y="94"/>
                    </a:lnTo>
                    <a:lnTo>
                      <a:pt x="43" y="93"/>
                    </a:lnTo>
                    <a:lnTo>
                      <a:pt x="46" y="92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0" y="90"/>
                    </a:lnTo>
                    <a:lnTo>
                      <a:pt x="48" y="90"/>
                    </a:lnTo>
                    <a:lnTo>
                      <a:pt x="46" y="90"/>
                    </a:lnTo>
                    <a:lnTo>
                      <a:pt x="44" y="89"/>
                    </a:lnTo>
                    <a:lnTo>
                      <a:pt x="40" y="88"/>
                    </a:lnTo>
                    <a:lnTo>
                      <a:pt x="38" y="87"/>
                    </a:lnTo>
                    <a:lnTo>
                      <a:pt x="35" y="84"/>
                    </a:lnTo>
                    <a:lnTo>
                      <a:pt x="34" y="82"/>
                    </a:lnTo>
                    <a:lnTo>
                      <a:pt x="30" y="77"/>
                    </a:lnTo>
                    <a:lnTo>
                      <a:pt x="27" y="73"/>
                    </a:lnTo>
                    <a:lnTo>
                      <a:pt x="22" y="67"/>
                    </a:lnTo>
                    <a:lnTo>
                      <a:pt x="17" y="60"/>
                    </a:lnTo>
                    <a:lnTo>
                      <a:pt x="11" y="53"/>
                    </a:lnTo>
                    <a:lnTo>
                      <a:pt x="8" y="45"/>
                    </a:lnTo>
                    <a:lnTo>
                      <a:pt x="5" y="36"/>
                    </a:lnTo>
                    <a:lnTo>
                      <a:pt x="6" y="27"/>
                    </a:lnTo>
                    <a:lnTo>
                      <a:pt x="8" y="22"/>
                    </a:lnTo>
                    <a:lnTo>
                      <a:pt x="10" y="16"/>
                    </a:lnTo>
                    <a:lnTo>
                      <a:pt x="11" y="13"/>
                    </a:lnTo>
                    <a:lnTo>
                      <a:pt x="12" y="10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4"/>
                    </a:lnTo>
                    <a:lnTo>
                      <a:pt x="15" y="4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7" name="Freeform 124">
                <a:extLst>
                  <a:ext uri="{FF2B5EF4-FFF2-40B4-BE49-F238E27FC236}">
                    <a16:creationId xmlns:a16="http://schemas.microsoft.com/office/drawing/2014/main" id="{E78AF48C-7276-BA88-D062-8861E1953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" y="1304"/>
                <a:ext cx="183" cy="104"/>
              </a:xfrm>
              <a:custGeom>
                <a:avLst/>
                <a:gdLst>
                  <a:gd name="T0" fmla="*/ 22 w 183"/>
                  <a:gd name="T1" fmla="*/ 78 h 104"/>
                  <a:gd name="T2" fmla="*/ 155 w 183"/>
                  <a:gd name="T3" fmla="*/ 103 h 104"/>
                  <a:gd name="T4" fmla="*/ 156 w 183"/>
                  <a:gd name="T5" fmla="*/ 102 h 104"/>
                  <a:gd name="T6" fmla="*/ 159 w 183"/>
                  <a:gd name="T7" fmla="*/ 99 h 104"/>
                  <a:gd name="T8" fmla="*/ 164 w 183"/>
                  <a:gd name="T9" fmla="*/ 96 h 104"/>
                  <a:gd name="T10" fmla="*/ 170 w 183"/>
                  <a:gd name="T11" fmla="*/ 91 h 104"/>
                  <a:gd name="T12" fmla="*/ 175 w 183"/>
                  <a:gd name="T13" fmla="*/ 86 h 104"/>
                  <a:gd name="T14" fmla="*/ 179 w 183"/>
                  <a:gd name="T15" fmla="*/ 81 h 104"/>
                  <a:gd name="T16" fmla="*/ 182 w 183"/>
                  <a:gd name="T17" fmla="*/ 76 h 104"/>
                  <a:gd name="T18" fmla="*/ 182 w 183"/>
                  <a:gd name="T19" fmla="*/ 72 h 104"/>
                  <a:gd name="T20" fmla="*/ 181 w 183"/>
                  <a:gd name="T21" fmla="*/ 66 h 104"/>
                  <a:gd name="T22" fmla="*/ 180 w 183"/>
                  <a:gd name="T23" fmla="*/ 61 h 104"/>
                  <a:gd name="T24" fmla="*/ 179 w 183"/>
                  <a:gd name="T25" fmla="*/ 57 h 104"/>
                  <a:gd name="T26" fmla="*/ 177 w 183"/>
                  <a:gd name="T27" fmla="*/ 54 h 104"/>
                  <a:gd name="T28" fmla="*/ 176 w 183"/>
                  <a:gd name="T29" fmla="*/ 51 h 104"/>
                  <a:gd name="T30" fmla="*/ 172 w 183"/>
                  <a:gd name="T31" fmla="*/ 48 h 104"/>
                  <a:gd name="T32" fmla="*/ 166 w 183"/>
                  <a:gd name="T33" fmla="*/ 47 h 104"/>
                  <a:gd name="T34" fmla="*/ 158 w 183"/>
                  <a:gd name="T35" fmla="*/ 44 h 104"/>
                  <a:gd name="T36" fmla="*/ 150 w 183"/>
                  <a:gd name="T37" fmla="*/ 42 h 104"/>
                  <a:gd name="T38" fmla="*/ 142 w 183"/>
                  <a:gd name="T39" fmla="*/ 36 h 104"/>
                  <a:gd name="T40" fmla="*/ 135 w 183"/>
                  <a:gd name="T41" fmla="*/ 28 h 104"/>
                  <a:gd name="T42" fmla="*/ 126 w 183"/>
                  <a:gd name="T43" fmla="*/ 20 h 104"/>
                  <a:gd name="T44" fmla="*/ 117 w 183"/>
                  <a:gd name="T45" fmla="*/ 12 h 104"/>
                  <a:gd name="T46" fmla="*/ 109 w 183"/>
                  <a:gd name="T47" fmla="*/ 6 h 104"/>
                  <a:gd name="T48" fmla="*/ 99 w 183"/>
                  <a:gd name="T49" fmla="*/ 1 h 104"/>
                  <a:gd name="T50" fmla="*/ 88 w 183"/>
                  <a:gd name="T51" fmla="*/ 0 h 104"/>
                  <a:gd name="T52" fmla="*/ 76 w 183"/>
                  <a:gd name="T53" fmla="*/ 0 h 104"/>
                  <a:gd name="T54" fmla="*/ 63 w 183"/>
                  <a:gd name="T55" fmla="*/ 4 h 104"/>
                  <a:gd name="T56" fmla="*/ 49 w 183"/>
                  <a:gd name="T57" fmla="*/ 8 h 104"/>
                  <a:gd name="T58" fmla="*/ 36 w 183"/>
                  <a:gd name="T59" fmla="*/ 14 h 104"/>
                  <a:gd name="T60" fmla="*/ 25 w 183"/>
                  <a:gd name="T61" fmla="*/ 20 h 104"/>
                  <a:gd name="T62" fmla="*/ 15 w 183"/>
                  <a:gd name="T63" fmla="*/ 26 h 104"/>
                  <a:gd name="T64" fmla="*/ 8 w 183"/>
                  <a:gd name="T65" fmla="*/ 32 h 104"/>
                  <a:gd name="T66" fmla="*/ 5 w 183"/>
                  <a:gd name="T67" fmla="*/ 36 h 104"/>
                  <a:gd name="T68" fmla="*/ 3 w 183"/>
                  <a:gd name="T69" fmla="*/ 40 h 104"/>
                  <a:gd name="T70" fmla="*/ 2 w 183"/>
                  <a:gd name="T71" fmla="*/ 43 h 104"/>
                  <a:gd name="T72" fmla="*/ 0 w 183"/>
                  <a:gd name="T73" fmla="*/ 47 h 104"/>
                  <a:gd name="T74" fmla="*/ 0 w 183"/>
                  <a:gd name="T75" fmla="*/ 50 h 104"/>
                  <a:gd name="T76" fmla="*/ 0 w 183"/>
                  <a:gd name="T77" fmla="*/ 53 h 104"/>
                  <a:gd name="T78" fmla="*/ 0 w 183"/>
                  <a:gd name="T79" fmla="*/ 55 h 104"/>
                  <a:gd name="T80" fmla="*/ 1 w 183"/>
                  <a:gd name="T81" fmla="*/ 58 h 104"/>
                  <a:gd name="T82" fmla="*/ 3 w 183"/>
                  <a:gd name="T83" fmla="*/ 60 h 104"/>
                  <a:gd name="T84" fmla="*/ 5 w 183"/>
                  <a:gd name="T85" fmla="*/ 64 h 104"/>
                  <a:gd name="T86" fmla="*/ 8 w 183"/>
                  <a:gd name="T87" fmla="*/ 66 h 104"/>
                  <a:gd name="T88" fmla="*/ 11 w 183"/>
                  <a:gd name="T89" fmla="*/ 69 h 104"/>
                  <a:gd name="T90" fmla="*/ 14 w 183"/>
                  <a:gd name="T91" fmla="*/ 72 h 104"/>
                  <a:gd name="T92" fmla="*/ 17 w 183"/>
                  <a:gd name="T93" fmla="*/ 75 h 104"/>
                  <a:gd name="T94" fmla="*/ 19 w 183"/>
                  <a:gd name="T95" fmla="*/ 77 h 104"/>
                  <a:gd name="T96" fmla="*/ 21 w 183"/>
                  <a:gd name="T97" fmla="*/ 78 h 104"/>
                  <a:gd name="T98" fmla="*/ 22 w 183"/>
                  <a:gd name="T99" fmla="*/ 78 h 10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83"/>
                  <a:gd name="T151" fmla="*/ 0 h 104"/>
                  <a:gd name="T152" fmla="*/ 183 w 183"/>
                  <a:gd name="T153" fmla="*/ 104 h 10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83" h="104">
                    <a:moveTo>
                      <a:pt x="22" y="78"/>
                    </a:moveTo>
                    <a:lnTo>
                      <a:pt x="155" y="103"/>
                    </a:lnTo>
                    <a:lnTo>
                      <a:pt x="156" y="102"/>
                    </a:lnTo>
                    <a:lnTo>
                      <a:pt x="159" y="99"/>
                    </a:lnTo>
                    <a:lnTo>
                      <a:pt x="164" y="96"/>
                    </a:lnTo>
                    <a:lnTo>
                      <a:pt x="170" y="91"/>
                    </a:lnTo>
                    <a:lnTo>
                      <a:pt x="175" y="86"/>
                    </a:lnTo>
                    <a:lnTo>
                      <a:pt x="179" y="81"/>
                    </a:lnTo>
                    <a:lnTo>
                      <a:pt x="182" y="76"/>
                    </a:lnTo>
                    <a:lnTo>
                      <a:pt x="182" y="72"/>
                    </a:lnTo>
                    <a:lnTo>
                      <a:pt x="181" y="66"/>
                    </a:lnTo>
                    <a:lnTo>
                      <a:pt x="180" y="61"/>
                    </a:lnTo>
                    <a:lnTo>
                      <a:pt x="179" y="57"/>
                    </a:lnTo>
                    <a:lnTo>
                      <a:pt x="177" y="54"/>
                    </a:lnTo>
                    <a:lnTo>
                      <a:pt x="176" y="51"/>
                    </a:lnTo>
                    <a:lnTo>
                      <a:pt x="172" y="48"/>
                    </a:lnTo>
                    <a:lnTo>
                      <a:pt x="166" y="47"/>
                    </a:lnTo>
                    <a:lnTo>
                      <a:pt x="158" y="44"/>
                    </a:lnTo>
                    <a:lnTo>
                      <a:pt x="150" y="42"/>
                    </a:lnTo>
                    <a:lnTo>
                      <a:pt x="142" y="36"/>
                    </a:lnTo>
                    <a:lnTo>
                      <a:pt x="135" y="28"/>
                    </a:lnTo>
                    <a:lnTo>
                      <a:pt x="126" y="20"/>
                    </a:lnTo>
                    <a:lnTo>
                      <a:pt x="117" y="12"/>
                    </a:lnTo>
                    <a:lnTo>
                      <a:pt x="109" y="6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3" y="4"/>
                    </a:lnTo>
                    <a:lnTo>
                      <a:pt x="49" y="8"/>
                    </a:lnTo>
                    <a:lnTo>
                      <a:pt x="36" y="14"/>
                    </a:lnTo>
                    <a:lnTo>
                      <a:pt x="25" y="20"/>
                    </a:lnTo>
                    <a:lnTo>
                      <a:pt x="15" y="26"/>
                    </a:lnTo>
                    <a:lnTo>
                      <a:pt x="8" y="32"/>
                    </a:lnTo>
                    <a:lnTo>
                      <a:pt x="5" y="36"/>
                    </a:lnTo>
                    <a:lnTo>
                      <a:pt x="3" y="40"/>
                    </a:lnTo>
                    <a:lnTo>
                      <a:pt x="2" y="43"/>
                    </a:lnTo>
                    <a:lnTo>
                      <a:pt x="0" y="47"/>
                    </a:lnTo>
                    <a:lnTo>
                      <a:pt x="0" y="50"/>
                    </a:lnTo>
                    <a:lnTo>
                      <a:pt x="0" y="53"/>
                    </a:lnTo>
                    <a:lnTo>
                      <a:pt x="0" y="55"/>
                    </a:lnTo>
                    <a:lnTo>
                      <a:pt x="1" y="58"/>
                    </a:lnTo>
                    <a:lnTo>
                      <a:pt x="3" y="60"/>
                    </a:lnTo>
                    <a:lnTo>
                      <a:pt x="5" y="64"/>
                    </a:lnTo>
                    <a:lnTo>
                      <a:pt x="8" y="66"/>
                    </a:lnTo>
                    <a:lnTo>
                      <a:pt x="11" y="69"/>
                    </a:lnTo>
                    <a:lnTo>
                      <a:pt x="14" y="72"/>
                    </a:lnTo>
                    <a:lnTo>
                      <a:pt x="17" y="75"/>
                    </a:lnTo>
                    <a:lnTo>
                      <a:pt x="19" y="77"/>
                    </a:lnTo>
                    <a:lnTo>
                      <a:pt x="21" y="78"/>
                    </a:lnTo>
                    <a:lnTo>
                      <a:pt x="22" y="7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8" name="Freeform 125">
                <a:extLst>
                  <a:ext uri="{FF2B5EF4-FFF2-40B4-BE49-F238E27FC236}">
                    <a16:creationId xmlns:a16="http://schemas.microsoft.com/office/drawing/2014/main" id="{08DD6010-EFE0-32D1-4499-937552574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" y="1181"/>
                <a:ext cx="691" cy="242"/>
              </a:xfrm>
              <a:custGeom>
                <a:avLst/>
                <a:gdLst>
                  <a:gd name="T0" fmla="*/ 485 w 691"/>
                  <a:gd name="T1" fmla="*/ 0 h 242"/>
                  <a:gd name="T2" fmla="*/ 0 w 691"/>
                  <a:gd name="T3" fmla="*/ 133 h 242"/>
                  <a:gd name="T4" fmla="*/ 245 w 691"/>
                  <a:gd name="T5" fmla="*/ 241 h 242"/>
                  <a:gd name="T6" fmla="*/ 690 w 691"/>
                  <a:gd name="T7" fmla="*/ 129 h 242"/>
                  <a:gd name="T8" fmla="*/ 485 w 691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1"/>
                  <a:gd name="T16" fmla="*/ 0 h 242"/>
                  <a:gd name="T17" fmla="*/ 691 w 691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1" h="242">
                    <a:moveTo>
                      <a:pt x="485" y="0"/>
                    </a:moveTo>
                    <a:lnTo>
                      <a:pt x="0" y="133"/>
                    </a:lnTo>
                    <a:lnTo>
                      <a:pt x="245" y="241"/>
                    </a:lnTo>
                    <a:lnTo>
                      <a:pt x="690" y="129"/>
                    </a:lnTo>
                    <a:lnTo>
                      <a:pt x="485" y="0"/>
                    </a:lnTo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09" name="Freeform 126">
                <a:extLst>
                  <a:ext uri="{FF2B5EF4-FFF2-40B4-BE49-F238E27FC236}">
                    <a16:creationId xmlns:a16="http://schemas.microsoft.com/office/drawing/2014/main" id="{D9C60433-58DD-FAD5-0D2B-2C28DE2BC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" y="1062"/>
                <a:ext cx="199" cy="215"/>
              </a:xfrm>
              <a:custGeom>
                <a:avLst/>
                <a:gdLst>
                  <a:gd name="T0" fmla="*/ 29 w 199"/>
                  <a:gd name="T1" fmla="*/ 20 h 215"/>
                  <a:gd name="T2" fmla="*/ 36 w 199"/>
                  <a:gd name="T3" fmla="*/ 34 h 215"/>
                  <a:gd name="T4" fmla="*/ 46 w 199"/>
                  <a:gd name="T5" fmla="*/ 54 h 215"/>
                  <a:gd name="T6" fmla="*/ 54 w 199"/>
                  <a:gd name="T7" fmla="*/ 74 h 215"/>
                  <a:gd name="T8" fmla="*/ 58 w 199"/>
                  <a:gd name="T9" fmla="*/ 89 h 215"/>
                  <a:gd name="T10" fmla="*/ 64 w 199"/>
                  <a:gd name="T11" fmla="*/ 104 h 215"/>
                  <a:gd name="T12" fmla="*/ 70 w 199"/>
                  <a:gd name="T13" fmla="*/ 118 h 215"/>
                  <a:gd name="T14" fmla="*/ 77 w 199"/>
                  <a:gd name="T15" fmla="*/ 129 h 215"/>
                  <a:gd name="T16" fmla="*/ 85 w 199"/>
                  <a:gd name="T17" fmla="*/ 134 h 215"/>
                  <a:gd name="T18" fmla="*/ 105 w 199"/>
                  <a:gd name="T19" fmla="*/ 149 h 215"/>
                  <a:gd name="T20" fmla="*/ 129 w 199"/>
                  <a:gd name="T21" fmla="*/ 168 h 215"/>
                  <a:gd name="T22" fmla="*/ 147 w 199"/>
                  <a:gd name="T23" fmla="*/ 183 h 215"/>
                  <a:gd name="T24" fmla="*/ 150 w 199"/>
                  <a:gd name="T25" fmla="*/ 185 h 215"/>
                  <a:gd name="T26" fmla="*/ 153 w 199"/>
                  <a:gd name="T27" fmla="*/ 184 h 215"/>
                  <a:gd name="T28" fmla="*/ 158 w 199"/>
                  <a:gd name="T29" fmla="*/ 184 h 215"/>
                  <a:gd name="T30" fmla="*/ 164 w 199"/>
                  <a:gd name="T31" fmla="*/ 184 h 215"/>
                  <a:gd name="T32" fmla="*/ 170 w 199"/>
                  <a:gd name="T33" fmla="*/ 187 h 215"/>
                  <a:gd name="T34" fmla="*/ 179 w 199"/>
                  <a:gd name="T35" fmla="*/ 191 h 215"/>
                  <a:gd name="T36" fmla="*/ 188 w 199"/>
                  <a:gd name="T37" fmla="*/ 197 h 215"/>
                  <a:gd name="T38" fmla="*/ 196 w 199"/>
                  <a:gd name="T39" fmla="*/ 203 h 215"/>
                  <a:gd name="T40" fmla="*/ 198 w 199"/>
                  <a:gd name="T41" fmla="*/ 208 h 215"/>
                  <a:gd name="T42" fmla="*/ 194 w 199"/>
                  <a:gd name="T43" fmla="*/ 212 h 215"/>
                  <a:gd name="T44" fmla="*/ 185 w 199"/>
                  <a:gd name="T45" fmla="*/ 214 h 215"/>
                  <a:gd name="T46" fmla="*/ 174 w 199"/>
                  <a:gd name="T47" fmla="*/ 213 h 215"/>
                  <a:gd name="T48" fmla="*/ 162 w 199"/>
                  <a:gd name="T49" fmla="*/ 209 h 215"/>
                  <a:gd name="T50" fmla="*/ 154 w 199"/>
                  <a:gd name="T51" fmla="*/ 206 h 215"/>
                  <a:gd name="T52" fmla="*/ 149 w 199"/>
                  <a:gd name="T53" fmla="*/ 204 h 215"/>
                  <a:gd name="T54" fmla="*/ 145 w 199"/>
                  <a:gd name="T55" fmla="*/ 204 h 215"/>
                  <a:gd name="T56" fmla="*/ 140 w 199"/>
                  <a:gd name="T57" fmla="*/ 204 h 215"/>
                  <a:gd name="T58" fmla="*/ 127 w 199"/>
                  <a:gd name="T59" fmla="*/ 199 h 215"/>
                  <a:gd name="T60" fmla="*/ 107 w 199"/>
                  <a:gd name="T61" fmla="*/ 190 h 215"/>
                  <a:gd name="T62" fmla="*/ 89 w 199"/>
                  <a:gd name="T63" fmla="*/ 181 h 215"/>
                  <a:gd name="T64" fmla="*/ 77 w 199"/>
                  <a:gd name="T65" fmla="*/ 172 h 215"/>
                  <a:gd name="T66" fmla="*/ 62 w 199"/>
                  <a:gd name="T67" fmla="*/ 159 h 215"/>
                  <a:gd name="T68" fmla="*/ 45 w 199"/>
                  <a:gd name="T69" fmla="*/ 141 h 215"/>
                  <a:gd name="T70" fmla="*/ 29 w 199"/>
                  <a:gd name="T71" fmla="*/ 120 h 215"/>
                  <a:gd name="T72" fmla="*/ 18 w 199"/>
                  <a:gd name="T73" fmla="*/ 100 h 215"/>
                  <a:gd name="T74" fmla="*/ 12 w 199"/>
                  <a:gd name="T75" fmla="*/ 78 h 215"/>
                  <a:gd name="T76" fmla="*/ 9 w 199"/>
                  <a:gd name="T77" fmla="*/ 59 h 215"/>
                  <a:gd name="T78" fmla="*/ 7 w 199"/>
                  <a:gd name="T79" fmla="*/ 44 h 215"/>
                  <a:gd name="T80" fmla="*/ 6 w 199"/>
                  <a:gd name="T81" fmla="*/ 33 h 215"/>
                  <a:gd name="T82" fmla="*/ 4 w 199"/>
                  <a:gd name="T83" fmla="*/ 22 h 215"/>
                  <a:gd name="T84" fmla="*/ 1 w 199"/>
                  <a:gd name="T85" fmla="*/ 11 h 215"/>
                  <a:gd name="T86" fmla="*/ 0 w 199"/>
                  <a:gd name="T87" fmla="*/ 2 h 215"/>
                  <a:gd name="T88" fmla="*/ 29 w 199"/>
                  <a:gd name="T89" fmla="*/ 17 h 21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9"/>
                  <a:gd name="T136" fmla="*/ 0 h 215"/>
                  <a:gd name="T137" fmla="*/ 199 w 199"/>
                  <a:gd name="T138" fmla="*/ 215 h 21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9" h="215">
                    <a:moveTo>
                      <a:pt x="29" y="17"/>
                    </a:moveTo>
                    <a:lnTo>
                      <a:pt x="29" y="20"/>
                    </a:lnTo>
                    <a:lnTo>
                      <a:pt x="32" y="25"/>
                    </a:lnTo>
                    <a:lnTo>
                      <a:pt x="36" y="34"/>
                    </a:lnTo>
                    <a:lnTo>
                      <a:pt x="40" y="43"/>
                    </a:lnTo>
                    <a:lnTo>
                      <a:pt x="46" y="54"/>
                    </a:lnTo>
                    <a:lnTo>
                      <a:pt x="50" y="65"/>
                    </a:lnTo>
                    <a:lnTo>
                      <a:pt x="54" y="74"/>
                    </a:lnTo>
                    <a:lnTo>
                      <a:pt x="57" y="82"/>
                    </a:lnTo>
                    <a:lnTo>
                      <a:pt x="58" y="89"/>
                    </a:lnTo>
                    <a:lnTo>
                      <a:pt x="61" y="95"/>
                    </a:lnTo>
                    <a:lnTo>
                      <a:pt x="64" y="104"/>
                    </a:lnTo>
                    <a:lnTo>
                      <a:pt x="68" y="112"/>
                    </a:lnTo>
                    <a:lnTo>
                      <a:pt x="70" y="118"/>
                    </a:lnTo>
                    <a:lnTo>
                      <a:pt x="74" y="124"/>
                    </a:lnTo>
                    <a:lnTo>
                      <a:pt x="77" y="129"/>
                    </a:lnTo>
                    <a:lnTo>
                      <a:pt x="80" y="130"/>
                    </a:lnTo>
                    <a:lnTo>
                      <a:pt x="85" y="134"/>
                    </a:lnTo>
                    <a:lnTo>
                      <a:pt x="94" y="141"/>
                    </a:lnTo>
                    <a:lnTo>
                      <a:pt x="105" y="149"/>
                    </a:lnTo>
                    <a:lnTo>
                      <a:pt x="117" y="159"/>
                    </a:lnTo>
                    <a:lnTo>
                      <a:pt x="129" y="168"/>
                    </a:lnTo>
                    <a:lnTo>
                      <a:pt x="139" y="177"/>
                    </a:lnTo>
                    <a:lnTo>
                      <a:pt x="147" y="183"/>
                    </a:lnTo>
                    <a:lnTo>
                      <a:pt x="150" y="185"/>
                    </a:lnTo>
                    <a:lnTo>
                      <a:pt x="151" y="184"/>
                    </a:lnTo>
                    <a:lnTo>
                      <a:pt x="153" y="184"/>
                    </a:lnTo>
                    <a:lnTo>
                      <a:pt x="156" y="184"/>
                    </a:lnTo>
                    <a:lnTo>
                      <a:pt x="158" y="184"/>
                    </a:lnTo>
                    <a:lnTo>
                      <a:pt x="161" y="184"/>
                    </a:lnTo>
                    <a:lnTo>
                      <a:pt x="164" y="184"/>
                    </a:lnTo>
                    <a:lnTo>
                      <a:pt x="167" y="185"/>
                    </a:lnTo>
                    <a:lnTo>
                      <a:pt x="170" y="187"/>
                    </a:lnTo>
                    <a:lnTo>
                      <a:pt x="174" y="189"/>
                    </a:lnTo>
                    <a:lnTo>
                      <a:pt x="179" y="191"/>
                    </a:lnTo>
                    <a:lnTo>
                      <a:pt x="184" y="194"/>
                    </a:lnTo>
                    <a:lnTo>
                      <a:pt x="188" y="197"/>
                    </a:lnTo>
                    <a:lnTo>
                      <a:pt x="192" y="200"/>
                    </a:lnTo>
                    <a:lnTo>
                      <a:pt x="196" y="203"/>
                    </a:lnTo>
                    <a:lnTo>
                      <a:pt x="198" y="207"/>
                    </a:lnTo>
                    <a:lnTo>
                      <a:pt x="198" y="208"/>
                    </a:lnTo>
                    <a:lnTo>
                      <a:pt x="197" y="211"/>
                    </a:lnTo>
                    <a:lnTo>
                      <a:pt x="194" y="212"/>
                    </a:lnTo>
                    <a:lnTo>
                      <a:pt x="190" y="213"/>
                    </a:lnTo>
                    <a:lnTo>
                      <a:pt x="185" y="214"/>
                    </a:lnTo>
                    <a:lnTo>
                      <a:pt x="180" y="214"/>
                    </a:lnTo>
                    <a:lnTo>
                      <a:pt x="174" y="213"/>
                    </a:lnTo>
                    <a:lnTo>
                      <a:pt x="168" y="211"/>
                    </a:lnTo>
                    <a:lnTo>
                      <a:pt x="162" y="209"/>
                    </a:lnTo>
                    <a:lnTo>
                      <a:pt x="157" y="208"/>
                    </a:lnTo>
                    <a:lnTo>
                      <a:pt x="154" y="206"/>
                    </a:lnTo>
                    <a:lnTo>
                      <a:pt x="151" y="205"/>
                    </a:lnTo>
                    <a:lnTo>
                      <a:pt x="149" y="204"/>
                    </a:lnTo>
                    <a:lnTo>
                      <a:pt x="147" y="204"/>
                    </a:lnTo>
                    <a:lnTo>
                      <a:pt x="145" y="204"/>
                    </a:lnTo>
                    <a:lnTo>
                      <a:pt x="144" y="204"/>
                    </a:lnTo>
                    <a:lnTo>
                      <a:pt x="140" y="204"/>
                    </a:lnTo>
                    <a:lnTo>
                      <a:pt x="134" y="202"/>
                    </a:lnTo>
                    <a:lnTo>
                      <a:pt x="127" y="199"/>
                    </a:lnTo>
                    <a:lnTo>
                      <a:pt x="117" y="195"/>
                    </a:lnTo>
                    <a:lnTo>
                      <a:pt x="107" y="190"/>
                    </a:lnTo>
                    <a:lnTo>
                      <a:pt x="98" y="185"/>
                    </a:lnTo>
                    <a:lnTo>
                      <a:pt x="89" y="181"/>
                    </a:lnTo>
                    <a:lnTo>
                      <a:pt x="83" y="177"/>
                    </a:lnTo>
                    <a:lnTo>
                      <a:pt x="77" y="172"/>
                    </a:lnTo>
                    <a:lnTo>
                      <a:pt x="69" y="166"/>
                    </a:lnTo>
                    <a:lnTo>
                      <a:pt x="62" y="159"/>
                    </a:lnTo>
                    <a:lnTo>
                      <a:pt x="53" y="150"/>
                    </a:lnTo>
                    <a:lnTo>
                      <a:pt x="45" y="141"/>
                    </a:lnTo>
                    <a:lnTo>
                      <a:pt x="36" y="130"/>
                    </a:lnTo>
                    <a:lnTo>
                      <a:pt x="29" y="120"/>
                    </a:lnTo>
                    <a:lnTo>
                      <a:pt x="23" y="110"/>
                    </a:lnTo>
                    <a:lnTo>
                      <a:pt x="18" y="100"/>
                    </a:lnTo>
                    <a:lnTo>
                      <a:pt x="15" y="89"/>
                    </a:lnTo>
                    <a:lnTo>
                      <a:pt x="12" y="78"/>
                    </a:lnTo>
                    <a:lnTo>
                      <a:pt x="10" y="69"/>
                    </a:lnTo>
                    <a:lnTo>
                      <a:pt x="9" y="59"/>
                    </a:lnTo>
                    <a:lnTo>
                      <a:pt x="7" y="51"/>
                    </a:lnTo>
                    <a:lnTo>
                      <a:pt x="7" y="44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5" y="28"/>
                    </a:lnTo>
                    <a:lnTo>
                      <a:pt x="4" y="22"/>
                    </a:lnTo>
                    <a:lnTo>
                      <a:pt x="2" y="16"/>
                    </a:lnTo>
                    <a:lnTo>
                      <a:pt x="1" y="11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9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0" name="Freeform 127">
                <a:extLst>
                  <a:ext uri="{FF2B5EF4-FFF2-40B4-BE49-F238E27FC236}">
                    <a16:creationId xmlns:a16="http://schemas.microsoft.com/office/drawing/2014/main" id="{A7D97111-38D7-30A7-D5F8-423DF15AC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" y="1061"/>
                <a:ext cx="214" cy="212"/>
              </a:xfrm>
              <a:custGeom>
                <a:avLst/>
                <a:gdLst>
                  <a:gd name="T0" fmla="*/ 39 w 214"/>
                  <a:gd name="T1" fmla="*/ 19 h 212"/>
                  <a:gd name="T2" fmla="*/ 44 w 214"/>
                  <a:gd name="T3" fmla="*/ 32 h 212"/>
                  <a:gd name="T4" fmla="*/ 51 w 214"/>
                  <a:gd name="T5" fmla="*/ 52 h 212"/>
                  <a:gd name="T6" fmla="*/ 58 w 214"/>
                  <a:gd name="T7" fmla="*/ 71 h 212"/>
                  <a:gd name="T8" fmla="*/ 62 w 214"/>
                  <a:gd name="T9" fmla="*/ 86 h 212"/>
                  <a:gd name="T10" fmla="*/ 71 w 214"/>
                  <a:gd name="T11" fmla="*/ 101 h 212"/>
                  <a:gd name="T12" fmla="*/ 82 w 214"/>
                  <a:gd name="T13" fmla="*/ 116 h 212"/>
                  <a:gd name="T14" fmla="*/ 91 w 214"/>
                  <a:gd name="T15" fmla="*/ 126 h 212"/>
                  <a:gd name="T16" fmla="*/ 100 w 214"/>
                  <a:gd name="T17" fmla="*/ 131 h 212"/>
                  <a:gd name="T18" fmla="*/ 120 w 214"/>
                  <a:gd name="T19" fmla="*/ 146 h 212"/>
                  <a:gd name="T20" fmla="*/ 144 w 214"/>
                  <a:gd name="T21" fmla="*/ 166 h 212"/>
                  <a:gd name="T22" fmla="*/ 161 w 214"/>
                  <a:gd name="T23" fmla="*/ 181 h 212"/>
                  <a:gd name="T24" fmla="*/ 165 w 214"/>
                  <a:gd name="T25" fmla="*/ 182 h 212"/>
                  <a:gd name="T26" fmla="*/ 168 w 214"/>
                  <a:gd name="T27" fmla="*/ 181 h 212"/>
                  <a:gd name="T28" fmla="*/ 173 w 214"/>
                  <a:gd name="T29" fmla="*/ 181 h 212"/>
                  <a:gd name="T30" fmla="*/ 178 w 214"/>
                  <a:gd name="T31" fmla="*/ 181 h 212"/>
                  <a:gd name="T32" fmla="*/ 185 w 214"/>
                  <a:gd name="T33" fmla="*/ 184 h 212"/>
                  <a:gd name="T34" fmla="*/ 194 w 214"/>
                  <a:gd name="T35" fmla="*/ 188 h 212"/>
                  <a:gd name="T36" fmla="*/ 203 w 214"/>
                  <a:gd name="T37" fmla="*/ 194 h 212"/>
                  <a:gd name="T38" fmla="*/ 211 w 214"/>
                  <a:gd name="T39" fmla="*/ 200 h 212"/>
                  <a:gd name="T40" fmla="*/ 213 w 214"/>
                  <a:gd name="T41" fmla="*/ 206 h 212"/>
                  <a:gd name="T42" fmla="*/ 208 w 214"/>
                  <a:gd name="T43" fmla="*/ 210 h 212"/>
                  <a:gd name="T44" fmla="*/ 200 w 214"/>
                  <a:gd name="T45" fmla="*/ 211 h 212"/>
                  <a:gd name="T46" fmla="*/ 189 w 214"/>
                  <a:gd name="T47" fmla="*/ 210 h 212"/>
                  <a:gd name="T48" fmla="*/ 177 w 214"/>
                  <a:gd name="T49" fmla="*/ 206 h 212"/>
                  <a:gd name="T50" fmla="*/ 169 w 214"/>
                  <a:gd name="T51" fmla="*/ 203 h 212"/>
                  <a:gd name="T52" fmla="*/ 164 w 214"/>
                  <a:gd name="T53" fmla="*/ 201 h 212"/>
                  <a:gd name="T54" fmla="*/ 160 w 214"/>
                  <a:gd name="T55" fmla="*/ 201 h 212"/>
                  <a:gd name="T56" fmla="*/ 155 w 214"/>
                  <a:gd name="T57" fmla="*/ 201 h 212"/>
                  <a:gd name="T58" fmla="*/ 142 w 214"/>
                  <a:gd name="T59" fmla="*/ 197 h 212"/>
                  <a:gd name="T60" fmla="*/ 122 w 214"/>
                  <a:gd name="T61" fmla="*/ 187 h 212"/>
                  <a:gd name="T62" fmla="*/ 104 w 214"/>
                  <a:gd name="T63" fmla="*/ 179 h 212"/>
                  <a:gd name="T64" fmla="*/ 92 w 214"/>
                  <a:gd name="T65" fmla="*/ 170 h 212"/>
                  <a:gd name="T66" fmla="*/ 76 w 214"/>
                  <a:gd name="T67" fmla="*/ 157 h 212"/>
                  <a:gd name="T68" fmla="*/ 59 w 214"/>
                  <a:gd name="T69" fmla="*/ 138 h 212"/>
                  <a:gd name="T70" fmla="*/ 44 w 214"/>
                  <a:gd name="T71" fmla="*/ 118 h 212"/>
                  <a:gd name="T72" fmla="*/ 32 w 214"/>
                  <a:gd name="T73" fmla="*/ 96 h 212"/>
                  <a:gd name="T74" fmla="*/ 19 w 214"/>
                  <a:gd name="T75" fmla="*/ 69 h 212"/>
                  <a:gd name="T76" fmla="*/ 8 w 214"/>
                  <a:gd name="T77" fmla="*/ 41 h 212"/>
                  <a:gd name="T78" fmla="*/ 1 w 214"/>
                  <a:gd name="T79" fmla="*/ 19 h 212"/>
                  <a:gd name="T80" fmla="*/ 0 w 214"/>
                  <a:gd name="T81" fmla="*/ 8 h 212"/>
                  <a:gd name="T82" fmla="*/ 2 w 214"/>
                  <a:gd name="T83" fmla="*/ 4 h 212"/>
                  <a:gd name="T84" fmla="*/ 5 w 214"/>
                  <a:gd name="T85" fmla="*/ 2 h 212"/>
                  <a:gd name="T86" fmla="*/ 10 w 214"/>
                  <a:gd name="T87" fmla="*/ 1 h 212"/>
                  <a:gd name="T88" fmla="*/ 38 w 214"/>
                  <a:gd name="T89" fmla="*/ 17 h 21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4"/>
                  <a:gd name="T136" fmla="*/ 0 h 212"/>
                  <a:gd name="T137" fmla="*/ 214 w 214"/>
                  <a:gd name="T138" fmla="*/ 212 h 21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4" h="212">
                    <a:moveTo>
                      <a:pt x="38" y="17"/>
                    </a:moveTo>
                    <a:lnTo>
                      <a:pt x="39" y="19"/>
                    </a:lnTo>
                    <a:lnTo>
                      <a:pt x="41" y="24"/>
                    </a:lnTo>
                    <a:lnTo>
                      <a:pt x="44" y="32"/>
                    </a:lnTo>
                    <a:lnTo>
                      <a:pt x="47" y="41"/>
                    </a:lnTo>
                    <a:lnTo>
                      <a:pt x="51" y="52"/>
                    </a:lnTo>
                    <a:lnTo>
                      <a:pt x="54" y="62"/>
                    </a:lnTo>
                    <a:lnTo>
                      <a:pt x="58" y="71"/>
                    </a:lnTo>
                    <a:lnTo>
                      <a:pt x="59" y="79"/>
                    </a:lnTo>
                    <a:lnTo>
                      <a:pt x="62" y="86"/>
                    </a:lnTo>
                    <a:lnTo>
                      <a:pt x="66" y="93"/>
                    </a:lnTo>
                    <a:lnTo>
                      <a:pt x="71" y="101"/>
                    </a:lnTo>
                    <a:lnTo>
                      <a:pt x="76" y="109"/>
                    </a:lnTo>
                    <a:lnTo>
                      <a:pt x="82" y="116"/>
                    </a:lnTo>
                    <a:lnTo>
                      <a:pt x="87" y="122"/>
                    </a:lnTo>
                    <a:lnTo>
                      <a:pt x="91" y="126"/>
                    </a:lnTo>
                    <a:lnTo>
                      <a:pt x="94" y="128"/>
                    </a:lnTo>
                    <a:lnTo>
                      <a:pt x="100" y="131"/>
                    </a:lnTo>
                    <a:lnTo>
                      <a:pt x="108" y="138"/>
                    </a:lnTo>
                    <a:lnTo>
                      <a:pt x="120" y="146"/>
                    </a:lnTo>
                    <a:lnTo>
                      <a:pt x="132" y="157"/>
                    </a:lnTo>
                    <a:lnTo>
                      <a:pt x="144" y="166"/>
                    </a:lnTo>
                    <a:lnTo>
                      <a:pt x="154" y="175"/>
                    </a:lnTo>
                    <a:lnTo>
                      <a:pt x="161" y="181"/>
                    </a:lnTo>
                    <a:lnTo>
                      <a:pt x="165" y="182"/>
                    </a:lnTo>
                    <a:lnTo>
                      <a:pt x="166" y="182"/>
                    </a:lnTo>
                    <a:lnTo>
                      <a:pt x="168" y="181"/>
                    </a:lnTo>
                    <a:lnTo>
                      <a:pt x="170" y="181"/>
                    </a:lnTo>
                    <a:lnTo>
                      <a:pt x="173" y="181"/>
                    </a:lnTo>
                    <a:lnTo>
                      <a:pt x="176" y="181"/>
                    </a:lnTo>
                    <a:lnTo>
                      <a:pt x="178" y="181"/>
                    </a:lnTo>
                    <a:lnTo>
                      <a:pt x="182" y="182"/>
                    </a:lnTo>
                    <a:lnTo>
                      <a:pt x="185" y="184"/>
                    </a:lnTo>
                    <a:lnTo>
                      <a:pt x="189" y="187"/>
                    </a:lnTo>
                    <a:lnTo>
                      <a:pt x="194" y="188"/>
                    </a:lnTo>
                    <a:lnTo>
                      <a:pt x="199" y="192"/>
                    </a:lnTo>
                    <a:lnTo>
                      <a:pt x="203" y="194"/>
                    </a:lnTo>
                    <a:lnTo>
                      <a:pt x="207" y="198"/>
                    </a:lnTo>
                    <a:lnTo>
                      <a:pt x="211" y="200"/>
                    </a:lnTo>
                    <a:lnTo>
                      <a:pt x="213" y="204"/>
                    </a:lnTo>
                    <a:lnTo>
                      <a:pt x="213" y="206"/>
                    </a:lnTo>
                    <a:lnTo>
                      <a:pt x="211" y="208"/>
                    </a:lnTo>
                    <a:lnTo>
                      <a:pt x="208" y="210"/>
                    </a:lnTo>
                    <a:lnTo>
                      <a:pt x="205" y="211"/>
                    </a:lnTo>
                    <a:lnTo>
                      <a:pt x="200" y="211"/>
                    </a:lnTo>
                    <a:lnTo>
                      <a:pt x="195" y="211"/>
                    </a:lnTo>
                    <a:lnTo>
                      <a:pt x="189" y="210"/>
                    </a:lnTo>
                    <a:lnTo>
                      <a:pt x="183" y="208"/>
                    </a:lnTo>
                    <a:lnTo>
                      <a:pt x="177" y="206"/>
                    </a:lnTo>
                    <a:lnTo>
                      <a:pt x="172" y="205"/>
                    </a:lnTo>
                    <a:lnTo>
                      <a:pt x="169" y="203"/>
                    </a:lnTo>
                    <a:lnTo>
                      <a:pt x="165" y="202"/>
                    </a:lnTo>
                    <a:lnTo>
                      <a:pt x="164" y="201"/>
                    </a:lnTo>
                    <a:lnTo>
                      <a:pt x="161" y="201"/>
                    </a:lnTo>
                    <a:lnTo>
                      <a:pt x="160" y="201"/>
                    </a:lnTo>
                    <a:lnTo>
                      <a:pt x="159" y="202"/>
                    </a:lnTo>
                    <a:lnTo>
                      <a:pt x="155" y="201"/>
                    </a:lnTo>
                    <a:lnTo>
                      <a:pt x="149" y="199"/>
                    </a:lnTo>
                    <a:lnTo>
                      <a:pt x="142" y="197"/>
                    </a:lnTo>
                    <a:lnTo>
                      <a:pt x="132" y="193"/>
                    </a:lnTo>
                    <a:lnTo>
                      <a:pt x="122" y="187"/>
                    </a:lnTo>
                    <a:lnTo>
                      <a:pt x="112" y="183"/>
                    </a:lnTo>
                    <a:lnTo>
                      <a:pt x="104" y="179"/>
                    </a:lnTo>
                    <a:lnTo>
                      <a:pt x="98" y="175"/>
                    </a:lnTo>
                    <a:lnTo>
                      <a:pt x="92" y="170"/>
                    </a:lnTo>
                    <a:lnTo>
                      <a:pt x="84" y="164"/>
                    </a:lnTo>
                    <a:lnTo>
                      <a:pt x="76" y="157"/>
                    </a:lnTo>
                    <a:lnTo>
                      <a:pt x="68" y="147"/>
                    </a:lnTo>
                    <a:lnTo>
                      <a:pt x="59" y="138"/>
                    </a:lnTo>
                    <a:lnTo>
                      <a:pt x="51" y="128"/>
                    </a:lnTo>
                    <a:lnTo>
                      <a:pt x="44" y="118"/>
                    </a:lnTo>
                    <a:lnTo>
                      <a:pt x="38" y="107"/>
                    </a:lnTo>
                    <a:lnTo>
                      <a:pt x="32" y="96"/>
                    </a:lnTo>
                    <a:lnTo>
                      <a:pt x="26" y="83"/>
                    </a:lnTo>
                    <a:lnTo>
                      <a:pt x="19" y="69"/>
                    </a:lnTo>
                    <a:lnTo>
                      <a:pt x="13" y="54"/>
                    </a:lnTo>
                    <a:lnTo>
                      <a:pt x="8" y="41"/>
                    </a:lnTo>
                    <a:lnTo>
                      <a:pt x="4" y="29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3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1" name="Freeform 128">
                <a:extLst>
                  <a:ext uri="{FF2B5EF4-FFF2-40B4-BE49-F238E27FC236}">
                    <a16:creationId xmlns:a16="http://schemas.microsoft.com/office/drawing/2014/main" id="{722791BA-2E15-740D-D100-3E01903D9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" y="1325"/>
                <a:ext cx="221" cy="406"/>
              </a:xfrm>
              <a:custGeom>
                <a:avLst/>
                <a:gdLst>
                  <a:gd name="T0" fmla="*/ 220 w 221"/>
                  <a:gd name="T1" fmla="*/ 405 h 406"/>
                  <a:gd name="T2" fmla="*/ 220 w 221"/>
                  <a:gd name="T3" fmla="*/ 109 h 406"/>
                  <a:gd name="T4" fmla="*/ 0 w 221"/>
                  <a:gd name="T5" fmla="*/ 0 h 406"/>
                  <a:gd name="T6" fmla="*/ 0 w 221"/>
                  <a:gd name="T7" fmla="*/ 276 h 406"/>
                  <a:gd name="T8" fmla="*/ 220 w 221"/>
                  <a:gd name="T9" fmla="*/ 405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"/>
                  <a:gd name="T16" fmla="*/ 0 h 406"/>
                  <a:gd name="T17" fmla="*/ 221 w 221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" h="406">
                    <a:moveTo>
                      <a:pt x="220" y="405"/>
                    </a:moveTo>
                    <a:lnTo>
                      <a:pt x="220" y="109"/>
                    </a:lnTo>
                    <a:lnTo>
                      <a:pt x="0" y="0"/>
                    </a:lnTo>
                    <a:lnTo>
                      <a:pt x="0" y="276"/>
                    </a:lnTo>
                    <a:lnTo>
                      <a:pt x="220" y="40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2" name="Freeform 129">
                <a:extLst>
                  <a:ext uri="{FF2B5EF4-FFF2-40B4-BE49-F238E27FC236}">
                    <a16:creationId xmlns:a16="http://schemas.microsoft.com/office/drawing/2014/main" id="{F620D15D-791D-345F-7C54-092512FC3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" y="1576"/>
                <a:ext cx="239" cy="162"/>
              </a:xfrm>
              <a:custGeom>
                <a:avLst/>
                <a:gdLst>
                  <a:gd name="T0" fmla="*/ 238 w 239"/>
                  <a:gd name="T1" fmla="*/ 161 h 162"/>
                  <a:gd name="T2" fmla="*/ 238 w 239"/>
                  <a:gd name="T3" fmla="*/ 130 h 162"/>
                  <a:gd name="T4" fmla="*/ 0 w 239"/>
                  <a:gd name="T5" fmla="*/ 0 h 162"/>
                  <a:gd name="T6" fmla="*/ 0 w 239"/>
                  <a:gd name="T7" fmla="*/ 28 h 162"/>
                  <a:gd name="T8" fmla="*/ 238 w 239"/>
                  <a:gd name="T9" fmla="*/ 161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2"/>
                  <a:gd name="T17" fmla="*/ 239 w 239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2">
                    <a:moveTo>
                      <a:pt x="238" y="161"/>
                    </a:moveTo>
                    <a:lnTo>
                      <a:pt x="238" y="13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8" y="161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3" name="Freeform 130">
                <a:extLst>
                  <a:ext uri="{FF2B5EF4-FFF2-40B4-BE49-F238E27FC236}">
                    <a16:creationId xmlns:a16="http://schemas.microsoft.com/office/drawing/2014/main" id="{DC985AF6-FB39-99AC-78A8-E68BB0B65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" y="1309"/>
                <a:ext cx="243" cy="144"/>
              </a:xfrm>
              <a:custGeom>
                <a:avLst/>
                <a:gdLst>
                  <a:gd name="T0" fmla="*/ 242 w 243"/>
                  <a:gd name="T1" fmla="*/ 143 h 144"/>
                  <a:gd name="T2" fmla="*/ 242 w 243"/>
                  <a:gd name="T3" fmla="*/ 113 h 144"/>
                  <a:gd name="T4" fmla="*/ 0 w 243"/>
                  <a:gd name="T5" fmla="*/ 0 h 144"/>
                  <a:gd name="T6" fmla="*/ 0 w 243"/>
                  <a:gd name="T7" fmla="*/ 29 h 144"/>
                  <a:gd name="T8" fmla="*/ 242 w 243"/>
                  <a:gd name="T9" fmla="*/ 143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3"/>
                  <a:gd name="T16" fmla="*/ 0 h 144"/>
                  <a:gd name="T17" fmla="*/ 243 w 24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3" h="144">
                    <a:moveTo>
                      <a:pt x="242" y="143"/>
                    </a:moveTo>
                    <a:lnTo>
                      <a:pt x="242" y="113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242" y="143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4" name="Freeform 131">
                <a:extLst>
                  <a:ext uri="{FF2B5EF4-FFF2-40B4-BE49-F238E27FC236}">
                    <a16:creationId xmlns:a16="http://schemas.microsoft.com/office/drawing/2014/main" id="{A2EDF940-FEF8-3C83-7BC2-8F982086D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" y="1589"/>
                <a:ext cx="452" cy="149"/>
              </a:xfrm>
              <a:custGeom>
                <a:avLst/>
                <a:gdLst>
                  <a:gd name="T0" fmla="*/ 0 w 452"/>
                  <a:gd name="T1" fmla="*/ 148 h 149"/>
                  <a:gd name="T2" fmla="*/ 0 w 452"/>
                  <a:gd name="T3" fmla="*/ 117 h 149"/>
                  <a:gd name="T4" fmla="*/ 451 w 452"/>
                  <a:gd name="T5" fmla="*/ 0 h 149"/>
                  <a:gd name="T6" fmla="*/ 451 w 452"/>
                  <a:gd name="T7" fmla="*/ 28 h 149"/>
                  <a:gd name="T8" fmla="*/ 0 w 452"/>
                  <a:gd name="T9" fmla="*/ 148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2"/>
                  <a:gd name="T16" fmla="*/ 0 h 149"/>
                  <a:gd name="T17" fmla="*/ 452 w 452"/>
                  <a:gd name="T18" fmla="*/ 149 h 1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2" h="149">
                    <a:moveTo>
                      <a:pt x="0" y="148"/>
                    </a:moveTo>
                    <a:lnTo>
                      <a:pt x="0" y="117"/>
                    </a:lnTo>
                    <a:lnTo>
                      <a:pt x="451" y="0"/>
                    </a:lnTo>
                    <a:lnTo>
                      <a:pt x="451" y="28"/>
                    </a:lnTo>
                    <a:lnTo>
                      <a:pt x="0" y="148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5" name="Freeform 132">
                <a:extLst>
                  <a:ext uri="{FF2B5EF4-FFF2-40B4-BE49-F238E27FC236}">
                    <a16:creationId xmlns:a16="http://schemas.microsoft.com/office/drawing/2014/main" id="{4BFB031F-01B5-5FB0-B5E5-F6908A0CC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1306"/>
                <a:ext cx="451" cy="148"/>
              </a:xfrm>
              <a:custGeom>
                <a:avLst/>
                <a:gdLst>
                  <a:gd name="T0" fmla="*/ 0 w 451"/>
                  <a:gd name="T1" fmla="*/ 147 h 148"/>
                  <a:gd name="T2" fmla="*/ 0 w 451"/>
                  <a:gd name="T3" fmla="*/ 117 h 148"/>
                  <a:gd name="T4" fmla="*/ 450 w 451"/>
                  <a:gd name="T5" fmla="*/ 0 h 148"/>
                  <a:gd name="T6" fmla="*/ 450 w 451"/>
                  <a:gd name="T7" fmla="*/ 27 h 148"/>
                  <a:gd name="T8" fmla="*/ 0 w 451"/>
                  <a:gd name="T9" fmla="*/ 147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8"/>
                  <a:gd name="T17" fmla="*/ 451 w 451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8">
                    <a:moveTo>
                      <a:pt x="0" y="147"/>
                    </a:moveTo>
                    <a:lnTo>
                      <a:pt x="0" y="117"/>
                    </a:lnTo>
                    <a:lnTo>
                      <a:pt x="450" y="0"/>
                    </a:lnTo>
                    <a:lnTo>
                      <a:pt x="450" y="27"/>
                    </a:lnTo>
                    <a:lnTo>
                      <a:pt x="0" y="147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6" name="Freeform 133">
                <a:extLst>
                  <a:ext uri="{FF2B5EF4-FFF2-40B4-BE49-F238E27FC236}">
                    <a16:creationId xmlns:a16="http://schemas.microsoft.com/office/drawing/2014/main" id="{749CEB64-4A90-999D-A67C-5173192D9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1340"/>
                <a:ext cx="454" cy="355"/>
              </a:xfrm>
              <a:custGeom>
                <a:avLst/>
                <a:gdLst>
                  <a:gd name="T0" fmla="*/ 0 w 454"/>
                  <a:gd name="T1" fmla="*/ 354 h 355"/>
                  <a:gd name="T2" fmla="*/ 0 w 454"/>
                  <a:gd name="T3" fmla="*/ 122 h 355"/>
                  <a:gd name="T4" fmla="*/ 453 w 454"/>
                  <a:gd name="T5" fmla="*/ 0 h 355"/>
                  <a:gd name="T6" fmla="*/ 453 w 454"/>
                  <a:gd name="T7" fmla="*/ 243 h 355"/>
                  <a:gd name="T8" fmla="*/ 0 w 454"/>
                  <a:gd name="T9" fmla="*/ 354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4"/>
                  <a:gd name="T16" fmla="*/ 0 h 355"/>
                  <a:gd name="T17" fmla="*/ 454 w 454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4" h="355">
                    <a:moveTo>
                      <a:pt x="0" y="354"/>
                    </a:moveTo>
                    <a:lnTo>
                      <a:pt x="0" y="122"/>
                    </a:lnTo>
                    <a:lnTo>
                      <a:pt x="453" y="0"/>
                    </a:lnTo>
                    <a:lnTo>
                      <a:pt x="453" y="243"/>
                    </a:lnTo>
                    <a:lnTo>
                      <a:pt x="0" y="354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7" name="Freeform 134">
                <a:extLst>
                  <a:ext uri="{FF2B5EF4-FFF2-40B4-BE49-F238E27FC236}">
                    <a16:creationId xmlns:a16="http://schemas.microsoft.com/office/drawing/2014/main" id="{F0603BEE-4636-C43C-014D-6840BB0A0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" y="1076"/>
                <a:ext cx="130" cy="174"/>
              </a:xfrm>
              <a:custGeom>
                <a:avLst/>
                <a:gdLst>
                  <a:gd name="T0" fmla="*/ 31 w 130"/>
                  <a:gd name="T1" fmla="*/ 17 h 174"/>
                  <a:gd name="T2" fmla="*/ 34 w 130"/>
                  <a:gd name="T3" fmla="*/ 26 h 174"/>
                  <a:gd name="T4" fmla="*/ 39 w 130"/>
                  <a:gd name="T5" fmla="*/ 40 h 174"/>
                  <a:gd name="T6" fmla="*/ 42 w 130"/>
                  <a:gd name="T7" fmla="*/ 53 h 174"/>
                  <a:gd name="T8" fmla="*/ 43 w 130"/>
                  <a:gd name="T9" fmla="*/ 64 h 174"/>
                  <a:gd name="T10" fmla="*/ 47 w 130"/>
                  <a:gd name="T11" fmla="*/ 78 h 174"/>
                  <a:gd name="T12" fmla="*/ 53 w 130"/>
                  <a:gd name="T13" fmla="*/ 93 h 174"/>
                  <a:gd name="T14" fmla="*/ 59 w 130"/>
                  <a:gd name="T15" fmla="*/ 104 h 174"/>
                  <a:gd name="T16" fmla="*/ 64 w 130"/>
                  <a:gd name="T17" fmla="*/ 109 h 174"/>
                  <a:gd name="T18" fmla="*/ 71 w 130"/>
                  <a:gd name="T19" fmla="*/ 122 h 174"/>
                  <a:gd name="T20" fmla="*/ 79 w 130"/>
                  <a:gd name="T21" fmla="*/ 137 h 174"/>
                  <a:gd name="T22" fmla="*/ 84 w 130"/>
                  <a:gd name="T23" fmla="*/ 149 h 174"/>
                  <a:gd name="T24" fmla="*/ 86 w 130"/>
                  <a:gd name="T25" fmla="*/ 150 h 174"/>
                  <a:gd name="T26" fmla="*/ 89 w 130"/>
                  <a:gd name="T27" fmla="*/ 149 h 174"/>
                  <a:gd name="T28" fmla="*/ 95 w 130"/>
                  <a:gd name="T29" fmla="*/ 149 h 174"/>
                  <a:gd name="T30" fmla="*/ 101 w 130"/>
                  <a:gd name="T31" fmla="*/ 149 h 174"/>
                  <a:gd name="T32" fmla="*/ 106 w 130"/>
                  <a:gd name="T33" fmla="*/ 150 h 174"/>
                  <a:gd name="T34" fmla="*/ 113 w 130"/>
                  <a:gd name="T35" fmla="*/ 154 h 174"/>
                  <a:gd name="T36" fmla="*/ 121 w 130"/>
                  <a:gd name="T37" fmla="*/ 159 h 174"/>
                  <a:gd name="T38" fmla="*/ 127 w 130"/>
                  <a:gd name="T39" fmla="*/ 164 h 174"/>
                  <a:gd name="T40" fmla="*/ 128 w 130"/>
                  <a:gd name="T41" fmla="*/ 168 h 174"/>
                  <a:gd name="T42" fmla="*/ 123 w 130"/>
                  <a:gd name="T43" fmla="*/ 171 h 174"/>
                  <a:gd name="T44" fmla="*/ 115 w 130"/>
                  <a:gd name="T45" fmla="*/ 173 h 174"/>
                  <a:gd name="T46" fmla="*/ 106 w 130"/>
                  <a:gd name="T47" fmla="*/ 173 h 174"/>
                  <a:gd name="T48" fmla="*/ 96 w 130"/>
                  <a:gd name="T49" fmla="*/ 171 h 174"/>
                  <a:gd name="T50" fmla="*/ 90 w 130"/>
                  <a:gd name="T51" fmla="*/ 169 h 174"/>
                  <a:gd name="T52" fmla="*/ 87 w 130"/>
                  <a:gd name="T53" fmla="*/ 168 h 174"/>
                  <a:gd name="T54" fmla="*/ 84 w 130"/>
                  <a:gd name="T55" fmla="*/ 167 h 174"/>
                  <a:gd name="T56" fmla="*/ 81 w 130"/>
                  <a:gd name="T57" fmla="*/ 167 h 174"/>
                  <a:gd name="T58" fmla="*/ 70 w 130"/>
                  <a:gd name="T59" fmla="*/ 158 h 174"/>
                  <a:gd name="T60" fmla="*/ 56 w 130"/>
                  <a:gd name="T61" fmla="*/ 143 h 174"/>
                  <a:gd name="T62" fmla="*/ 43 w 130"/>
                  <a:gd name="T63" fmla="*/ 130 h 174"/>
                  <a:gd name="T64" fmla="*/ 36 w 130"/>
                  <a:gd name="T65" fmla="*/ 122 h 174"/>
                  <a:gd name="T66" fmla="*/ 33 w 130"/>
                  <a:gd name="T67" fmla="*/ 115 h 174"/>
                  <a:gd name="T68" fmla="*/ 32 w 130"/>
                  <a:gd name="T69" fmla="*/ 107 h 174"/>
                  <a:gd name="T70" fmla="*/ 30 w 130"/>
                  <a:gd name="T71" fmla="*/ 96 h 174"/>
                  <a:gd name="T72" fmla="*/ 25 w 130"/>
                  <a:gd name="T73" fmla="*/ 80 h 174"/>
                  <a:gd name="T74" fmla="*/ 16 w 130"/>
                  <a:gd name="T75" fmla="*/ 56 h 174"/>
                  <a:gd name="T76" fmla="*/ 5 w 130"/>
                  <a:gd name="T77" fmla="*/ 32 h 174"/>
                  <a:gd name="T78" fmla="*/ 0 w 130"/>
                  <a:gd name="T79" fmla="*/ 13 h 174"/>
                  <a:gd name="T80" fmla="*/ 0 w 130"/>
                  <a:gd name="T81" fmla="*/ 5 h 174"/>
                  <a:gd name="T82" fmla="*/ 4 w 130"/>
                  <a:gd name="T83" fmla="*/ 3 h 174"/>
                  <a:gd name="T84" fmla="*/ 8 w 130"/>
                  <a:gd name="T85" fmla="*/ 1 h 174"/>
                  <a:gd name="T86" fmla="*/ 12 w 130"/>
                  <a:gd name="T87" fmla="*/ 0 h 174"/>
                  <a:gd name="T88" fmla="*/ 31 w 130"/>
                  <a:gd name="T89" fmla="*/ 15 h 17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0"/>
                  <a:gd name="T136" fmla="*/ 0 h 174"/>
                  <a:gd name="T137" fmla="*/ 130 w 130"/>
                  <a:gd name="T138" fmla="*/ 174 h 17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0" h="174">
                    <a:moveTo>
                      <a:pt x="31" y="15"/>
                    </a:moveTo>
                    <a:lnTo>
                      <a:pt x="31" y="17"/>
                    </a:lnTo>
                    <a:lnTo>
                      <a:pt x="33" y="20"/>
                    </a:lnTo>
                    <a:lnTo>
                      <a:pt x="34" y="26"/>
                    </a:lnTo>
                    <a:lnTo>
                      <a:pt x="36" y="32"/>
                    </a:lnTo>
                    <a:lnTo>
                      <a:pt x="39" y="40"/>
                    </a:lnTo>
                    <a:lnTo>
                      <a:pt x="40" y="47"/>
                    </a:lnTo>
                    <a:lnTo>
                      <a:pt x="42" y="53"/>
                    </a:lnTo>
                    <a:lnTo>
                      <a:pt x="43" y="58"/>
                    </a:lnTo>
                    <a:lnTo>
                      <a:pt x="43" y="64"/>
                    </a:lnTo>
                    <a:lnTo>
                      <a:pt x="45" y="71"/>
                    </a:lnTo>
                    <a:lnTo>
                      <a:pt x="47" y="78"/>
                    </a:lnTo>
                    <a:lnTo>
                      <a:pt x="50" y="86"/>
                    </a:lnTo>
                    <a:lnTo>
                      <a:pt x="53" y="93"/>
                    </a:lnTo>
                    <a:lnTo>
                      <a:pt x="56" y="100"/>
                    </a:lnTo>
                    <a:lnTo>
                      <a:pt x="59" y="104"/>
                    </a:lnTo>
                    <a:lnTo>
                      <a:pt x="61" y="107"/>
                    </a:lnTo>
                    <a:lnTo>
                      <a:pt x="64" y="109"/>
                    </a:lnTo>
                    <a:lnTo>
                      <a:pt x="67" y="114"/>
                    </a:lnTo>
                    <a:lnTo>
                      <a:pt x="71" y="122"/>
                    </a:lnTo>
                    <a:lnTo>
                      <a:pt x="75" y="130"/>
                    </a:lnTo>
                    <a:lnTo>
                      <a:pt x="79" y="137"/>
                    </a:lnTo>
                    <a:lnTo>
                      <a:pt x="82" y="143"/>
                    </a:lnTo>
                    <a:lnTo>
                      <a:pt x="84" y="149"/>
                    </a:lnTo>
                    <a:lnTo>
                      <a:pt x="85" y="150"/>
                    </a:lnTo>
                    <a:lnTo>
                      <a:pt x="86" y="150"/>
                    </a:lnTo>
                    <a:lnTo>
                      <a:pt x="87" y="149"/>
                    </a:lnTo>
                    <a:lnTo>
                      <a:pt x="89" y="149"/>
                    </a:lnTo>
                    <a:lnTo>
                      <a:pt x="92" y="149"/>
                    </a:lnTo>
                    <a:lnTo>
                      <a:pt x="95" y="149"/>
                    </a:lnTo>
                    <a:lnTo>
                      <a:pt x="98" y="149"/>
                    </a:lnTo>
                    <a:lnTo>
                      <a:pt x="101" y="149"/>
                    </a:lnTo>
                    <a:lnTo>
                      <a:pt x="103" y="149"/>
                    </a:lnTo>
                    <a:lnTo>
                      <a:pt x="106" y="150"/>
                    </a:lnTo>
                    <a:lnTo>
                      <a:pt x="109" y="152"/>
                    </a:lnTo>
                    <a:lnTo>
                      <a:pt x="113" y="154"/>
                    </a:lnTo>
                    <a:lnTo>
                      <a:pt x="117" y="156"/>
                    </a:lnTo>
                    <a:lnTo>
                      <a:pt x="121" y="159"/>
                    </a:lnTo>
                    <a:lnTo>
                      <a:pt x="123" y="161"/>
                    </a:lnTo>
                    <a:lnTo>
                      <a:pt x="127" y="164"/>
                    </a:lnTo>
                    <a:lnTo>
                      <a:pt x="129" y="167"/>
                    </a:lnTo>
                    <a:lnTo>
                      <a:pt x="128" y="168"/>
                    </a:lnTo>
                    <a:lnTo>
                      <a:pt x="127" y="170"/>
                    </a:lnTo>
                    <a:lnTo>
                      <a:pt x="123" y="171"/>
                    </a:lnTo>
                    <a:lnTo>
                      <a:pt x="120" y="172"/>
                    </a:lnTo>
                    <a:lnTo>
                      <a:pt x="115" y="173"/>
                    </a:lnTo>
                    <a:lnTo>
                      <a:pt x="111" y="173"/>
                    </a:lnTo>
                    <a:lnTo>
                      <a:pt x="106" y="173"/>
                    </a:lnTo>
                    <a:lnTo>
                      <a:pt x="100" y="172"/>
                    </a:lnTo>
                    <a:lnTo>
                      <a:pt x="96" y="171"/>
                    </a:lnTo>
                    <a:lnTo>
                      <a:pt x="93" y="170"/>
                    </a:lnTo>
                    <a:lnTo>
                      <a:pt x="90" y="169"/>
                    </a:lnTo>
                    <a:lnTo>
                      <a:pt x="89" y="168"/>
                    </a:lnTo>
                    <a:lnTo>
                      <a:pt x="87" y="168"/>
                    </a:lnTo>
                    <a:lnTo>
                      <a:pt x="85" y="167"/>
                    </a:lnTo>
                    <a:lnTo>
                      <a:pt x="84" y="167"/>
                    </a:lnTo>
                    <a:lnTo>
                      <a:pt x="84" y="168"/>
                    </a:lnTo>
                    <a:lnTo>
                      <a:pt x="81" y="167"/>
                    </a:lnTo>
                    <a:lnTo>
                      <a:pt x="77" y="163"/>
                    </a:lnTo>
                    <a:lnTo>
                      <a:pt x="70" y="158"/>
                    </a:lnTo>
                    <a:lnTo>
                      <a:pt x="63" y="151"/>
                    </a:lnTo>
                    <a:lnTo>
                      <a:pt x="56" y="143"/>
                    </a:lnTo>
                    <a:lnTo>
                      <a:pt x="49" y="136"/>
                    </a:lnTo>
                    <a:lnTo>
                      <a:pt x="43" y="130"/>
                    </a:lnTo>
                    <a:lnTo>
                      <a:pt x="39" y="125"/>
                    </a:lnTo>
                    <a:lnTo>
                      <a:pt x="36" y="122"/>
                    </a:lnTo>
                    <a:lnTo>
                      <a:pt x="34" y="119"/>
                    </a:lnTo>
                    <a:lnTo>
                      <a:pt x="33" y="115"/>
                    </a:lnTo>
                    <a:lnTo>
                      <a:pt x="33" y="112"/>
                    </a:lnTo>
                    <a:lnTo>
                      <a:pt x="32" y="107"/>
                    </a:lnTo>
                    <a:lnTo>
                      <a:pt x="31" y="102"/>
                    </a:lnTo>
                    <a:lnTo>
                      <a:pt x="30" y="96"/>
                    </a:lnTo>
                    <a:lnTo>
                      <a:pt x="28" y="89"/>
                    </a:lnTo>
                    <a:lnTo>
                      <a:pt x="25" y="80"/>
                    </a:lnTo>
                    <a:lnTo>
                      <a:pt x="21" y="69"/>
                    </a:lnTo>
                    <a:lnTo>
                      <a:pt x="16" y="56"/>
                    </a:lnTo>
                    <a:lnTo>
                      <a:pt x="11" y="44"/>
                    </a:lnTo>
                    <a:lnTo>
                      <a:pt x="5" y="32"/>
                    </a:lnTo>
                    <a:lnTo>
                      <a:pt x="2" y="22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31" y="1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8" name="Freeform 135">
                <a:extLst>
                  <a:ext uri="{FF2B5EF4-FFF2-40B4-BE49-F238E27FC236}">
                    <a16:creationId xmlns:a16="http://schemas.microsoft.com/office/drawing/2014/main" id="{2DC35AF9-3276-DF64-8543-3949DD1DA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1076"/>
                <a:ext cx="134" cy="170"/>
              </a:xfrm>
              <a:custGeom>
                <a:avLst/>
                <a:gdLst>
                  <a:gd name="T0" fmla="*/ 35 w 134"/>
                  <a:gd name="T1" fmla="*/ 15 h 170"/>
                  <a:gd name="T2" fmla="*/ 38 w 134"/>
                  <a:gd name="T3" fmla="*/ 24 h 170"/>
                  <a:gd name="T4" fmla="*/ 43 w 134"/>
                  <a:gd name="T5" fmla="*/ 36 h 170"/>
                  <a:gd name="T6" fmla="*/ 46 w 134"/>
                  <a:gd name="T7" fmla="*/ 48 h 170"/>
                  <a:gd name="T8" fmla="*/ 48 w 134"/>
                  <a:gd name="T9" fmla="*/ 60 h 170"/>
                  <a:gd name="T10" fmla="*/ 52 w 134"/>
                  <a:gd name="T11" fmla="*/ 74 h 170"/>
                  <a:gd name="T12" fmla="*/ 58 w 134"/>
                  <a:gd name="T13" fmla="*/ 89 h 170"/>
                  <a:gd name="T14" fmla="*/ 64 w 134"/>
                  <a:gd name="T15" fmla="*/ 100 h 170"/>
                  <a:gd name="T16" fmla="*/ 68 w 134"/>
                  <a:gd name="T17" fmla="*/ 105 h 170"/>
                  <a:gd name="T18" fmla="*/ 76 w 134"/>
                  <a:gd name="T19" fmla="*/ 118 h 170"/>
                  <a:gd name="T20" fmla="*/ 83 w 134"/>
                  <a:gd name="T21" fmla="*/ 133 h 170"/>
                  <a:gd name="T22" fmla="*/ 88 w 134"/>
                  <a:gd name="T23" fmla="*/ 144 h 170"/>
                  <a:gd name="T24" fmla="*/ 90 w 134"/>
                  <a:gd name="T25" fmla="*/ 146 h 170"/>
                  <a:gd name="T26" fmla="*/ 94 w 134"/>
                  <a:gd name="T27" fmla="*/ 145 h 170"/>
                  <a:gd name="T28" fmla="*/ 99 w 134"/>
                  <a:gd name="T29" fmla="*/ 144 h 170"/>
                  <a:gd name="T30" fmla="*/ 105 w 134"/>
                  <a:gd name="T31" fmla="*/ 144 h 170"/>
                  <a:gd name="T32" fmla="*/ 110 w 134"/>
                  <a:gd name="T33" fmla="*/ 146 h 170"/>
                  <a:gd name="T34" fmla="*/ 117 w 134"/>
                  <a:gd name="T35" fmla="*/ 150 h 170"/>
                  <a:gd name="T36" fmla="*/ 125 w 134"/>
                  <a:gd name="T37" fmla="*/ 155 h 170"/>
                  <a:gd name="T38" fmla="*/ 131 w 134"/>
                  <a:gd name="T39" fmla="*/ 160 h 170"/>
                  <a:gd name="T40" fmla="*/ 133 w 134"/>
                  <a:gd name="T41" fmla="*/ 164 h 170"/>
                  <a:gd name="T42" fmla="*/ 128 w 134"/>
                  <a:gd name="T43" fmla="*/ 167 h 170"/>
                  <a:gd name="T44" fmla="*/ 120 w 134"/>
                  <a:gd name="T45" fmla="*/ 169 h 170"/>
                  <a:gd name="T46" fmla="*/ 110 w 134"/>
                  <a:gd name="T47" fmla="*/ 169 h 170"/>
                  <a:gd name="T48" fmla="*/ 101 w 134"/>
                  <a:gd name="T49" fmla="*/ 167 h 170"/>
                  <a:gd name="T50" fmla="*/ 95 w 134"/>
                  <a:gd name="T51" fmla="*/ 165 h 170"/>
                  <a:gd name="T52" fmla="*/ 92 w 134"/>
                  <a:gd name="T53" fmla="*/ 164 h 170"/>
                  <a:gd name="T54" fmla="*/ 89 w 134"/>
                  <a:gd name="T55" fmla="*/ 164 h 170"/>
                  <a:gd name="T56" fmla="*/ 86 w 134"/>
                  <a:gd name="T57" fmla="*/ 163 h 170"/>
                  <a:gd name="T58" fmla="*/ 75 w 134"/>
                  <a:gd name="T59" fmla="*/ 154 h 170"/>
                  <a:gd name="T60" fmla="*/ 60 w 134"/>
                  <a:gd name="T61" fmla="*/ 139 h 170"/>
                  <a:gd name="T62" fmla="*/ 48 w 134"/>
                  <a:gd name="T63" fmla="*/ 126 h 170"/>
                  <a:gd name="T64" fmla="*/ 39 w 134"/>
                  <a:gd name="T65" fmla="*/ 117 h 170"/>
                  <a:gd name="T66" fmla="*/ 30 w 134"/>
                  <a:gd name="T67" fmla="*/ 106 h 170"/>
                  <a:gd name="T68" fmla="*/ 19 w 134"/>
                  <a:gd name="T69" fmla="*/ 91 h 170"/>
                  <a:gd name="T70" fmla="*/ 11 w 134"/>
                  <a:gd name="T71" fmla="*/ 76 h 170"/>
                  <a:gd name="T72" fmla="*/ 5 w 134"/>
                  <a:gd name="T73" fmla="*/ 59 h 170"/>
                  <a:gd name="T74" fmla="*/ 2 w 134"/>
                  <a:gd name="T75" fmla="*/ 40 h 170"/>
                  <a:gd name="T76" fmla="*/ 0 w 134"/>
                  <a:gd name="T77" fmla="*/ 21 h 170"/>
                  <a:gd name="T78" fmla="*/ 0 w 134"/>
                  <a:gd name="T79" fmla="*/ 7 h 170"/>
                  <a:gd name="T80" fmla="*/ 1 w 134"/>
                  <a:gd name="T81" fmla="*/ 0 h 170"/>
                  <a:gd name="T82" fmla="*/ 5 w 134"/>
                  <a:gd name="T83" fmla="*/ 0 h 170"/>
                  <a:gd name="T84" fmla="*/ 8 w 134"/>
                  <a:gd name="T85" fmla="*/ 3 h 170"/>
                  <a:gd name="T86" fmla="*/ 11 w 134"/>
                  <a:gd name="T87" fmla="*/ 5 h 170"/>
                  <a:gd name="T88" fmla="*/ 35 w 134"/>
                  <a:gd name="T89" fmla="*/ 14 h 17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4"/>
                  <a:gd name="T136" fmla="*/ 0 h 170"/>
                  <a:gd name="T137" fmla="*/ 134 w 134"/>
                  <a:gd name="T138" fmla="*/ 170 h 170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4" h="170">
                    <a:moveTo>
                      <a:pt x="35" y="14"/>
                    </a:moveTo>
                    <a:lnTo>
                      <a:pt x="35" y="15"/>
                    </a:lnTo>
                    <a:lnTo>
                      <a:pt x="37" y="18"/>
                    </a:lnTo>
                    <a:lnTo>
                      <a:pt x="38" y="24"/>
                    </a:lnTo>
                    <a:lnTo>
                      <a:pt x="41" y="30"/>
                    </a:lnTo>
                    <a:lnTo>
                      <a:pt x="43" y="36"/>
                    </a:lnTo>
                    <a:lnTo>
                      <a:pt x="44" y="42"/>
                    </a:lnTo>
                    <a:lnTo>
                      <a:pt x="46" y="48"/>
                    </a:lnTo>
                    <a:lnTo>
                      <a:pt x="47" y="54"/>
                    </a:lnTo>
                    <a:lnTo>
                      <a:pt x="48" y="60"/>
                    </a:lnTo>
                    <a:lnTo>
                      <a:pt x="49" y="66"/>
                    </a:lnTo>
                    <a:lnTo>
                      <a:pt x="52" y="74"/>
                    </a:lnTo>
                    <a:lnTo>
                      <a:pt x="55" y="82"/>
                    </a:lnTo>
                    <a:lnTo>
                      <a:pt x="58" y="89"/>
                    </a:lnTo>
                    <a:lnTo>
                      <a:pt x="60" y="96"/>
                    </a:lnTo>
                    <a:lnTo>
                      <a:pt x="64" y="100"/>
                    </a:lnTo>
                    <a:lnTo>
                      <a:pt x="66" y="102"/>
                    </a:lnTo>
                    <a:lnTo>
                      <a:pt x="68" y="105"/>
                    </a:lnTo>
                    <a:lnTo>
                      <a:pt x="72" y="110"/>
                    </a:lnTo>
                    <a:lnTo>
                      <a:pt x="76" y="118"/>
                    </a:lnTo>
                    <a:lnTo>
                      <a:pt x="80" y="126"/>
                    </a:lnTo>
                    <a:lnTo>
                      <a:pt x="83" y="133"/>
                    </a:lnTo>
                    <a:lnTo>
                      <a:pt x="87" y="139"/>
                    </a:lnTo>
                    <a:lnTo>
                      <a:pt x="88" y="144"/>
                    </a:lnTo>
                    <a:lnTo>
                      <a:pt x="90" y="146"/>
                    </a:lnTo>
                    <a:lnTo>
                      <a:pt x="92" y="146"/>
                    </a:lnTo>
                    <a:lnTo>
                      <a:pt x="94" y="145"/>
                    </a:lnTo>
                    <a:lnTo>
                      <a:pt x="97" y="144"/>
                    </a:lnTo>
                    <a:lnTo>
                      <a:pt x="99" y="144"/>
                    </a:lnTo>
                    <a:lnTo>
                      <a:pt x="103" y="144"/>
                    </a:lnTo>
                    <a:lnTo>
                      <a:pt x="105" y="144"/>
                    </a:lnTo>
                    <a:lnTo>
                      <a:pt x="108" y="145"/>
                    </a:lnTo>
                    <a:lnTo>
                      <a:pt x="110" y="146"/>
                    </a:lnTo>
                    <a:lnTo>
                      <a:pt x="114" y="148"/>
                    </a:lnTo>
                    <a:lnTo>
                      <a:pt x="117" y="150"/>
                    </a:lnTo>
                    <a:lnTo>
                      <a:pt x="121" y="152"/>
                    </a:lnTo>
                    <a:lnTo>
                      <a:pt x="125" y="155"/>
                    </a:lnTo>
                    <a:lnTo>
                      <a:pt x="128" y="157"/>
                    </a:lnTo>
                    <a:lnTo>
                      <a:pt x="131" y="160"/>
                    </a:lnTo>
                    <a:lnTo>
                      <a:pt x="133" y="162"/>
                    </a:lnTo>
                    <a:lnTo>
                      <a:pt x="133" y="164"/>
                    </a:lnTo>
                    <a:lnTo>
                      <a:pt x="131" y="166"/>
                    </a:lnTo>
                    <a:lnTo>
                      <a:pt x="128" y="167"/>
                    </a:lnTo>
                    <a:lnTo>
                      <a:pt x="124" y="168"/>
                    </a:lnTo>
                    <a:lnTo>
                      <a:pt x="120" y="169"/>
                    </a:lnTo>
                    <a:lnTo>
                      <a:pt x="115" y="169"/>
                    </a:lnTo>
                    <a:lnTo>
                      <a:pt x="110" y="169"/>
                    </a:lnTo>
                    <a:lnTo>
                      <a:pt x="105" y="168"/>
                    </a:lnTo>
                    <a:lnTo>
                      <a:pt x="101" y="167"/>
                    </a:lnTo>
                    <a:lnTo>
                      <a:pt x="98" y="166"/>
                    </a:lnTo>
                    <a:lnTo>
                      <a:pt x="95" y="165"/>
                    </a:lnTo>
                    <a:lnTo>
                      <a:pt x="94" y="164"/>
                    </a:lnTo>
                    <a:lnTo>
                      <a:pt x="92" y="164"/>
                    </a:lnTo>
                    <a:lnTo>
                      <a:pt x="90" y="163"/>
                    </a:lnTo>
                    <a:lnTo>
                      <a:pt x="89" y="164"/>
                    </a:lnTo>
                    <a:lnTo>
                      <a:pt x="88" y="164"/>
                    </a:lnTo>
                    <a:lnTo>
                      <a:pt x="86" y="163"/>
                    </a:lnTo>
                    <a:lnTo>
                      <a:pt x="81" y="160"/>
                    </a:lnTo>
                    <a:lnTo>
                      <a:pt x="75" y="154"/>
                    </a:lnTo>
                    <a:lnTo>
                      <a:pt x="68" y="147"/>
                    </a:lnTo>
                    <a:lnTo>
                      <a:pt x="60" y="139"/>
                    </a:lnTo>
                    <a:lnTo>
                      <a:pt x="54" y="132"/>
                    </a:lnTo>
                    <a:lnTo>
                      <a:pt x="48" y="126"/>
                    </a:lnTo>
                    <a:lnTo>
                      <a:pt x="44" y="121"/>
                    </a:lnTo>
                    <a:lnTo>
                      <a:pt x="39" y="117"/>
                    </a:lnTo>
                    <a:lnTo>
                      <a:pt x="35" y="112"/>
                    </a:lnTo>
                    <a:lnTo>
                      <a:pt x="30" y="106"/>
                    </a:lnTo>
                    <a:lnTo>
                      <a:pt x="24" y="99"/>
                    </a:lnTo>
                    <a:lnTo>
                      <a:pt x="19" y="91"/>
                    </a:lnTo>
                    <a:lnTo>
                      <a:pt x="14" y="84"/>
                    </a:lnTo>
                    <a:lnTo>
                      <a:pt x="11" y="76"/>
                    </a:lnTo>
                    <a:lnTo>
                      <a:pt x="7" y="67"/>
                    </a:lnTo>
                    <a:lnTo>
                      <a:pt x="5" y="59"/>
                    </a:lnTo>
                    <a:lnTo>
                      <a:pt x="4" y="49"/>
                    </a:lnTo>
                    <a:lnTo>
                      <a:pt x="2" y="40"/>
                    </a:lnTo>
                    <a:lnTo>
                      <a:pt x="1" y="30"/>
                    </a:lnTo>
                    <a:lnTo>
                      <a:pt x="0" y="21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2" y="5"/>
                    </a:lnTo>
                    <a:lnTo>
                      <a:pt x="35" y="14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19" name="Freeform 136">
                <a:extLst>
                  <a:ext uri="{FF2B5EF4-FFF2-40B4-BE49-F238E27FC236}">
                    <a16:creationId xmlns:a16="http://schemas.microsoft.com/office/drawing/2014/main" id="{34D1B86A-5A8F-3330-B772-995360F6D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" y="1348"/>
                <a:ext cx="240" cy="347"/>
              </a:xfrm>
              <a:custGeom>
                <a:avLst/>
                <a:gdLst>
                  <a:gd name="T0" fmla="*/ 239 w 240"/>
                  <a:gd name="T1" fmla="*/ 346 h 347"/>
                  <a:gd name="T2" fmla="*/ 239 w 240"/>
                  <a:gd name="T3" fmla="*/ 113 h 347"/>
                  <a:gd name="T4" fmla="*/ 0 w 240"/>
                  <a:gd name="T5" fmla="*/ 0 h 347"/>
                  <a:gd name="T6" fmla="*/ 0 w 240"/>
                  <a:gd name="T7" fmla="*/ 216 h 347"/>
                  <a:gd name="T8" fmla="*/ 239 w 240"/>
                  <a:gd name="T9" fmla="*/ 346 h 3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347"/>
                  <a:gd name="T17" fmla="*/ 240 w 240"/>
                  <a:gd name="T18" fmla="*/ 347 h 3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347">
                    <a:moveTo>
                      <a:pt x="239" y="346"/>
                    </a:moveTo>
                    <a:lnTo>
                      <a:pt x="239" y="113"/>
                    </a:lnTo>
                    <a:lnTo>
                      <a:pt x="0" y="0"/>
                    </a:lnTo>
                    <a:lnTo>
                      <a:pt x="0" y="216"/>
                    </a:lnTo>
                    <a:lnTo>
                      <a:pt x="239" y="346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0" name="Freeform 137">
                <a:extLst>
                  <a:ext uri="{FF2B5EF4-FFF2-40B4-BE49-F238E27FC236}">
                    <a16:creationId xmlns:a16="http://schemas.microsoft.com/office/drawing/2014/main" id="{CA5871B8-1AD5-B1C7-31E9-31E48CB63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" y="1226"/>
                <a:ext cx="194" cy="83"/>
              </a:xfrm>
              <a:custGeom>
                <a:avLst/>
                <a:gdLst>
                  <a:gd name="T0" fmla="*/ 193 w 194"/>
                  <a:gd name="T1" fmla="*/ 14 h 83"/>
                  <a:gd name="T2" fmla="*/ 67 w 194"/>
                  <a:gd name="T3" fmla="*/ 82 h 83"/>
                  <a:gd name="T4" fmla="*/ 0 w 194"/>
                  <a:gd name="T5" fmla="*/ 67 h 83"/>
                  <a:gd name="T6" fmla="*/ 125 w 194"/>
                  <a:gd name="T7" fmla="*/ 0 h 83"/>
                  <a:gd name="T8" fmla="*/ 193 w 194"/>
                  <a:gd name="T9" fmla="*/ 14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83"/>
                  <a:gd name="T17" fmla="*/ 194 w 194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83">
                    <a:moveTo>
                      <a:pt x="193" y="14"/>
                    </a:moveTo>
                    <a:lnTo>
                      <a:pt x="67" y="82"/>
                    </a:lnTo>
                    <a:lnTo>
                      <a:pt x="0" y="67"/>
                    </a:lnTo>
                    <a:lnTo>
                      <a:pt x="125" y="0"/>
                    </a:lnTo>
                    <a:lnTo>
                      <a:pt x="193" y="14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1" name="Freeform 138">
                <a:extLst>
                  <a:ext uri="{FF2B5EF4-FFF2-40B4-BE49-F238E27FC236}">
                    <a16:creationId xmlns:a16="http://schemas.microsoft.com/office/drawing/2014/main" id="{5AD61266-6790-330B-518A-A91DBE7B9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1060"/>
                <a:ext cx="215" cy="214"/>
              </a:xfrm>
              <a:custGeom>
                <a:avLst/>
                <a:gdLst>
                  <a:gd name="T0" fmla="*/ 44 w 215"/>
                  <a:gd name="T1" fmla="*/ 20 h 214"/>
                  <a:gd name="T2" fmla="*/ 50 w 215"/>
                  <a:gd name="T3" fmla="*/ 34 h 214"/>
                  <a:gd name="T4" fmla="*/ 60 w 215"/>
                  <a:gd name="T5" fmla="*/ 54 h 214"/>
                  <a:gd name="T6" fmla="*/ 68 w 215"/>
                  <a:gd name="T7" fmla="*/ 74 h 214"/>
                  <a:gd name="T8" fmla="*/ 73 w 215"/>
                  <a:gd name="T9" fmla="*/ 88 h 214"/>
                  <a:gd name="T10" fmla="*/ 79 w 215"/>
                  <a:gd name="T11" fmla="*/ 103 h 214"/>
                  <a:gd name="T12" fmla="*/ 85 w 215"/>
                  <a:gd name="T13" fmla="*/ 119 h 214"/>
                  <a:gd name="T14" fmla="*/ 91 w 215"/>
                  <a:gd name="T15" fmla="*/ 129 h 214"/>
                  <a:gd name="T16" fmla="*/ 100 w 215"/>
                  <a:gd name="T17" fmla="*/ 134 h 214"/>
                  <a:gd name="T18" fmla="*/ 121 w 215"/>
                  <a:gd name="T19" fmla="*/ 149 h 214"/>
                  <a:gd name="T20" fmla="*/ 145 w 215"/>
                  <a:gd name="T21" fmla="*/ 168 h 214"/>
                  <a:gd name="T22" fmla="*/ 162 w 215"/>
                  <a:gd name="T23" fmla="*/ 183 h 214"/>
                  <a:gd name="T24" fmla="*/ 165 w 215"/>
                  <a:gd name="T25" fmla="*/ 184 h 214"/>
                  <a:gd name="T26" fmla="*/ 169 w 215"/>
                  <a:gd name="T27" fmla="*/ 184 h 214"/>
                  <a:gd name="T28" fmla="*/ 173 w 215"/>
                  <a:gd name="T29" fmla="*/ 184 h 214"/>
                  <a:gd name="T30" fmla="*/ 179 w 215"/>
                  <a:gd name="T31" fmla="*/ 184 h 214"/>
                  <a:gd name="T32" fmla="*/ 186 w 215"/>
                  <a:gd name="T33" fmla="*/ 186 h 214"/>
                  <a:gd name="T34" fmla="*/ 195 w 215"/>
                  <a:gd name="T35" fmla="*/ 190 h 214"/>
                  <a:gd name="T36" fmla="*/ 204 w 215"/>
                  <a:gd name="T37" fmla="*/ 196 h 214"/>
                  <a:gd name="T38" fmla="*/ 211 w 215"/>
                  <a:gd name="T39" fmla="*/ 202 h 214"/>
                  <a:gd name="T40" fmla="*/ 214 w 215"/>
                  <a:gd name="T41" fmla="*/ 208 h 214"/>
                  <a:gd name="T42" fmla="*/ 209 w 215"/>
                  <a:gd name="T43" fmla="*/ 212 h 214"/>
                  <a:gd name="T44" fmla="*/ 201 w 215"/>
                  <a:gd name="T45" fmla="*/ 213 h 214"/>
                  <a:gd name="T46" fmla="*/ 189 w 215"/>
                  <a:gd name="T47" fmla="*/ 212 h 214"/>
                  <a:gd name="T48" fmla="*/ 177 w 215"/>
                  <a:gd name="T49" fmla="*/ 208 h 214"/>
                  <a:gd name="T50" fmla="*/ 170 w 215"/>
                  <a:gd name="T51" fmla="*/ 206 h 214"/>
                  <a:gd name="T52" fmla="*/ 165 w 215"/>
                  <a:gd name="T53" fmla="*/ 204 h 214"/>
                  <a:gd name="T54" fmla="*/ 161 w 215"/>
                  <a:gd name="T55" fmla="*/ 203 h 214"/>
                  <a:gd name="T56" fmla="*/ 156 w 215"/>
                  <a:gd name="T57" fmla="*/ 203 h 214"/>
                  <a:gd name="T58" fmla="*/ 141 w 215"/>
                  <a:gd name="T59" fmla="*/ 199 h 214"/>
                  <a:gd name="T60" fmla="*/ 122 w 215"/>
                  <a:gd name="T61" fmla="*/ 190 h 214"/>
                  <a:gd name="T62" fmla="*/ 104 w 215"/>
                  <a:gd name="T63" fmla="*/ 181 h 214"/>
                  <a:gd name="T64" fmla="*/ 91 w 215"/>
                  <a:gd name="T65" fmla="*/ 172 h 214"/>
                  <a:gd name="T66" fmla="*/ 76 w 215"/>
                  <a:gd name="T67" fmla="*/ 159 h 214"/>
                  <a:gd name="T68" fmla="*/ 59 w 215"/>
                  <a:gd name="T69" fmla="*/ 141 h 214"/>
                  <a:gd name="T70" fmla="*/ 44 w 215"/>
                  <a:gd name="T71" fmla="*/ 120 h 214"/>
                  <a:gd name="T72" fmla="*/ 32 w 215"/>
                  <a:gd name="T73" fmla="*/ 98 h 214"/>
                  <a:gd name="T74" fmla="*/ 19 w 215"/>
                  <a:gd name="T75" fmla="*/ 71 h 214"/>
                  <a:gd name="T76" fmla="*/ 8 w 215"/>
                  <a:gd name="T77" fmla="*/ 43 h 214"/>
                  <a:gd name="T78" fmla="*/ 0 w 215"/>
                  <a:gd name="T79" fmla="*/ 22 h 214"/>
                  <a:gd name="T80" fmla="*/ 0 w 215"/>
                  <a:gd name="T81" fmla="*/ 11 h 214"/>
                  <a:gd name="T82" fmla="*/ 2 w 215"/>
                  <a:gd name="T83" fmla="*/ 5 h 214"/>
                  <a:gd name="T84" fmla="*/ 6 w 215"/>
                  <a:gd name="T85" fmla="*/ 3 h 214"/>
                  <a:gd name="T86" fmla="*/ 11 w 215"/>
                  <a:gd name="T87" fmla="*/ 1 h 214"/>
                  <a:gd name="T88" fmla="*/ 42 w 215"/>
                  <a:gd name="T89" fmla="*/ 18 h 21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5"/>
                  <a:gd name="T136" fmla="*/ 0 h 214"/>
                  <a:gd name="T137" fmla="*/ 215 w 215"/>
                  <a:gd name="T138" fmla="*/ 214 h 21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5" h="214">
                    <a:moveTo>
                      <a:pt x="42" y="18"/>
                    </a:moveTo>
                    <a:lnTo>
                      <a:pt x="44" y="20"/>
                    </a:lnTo>
                    <a:lnTo>
                      <a:pt x="47" y="26"/>
                    </a:lnTo>
                    <a:lnTo>
                      <a:pt x="50" y="34"/>
                    </a:lnTo>
                    <a:lnTo>
                      <a:pt x="55" y="44"/>
                    </a:lnTo>
                    <a:lnTo>
                      <a:pt x="60" y="54"/>
                    </a:lnTo>
                    <a:lnTo>
                      <a:pt x="65" y="65"/>
                    </a:lnTo>
                    <a:lnTo>
                      <a:pt x="68" y="74"/>
                    </a:lnTo>
                    <a:lnTo>
                      <a:pt x="72" y="81"/>
                    </a:lnTo>
                    <a:lnTo>
                      <a:pt x="73" y="88"/>
                    </a:lnTo>
                    <a:lnTo>
                      <a:pt x="76" y="96"/>
                    </a:lnTo>
                    <a:lnTo>
                      <a:pt x="79" y="103"/>
                    </a:lnTo>
                    <a:lnTo>
                      <a:pt x="82" y="111"/>
                    </a:lnTo>
                    <a:lnTo>
                      <a:pt x="85" y="119"/>
                    </a:lnTo>
                    <a:lnTo>
                      <a:pt x="89" y="125"/>
                    </a:lnTo>
                    <a:lnTo>
                      <a:pt x="91" y="129"/>
                    </a:lnTo>
                    <a:lnTo>
                      <a:pt x="95" y="131"/>
                    </a:lnTo>
                    <a:lnTo>
                      <a:pt x="100" y="134"/>
                    </a:lnTo>
                    <a:lnTo>
                      <a:pt x="109" y="140"/>
                    </a:lnTo>
                    <a:lnTo>
                      <a:pt x="121" y="149"/>
                    </a:lnTo>
                    <a:lnTo>
                      <a:pt x="133" y="159"/>
                    </a:lnTo>
                    <a:lnTo>
                      <a:pt x="145" y="168"/>
                    </a:lnTo>
                    <a:lnTo>
                      <a:pt x="155" y="177"/>
                    </a:lnTo>
                    <a:lnTo>
                      <a:pt x="162" y="183"/>
                    </a:lnTo>
                    <a:lnTo>
                      <a:pt x="165" y="184"/>
                    </a:lnTo>
                    <a:lnTo>
                      <a:pt x="166" y="184"/>
                    </a:lnTo>
                    <a:lnTo>
                      <a:pt x="169" y="184"/>
                    </a:lnTo>
                    <a:lnTo>
                      <a:pt x="171" y="184"/>
                    </a:lnTo>
                    <a:lnTo>
                      <a:pt x="173" y="184"/>
                    </a:lnTo>
                    <a:lnTo>
                      <a:pt x="177" y="184"/>
                    </a:lnTo>
                    <a:lnTo>
                      <a:pt x="179" y="184"/>
                    </a:lnTo>
                    <a:lnTo>
                      <a:pt x="183" y="184"/>
                    </a:lnTo>
                    <a:lnTo>
                      <a:pt x="186" y="186"/>
                    </a:lnTo>
                    <a:lnTo>
                      <a:pt x="190" y="189"/>
                    </a:lnTo>
                    <a:lnTo>
                      <a:pt x="195" y="190"/>
                    </a:lnTo>
                    <a:lnTo>
                      <a:pt x="200" y="194"/>
                    </a:lnTo>
                    <a:lnTo>
                      <a:pt x="204" y="196"/>
                    </a:lnTo>
                    <a:lnTo>
                      <a:pt x="208" y="200"/>
                    </a:lnTo>
                    <a:lnTo>
                      <a:pt x="211" y="202"/>
                    </a:lnTo>
                    <a:lnTo>
                      <a:pt x="214" y="206"/>
                    </a:lnTo>
                    <a:lnTo>
                      <a:pt x="214" y="208"/>
                    </a:lnTo>
                    <a:lnTo>
                      <a:pt x="212" y="210"/>
                    </a:lnTo>
                    <a:lnTo>
                      <a:pt x="209" y="212"/>
                    </a:lnTo>
                    <a:lnTo>
                      <a:pt x="206" y="213"/>
                    </a:lnTo>
                    <a:lnTo>
                      <a:pt x="201" y="213"/>
                    </a:lnTo>
                    <a:lnTo>
                      <a:pt x="195" y="213"/>
                    </a:lnTo>
                    <a:lnTo>
                      <a:pt x="189" y="212"/>
                    </a:lnTo>
                    <a:lnTo>
                      <a:pt x="183" y="210"/>
                    </a:lnTo>
                    <a:lnTo>
                      <a:pt x="177" y="208"/>
                    </a:lnTo>
                    <a:lnTo>
                      <a:pt x="173" y="207"/>
                    </a:lnTo>
                    <a:lnTo>
                      <a:pt x="170" y="206"/>
                    </a:lnTo>
                    <a:lnTo>
                      <a:pt x="166" y="204"/>
                    </a:lnTo>
                    <a:lnTo>
                      <a:pt x="165" y="204"/>
                    </a:lnTo>
                    <a:lnTo>
                      <a:pt x="162" y="203"/>
                    </a:lnTo>
                    <a:lnTo>
                      <a:pt x="161" y="203"/>
                    </a:lnTo>
                    <a:lnTo>
                      <a:pt x="159" y="204"/>
                    </a:lnTo>
                    <a:lnTo>
                      <a:pt x="156" y="203"/>
                    </a:lnTo>
                    <a:lnTo>
                      <a:pt x="150" y="201"/>
                    </a:lnTo>
                    <a:lnTo>
                      <a:pt x="141" y="199"/>
                    </a:lnTo>
                    <a:lnTo>
                      <a:pt x="133" y="195"/>
                    </a:lnTo>
                    <a:lnTo>
                      <a:pt x="122" y="190"/>
                    </a:lnTo>
                    <a:lnTo>
                      <a:pt x="113" y="185"/>
                    </a:lnTo>
                    <a:lnTo>
                      <a:pt x="104" y="181"/>
                    </a:lnTo>
                    <a:lnTo>
                      <a:pt x="97" y="177"/>
                    </a:lnTo>
                    <a:lnTo>
                      <a:pt x="91" y="172"/>
                    </a:lnTo>
                    <a:lnTo>
                      <a:pt x="85" y="166"/>
                    </a:lnTo>
                    <a:lnTo>
                      <a:pt x="76" y="159"/>
                    </a:lnTo>
                    <a:lnTo>
                      <a:pt x="67" y="150"/>
                    </a:lnTo>
                    <a:lnTo>
                      <a:pt x="59" y="141"/>
                    </a:lnTo>
                    <a:lnTo>
                      <a:pt x="51" y="131"/>
                    </a:lnTo>
                    <a:lnTo>
                      <a:pt x="44" y="120"/>
                    </a:lnTo>
                    <a:lnTo>
                      <a:pt x="38" y="110"/>
                    </a:lnTo>
                    <a:lnTo>
                      <a:pt x="32" y="98"/>
                    </a:lnTo>
                    <a:lnTo>
                      <a:pt x="26" y="86"/>
                    </a:lnTo>
                    <a:lnTo>
                      <a:pt x="19" y="71"/>
                    </a:lnTo>
                    <a:lnTo>
                      <a:pt x="13" y="57"/>
                    </a:lnTo>
                    <a:lnTo>
                      <a:pt x="8" y="43"/>
                    </a:lnTo>
                    <a:lnTo>
                      <a:pt x="4" y="31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1" y="1"/>
                    </a:lnTo>
                    <a:lnTo>
                      <a:pt x="13" y="0"/>
                    </a:lnTo>
                    <a:lnTo>
                      <a:pt x="42" y="18"/>
                    </a:lnTo>
                  </a:path>
                </a:pathLst>
              </a:cu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2" name="Freeform 139">
                <a:extLst>
                  <a:ext uri="{FF2B5EF4-FFF2-40B4-BE49-F238E27FC236}">
                    <a16:creationId xmlns:a16="http://schemas.microsoft.com/office/drawing/2014/main" id="{152D1AEA-CF4E-C5CC-B0E5-3B844DB3A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" y="1074"/>
                <a:ext cx="135" cy="174"/>
              </a:xfrm>
              <a:custGeom>
                <a:avLst/>
                <a:gdLst>
                  <a:gd name="T0" fmla="*/ 36 w 135"/>
                  <a:gd name="T1" fmla="*/ 16 h 174"/>
                  <a:gd name="T2" fmla="*/ 39 w 135"/>
                  <a:gd name="T3" fmla="*/ 25 h 174"/>
                  <a:gd name="T4" fmla="*/ 43 w 135"/>
                  <a:gd name="T5" fmla="*/ 39 h 174"/>
                  <a:gd name="T6" fmla="*/ 46 w 135"/>
                  <a:gd name="T7" fmla="*/ 53 h 174"/>
                  <a:gd name="T8" fmla="*/ 48 w 135"/>
                  <a:gd name="T9" fmla="*/ 63 h 174"/>
                  <a:gd name="T10" fmla="*/ 52 w 135"/>
                  <a:gd name="T11" fmla="*/ 77 h 174"/>
                  <a:gd name="T12" fmla="*/ 58 w 135"/>
                  <a:gd name="T13" fmla="*/ 93 h 174"/>
                  <a:gd name="T14" fmla="*/ 64 w 135"/>
                  <a:gd name="T15" fmla="*/ 104 h 174"/>
                  <a:gd name="T16" fmla="*/ 69 w 135"/>
                  <a:gd name="T17" fmla="*/ 109 h 174"/>
                  <a:gd name="T18" fmla="*/ 76 w 135"/>
                  <a:gd name="T19" fmla="*/ 121 h 174"/>
                  <a:gd name="T20" fmla="*/ 84 w 135"/>
                  <a:gd name="T21" fmla="*/ 137 h 174"/>
                  <a:gd name="T22" fmla="*/ 89 w 135"/>
                  <a:gd name="T23" fmla="*/ 148 h 174"/>
                  <a:gd name="T24" fmla="*/ 91 w 135"/>
                  <a:gd name="T25" fmla="*/ 149 h 174"/>
                  <a:gd name="T26" fmla="*/ 95 w 135"/>
                  <a:gd name="T27" fmla="*/ 149 h 174"/>
                  <a:gd name="T28" fmla="*/ 100 w 135"/>
                  <a:gd name="T29" fmla="*/ 149 h 174"/>
                  <a:gd name="T30" fmla="*/ 106 w 135"/>
                  <a:gd name="T31" fmla="*/ 149 h 174"/>
                  <a:gd name="T32" fmla="*/ 111 w 135"/>
                  <a:gd name="T33" fmla="*/ 150 h 174"/>
                  <a:gd name="T34" fmla="*/ 118 w 135"/>
                  <a:gd name="T35" fmla="*/ 154 h 174"/>
                  <a:gd name="T36" fmla="*/ 126 w 135"/>
                  <a:gd name="T37" fmla="*/ 159 h 174"/>
                  <a:gd name="T38" fmla="*/ 132 w 135"/>
                  <a:gd name="T39" fmla="*/ 164 h 174"/>
                  <a:gd name="T40" fmla="*/ 134 w 135"/>
                  <a:gd name="T41" fmla="*/ 168 h 174"/>
                  <a:gd name="T42" fmla="*/ 129 w 135"/>
                  <a:gd name="T43" fmla="*/ 171 h 174"/>
                  <a:gd name="T44" fmla="*/ 121 w 135"/>
                  <a:gd name="T45" fmla="*/ 173 h 174"/>
                  <a:gd name="T46" fmla="*/ 110 w 135"/>
                  <a:gd name="T47" fmla="*/ 172 h 174"/>
                  <a:gd name="T48" fmla="*/ 102 w 135"/>
                  <a:gd name="T49" fmla="*/ 170 h 174"/>
                  <a:gd name="T50" fmla="*/ 96 w 135"/>
                  <a:gd name="T51" fmla="*/ 168 h 174"/>
                  <a:gd name="T52" fmla="*/ 92 w 135"/>
                  <a:gd name="T53" fmla="*/ 167 h 174"/>
                  <a:gd name="T54" fmla="*/ 90 w 135"/>
                  <a:gd name="T55" fmla="*/ 167 h 174"/>
                  <a:gd name="T56" fmla="*/ 87 w 135"/>
                  <a:gd name="T57" fmla="*/ 167 h 174"/>
                  <a:gd name="T58" fmla="*/ 75 w 135"/>
                  <a:gd name="T59" fmla="*/ 157 h 174"/>
                  <a:gd name="T60" fmla="*/ 61 w 135"/>
                  <a:gd name="T61" fmla="*/ 143 h 174"/>
                  <a:gd name="T62" fmla="*/ 48 w 135"/>
                  <a:gd name="T63" fmla="*/ 130 h 174"/>
                  <a:gd name="T64" fmla="*/ 40 w 135"/>
                  <a:gd name="T65" fmla="*/ 121 h 174"/>
                  <a:gd name="T66" fmla="*/ 29 w 135"/>
                  <a:gd name="T67" fmla="*/ 109 h 174"/>
                  <a:gd name="T68" fmla="*/ 19 w 135"/>
                  <a:gd name="T69" fmla="*/ 95 h 174"/>
                  <a:gd name="T70" fmla="*/ 10 w 135"/>
                  <a:gd name="T71" fmla="*/ 79 h 174"/>
                  <a:gd name="T72" fmla="*/ 5 w 135"/>
                  <a:gd name="T73" fmla="*/ 63 h 174"/>
                  <a:gd name="T74" fmla="*/ 2 w 135"/>
                  <a:gd name="T75" fmla="*/ 43 h 174"/>
                  <a:gd name="T76" fmla="*/ 0 w 135"/>
                  <a:gd name="T77" fmla="*/ 25 h 174"/>
                  <a:gd name="T78" fmla="*/ 0 w 135"/>
                  <a:gd name="T79" fmla="*/ 11 h 174"/>
                  <a:gd name="T80" fmla="*/ 2 w 135"/>
                  <a:gd name="T81" fmla="*/ 4 h 174"/>
                  <a:gd name="T82" fmla="*/ 6 w 135"/>
                  <a:gd name="T83" fmla="*/ 1 h 174"/>
                  <a:gd name="T84" fmla="*/ 11 w 135"/>
                  <a:gd name="T85" fmla="*/ 0 h 174"/>
                  <a:gd name="T86" fmla="*/ 17 w 135"/>
                  <a:gd name="T87" fmla="*/ 0 h 174"/>
                  <a:gd name="T88" fmla="*/ 35 w 135"/>
                  <a:gd name="T89" fmla="*/ 15 h 17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74"/>
                  <a:gd name="T137" fmla="*/ 135 w 135"/>
                  <a:gd name="T138" fmla="*/ 174 h 17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74">
                    <a:moveTo>
                      <a:pt x="35" y="15"/>
                    </a:moveTo>
                    <a:lnTo>
                      <a:pt x="36" y="16"/>
                    </a:lnTo>
                    <a:lnTo>
                      <a:pt x="37" y="20"/>
                    </a:lnTo>
                    <a:lnTo>
                      <a:pt x="39" y="25"/>
                    </a:lnTo>
                    <a:lnTo>
                      <a:pt x="41" y="32"/>
                    </a:lnTo>
                    <a:lnTo>
                      <a:pt x="43" y="39"/>
                    </a:lnTo>
                    <a:lnTo>
                      <a:pt x="45" y="46"/>
                    </a:lnTo>
                    <a:lnTo>
                      <a:pt x="46" y="53"/>
                    </a:lnTo>
                    <a:lnTo>
                      <a:pt x="47" y="58"/>
                    </a:lnTo>
                    <a:lnTo>
                      <a:pt x="48" y="63"/>
                    </a:lnTo>
                    <a:lnTo>
                      <a:pt x="50" y="70"/>
                    </a:lnTo>
                    <a:lnTo>
                      <a:pt x="52" y="77"/>
                    </a:lnTo>
                    <a:lnTo>
                      <a:pt x="55" y="85"/>
                    </a:lnTo>
                    <a:lnTo>
                      <a:pt x="58" y="93"/>
                    </a:lnTo>
                    <a:lnTo>
                      <a:pt x="61" y="99"/>
                    </a:lnTo>
                    <a:lnTo>
                      <a:pt x="64" y="104"/>
                    </a:lnTo>
                    <a:lnTo>
                      <a:pt x="66" y="106"/>
                    </a:lnTo>
                    <a:lnTo>
                      <a:pt x="69" y="109"/>
                    </a:lnTo>
                    <a:lnTo>
                      <a:pt x="72" y="114"/>
                    </a:lnTo>
                    <a:lnTo>
                      <a:pt x="76" y="121"/>
                    </a:lnTo>
                    <a:lnTo>
                      <a:pt x="81" y="129"/>
                    </a:lnTo>
                    <a:lnTo>
                      <a:pt x="84" y="137"/>
                    </a:lnTo>
                    <a:lnTo>
                      <a:pt x="87" y="143"/>
                    </a:lnTo>
                    <a:lnTo>
                      <a:pt x="89" y="148"/>
                    </a:lnTo>
                    <a:lnTo>
                      <a:pt x="90" y="149"/>
                    </a:lnTo>
                    <a:lnTo>
                      <a:pt x="91" y="149"/>
                    </a:lnTo>
                    <a:lnTo>
                      <a:pt x="93" y="149"/>
                    </a:lnTo>
                    <a:lnTo>
                      <a:pt x="95" y="149"/>
                    </a:lnTo>
                    <a:lnTo>
                      <a:pt x="98" y="149"/>
                    </a:lnTo>
                    <a:lnTo>
                      <a:pt x="100" y="149"/>
                    </a:lnTo>
                    <a:lnTo>
                      <a:pt x="104" y="148"/>
                    </a:lnTo>
                    <a:lnTo>
                      <a:pt x="106" y="149"/>
                    </a:lnTo>
                    <a:lnTo>
                      <a:pt x="109" y="149"/>
                    </a:lnTo>
                    <a:lnTo>
                      <a:pt x="111" y="150"/>
                    </a:lnTo>
                    <a:lnTo>
                      <a:pt x="115" y="151"/>
                    </a:lnTo>
                    <a:lnTo>
                      <a:pt x="118" y="154"/>
                    </a:lnTo>
                    <a:lnTo>
                      <a:pt x="122" y="156"/>
                    </a:lnTo>
                    <a:lnTo>
                      <a:pt x="126" y="159"/>
                    </a:lnTo>
                    <a:lnTo>
                      <a:pt x="129" y="161"/>
                    </a:lnTo>
                    <a:lnTo>
                      <a:pt x="132" y="164"/>
                    </a:lnTo>
                    <a:lnTo>
                      <a:pt x="134" y="167"/>
                    </a:lnTo>
                    <a:lnTo>
                      <a:pt x="134" y="168"/>
                    </a:lnTo>
                    <a:lnTo>
                      <a:pt x="132" y="169"/>
                    </a:lnTo>
                    <a:lnTo>
                      <a:pt x="129" y="171"/>
                    </a:lnTo>
                    <a:lnTo>
                      <a:pt x="125" y="172"/>
                    </a:lnTo>
                    <a:lnTo>
                      <a:pt x="121" y="173"/>
                    </a:lnTo>
                    <a:lnTo>
                      <a:pt x="116" y="173"/>
                    </a:lnTo>
                    <a:lnTo>
                      <a:pt x="110" y="172"/>
                    </a:lnTo>
                    <a:lnTo>
                      <a:pt x="106" y="172"/>
                    </a:lnTo>
                    <a:lnTo>
                      <a:pt x="102" y="170"/>
                    </a:lnTo>
                    <a:lnTo>
                      <a:pt x="99" y="169"/>
                    </a:lnTo>
                    <a:lnTo>
                      <a:pt x="96" y="168"/>
                    </a:lnTo>
                    <a:lnTo>
                      <a:pt x="93" y="168"/>
                    </a:lnTo>
                    <a:lnTo>
                      <a:pt x="92" y="167"/>
                    </a:lnTo>
                    <a:lnTo>
                      <a:pt x="91" y="167"/>
                    </a:lnTo>
                    <a:lnTo>
                      <a:pt x="90" y="167"/>
                    </a:lnTo>
                    <a:lnTo>
                      <a:pt x="88" y="168"/>
                    </a:lnTo>
                    <a:lnTo>
                      <a:pt x="87" y="167"/>
                    </a:lnTo>
                    <a:lnTo>
                      <a:pt x="81" y="163"/>
                    </a:lnTo>
                    <a:lnTo>
                      <a:pt x="75" y="157"/>
                    </a:lnTo>
                    <a:lnTo>
                      <a:pt x="69" y="150"/>
                    </a:lnTo>
                    <a:lnTo>
                      <a:pt x="61" y="143"/>
                    </a:lnTo>
                    <a:lnTo>
                      <a:pt x="54" y="136"/>
                    </a:lnTo>
                    <a:lnTo>
                      <a:pt x="48" y="130"/>
                    </a:lnTo>
                    <a:lnTo>
                      <a:pt x="44" y="125"/>
                    </a:lnTo>
                    <a:lnTo>
                      <a:pt x="40" y="121"/>
                    </a:lnTo>
                    <a:lnTo>
                      <a:pt x="35" y="115"/>
                    </a:lnTo>
                    <a:lnTo>
                      <a:pt x="29" y="109"/>
                    </a:lnTo>
                    <a:lnTo>
                      <a:pt x="24" y="102"/>
                    </a:lnTo>
                    <a:lnTo>
                      <a:pt x="19" y="95"/>
                    </a:lnTo>
                    <a:lnTo>
                      <a:pt x="14" y="87"/>
                    </a:lnTo>
                    <a:lnTo>
                      <a:pt x="10" y="79"/>
                    </a:lnTo>
                    <a:lnTo>
                      <a:pt x="7" y="71"/>
                    </a:lnTo>
                    <a:lnTo>
                      <a:pt x="5" y="63"/>
                    </a:lnTo>
                    <a:lnTo>
                      <a:pt x="4" y="53"/>
                    </a:lnTo>
                    <a:lnTo>
                      <a:pt x="2" y="43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35" y="15"/>
                    </a:lnTo>
                  </a:path>
                </a:pathLst>
              </a:cu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3" name="Freeform 140">
                <a:extLst>
                  <a:ext uri="{FF2B5EF4-FFF2-40B4-BE49-F238E27FC236}">
                    <a16:creationId xmlns:a16="http://schemas.microsoft.com/office/drawing/2014/main" id="{0471C130-E8AC-B70F-6C23-C73A404600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" y="1258"/>
                <a:ext cx="192" cy="92"/>
              </a:xfrm>
              <a:custGeom>
                <a:avLst/>
                <a:gdLst>
                  <a:gd name="T0" fmla="*/ 0 w 192"/>
                  <a:gd name="T1" fmla="*/ 0 h 92"/>
                  <a:gd name="T2" fmla="*/ 0 w 192"/>
                  <a:gd name="T3" fmla="*/ 50 h 92"/>
                  <a:gd name="T4" fmla="*/ 191 w 192"/>
                  <a:gd name="T5" fmla="*/ 91 h 92"/>
                  <a:gd name="T6" fmla="*/ 191 w 192"/>
                  <a:gd name="T7" fmla="*/ 40 h 92"/>
                  <a:gd name="T8" fmla="*/ 0 w 192"/>
                  <a:gd name="T9" fmla="*/ 0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92"/>
                  <a:gd name="T17" fmla="*/ 192 w 192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92">
                    <a:moveTo>
                      <a:pt x="0" y="0"/>
                    </a:moveTo>
                    <a:lnTo>
                      <a:pt x="0" y="50"/>
                    </a:lnTo>
                    <a:lnTo>
                      <a:pt x="191" y="91"/>
                    </a:lnTo>
                    <a:lnTo>
                      <a:pt x="191" y="4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4" name="Freeform 141">
                <a:extLst>
                  <a:ext uri="{FF2B5EF4-FFF2-40B4-BE49-F238E27FC236}">
                    <a16:creationId xmlns:a16="http://schemas.microsoft.com/office/drawing/2014/main" id="{BAA675F2-461A-E499-8ED6-D80123F32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2" y="1251"/>
                <a:ext cx="60" cy="99"/>
              </a:xfrm>
              <a:custGeom>
                <a:avLst/>
                <a:gdLst>
                  <a:gd name="T0" fmla="*/ 0 w 60"/>
                  <a:gd name="T1" fmla="*/ 47 h 99"/>
                  <a:gd name="T2" fmla="*/ 0 w 60"/>
                  <a:gd name="T3" fmla="*/ 98 h 99"/>
                  <a:gd name="T4" fmla="*/ 59 w 60"/>
                  <a:gd name="T5" fmla="*/ 43 h 99"/>
                  <a:gd name="T6" fmla="*/ 59 w 60"/>
                  <a:gd name="T7" fmla="*/ 0 h 99"/>
                  <a:gd name="T8" fmla="*/ 0 w 60"/>
                  <a:gd name="T9" fmla="*/ 47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99"/>
                  <a:gd name="T17" fmla="*/ 60 w 60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99">
                    <a:moveTo>
                      <a:pt x="0" y="47"/>
                    </a:moveTo>
                    <a:lnTo>
                      <a:pt x="0" y="98"/>
                    </a:lnTo>
                    <a:lnTo>
                      <a:pt x="59" y="43"/>
                    </a:lnTo>
                    <a:lnTo>
                      <a:pt x="59" y="0"/>
                    </a:lnTo>
                    <a:lnTo>
                      <a:pt x="0" y="4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5" name="Freeform 142">
                <a:extLst>
                  <a:ext uri="{FF2B5EF4-FFF2-40B4-BE49-F238E27FC236}">
                    <a16:creationId xmlns:a16="http://schemas.microsoft.com/office/drawing/2014/main" id="{D6C749C3-5FE0-A24A-38BC-ED602ED2A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" y="1212"/>
                <a:ext cx="250" cy="87"/>
              </a:xfrm>
              <a:custGeom>
                <a:avLst/>
                <a:gdLst>
                  <a:gd name="T0" fmla="*/ 79 w 250"/>
                  <a:gd name="T1" fmla="*/ 0 h 87"/>
                  <a:gd name="T2" fmla="*/ 0 w 250"/>
                  <a:gd name="T3" fmla="*/ 45 h 87"/>
                  <a:gd name="T4" fmla="*/ 191 w 250"/>
                  <a:gd name="T5" fmla="*/ 86 h 87"/>
                  <a:gd name="T6" fmla="*/ 249 w 250"/>
                  <a:gd name="T7" fmla="*/ 39 h 87"/>
                  <a:gd name="T8" fmla="*/ 79 w 250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87"/>
                  <a:gd name="T17" fmla="*/ 250 w 250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87">
                    <a:moveTo>
                      <a:pt x="79" y="0"/>
                    </a:moveTo>
                    <a:lnTo>
                      <a:pt x="0" y="45"/>
                    </a:lnTo>
                    <a:lnTo>
                      <a:pt x="191" y="86"/>
                    </a:lnTo>
                    <a:lnTo>
                      <a:pt x="249" y="39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6" name="Freeform 143">
                <a:extLst>
                  <a:ext uri="{FF2B5EF4-FFF2-40B4-BE49-F238E27FC236}">
                    <a16:creationId xmlns:a16="http://schemas.microsoft.com/office/drawing/2014/main" id="{AFBA5ECA-0117-F70E-B2AB-4B0FE4FDC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1093"/>
                <a:ext cx="31" cy="134"/>
              </a:xfrm>
              <a:custGeom>
                <a:avLst/>
                <a:gdLst>
                  <a:gd name="T0" fmla="*/ 30 w 31"/>
                  <a:gd name="T1" fmla="*/ 0 h 134"/>
                  <a:gd name="T2" fmla="*/ 29 w 31"/>
                  <a:gd name="T3" fmla="*/ 0 h 134"/>
                  <a:gd name="T4" fmla="*/ 27 w 31"/>
                  <a:gd name="T5" fmla="*/ 3 h 134"/>
                  <a:gd name="T6" fmla="*/ 24 w 31"/>
                  <a:gd name="T7" fmla="*/ 6 h 134"/>
                  <a:gd name="T8" fmla="*/ 21 w 31"/>
                  <a:gd name="T9" fmla="*/ 12 h 134"/>
                  <a:gd name="T10" fmla="*/ 17 w 31"/>
                  <a:gd name="T11" fmla="*/ 21 h 134"/>
                  <a:gd name="T12" fmla="*/ 13 w 31"/>
                  <a:gd name="T13" fmla="*/ 31 h 134"/>
                  <a:gd name="T14" fmla="*/ 9 w 31"/>
                  <a:gd name="T15" fmla="*/ 44 h 134"/>
                  <a:gd name="T16" fmla="*/ 6 w 31"/>
                  <a:gd name="T17" fmla="*/ 60 h 134"/>
                  <a:gd name="T18" fmla="*/ 2 w 31"/>
                  <a:gd name="T19" fmla="*/ 76 h 134"/>
                  <a:gd name="T20" fmla="*/ 0 w 31"/>
                  <a:gd name="T21" fmla="*/ 91 h 134"/>
                  <a:gd name="T22" fmla="*/ 0 w 31"/>
                  <a:gd name="T23" fmla="*/ 104 h 134"/>
                  <a:gd name="T24" fmla="*/ 0 w 31"/>
                  <a:gd name="T25" fmla="*/ 114 h 134"/>
                  <a:gd name="T26" fmla="*/ 0 w 31"/>
                  <a:gd name="T27" fmla="*/ 122 h 134"/>
                  <a:gd name="T28" fmla="*/ 1 w 31"/>
                  <a:gd name="T29" fmla="*/ 128 h 134"/>
                  <a:gd name="T30" fmla="*/ 2 w 31"/>
                  <a:gd name="T31" fmla="*/ 132 h 134"/>
                  <a:gd name="T32" fmla="*/ 2 w 31"/>
                  <a:gd name="T33" fmla="*/ 133 h 134"/>
                  <a:gd name="T34" fmla="*/ 30 w 31"/>
                  <a:gd name="T35" fmla="*/ 0 h 1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134"/>
                  <a:gd name="T56" fmla="*/ 31 w 31"/>
                  <a:gd name="T57" fmla="*/ 134 h 1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134">
                    <a:moveTo>
                      <a:pt x="30" y="0"/>
                    </a:moveTo>
                    <a:lnTo>
                      <a:pt x="29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21" y="12"/>
                    </a:lnTo>
                    <a:lnTo>
                      <a:pt x="17" y="21"/>
                    </a:lnTo>
                    <a:lnTo>
                      <a:pt x="13" y="31"/>
                    </a:lnTo>
                    <a:lnTo>
                      <a:pt x="9" y="44"/>
                    </a:lnTo>
                    <a:lnTo>
                      <a:pt x="6" y="60"/>
                    </a:lnTo>
                    <a:lnTo>
                      <a:pt x="2" y="76"/>
                    </a:lnTo>
                    <a:lnTo>
                      <a:pt x="0" y="91"/>
                    </a:lnTo>
                    <a:lnTo>
                      <a:pt x="0" y="104"/>
                    </a:lnTo>
                    <a:lnTo>
                      <a:pt x="0" y="114"/>
                    </a:lnTo>
                    <a:lnTo>
                      <a:pt x="0" y="122"/>
                    </a:lnTo>
                    <a:lnTo>
                      <a:pt x="1" y="128"/>
                    </a:lnTo>
                    <a:lnTo>
                      <a:pt x="2" y="132"/>
                    </a:lnTo>
                    <a:lnTo>
                      <a:pt x="2" y="133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7" name="Freeform 144">
                <a:extLst>
                  <a:ext uri="{FF2B5EF4-FFF2-40B4-BE49-F238E27FC236}">
                    <a16:creationId xmlns:a16="http://schemas.microsoft.com/office/drawing/2014/main" id="{88AA9872-F80F-BC88-952D-BE45928AD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1156"/>
                <a:ext cx="117" cy="117"/>
              </a:xfrm>
              <a:custGeom>
                <a:avLst/>
                <a:gdLst>
                  <a:gd name="T0" fmla="*/ 58 w 117"/>
                  <a:gd name="T1" fmla="*/ 116 h 117"/>
                  <a:gd name="T2" fmla="*/ 69 w 117"/>
                  <a:gd name="T3" fmla="*/ 116 h 117"/>
                  <a:gd name="T4" fmla="*/ 81 w 117"/>
                  <a:gd name="T5" fmla="*/ 113 h 117"/>
                  <a:gd name="T6" fmla="*/ 90 w 117"/>
                  <a:gd name="T7" fmla="*/ 109 h 117"/>
                  <a:gd name="T8" fmla="*/ 98 w 117"/>
                  <a:gd name="T9" fmla="*/ 102 h 117"/>
                  <a:gd name="T10" fmla="*/ 105 w 117"/>
                  <a:gd name="T11" fmla="*/ 94 h 117"/>
                  <a:gd name="T12" fmla="*/ 111 w 117"/>
                  <a:gd name="T13" fmla="*/ 85 h 117"/>
                  <a:gd name="T14" fmla="*/ 115 w 117"/>
                  <a:gd name="T15" fmla="*/ 74 h 117"/>
                  <a:gd name="T16" fmla="*/ 116 w 117"/>
                  <a:gd name="T17" fmla="*/ 63 h 117"/>
                  <a:gd name="T18" fmla="*/ 115 w 117"/>
                  <a:gd name="T19" fmla="*/ 51 h 117"/>
                  <a:gd name="T20" fmla="*/ 111 w 117"/>
                  <a:gd name="T21" fmla="*/ 40 h 117"/>
                  <a:gd name="T22" fmla="*/ 105 w 117"/>
                  <a:gd name="T23" fmla="*/ 29 h 117"/>
                  <a:gd name="T24" fmla="*/ 98 w 117"/>
                  <a:gd name="T25" fmla="*/ 20 h 117"/>
                  <a:gd name="T26" fmla="*/ 90 w 117"/>
                  <a:gd name="T27" fmla="*/ 12 h 117"/>
                  <a:gd name="T28" fmla="*/ 81 w 117"/>
                  <a:gd name="T29" fmla="*/ 6 h 117"/>
                  <a:gd name="T30" fmla="*/ 69 w 117"/>
                  <a:gd name="T31" fmla="*/ 2 h 117"/>
                  <a:gd name="T32" fmla="*/ 58 w 117"/>
                  <a:gd name="T33" fmla="*/ 0 h 117"/>
                  <a:gd name="T34" fmla="*/ 46 w 117"/>
                  <a:gd name="T35" fmla="*/ 0 h 117"/>
                  <a:gd name="T36" fmla="*/ 35 w 117"/>
                  <a:gd name="T37" fmla="*/ 2 h 117"/>
                  <a:gd name="T38" fmla="*/ 25 w 117"/>
                  <a:gd name="T39" fmla="*/ 6 h 117"/>
                  <a:gd name="T40" fmla="*/ 17 w 117"/>
                  <a:gd name="T41" fmla="*/ 13 h 117"/>
                  <a:gd name="T42" fmla="*/ 10 w 117"/>
                  <a:gd name="T43" fmla="*/ 21 h 117"/>
                  <a:gd name="T44" fmla="*/ 5 w 117"/>
                  <a:gd name="T45" fmla="*/ 30 h 117"/>
                  <a:gd name="T46" fmla="*/ 1 w 117"/>
                  <a:gd name="T47" fmla="*/ 41 h 117"/>
                  <a:gd name="T48" fmla="*/ 0 w 117"/>
                  <a:gd name="T49" fmla="*/ 52 h 117"/>
                  <a:gd name="T50" fmla="*/ 1 w 117"/>
                  <a:gd name="T51" fmla="*/ 64 h 117"/>
                  <a:gd name="T52" fmla="*/ 5 w 117"/>
                  <a:gd name="T53" fmla="*/ 75 h 117"/>
                  <a:gd name="T54" fmla="*/ 10 w 117"/>
                  <a:gd name="T55" fmla="*/ 86 h 117"/>
                  <a:gd name="T56" fmla="*/ 17 w 117"/>
                  <a:gd name="T57" fmla="*/ 95 h 117"/>
                  <a:gd name="T58" fmla="*/ 25 w 117"/>
                  <a:gd name="T59" fmla="*/ 103 h 117"/>
                  <a:gd name="T60" fmla="*/ 35 w 117"/>
                  <a:gd name="T61" fmla="*/ 109 h 117"/>
                  <a:gd name="T62" fmla="*/ 46 w 117"/>
                  <a:gd name="T63" fmla="*/ 113 h 117"/>
                  <a:gd name="T64" fmla="*/ 58 w 117"/>
                  <a:gd name="T65" fmla="*/ 116 h 11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7"/>
                  <a:gd name="T100" fmla="*/ 0 h 117"/>
                  <a:gd name="T101" fmla="*/ 117 w 117"/>
                  <a:gd name="T102" fmla="*/ 117 h 11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7" h="117">
                    <a:moveTo>
                      <a:pt x="58" y="116"/>
                    </a:moveTo>
                    <a:lnTo>
                      <a:pt x="69" y="116"/>
                    </a:lnTo>
                    <a:lnTo>
                      <a:pt x="81" y="113"/>
                    </a:lnTo>
                    <a:lnTo>
                      <a:pt x="90" y="109"/>
                    </a:lnTo>
                    <a:lnTo>
                      <a:pt x="98" y="102"/>
                    </a:lnTo>
                    <a:lnTo>
                      <a:pt x="105" y="94"/>
                    </a:lnTo>
                    <a:lnTo>
                      <a:pt x="111" y="85"/>
                    </a:lnTo>
                    <a:lnTo>
                      <a:pt x="115" y="74"/>
                    </a:lnTo>
                    <a:lnTo>
                      <a:pt x="116" y="63"/>
                    </a:lnTo>
                    <a:lnTo>
                      <a:pt x="115" y="51"/>
                    </a:lnTo>
                    <a:lnTo>
                      <a:pt x="111" y="40"/>
                    </a:lnTo>
                    <a:lnTo>
                      <a:pt x="105" y="29"/>
                    </a:lnTo>
                    <a:lnTo>
                      <a:pt x="98" y="20"/>
                    </a:lnTo>
                    <a:lnTo>
                      <a:pt x="90" y="12"/>
                    </a:lnTo>
                    <a:lnTo>
                      <a:pt x="81" y="6"/>
                    </a:lnTo>
                    <a:lnTo>
                      <a:pt x="69" y="2"/>
                    </a:lnTo>
                    <a:lnTo>
                      <a:pt x="58" y="0"/>
                    </a:lnTo>
                    <a:lnTo>
                      <a:pt x="46" y="0"/>
                    </a:lnTo>
                    <a:lnTo>
                      <a:pt x="35" y="2"/>
                    </a:lnTo>
                    <a:lnTo>
                      <a:pt x="25" y="6"/>
                    </a:lnTo>
                    <a:lnTo>
                      <a:pt x="17" y="13"/>
                    </a:lnTo>
                    <a:lnTo>
                      <a:pt x="10" y="21"/>
                    </a:lnTo>
                    <a:lnTo>
                      <a:pt x="5" y="30"/>
                    </a:lnTo>
                    <a:lnTo>
                      <a:pt x="1" y="41"/>
                    </a:lnTo>
                    <a:lnTo>
                      <a:pt x="0" y="52"/>
                    </a:lnTo>
                    <a:lnTo>
                      <a:pt x="1" y="64"/>
                    </a:lnTo>
                    <a:lnTo>
                      <a:pt x="5" y="75"/>
                    </a:lnTo>
                    <a:lnTo>
                      <a:pt x="10" y="86"/>
                    </a:lnTo>
                    <a:lnTo>
                      <a:pt x="17" y="95"/>
                    </a:lnTo>
                    <a:lnTo>
                      <a:pt x="25" y="103"/>
                    </a:lnTo>
                    <a:lnTo>
                      <a:pt x="35" y="109"/>
                    </a:lnTo>
                    <a:lnTo>
                      <a:pt x="46" y="113"/>
                    </a:lnTo>
                    <a:lnTo>
                      <a:pt x="58" y="116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8" name="Freeform 145">
                <a:extLst>
                  <a:ext uri="{FF2B5EF4-FFF2-40B4-BE49-F238E27FC236}">
                    <a16:creationId xmlns:a16="http://schemas.microsoft.com/office/drawing/2014/main" id="{A688416B-D6A3-D7D3-ED5E-C154A81D6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1078"/>
                <a:ext cx="164" cy="191"/>
              </a:xfrm>
              <a:custGeom>
                <a:avLst/>
                <a:gdLst>
                  <a:gd name="T0" fmla="*/ 124 w 164"/>
                  <a:gd name="T1" fmla="*/ 47 h 191"/>
                  <a:gd name="T2" fmla="*/ 73 w 164"/>
                  <a:gd name="T3" fmla="*/ 11 h 191"/>
                  <a:gd name="T4" fmla="*/ 35 w 164"/>
                  <a:gd name="T5" fmla="*/ 0 h 191"/>
                  <a:gd name="T6" fmla="*/ 0 w 164"/>
                  <a:gd name="T7" fmla="*/ 178 h 191"/>
                  <a:gd name="T8" fmla="*/ 38 w 164"/>
                  <a:gd name="T9" fmla="*/ 190 h 191"/>
                  <a:gd name="T10" fmla="*/ 98 w 164"/>
                  <a:gd name="T11" fmla="*/ 174 h 191"/>
                  <a:gd name="T12" fmla="*/ 138 w 164"/>
                  <a:gd name="T13" fmla="*/ 185 h 191"/>
                  <a:gd name="T14" fmla="*/ 163 w 164"/>
                  <a:gd name="T15" fmla="*/ 60 h 191"/>
                  <a:gd name="T16" fmla="*/ 124 w 164"/>
                  <a:gd name="T17" fmla="*/ 47 h 19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191"/>
                  <a:gd name="T29" fmla="*/ 164 w 164"/>
                  <a:gd name="T30" fmla="*/ 191 h 19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191">
                    <a:moveTo>
                      <a:pt x="124" y="47"/>
                    </a:moveTo>
                    <a:lnTo>
                      <a:pt x="73" y="11"/>
                    </a:lnTo>
                    <a:lnTo>
                      <a:pt x="35" y="0"/>
                    </a:lnTo>
                    <a:lnTo>
                      <a:pt x="0" y="178"/>
                    </a:lnTo>
                    <a:lnTo>
                      <a:pt x="38" y="190"/>
                    </a:lnTo>
                    <a:lnTo>
                      <a:pt x="98" y="174"/>
                    </a:lnTo>
                    <a:lnTo>
                      <a:pt x="138" y="185"/>
                    </a:lnTo>
                    <a:lnTo>
                      <a:pt x="163" y="60"/>
                    </a:lnTo>
                    <a:lnTo>
                      <a:pt x="124" y="47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29" name="Freeform 146">
                <a:extLst>
                  <a:ext uri="{FF2B5EF4-FFF2-40B4-BE49-F238E27FC236}">
                    <a16:creationId xmlns:a16="http://schemas.microsoft.com/office/drawing/2014/main" id="{5BDC6994-02E8-FE6E-EBC6-8455DFC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" y="1125"/>
                <a:ext cx="60" cy="139"/>
              </a:xfrm>
              <a:custGeom>
                <a:avLst/>
                <a:gdLst>
                  <a:gd name="T0" fmla="*/ 24 w 60"/>
                  <a:gd name="T1" fmla="*/ 13 h 139"/>
                  <a:gd name="T2" fmla="*/ 0 w 60"/>
                  <a:gd name="T3" fmla="*/ 138 h 139"/>
                  <a:gd name="T4" fmla="*/ 40 w 60"/>
                  <a:gd name="T5" fmla="*/ 109 h 139"/>
                  <a:gd name="T6" fmla="*/ 59 w 60"/>
                  <a:gd name="T7" fmla="*/ 0 h 139"/>
                  <a:gd name="T8" fmla="*/ 24 w 60"/>
                  <a:gd name="T9" fmla="*/ 13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139"/>
                  <a:gd name="T17" fmla="*/ 60 w 60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139">
                    <a:moveTo>
                      <a:pt x="24" y="13"/>
                    </a:moveTo>
                    <a:lnTo>
                      <a:pt x="0" y="138"/>
                    </a:lnTo>
                    <a:lnTo>
                      <a:pt x="40" y="109"/>
                    </a:lnTo>
                    <a:lnTo>
                      <a:pt x="59" y="0"/>
                    </a:lnTo>
                    <a:lnTo>
                      <a:pt x="24" y="13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0" name="Freeform 147">
                <a:extLst>
                  <a:ext uri="{FF2B5EF4-FFF2-40B4-BE49-F238E27FC236}">
                    <a16:creationId xmlns:a16="http://schemas.microsoft.com/office/drawing/2014/main" id="{3ACC6E5E-2B45-F7B6-88D8-B44B6B994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" y="1135"/>
                <a:ext cx="54" cy="123"/>
              </a:xfrm>
              <a:custGeom>
                <a:avLst/>
                <a:gdLst>
                  <a:gd name="T0" fmla="*/ 53 w 54"/>
                  <a:gd name="T1" fmla="*/ 7 h 123"/>
                  <a:gd name="T2" fmla="*/ 24 w 54"/>
                  <a:gd name="T3" fmla="*/ 0 h 123"/>
                  <a:gd name="T4" fmla="*/ 0 w 54"/>
                  <a:gd name="T5" fmla="*/ 111 h 123"/>
                  <a:gd name="T6" fmla="*/ 32 w 54"/>
                  <a:gd name="T7" fmla="*/ 122 h 123"/>
                  <a:gd name="T8" fmla="*/ 53 w 54"/>
                  <a:gd name="T9" fmla="*/ 7 h 1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23"/>
                  <a:gd name="T17" fmla="*/ 54 w 54"/>
                  <a:gd name="T18" fmla="*/ 123 h 1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23">
                    <a:moveTo>
                      <a:pt x="53" y="7"/>
                    </a:moveTo>
                    <a:lnTo>
                      <a:pt x="24" y="0"/>
                    </a:lnTo>
                    <a:lnTo>
                      <a:pt x="0" y="111"/>
                    </a:lnTo>
                    <a:lnTo>
                      <a:pt x="32" y="122"/>
                    </a:lnTo>
                    <a:lnTo>
                      <a:pt x="53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1" name="Freeform 148">
                <a:extLst>
                  <a:ext uri="{FF2B5EF4-FFF2-40B4-BE49-F238E27FC236}">
                    <a16:creationId xmlns:a16="http://schemas.microsoft.com/office/drawing/2014/main" id="{155836FC-2176-04BE-AD78-29F6B4259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1099"/>
                <a:ext cx="79" cy="160"/>
              </a:xfrm>
              <a:custGeom>
                <a:avLst/>
                <a:gdLst>
                  <a:gd name="T0" fmla="*/ 78 w 79"/>
                  <a:gd name="T1" fmla="*/ 30 h 160"/>
                  <a:gd name="T2" fmla="*/ 35 w 79"/>
                  <a:gd name="T3" fmla="*/ 0 h 160"/>
                  <a:gd name="T4" fmla="*/ 0 w 79"/>
                  <a:gd name="T5" fmla="*/ 159 h 160"/>
                  <a:gd name="T6" fmla="*/ 54 w 79"/>
                  <a:gd name="T7" fmla="*/ 146 h 160"/>
                  <a:gd name="T8" fmla="*/ 78 w 79"/>
                  <a:gd name="T9" fmla="*/ 30 h 1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160"/>
                  <a:gd name="T17" fmla="*/ 79 w 79"/>
                  <a:gd name="T18" fmla="*/ 160 h 1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160">
                    <a:moveTo>
                      <a:pt x="78" y="30"/>
                    </a:moveTo>
                    <a:lnTo>
                      <a:pt x="35" y="0"/>
                    </a:lnTo>
                    <a:lnTo>
                      <a:pt x="0" y="159"/>
                    </a:lnTo>
                    <a:lnTo>
                      <a:pt x="54" y="146"/>
                    </a:lnTo>
                    <a:lnTo>
                      <a:pt x="78" y="3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2" name="Freeform 149">
                <a:extLst>
                  <a:ext uri="{FF2B5EF4-FFF2-40B4-BE49-F238E27FC236}">
                    <a16:creationId xmlns:a16="http://schemas.microsoft.com/office/drawing/2014/main" id="{E9A80150-40A3-5ACA-97BB-35A8D5DD2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1086"/>
                <a:ext cx="60" cy="172"/>
              </a:xfrm>
              <a:custGeom>
                <a:avLst/>
                <a:gdLst>
                  <a:gd name="T0" fmla="*/ 59 w 60"/>
                  <a:gd name="T1" fmla="*/ 7 h 172"/>
                  <a:gd name="T2" fmla="*/ 32 w 60"/>
                  <a:gd name="T3" fmla="*/ 0 h 172"/>
                  <a:gd name="T4" fmla="*/ 0 w 60"/>
                  <a:gd name="T5" fmla="*/ 163 h 172"/>
                  <a:gd name="T6" fmla="*/ 26 w 60"/>
                  <a:gd name="T7" fmla="*/ 171 h 172"/>
                  <a:gd name="T8" fmla="*/ 59 w 60"/>
                  <a:gd name="T9" fmla="*/ 7 h 1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172"/>
                  <a:gd name="T17" fmla="*/ 60 w 60"/>
                  <a:gd name="T18" fmla="*/ 172 h 1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172">
                    <a:moveTo>
                      <a:pt x="59" y="7"/>
                    </a:moveTo>
                    <a:lnTo>
                      <a:pt x="32" y="0"/>
                    </a:lnTo>
                    <a:lnTo>
                      <a:pt x="0" y="163"/>
                    </a:lnTo>
                    <a:lnTo>
                      <a:pt x="26" y="171"/>
                    </a:lnTo>
                    <a:lnTo>
                      <a:pt x="59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3" name="Freeform 150">
                <a:extLst>
                  <a:ext uri="{FF2B5EF4-FFF2-40B4-BE49-F238E27FC236}">
                    <a16:creationId xmlns:a16="http://schemas.microsoft.com/office/drawing/2014/main" id="{99315B04-378C-2B24-5D22-620784FEC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" y="1059"/>
                <a:ext cx="162" cy="79"/>
              </a:xfrm>
              <a:custGeom>
                <a:avLst/>
                <a:gdLst>
                  <a:gd name="T0" fmla="*/ 0 w 162"/>
                  <a:gd name="T1" fmla="*/ 18 h 79"/>
                  <a:gd name="T2" fmla="*/ 41 w 162"/>
                  <a:gd name="T3" fmla="*/ 0 h 79"/>
                  <a:gd name="T4" fmla="*/ 74 w 162"/>
                  <a:gd name="T5" fmla="*/ 11 h 79"/>
                  <a:gd name="T6" fmla="*/ 115 w 162"/>
                  <a:gd name="T7" fmla="*/ 49 h 79"/>
                  <a:gd name="T8" fmla="*/ 161 w 162"/>
                  <a:gd name="T9" fmla="*/ 66 h 79"/>
                  <a:gd name="T10" fmla="*/ 126 w 162"/>
                  <a:gd name="T11" fmla="*/ 78 h 79"/>
                  <a:gd name="T12" fmla="*/ 88 w 162"/>
                  <a:gd name="T13" fmla="*/ 66 h 79"/>
                  <a:gd name="T14" fmla="*/ 38 w 162"/>
                  <a:gd name="T15" fmla="*/ 29 h 79"/>
                  <a:gd name="T16" fmla="*/ 0 w 162"/>
                  <a:gd name="T17" fmla="*/ 18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2"/>
                  <a:gd name="T28" fmla="*/ 0 h 79"/>
                  <a:gd name="T29" fmla="*/ 162 w 162"/>
                  <a:gd name="T30" fmla="*/ 79 h 7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2" h="79">
                    <a:moveTo>
                      <a:pt x="0" y="18"/>
                    </a:moveTo>
                    <a:lnTo>
                      <a:pt x="41" y="0"/>
                    </a:lnTo>
                    <a:lnTo>
                      <a:pt x="74" y="11"/>
                    </a:lnTo>
                    <a:lnTo>
                      <a:pt x="115" y="49"/>
                    </a:lnTo>
                    <a:lnTo>
                      <a:pt x="161" y="66"/>
                    </a:lnTo>
                    <a:lnTo>
                      <a:pt x="126" y="78"/>
                    </a:lnTo>
                    <a:lnTo>
                      <a:pt x="88" y="66"/>
                    </a:lnTo>
                    <a:lnTo>
                      <a:pt x="38" y="29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39134" name="Group 151">
              <a:extLst>
                <a:ext uri="{FF2B5EF4-FFF2-40B4-BE49-F238E27FC236}">
                  <a16:creationId xmlns:a16="http://schemas.microsoft.com/office/drawing/2014/main" id="{9333E386-50AA-8F6C-0FD5-809CC1AF3C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0423" y="1910623"/>
              <a:ext cx="1098550" cy="1277938"/>
              <a:chOff x="1891" y="938"/>
              <a:chExt cx="692" cy="805"/>
            </a:xfrm>
          </p:grpSpPr>
          <p:sp>
            <p:nvSpPr>
              <p:cNvPr id="39135" name="Freeform 152">
                <a:extLst>
                  <a:ext uri="{FF2B5EF4-FFF2-40B4-BE49-F238E27FC236}">
                    <a16:creationId xmlns:a16="http://schemas.microsoft.com/office/drawing/2014/main" id="{7A861001-2B1A-3491-4ADC-0744E9FC3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938"/>
                <a:ext cx="332" cy="622"/>
              </a:xfrm>
              <a:custGeom>
                <a:avLst/>
                <a:gdLst>
                  <a:gd name="T0" fmla="*/ 147 w 332"/>
                  <a:gd name="T1" fmla="*/ 193 h 622"/>
                  <a:gd name="T2" fmla="*/ 139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4 h 622"/>
                  <a:gd name="T10" fmla="*/ 118 w 332"/>
                  <a:gd name="T11" fmla="*/ 115 h 622"/>
                  <a:gd name="T12" fmla="*/ 127 w 332"/>
                  <a:gd name="T13" fmla="*/ 103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6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1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2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7 w 332"/>
                  <a:gd name="T51" fmla="*/ 385 h 622"/>
                  <a:gd name="T52" fmla="*/ 79 w 332"/>
                  <a:gd name="T53" fmla="*/ 402 h 622"/>
                  <a:gd name="T54" fmla="*/ 118 w 332"/>
                  <a:gd name="T55" fmla="*/ 405 h 622"/>
                  <a:gd name="T56" fmla="*/ 170 w 332"/>
                  <a:gd name="T57" fmla="*/ 408 h 622"/>
                  <a:gd name="T58" fmla="*/ 217 w 332"/>
                  <a:gd name="T59" fmla="*/ 425 h 622"/>
                  <a:gd name="T60" fmla="*/ 232 w 332"/>
                  <a:gd name="T61" fmla="*/ 437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3 w 332"/>
                  <a:gd name="T73" fmla="*/ 610 h 622"/>
                  <a:gd name="T74" fmla="*/ 300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2 h 622"/>
                  <a:gd name="T84" fmla="*/ 274 w 332"/>
                  <a:gd name="T85" fmla="*/ 542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1 w 332"/>
                  <a:gd name="T91" fmla="*/ 444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2 w 332"/>
                  <a:gd name="T97" fmla="*/ 371 h 622"/>
                  <a:gd name="T98" fmla="*/ 203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2" y="231"/>
                    </a:moveTo>
                    <a:lnTo>
                      <a:pt x="143" y="229"/>
                    </a:lnTo>
                    <a:lnTo>
                      <a:pt x="144" y="220"/>
                    </a:lnTo>
                    <a:lnTo>
                      <a:pt x="145" y="207"/>
                    </a:lnTo>
                    <a:lnTo>
                      <a:pt x="147" y="193"/>
                    </a:lnTo>
                    <a:lnTo>
                      <a:pt x="148" y="178"/>
                    </a:lnTo>
                    <a:lnTo>
                      <a:pt x="148" y="165"/>
                    </a:lnTo>
                    <a:lnTo>
                      <a:pt x="147" y="153"/>
                    </a:lnTo>
                    <a:lnTo>
                      <a:pt x="145" y="146"/>
                    </a:lnTo>
                    <a:lnTo>
                      <a:pt x="139" y="142"/>
                    </a:lnTo>
                    <a:lnTo>
                      <a:pt x="133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6" y="121"/>
                    </a:lnTo>
                    <a:lnTo>
                      <a:pt x="107" y="120"/>
                    </a:lnTo>
                    <a:lnTo>
                      <a:pt x="108" y="118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0" y="114"/>
                    </a:lnTo>
                    <a:lnTo>
                      <a:pt x="110" y="115"/>
                    </a:lnTo>
                    <a:lnTo>
                      <a:pt x="111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2" y="113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7" y="103"/>
                    </a:lnTo>
                    <a:lnTo>
                      <a:pt x="128" y="99"/>
                    </a:lnTo>
                    <a:lnTo>
                      <a:pt x="129" y="95"/>
                    </a:lnTo>
                    <a:lnTo>
                      <a:pt x="130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6" y="85"/>
                    </a:lnTo>
                    <a:lnTo>
                      <a:pt x="137" y="84"/>
                    </a:lnTo>
                    <a:lnTo>
                      <a:pt x="138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6" y="42"/>
                    </a:lnTo>
                    <a:lnTo>
                      <a:pt x="124" y="36"/>
                    </a:lnTo>
                    <a:lnTo>
                      <a:pt x="121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2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1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1" y="20"/>
                    </a:lnTo>
                    <a:lnTo>
                      <a:pt x="40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7" y="76"/>
                    </a:lnTo>
                    <a:lnTo>
                      <a:pt x="49" y="81"/>
                    </a:lnTo>
                    <a:lnTo>
                      <a:pt x="51" y="87"/>
                    </a:lnTo>
                    <a:lnTo>
                      <a:pt x="52" y="94"/>
                    </a:lnTo>
                    <a:lnTo>
                      <a:pt x="52" y="99"/>
                    </a:lnTo>
                    <a:lnTo>
                      <a:pt x="53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9" y="138"/>
                    </a:lnTo>
                    <a:lnTo>
                      <a:pt x="7" y="142"/>
                    </a:lnTo>
                    <a:lnTo>
                      <a:pt x="5" y="145"/>
                    </a:lnTo>
                    <a:lnTo>
                      <a:pt x="4" y="149"/>
                    </a:lnTo>
                    <a:lnTo>
                      <a:pt x="2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6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8" y="280"/>
                    </a:lnTo>
                    <a:lnTo>
                      <a:pt x="18" y="290"/>
                    </a:lnTo>
                    <a:lnTo>
                      <a:pt x="17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6" y="364"/>
                    </a:lnTo>
                    <a:lnTo>
                      <a:pt x="31" y="376"/>
                    </a:lnTo>
                    <a:lnTo>
                      <a:pt x="37" y="385"/>
                    </a:lnTo>
                    <a:lnTo>
                      <a:pt x="45" y="391"/>
                    </a:lnTo>
                    <a:lnTo>
                      <a:pt x="53" y="396"/>
                    </a:lnTo>
                    <a:lnTo>
                      <a:pt x="63" y="398"/>
                    </a:lnTo>
                    <a:lnTo>
                      <a:pt x="71" y="401"/>
                    </a:lnTo>
                    <a:lnTo>
                      <a:pt x="79" y="402"/>
                    </a:lnTo>
                    <a:lnTo>
                      <a:pt x="85" y="402"/>
                    </a:lnTo>
                    <a:lnTo>
                      <a:pt x="89" y="402"/>
                    </a:lnTo>
                    <a:lnTo>
                      <a:pt x="97" y="403"/>
                    </a:lnTo>
                    <a:lnTo>
                      <a:pt x="107" y="404"/>
                    </a:lnTo>
                    <a:lnTo>
                      <a:pt x="118" y="405"/>
                    </a:lnTo>
                    <a:lnTo>
                      <a:pt x="130" y="406"/>
                    </a:lnTo>
                    <a:lnTo>
                      <a:pt x="142" y="406"/>
                    </a:lnTo>
                    <a:lnTo>
                      <a:pt x="153" y="407"/>
                    </a:lnTo>
                    <a:lnTo>
                      <a:pt x="162" y="408"/>
                    </a:lnTo>
                    <a:lnTo>
                      <a:pt x="170" y="408"/>
                    </a:lnTo>
                    <a:lnTo>
                      <a:pt x="178" y="410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8" y="421"/>
                    </a:lnTo>
                    <a:lnTo>
                      <a:pt x="217" y="425"/>
                    </a:lnTo>
                    <a:lnTo>
                      <a:pt x="226" y="428"/>
                    </a:lnTo>
                    <a:lnTo>
                      <a:pt x="231" y="431"/>
                    </a:lnTo>
                    <a:lnTo>
                      <a:pt x="233" y="431"/>
                    </a:lnTo>
                    <a:lnTo>
                      <a:pt x="232" y="433"/>
                    </a:lnTo>
                    <a:lnTo>
                      <a:pt x="232" y="437"/>
                    </a:lnTo>
                    <a:lnTo>
                      <a:pt x="232" y="444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6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7" y="552"/>
                    </a:lnTo>
                    <a:lnTo>
                      <a:pt x="237" y="562"/>
                    </a:lnTo>
                    <a:lnTo>
                      <a:pt x="236" y="568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7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8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7" y="609"/>
                    </a:lnTo>
                    <a:lnTo>
                      <a:pt x="273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0" y="618"/>
                    </a:lnTo>
                    <a:lnTo>
                      <a:pt x="306" y="619"/>
                    </a:lnTo>
                    <a:lnTo>
                      <a:pt x="312" y="620"/>
                    </a:lnTo>
                    <a:lnTo>
                      <a:pt x="316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7"/>
                    </a:lnTo>
                    <a:lnTo>
                      <a:pt x="327" y="615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8" y="607"/>
                    </a:lnTo>
                    <a:lnTo>
                      <a:pt x="324" y="604"/>
                    </a:lnTo>
                    <a:lnTo>
                      <a:pt x="318" y="601"/>
                    </a:lnTo>
                    <a:lnTo>
                      <a:pt x="309" y="598"/>
                    </a:lnTo>
                    <a:lnTo>
                      <a:pt x="301" y="594"/>
                    </a:lnTo>
                    <a:lnTo>
                      <a:pt x="292" y="590"/>
                    </a:lnTo>
                    <a:lnTo>
                      <a:pt x="284" y="586"/>
                    </a:lnTo>
                    <a:lnTo>
                      <a:pt x="278" y="581"/>
                    </a:lnTo>
                    <a:lnTo>
                      <a:pt x="273" y="576"/>
                    </a:lnTo>
                    <a:lnTo>
                      <a:pt x="272" y="572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2" y="557"/>
                    </a:lnTo>
                    <a:lnTo>
                      <a:pt x="273" y="550"/>
                    </a:lnTo>
                    <a:lnTo>
                      <a:pt x="274" y="542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19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4" y="481"/>
                    </a:lnTo>
                    <a:lnTo>
                      <a:pt x="286" y="471"/>
                    </a:lnTo>
                    <a:lnTo>
                      <a:pt x="286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8" y="450"/>
                    </a:lnTo>
                    <a:lnTo>
                      <a:pt x="290" y="448"/>
                    </a:lnTo>
                    <a:lnTo>
                      <a:pt x="291" y="444"/>
                    </a:lnTo>
                    <a:lnTo>
                      <a:pt x="293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89" y="408"/>
                    </a:lnTo>
                    <a:lnTo>
                      <a:pt x="285" y="402"/>
                    </a:lnTo>
                    <a:lnTo>
                      <a:pt x="279" y="397"/>
                    </a:lnTo>
                    <a:lnTo>
                      <a:pt x="272" y="391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5"/>
                    </a:lnTo>
                    <a:lnTo>
                      <a:pt x="232" y="371"/>
                    </a:lnTo>
                    <a:lnTo>
                      <a:pt x="226" y="366"/>
                    </a:lnTo>
                    <a:lnTo>
                      <a:pt x="220" y="362"/>
                    </a:lnTo>
                    <a:lnTo>
                      <a:pt x="215" y="358"/>
                    </a:lnTo>
                    <a:lnTo>
                      <a:pt x="210" y="356"/>
                    </a:lnTo>
                    <a:lnTo>
                      <a:pt x="203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6" y="341"/>
                    </a:lnTo>
                    <a:lnTo>
                      <a:pt x="171" y="338"/>
                    </a:lnTo>
                    <a:lnTo>
                      <a:pt x="167" y="335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2" y="23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6" name="Freeform 153">
                <a:extLst>
                  <a:ext uri="{FF2B5EF4-FFF2-40B4-BE49-F238E27FC236}">
                    <a16:creationId xmlns:a16="http://schemas.microsoft.com/office/drawing/2014/main" id="{96C525D7-BC82-919E-309F-229E2495B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081"/>
                <a:ext cx="117" cy="201"/>
              </a:xfrm>
              <a:custGeom>
                <a:avLst/>
                <a:gdLst>
                  <a:gd name="T0" fmla="*/ 49 w 117"/>
                  <a:gd name="T1" fmla="*/ 200 h 201"/>
                  <a:gd name="T2" fmla="*/ 64 w 117"/>
                  <a:gd name="T3" fmla="*/ 199 h 201"/>
                  <a:gd name="T4" fmla="*/ 87 w 117"/>
                  <a:gd name="T5" fmla="*/ 194 h 201"/>
                  <a:gd name="T6" fmla="*/ 107 w 117"/>
                  <a:gd name="T7" fmla="*/ 183 h 201"/>
                  <a:gd name="T8" fmla="*/ 116 w 117"/>
                  <a:gd name="T9" fmla="*/ 166 h 201"/>
                  <a:gd name="T10" fmla="*/ 110 w 117"/>
                  <a:gd name="T11" fmla="*/ 146 h 201"/>
                  <a:gd name="T12" fmla="*/ 95 w 117"/>
                  <a:gd name="T13" fmla="*/ 124 h 201"/>
                  <a:gd name="T14" fmla="*/ 80 w 117"/>
                  <a:gd name="T15" fmla="*/ 100 h 201"/>
                  <a:gd name="T16" fmla="*/ 73 w 117"/>
                  <a:gd name="T17" fmla="*/ 72 h 201"/>
                  <a:gd name="T18" fmla="*/ 80 w 117"/>
                  <a:gd name="T19" fmla="*/ 45 h 201"/>
                  <a:gd name="T20" fmla="*/ 92 w 117"/>
                  <a:gd name="T21" fmla="*/ 25 h 201"/>
                  <a:gd name="T22" fmla="*/ 98 w 117"/>
                  <a:gd name="T23" fmla="*/ 11 h 201"/>
                  <a:gd name="T24" fmla="*/ 88 w 117"/>
                  <a:gd name="T25" fmla="*/ 4 h 201"/>
                  <a:gd name="T26" fmla="*/ 63 w 117"/>
                  <a:gd name="T27" fmla="*/ 0 h 201"/>
                  <a:gd name="T28" fmla="*/ 35 w 117"/>
                  <a:gd name="T29" fmla="*/ 0 h 201"/>
                  <a:gd name="T30" fmla="*/ 13 w 117"/>
                  <a:gd name="T31" fmla="*/ 4 h 201"/>
                  <a:gd name="T32" fmla="*/ 5 w 117"/>
                  <a:gd name="T33" fmla="*/ 11 h 201"/>
                  <a:gd name="T34" fmla="*/ 1 w 117"/>
                  <a:gd name="T35" fmla="*/ 18 h 201"/>
                  <a:gd name="T36" fmla="*/ 0 w 117"/>
                  <a:gd name="T37" fmla="*/ 26 h 201"/>
                  <a:gd name="T38" fmla="*/ 2 w 117"/>
                  <a:gd name="T39" fmla="*/ 39 h 201"/>
                  <a:gd name="T40" fmla="*/ 9 w 117"/>
                  <a:gd name="T41" fmla="*/ 57 h 201"/>
                  <a:gd name="T42" fmla="*/ 14 w 117"/>
                  <a:gd name="T43" fmla="*/ 70 h 201"/>
                  <a:gd name="T44" fmla="*/ 17 w 117"/>
                  <a:gd name="T45" fmla="*/ 80 h 201"/>
                  <a:gd name="T46" fmla="*/ 19 w 117"/>
                  <a:gd name="T47" fmla="*/ 94 h 201"/>
                  <a:gd name="T48" fmla="*/ 20 w 117"/>
                  <a:gd name="T49" fmla="*/ 116 h 201"/>
                  <a:gd name="T50" fmla="*/ 19 w 117"/>
                  <a:gd name="T51" fmla="*/ 132 h 201"/>
                  <a:gd name="T52" fmla="*/ 17 w 117"/>
                  <a:gd name="T53" fmla="*/ 144 h 201"/>
                  <a:gd name="T54" fmla="*/ 17 w 117"/>
                  <a:gd name="T55" fmla="*/ 155 h 201"/>
                  <a:gd name="T56" fmla="*/ 17 w 117"/>
                  <a:gd name="T57" fmla="*/ 171 h 201"/>
                  <a:gd name="T58" fmla="*/ 21 w 117"/>
                  <a:gd name="T59" fmla="*/ 182 h 201"/>
                  <a:gd name="T60" fmla="*/ 24 w 117"/>
                  <a:gd name="T61" fmla="*/ 188 h 201"/>
                  <a:gd name="T62" fmla="*/ 29 w 117"/>
                  <a:gd name="T63" fmla="*/ 192 h 201"/>
                  <a:gd name="T64" fmla="*/ 33 w 117"/>
                  <a:gd name="T65" fmla="*/ 195 h 201"/>
                  <a:gd name="T66" fmla="*/ 38 w 117"/>
                  <a:gd name="T67" fmla="*/ 197 h 201"/>
                  <a:gd name="T68" fmla="*/ 43 w 117"/>
                  <a:gd name="T69" fmla="*/ 199 h 201"/>
                  <a:gd name="T70" fmla="*/ 46 w 117"/>
                  <a:gd name="T71" fmla="*/ 200 h 20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01"/>
                  <a:gd name="T110" fmla="*/ 117 w 117"/>
                  <a:gd name="T111" fmla="*/ 201 h 20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01">
                    <a:moveTo>
                      <a:pt x="46" y="200"/>
                    </a:moveTo>
                    <a:lnTo>
                      <a:pt x="49" y="200"/>
                    </a:lnTo>
                    <a:lnTo>
                      <a:pt x="55" y="199"/>
                    </a:lnTo>
                    <a:lnTo>
                      <a:pt x="64" y="199"/>
                    </a:lnTo>
                    <a:lnTo>
                      <a:pt x="75" y="196"/>
                    </a:lnTo>
                    <a:lnTo>
                      <a:pt x="87" y="194"/>
                    </a:lnTo>
                    <a:lnTo>
                      <a:pt x="98" y="189"/>
                    </a:lnTo>
                    <a:lnTo>
                      <a:pt x="107" y="183"/>
                    </a:lnTo>
                    <a:lnTo>
                      <a:pt x="113" y="176"/>
                    </a:lnTo>
                    <a:lnTo>
                      <a:pt x="116" y="166"/>
                    </a:lnTo>
                    <a:lnTo>
                      <a:pt x="114" y="156"/>
                    </a:lnTo>
                    <a:lnTo>
                      <a:pt x="110" y="146"/>
                    </a:lnTo>
                    <a:lnTo>
                      <a:pt x="103" y="135"/>
                    </a:lnTo>
                    <a:lnTo>
                      <a:pt x="95" y="124"/>
                    </a:lnTo>
                    <a:lnTo>
                      <a:pt x="87" y="113"/>
                    </a:lnTo>
                    <a:lnTo>
                      <a:pt x="80" y="100"/>
                    </a:lnTo>
                    <a:lnTo>
                      <a:pt x="75" y="87"/>
                    </a:lnTo>
                    <a:lnTo>
                      <a:pt x="73" y="72"/>
                    </a:lnTo>
                    <a:lnTo>
                      <a:pt x="75" y="58"/>
                    </a:lnTo>
                    <a:lnTo>
                      <a:pt x="80" y="45"/>
                    </a:lnTo>
                    <a:lnTo>
                      <a:pt x="87" y="34"/>
                    </a:lnTo>
                    <a:lnTo>
                      <a:pt x="92" y="25"/>
                    </a:lnTo>
                    <a:lnTo>
                      <a:pt x="97" y="17"/>
                    </a:lnTo>
                    <a:lnTo>
                      <a:pt x="98" y="11"/>
                    </a:lnTo>
                    <a:lnTo>
                      <a:pt x="96" y="6"/>
                    </a:lnTo>
                    <a:lnTo>
                      <a:pt x="88" y="4"/>
                    </a:lnTo>
                    <a:lnTo>
                      <a:pt x="77" y="2"/>
                    </a:lnTo>
                    <a:lnTo>
                      <a:pt x="63" y="0"/>
                    </a:lnTo>
                    <a:lnTo>
                      <a:pt x="49" y="0"/>
                    </a:lnTo>
                    <a:lnTo>
                      <a:pt x="35" y="0"/>
                    </a:lnTo>
                    <a:lnTo>
                      <a:pt x="23" y="1"/>
                    </a:lnTo>
                    <a:lnTo>
                      <a:pt x="13" y="4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4" y="15"/>
                    </a:lnTo>
                    <a:lnTo>
                      <a:pt x="1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2" y="39"/>
                    </a:lnTo>
                    <a:lnTo>
                      <a:pt x="5" y="48"/>
                    </a:lnTo>
                    <a:lnTo>
                      <a:pt x="9" y="57"/>
                    </a:lnTo>
                    <a:lnTo>
                      <a:pt x="11" y="65"/>
                    </a:lnTo>
                    <a:lnTo>
                      <a:pt x="14" y="70"/>
                    </a:lnTo>
                    <a:lnTo>
                      <a:pt x="16" y="74"/>
                    </a:lnTo>
                    <a:lnTo>
                      <a:pt x="17" y="80"/>
                    </a:lnTo>
                    <a:lnTo>
                      <a:pt x="18" y="85"/>
                    </a:lnTo>
                    <a:lnTo>
                      <a:pt x="19" y="94"/>
                    </a:lnTo>
                    <a:lnTo>
                      <a:pt x="20" y="105"/>
                    </a:lnTo>
                    <a:lnTo>
                      <a:pt x="20" y="116"/>
                    </a:lnTo>
                    <a:lnTo>
                      <a:pt x="20" y="125"/>
                    </a:lnTo>
                    <a:lnTo>
                      <a:pt x="19" y="132"/>
                    </a:lnTo>
                    <a:lnTo>
                      <a:pt x="18" y="138"/>
                    </a:lnTo>
                    <a:lnTo>
                      <a:pt x="17" y="144"/>
                    </a:lnTo>
                    <a:lnTo>
                      <a:pt x="17" y="149"/>
                    </a:lnTo>
                    <a:lnTo>
                      <a:pt x="17" y="155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19" y="177"/>
                    </a:lnTo>
                    <a:lnTo>
                      <a:pt x="21" y="182"/>
                    </a:lnTo>
                    <a:lnTo>
                      <a:pt x="23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1" y="194"/>
                    </a:lnTo>
                    <a:lnTo>
                      <a:pt x="33" y="195"/>
                    </a:lnTo>
                    <a:lnTo>
                      <a:pt x="35" y="196"/>
                    </a:lnTo>
                    <a:lnTo>
                      <a:pt x="38" y="197"/>
                    </a:lnTo>
                    <a:lnTo>
                      <a:pt x="40" y="198"/>
                    </a:lnTo>
                    <a:lnTo>
                      <a:pt x="43" y="199"/>
                    </a:lnTo>
                    <a:lnTo>
                      <a:pt x="45" y="200"/>
                    </a:lnTo>
                    <a:lnTo>
                      <a:pt x="46" y="200"/>
                    </a:lnTo>
                  </a:path>
                </a:pathLst>
              </a:custGeom>
              <a:solidFill>
                <a:srgbClr val="00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7" name="Freeform 154">
                <a:extLst>
                  <a:ext uri="{FF2B5EF4-FFF2-40B4-BE49-F238E27FC236}">
                    <a16:creationId xmlns:a16="http://schemas.microsoft.com/office/drawing/2014/main" id="{CDDF21D8-7817-F373-1308-83F0CC2F3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7" y="940"/>
                <a:ext cx="332" cy="622"/>
              </a:xfrm>
              <a:custGeom>
                <a:avLst/>
                <a:gdLst>
                  <a:gd name="T0" fmla="*/ 147 w 332"/>
                  <a:gd name="T1" fmla="*/ 196 h 622"/>
                  <a:gd name="T2" fmla="*/ 140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5 h 622"/>
                  <a:gd name="T10" fmla="*/ 118 w 332"/>
                  <a:gd name="T11" fmla="*/ 115 h 622"/>
                  <a:gd name="T12" fmla="*/ 127 w 332"/>
                  <a:gd name="T13" fmla="*/ 104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7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2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3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8 w 332"/>
                  <a:gd name="T51" fmla="*/ 385 h 622"/>
                  <a:gd name="T52" fmla="*/ 80 w 332"/>
                  <a:gd name="T53" fmla="*/ 413 h 622"/>
                  <a:gd name="T54" fmla="*/ 119 w 332"/>
                  <a:gd name="T55" fmla="*/ 414 h 622"/>
                  <a:gd name="T56" fmla="*/ 170 w 332"/>
                  <a:gd name="T57" fmla="*/ 408 h 622"/>
                  <a:gd name="T58" fmla="*/ 218 w 332"/>
                  <a:gd name="T59" fmla="*/ 425 h 622"/>
                  <a:gd name="T60" fmla="*/ 232 w 332"/>
                  <a:gd name="T61" fmla="*/ 438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4 w 332"/>
                  <a:gd name="T73" fmla="*/ 610 h 622"/>
                  <a:gd name="T74" fmla="*/ 301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3 h 622"/>
                  <a:gd name="T84" fmla="*/ 274 w 332"/>
                  <a:gd name="T85" fmla="*/ 543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2 w 332"/>
                  <a:gd name="T91" fmla="*/ 445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3 w 332"/>
                  <a:gd name="T97" fmla="*/ 371 h 622"/>
                  <a:gd name="T98" fmla="*/ 204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3" y="236"/>
                    </a:moveTo>
                    <a:lnTo>
                      <a:pt x="143" y="233"/>
                    </a:lnTo>
                    <a:lnTo>
                      <a:pt x="145" y="224"/>
                    </a:lnTo>
                    <a:lnTo>
                      <a:pt x="145" y="212"/>
                    </a:lnTo>
                    <a:lnTo>
                      <a:pt x="147" y="196"/>
                    </a:lnTo>
                    <a:lnTo>
                      <a:pt x="148" y="180"/>
                    </a:lnTo>
                    <a:lnTo>
                      <a:pt x="148" y="166"/>
                    </a:lnTo>
                    <a:lnTo>
                      <a:pt x="147" y="154"/>
                    </a:lnTo>
                    <a:lnTo>
                      <a:pt x="145" y="146"/>
                    </a:lnTo>
                    <a:lnTo>
                      <a:pt x="140" y="142"/>
                    </a:lnTo>
                    <a:lnTo>
                      <a:pt x="134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7" y="121"/>
                    </a:lnTo>
                    <a:lnTo>
                      <a:pt x="108" y="120"/>
                    </a:lnTo>
                    <a:lnTo>
                      <a:pt x="109" y="119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2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3" y="114"/>
                    </a:lnTo>
                    <a:lnTo>
                      <a:pt x="124" y="112"/>
                    </a:lnTo>
                    <a:lnTo>
                      <a:pt x="127" y="109"/>
                    </a:lnTo>
                    <a:lnTo>
                      <a:pt x="127" y="104"/>
                    </a:lnTo>
                    <a:lnTo>
                      <a:pt x="129" y="100"/>
                    </a:lnTo>
                    <a:lnTo>
                      <a:pt x="130" y="95"/>
                    </a:lnTo>
                    <a:lnTo>
                      <a:pt x="131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7" y="86"/>
                    </a:lnTo>
                    <a:lnTo>
                      <a:pt x="138" y="85"/>
                    </a:lnTo>
                    <a:lnTo>
                      <a:pt x="139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7" y="42"/>
                    </a:lnTo>
                    <a:lnTo>
                      <a:pt x="125" y="36"/>
                    </a:lnTo>
                    <a:lnTo>
                      <a:pt x="122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3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2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3" y="8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2" y="20"/>
                    </a:lnTo>
                    <a:lnTo>
                      <a:pt x="41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8" y="76"/>
                    </a:lnTo>
                    <a:lnTo>
                      <a:pt x="50" y="81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3" y="99"/>
                    </a:lnTo>
                    <a:lnTo>
                      <a:pt x="54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10" y="138"/>
                    </a:lnTo>
                    <a:lnTo>
                      <a:pt x="7" y="142"/>
                    </a:lnTo>
                    <a:lnTo>
                      <a:pt x="6" y="145"/>
                    </a:lnTo>
                    <a:lnTo>
                      <a:pt x="5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7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9" y="280"/>
                    </a:lnTo>
                    <a:lnTo>
                      <a:pt x="18" y="290"/>
                    </a:lnTo>
                    <a:lnTo>
                      <a:pt x="18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7" y="364"/>
                    </a:lnTo>
                    <a:lnTo>
                      <a:pt x="32" y="376"/>
                    </a:lnTo>
                    <a:lnTo>
                      <a:pt x="38" y="385"/>
                    </a:lnTo>
                    <a:lnTo>
                      <a:pt x="46" y="393"/>
                    </a:lnTo>
                    <a:lnTo>
                      <a:pt x="54" y="400"/>
                    </a:lnTo>
                    <a:lnTo>
                      <a:pt x="63" y="405"/>
                    </a:lnTo>
                    <a:lnTo>
                      <a:pt x="72" y="409"/>
                    </a:lnTo>
                    <a:lnTo>
                      <a:pt x="80" y="413"/>
                    </a:lnTo>
                    <a:lnTo>
                      <a:pt x="86" y="414"/>
                    </a:lnTo>
                    <a:lnTo>
                      <a:pt x="90" y="415"/>
                    </a:lnTo>
                    <a:lnTo>
                      <a:pt x="98" y="416"/>
                    </a:lnTo>
                    <a:lnTo>
                      <a:pt x="108" y="415"/>
                    </a:lnTo>
                    <a:lnTo>
                      <a:pt x="119" y="414"/>
                    </a:lnTo>
                    <a:lnTo>
                      <a:pt x="131" y="412"/>
                    </a:lnTo>
                    <a:lnTo>
                      <a:pt x="143" y="410"/>
                    </a:lnTo>
                    <a:lnTo>
                      <a:pt x="154" y="409"/>
                    </a:lnTo>
                    <a:lnTo>
                      <a:pt x="163" y="408"/>
                    </a:lnTo>
                    <a:lnTo>
                      <a:pt x="170" y="408"/>
                    </a:lnTo>
                    <a:lnTo>
                      <a:pt x="178" y="411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9" y="421"/>
                    </a:lnTo>
                    <a:lnTo>
                      <a:pt x="218" y="425"/>
                    </a:lnTo>
                    <a:lnTo>
                      <a:pt x="226" y="428"/>
                    </a:lnTo>
                    <a:lnTo>
                      <a:pt x="232" y="431"/>
                    </a:lnTo>
                    <a:lnTo>
                      <a:pt x="233" y="431"/>
                    </a:lnTo>
                    <a:lnTo>
                      <a:pt x="233" y="433"/>
                    </a:lnTo>
                    <a:lnTo>
                      <a:pt x="232" y="438"/>
                    </a:lnTo>
                    <a:lnTo>
                      <a:pt x="232" y="445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7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8" y="553"/>
                    </a:lnTo>
                    <a:lnTo>
                      <a:pt x="238" y="562"/>
                    </a:lnTo>
                    <a:lnTo>
                      <a:pt x="236" y="569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8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9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8" y="609"/>
                    </a:lnTo>
                    <a:lnTo>
                      <a:pt x="274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1" y="618"/>
                    </a:lnTo>
                    <a:lnTo>
                      <a:pt x="307" y="619"/>
                    </a:lnTo>
                    <a:lnTo>
                      <a:pt x="312" y="620"/>
                    </a:lnTo>
                    <a:lnTo>
                      <a:pt x="317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8"/>
                    </a:lnTo>
                    <a:lnTo>
                      <a:pt x="327" y="616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9" y="607"/>
                    </a:lnTo>
                    <a:lnTo>
                      <a:pt x="325" y="604"/>
                    </a:lnTo>
                    <a:lnTo>
                      <a:pt x="318" y="602"/>
                    </a:lnTo>
                    <a:lnTo>
                      <a:pt x="310" y="598"/>
                    </a:lnTo>
                    <a:lnTo>
                      <a:pt x="301" y="594"/>
                    </a:lnTo>
                    <a:lnTo>
                      <a:pt x="293" y="590"/>
                    </a:lnTo>
                    <a:lnTo>
                      <a:pt x="285" y="586"/>
                    </a:lnTo>
                    <a:lnTo>
                      <a:pt x="278" y="581"/>
                    </a:lnTo>
                    <a:lnTo>
                      <a:pt x="274" y="577"/>
                    </a:lnTo>
                    <a:lnTo>
                      <a:pt x="272" y="573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3" y="557"/>
                    </a:lnTo>
                    <a:lnTo>
                      <a:pt x="273" y="550"/>
                    </a:lnTo>
                    <a:lnTo>
                      <a:pt x="274" y="543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20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5" y="481"/>
                    </a:lnTo>
                    <a:lnTo>
                      <a:pt x="286" y="471"/>
                    </a:lnTo>
                    <a:lnTo>
                      <a:pt x="287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9" y="451"/>
                    </a:lnTo>
                    <a:lnTo>
                      <a:pt x="290" y="448"/>
                    </a:lnTo>
                    <a:lnTo>
                      <a:pt x="292" y="445"/>
                    </a:lnTo>
                    <a:lnTo>
                      <a:pt x="294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90" y="408"/>
                    </a:lnTo>
                    <a:lnTo>
                      <a:pt x="285" y="403"/>
                    </a:lnTo>
                    <a:lnTo>
                      <a:pt x="279" y="397"/>
                    </a:lnTo>
                    <a:lnTo>
                      <a:pt x="272" y="392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6"/>
                    </a:lnTo>
                    <a:lnTo>
                      <a:pt x="233" y="371"/>
                    </a:lnTo>
                    <a:lnTo>
                      <a:pt x="226" y="366"/>
                    </a:lnTo>
                    <a:lnTo>
                      <a:pt x="221" y="362"/>
                    </a:lnTo>
                    <a:lnTo>
                      <a:pt x="216" y="359"/>
                    </a:lnTo>
                    <a:lnTo>
                      <a:pt x="210" y="356"/>
                    </a:lnTo>
                    <a:lnTo>
                      <a:pt x="204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7" y="341"/>
                    </a:lnTo>
                    <a:lnTo>
                      <a:pt x="171" y="338"/>
                    </a:lnTo>
                    <a:lnTo>
                      <a:pt x="167" y="334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3" y="236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8" name="Freeform 155">
                <a:extLst>
                  <a:ext uri="{FF2B5EF4-FFF2-40B4-BE49-F238E27FC236}">
                    <a16:creationId xmlns:a16="http://schemas.microsoft.com/office/drawing/2014/main" id="{38163B75-F23A-BC30-0A67-624D51D0B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1134"/>
                <a:ext cx="32" cy="135"/>
              </a:xfrm>
              <a:custGeom>
                <a:avLst/>
                <a:gdLst>
                  <a:gd name="T0" fmla="*/ 15 w 32"/>
                  <a:gd name="T1" fmla="*/ 111 h 135"/>
                  <a:gd name="T2" fmla="*/ 13 w 32"/>
                  <a:gd name="T3" fmla="*/ 101 h 135"/>
                  <a:gd name="T4" fmla="*/ 12 w 32"/>
                  <a:gd name="T5" fmla="*/ 87 h 135"/>
                  <a:gd name="T6" fmla="*/ 13 w 32"/>
                  <a:gd name="T7" fmla="*/ 71 h 135"/>
                  <a:gd name="T8" fmla="*/ 16 w 32"/>
                  <a:gd name="T9" fmla="*/ 58 h 135"/>
                  <a:gd name="T10" fmla="*/ 17 w 32"/>
                  <a:gd name="T11" fmla="*/ 48 h 135"/>
                  <a:gd name="T12" fmla="*/ 17 w 32"/>
                  <a:gd name="T13" fmla="*/ 39 h 135"/>
                  <a:gd name="T14" fmla="*/ 15 w 32"/>
                  <a:gd name="T15" fmla="*/ 29 h 135"/>
                  <a:gd name="T16" fmla="*/ 12 w 32"/>
                  <a:gd name="T17" fmla="*/ 22 h 135"/>
                  <a:gd name="T18" fmla="*/ 10 w 32"/>
                  <a:gd name="T19" fmla="*/ 17 h 135"/>
                  <a:gd name="T20" fmla="*/ 6 w 32"/>
                  <a:gd name="T21" fmla="*/ 10 h 135"/>
                  <a:gd name="T22" fmla="*/ 2 w 32"/>
                  <a:gd name="T23" fmla="*/ 3 h 135"/>
                  <a:gd name="T24" fmla="*/ 1 w 32"/>
                  <a:gd name="T25" fmla="*/ 5 h 135"/>
                  <a:gd name="T26" fmla="*/ 5 w 32"/>
                  <a:gd name="T27" fmla="*/ 14 h 135"/>
                  <a:gd name="T28" fmla="*/ 7 w 32"/>
                  <a:gd name="T29" fmla="*/ 22 h 135"/>
                  <a:gd name="T30" fmla="*/ 8 w 32"/>
                  <a:gd name="T31" fmla="*/ 34 h 135"/>
                  <a:gd name="T32" fmla="*/ 9 w 32"/>
                  <a:gd name="T33" fmla="*/ 55 h 135"/>
                  <a:gd name="T34" fmla="*/ 8 w 32"/>
                  <a:gd name="T35" fmla="*/ 70 h 135"/>
                  <a:gd name="T36" fmla="*/ 6 w 32"/>
                  <a:gd name="T37" fmla="*/ 81 h 135"/>
                  <a:gd name="T38" fmla="*/ 6 w 32"/>
                  <a:gd name="T39" fmla="*/ 93 h 135"/>
                  <a:gd name="T40" fmla="*/ 7 w 32"/>
                  <a:gd name="T41" fmla="*/ 106 h 135"/>
                  <a:gd name="T42" fmla="*/ 10 w 32"/>
                  <a:gd name="T43" fmla="*/ 116 h 135"/>
                  <a:gd name="T44" fmla="*/ 12 w 32"/>
                  <a:gd name="T45" fmla="*/ 123 h 135"/>
                  <a:gd name="T46" fmla="*/ 15 w 32"/>
                  <a:gd name="T47" fmla="*/ 127 h 135"/>
                  <a:gd name="T48" fmla="*/ 20 w 32"/>
                  <a:gd name="T49" fmla="*/ 129 h 135"/>
                  <a:gd name="T50" fmla="*/ 24 w 32"/>
                  <a:gd name="T51" fmla="*/ 132 h 135"/>
                  <a:gd name="T52" fmla="*/ 27 w 32"/>
                  <a:gd name="T53" fmla="*/ 133 h 135"/>
                  <a:gd name="T54" fmla="*/ 30 w 32"/>
                  <a:gd name="T55" fmla="*/ 134 h 135"/>
                  <a:gd name="T56" fmla="*/ 28 w 32"/>
                  <a:gd name="T57" fmla="*/ 131 h 135"/>
                  <a:gd name="T58" fmla="*/ 23 w 32"/>
                  <a:gd name="T59" fmla="*/ 127 h 135"/>
                  <a:gd name="T60" fmla="*/ 19 w 32"/>
                  <a:gd name="T61" fmla="*/ 121 h 135"/>
                  <a:gd name="T62" fmla="*/ 15 w 32"/>
                  <a:gd name="T63" fmla="*/ 116 h 13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2"/>
                  <a:gd name="T97" fmla="*/ 0 h 135"/>
                  <a:gd name="T98" fmla="*/ 32 w 32"/>
                  <a:gd name="T99" fmla="*/ 135 h 13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2" h="135">
                    <a:moveTo>
                      <a:pt x="15" y="114"/>
                    </a:moveTo>
                    <a:lnTo>
                      <a:pt x="15" y="111"/>
                    </a:lnTo>
                    <a:lnTo>
                      <a:pt x="14" y="107"/>
                    </a:lnTo>
                    <a:lnTo>
                      <a:pt x="13" y="101"/>
                    </a:lnTo>
                    <a:lnTo>
                      <a:pt x="12" y="95"/>
                    </a:lnTo>
                    <a:lnTo>
                      <a:pt x="12" y="87"/>
                    </a:lnTo>
                    <a:lnTo>
                      <a:pt x="12" y="80"/>
                    </a:lnTo>
                    <a:lnTo>
                      <a:pt x="13" y="71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7" y="53"/>
                    </a:lnTo>
                    <a:lnTo>
                      <a:pt x="17" y="48"/>
                    </a:lnTo>
                    <a:lnTo>
                      <a:pt x="17" y="43"/>
                    </a:lnTo>
                    <a:lnTo>
                      <a:pt x="17" y="39"/>
                    </a:lnTo>
                    <a:lnTo>
                      <a:pt x="16" y="34"/>
                    </a:lnTo>
                    <a:lnTo>
                      <a:pt x="15" y="29"/>
                    </a:lnTo>
                    <a:lnTo>
                      <a:pt x="13" y="23"/>
                    </a:lnTo>
                    <a:lnTo>
                      <a:pt x="12" y="22"/>
                    </a:lnTo>
                    <a:lnTo>
                      <a:pt x="11" y="19"/>
                    </a:lnTo>
                    <a:lnTo>
                      <a:pt x="10" y="17"/>
                    </a:lnTo>
                    <a:lnTo>
                      <a:pt x="8" y="13"/>
                    </a:lnTo>
                    <a:lnTo>
                      <a:pt x="6" y="10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6" y="17"/>
                    </a:lnTo>
                    <a:lnTo>
                      <a:pt x="7" y="22"/>
                    </a:lnTo>
                    <a:lnTo>
                      <a:pt x="8" y="28"/>
                    </a:lnTo>
                    <a:lnTo>
                      <a:pt x="8" y="34"/>
                    </a:lnTo>
                    <a:lnTo>
                      <a:pt x="9" y="44"/>
                    </a:lnTo>
                    <a:lnTo>
                      <a:pt x="9" y="55"/>
                    </a:lnTo>
                    <a:lnTo>
                      <a:pt x="9" y="64"/>
                    </a:lnTo>
                    <a:lnTo>
                      <a:pt x="8" y="70"/>
                    </a:lnTo>
                    <a:lnTo>
                      <a:pt x="7" y="76"/>
                    </a:lnTo>
                    <a:lnTo>
                      <a:pt x="6" y="81"/>
                    </a:lnTo>
                    <a:lnTo>
                      <a:pt x="6" y="87"/>
                    </a:lnTo>
                    <a:lnTo>
                      <a:pt x="6" y="93"/>
                    </a:lnTo>
                    <a:lnTo>
                      <a:pt x="6" y="99"/>
                    </a:lnTo>
                    <a:lnTo>
                      <a:pt x="7" y="106"/>
                    </a:lnTo>
                    <a:lnTo>
                      <a:pt x="8" y="112"/>
                    </a:lnTo>
                    <a:lnTo>
                      <a:pt x="10" y="116"/>
                    </a:lnTo>
                    <a:lnTo>
                      <a:pt x="10" y="120"/>
                    </a:lnTo>
                    <a:lnTo>
                      <a:pt x="12" y="123"/>
                    </a:lnTo>
                    <a:lnTo>
                      <a:pt x="14" y="125"/>
                    </a:lnTo>
                    <a:lnTo>
                      <a:pt x="15" y="127"/>
                    </a:lnTo>
                    <a:lnTo>
                      <a:pt x="18" y="128"/>
                    </a:lnTo>
                    <a:lnTo>
                      <a:pt x="20" y="129"/>
                    </a:lnTo>
                    <a:lnTo>
                      <a:pt x="21" y="131"/>
                    </a:lnTo>
                    <a:lnTo>
                      <a:pt x="24" y="132"/>
                    </a:lnTo>
                    <a:lnTo>
                      <a:pt x="25" y="132"/>
                    </a:lnTo>
                    <a:lnTo>
                      <a:pt x="27" y="133"/>
                    </a:lnTo>
                    <a:lnTo>
                      <a:pt x="29" y="133"/>
                    </a:lnTo>
                    <a:lnTo>
                      <a:pt x="30" y="134"/>
                    </a:lnTo>
                    <a:lnTo>
                      <a:pt x="31" y="134"/>
                    </a:lnTo>
                    <a:lnTo>
                      <a:pt x="28" y="131"/>
                    </a:lnTo>
                    <a:lnTo>
                      <a:pt x="25" y="129"/>
                    </a:lnTo>
                    <a:lnTo>
                      <a:pt x="23" y="127"/>
                    </a:lnTo>
                    <a:lnTo>
                      <a:pt x="20" y="123"/>
                    </a:lnTo>
                    <a:lnTo>
                      <a:pt x="19" y="121"/>
                    </a:lnTo>
                    <a:lnTo>
                      <a:pt x="17" y="118"/>
                    </a:lnTo>
                    <a:lnTo>
                      <a:pt x="15" y="116"/>
                    </a:lnTo>
                    <a:lnTo>
                      <a:pt x="15" y="114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39" name="Freeform 156">
                <a:extLst>
                  <a:ext uri="{FF2B5EF4-FFF2-40B4-BE49-F238E27FC236}">
                    <a16:creationId xmlns:a16="http://schemas.microsoft.com/office/drawing/2014/main" id="{4AF1F2DE-421F-6A99-F54F-BFC672FBF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6" y="940"/>
                <a:ext cx="28" cy="68"/>
              </a:xfrm>
              <a:custGeom>
                <a:avLst/>
                <a:gdLst>
                  <a:gd name="T0" fmla="*/ 21 w 28"/>
                  <a:gd name="T1" fmla="*/ 0 h 68"/>
                  <a:gd name="T2" fmla="*/ 21 w 28"/>
                  <a:gd name="T3" fmla="*/ 0 h 68"/>
                  <a:gd name="T4" fmla="*/ 20 w 28"/>
                  <a:gd name="T5" fmla="*/ 2 h 68"/>
                  <a:gd name="T6" fmla="*/ 18 w 28"/>
                  <a:gd name="T7" fmla="*/ 5 h 68"/>
                  <a:gd name="T8" fmla="*/ 16 w 28"/>
                  <a:gd name="T9" fmla="*/ 9 h 68"/>
                  <a:gd name="T10" fmla="*/ 14 w 28"/>
                  <a:gd name="T11" fmla="*/ 14 h 68"/>
                  <a:gd name="T12" fmla="*/ 13 w 28"/>
                  <a:gd name="T13" fmla="*/ 19 h 68"/>
                  <a:gd name="T14" fmla="*/ 13 w 28"/>
                  <a:gd name="T15" fmla="*/ 26 h 68"/>
                  <a:gd name="T16" fmla="*/ 14 w 28"/>
                  <a:gd name="T17" fmla="*/ 32 h 68"/>
                  <a:gd name="T18" fmla="*/ 16 w 28"/>
                  <a:gd name="T19" fmla="*/ 39 h 68"/>
                  <a:gd name="T20" fmla="*/ 18 w 28"/>
                  <a:gd name="T21" fmla="*/ 44 h 68"/>
                  <a:gd name="T22" fmla="*/ 20 w 28"/>
                  <a:gd name="T23" fmla="*/ 50 h 68"/>
                  <a:gd name="T24" fmla="*/ 22 w 28"/>
                  <a:gd name="T25" fmla="*/ 55 h 68"/>
                  <a:gd name="T26" fmla="*/ 24 w 28"/>
                  <a:gd name="T27" fmla="*/ 59 h 68"/>
                  <a:gd name="T28" fmla="*/ 25 w 28"/>
                  <a:gd name="T29" fmla="*/ 61 h 68"/>
                  <a:gd name="T30" fmla="*/ 26 w 28"/>
                  <a:gd name="T31" fmla="*/ 63 h 68"/>
                  <a:gd name="T32" fmla="*/ 27 w 28"/>
                  <a:gd name="T33" fmla="*/ 64 h 68"/>
                  <a:gd name="T34" fmla="*/ 18 w 28"/>
                  <a:gd name="T35" fmla="*/ 67 h 68"/>
                  <a:gd name="T36" fmla="*/ 17 w 28"/>
                  <a:gd name="T37" fmla="*/ 66 h 68"/>
                  <a:gd name="T38" fmla="*/ 16 w 28"/>
                  <a:gd name="T39" fmla="*/ 64 h 68"/>
                  <a:gd name="T40" fmla="*/ 13 w 28"/>
                  <a:gd name="T41" fmla="*/ 61 h 68"/>
                  <a:gd name="T42" fmla="*/ 11 w 28"/>
                  <a:gd name="T43" fmla="*/ 58 h 68"/>
                  <a:gd name="T44" fmla="*/ 8 w 28"/>
                  <a:gd name="T45" fmla="*/ 54 h 68"/>
                  <a:gd name="T46" fmla="*/ 6 w 28"/>
                  <a:gd name="T47" fmla="*/ 49 h 68"/>
                  <a:gd name="T48" fmla="*/ 4 w 28"/>
                  <a:gd name="T49" fmla="*/ 44 h 68"/>
                  <a:gd name="T50" fmla="*/ 2 w 28"/>
                  <a:gd name="T51" fmla="*/ 38 h 68"/>
                  <a:gd name="T52" fmla="*/ 1 w 28"/>
                  <a:gd name="T53" fmla="*/ 31 h 68"/>
                  <a:gd name="T54" fmla="*/ 0 w 28"/>
                  <a:gd name="T55" fmla="*/ 26 h 68"/>
                  <a:gd name="T56" fmla="*/ 0 w 28"/>
                  <a:gd name="T57" fmla="*/ 21 h 68"/>
                  <a:gd name="T58" fmla="*/ 0 w 28"/>
                  <a:gd name="T59" fmla="*/ 17 h 68"/>
                  <a:gd name="T60" fmla="*/ 0 w 28"/>
                  <a:gd name="T61" fmla="*/ 13 h 68"/>
                  <a:gd name="T62" fmla="*/ 1 w 28"/>
                  <a:gd name="T63" fmla="*/ 11 h 68"/>
                  <a:gd name="T64" fmla="*/ 2 w 28"/>
                  <a:gd name="T65" fmla="*/ 8 h 68"/>
                  <a:gd name="T66" fmla="*/ 3 w 28"/>
                  <a:gd name="T67" fmla="*/ 6 h 68"/>
                  <a:gd name="T68" fmla="*/ 6 w 28"/>
                  <a:gd name="T69" fmla="*/ 4 h 68"/>
                  <a:gd name="T70" fmla="*/ 8 w 28"/>
                  <a:gd name="T71" fmla="*/ 1 h 68"/>
                  <a:gd name="T72" fmla="*/ 12 w 28"/>
                  <a:gd name="T73" fmla="*/ 0 h 68"/>
                  <a:gd name="T74" fmla="*/ 14 w 28"/>
                  <a:gd name="T75" fmla="*/ 0 h 68"/>
                  <a:gd name="T76" fmla="*/ 17 w 28"/>
                  <a:gd name="T77" fmla="*/ 0 h 68"/>
                  <a:gd name="T78" fmla="*/ 20 w 28"/>
                  <a:gd name="T79" fmla="*/ 0 h 68"/>
                  <a:gd name="T80" fmla="*/ 21 w 28"/>
                  <a:gd name="T81" fmla="*/ 0 h 68"/>
                  <a:gd name="T82" fmla="*/ 21 w 28"/>
                  <a:gd name="T83" fmla="*/ 0 h 6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68"/>
                  <a:gd name="T128" fmla="*/ 28 w 28"/>
                  <a:gd name="T129" fmla="*/ 68 h 6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68">
                    <a:moveTo>
                      <a:pt x="21" y="0"/>
                    </a:moveTo>
                    <a:lnTo>
                      <a:pt x="21" y="0"/>
                    </a:lnTo>
                    <a:lnTo>
                      <a:pt x="20" y="2"/>
                    </a:lnTo>
                    <a:lnTo>
                      <a:pt x="18" y="5"/>
                    </a:lnTo>
                    <a:lnTo>
                      <a:pt x="16" y="9"/>
                    </a:lnTo>
                    <a:lnTo>
                      <a:pt x="14" y="14"/>
                    </a:lnTo>
                    <a:lnTo>
                      <a:pt x="13" y="19"/>
                    </a:lnTo>
                    <a:lnTo>
                      <a:pt x="13" y="26"/>
                    </a:lnTo>
                    <a:lnTo>
                      <a:pt x="14" y="32"/>
                    </a:lnTo>
                    <a:lnTo>
                      <a:pt x="16" y="39"/>
                    </a:lnTo>
                    <a:lnTo>
                      <a:pt x="18" y="44"/>
                    </a:lnTo>
                    <a:lnTo>
                      <a:pt x="20" y="50"/>
                    </a:lnTo>
                    <a:lnTo>
                      <a:pt x="22" y="55"/>
                    </a:lnTo>
                    <a:lnTo>
                      <a:pt x="24" y="59"/>
                    </a:lnTo>
                    <a:lnTo>
                      <a:pt x="25" y="61"/>
                    </a:lnTo>
                    <a:lnTo>
                      <a:pt x="26" y="63"/>
                    </a:lnTo>
                    <a:lnTo>
                      <a:pt x="27" y="64"/>
                    </a:lnTo>
                    <a:lnTo>
                      <a:pt x="18" y="67"/>
                    </a:lnTo>
                    <a:lnTo>
                      <a:pt x="17" y="66"/>
                    </a:lnTo>
                    <a:lnTo>
                      <a:pt x="16" y="64"/>
                    </a:lnTo>
                    <a:lnTo>
                      <a:pt x="13" y="61"/>
                    </a:lnTo>
                    <a:lnTo>
                      <a:pt x="11" y="58"/>
                    </a:lnTo>
                    <a:lnTo>
                      <a:pt x="8" y="54"/>
                    </a:lnTo>
                    <a:lnTo>
                      <a:pt x="6" y="49"/>
                    </a:lnTo>
                    <a:lnTo>
                      <a:pt x="4" y="44"/>
                    </a:lnTo>
                    <a:lnTo>
                      <a:pt x="2" y="38"/>
                    </a:lnTo>
                    <a:lnTo>
                      <a:pt x="1" y="31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1" y="11"/>
                    </a:lnTo>
                    <a:lnTo>
                      <a:pt x="2" y="8"/>
                    </a:lnTo>
                    <a:lnTo>
                      <a:pt x="3" y="6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1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0" name="Freeform 157">
                <a:extLst>
                  <a:ext uri="{FF2B5EF4-FFF2-40B4-BE49-F238E27FC236}">
                    <a16:creationId xmlns:a16="http://schemas.microsoft.com/office/drawing/2014/main" id="{6AB24CC8-EBDE-E7D6-EE4F-CD694E5E8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6" y="1006"/>
                <a:ext cx="67" cy="50"/>
              </a:xfrm>
              <a:custGeom>
                <a:avLst/>
                <a:gdLst>
                  <a:gd name="T0" fmla="*/ 66 w 67"/>
                  <a:gd name="T1" fmla="*/ 49 h 50"/>
                  <a:gd name="T2" fmla="*/ 64 w 67"/>
                  <a:gd name="T3" fmla="*/ 49 h 50"/>
                  <a:gd name="T4" fmla="*/ 62 w 67"/>
                  <a:gd name="T5" fmla="*/ 49 h 50"/>
                  <a:gd name="T6" fmla="*/ 59 w 67"/>
                  <a:gd name="T7" fmla="*/ 49 h 50"/>
                  <a:gd name="T8" fmla="*/ 55 w 67"/>
                  <a:gd name="T9" fmla="*/ 49 h 50"/>
                  <a:gd name="T10" fmla="*/ 49 w 67"/>
                  <a:gd name="T11" fmla="*/ 47 h 50"/>
                  <a:gd name="T12" fmla="*/ 44 w 67"/>
                  <a:gd name="T13" fmla="*/ 45 h 50"/>
                  <a:gd name="T14" fmla="*/ 37 w 67"/>
                  <a:gd name="T15" fmla="*/ 42 h 50"/>
                  <a:gd name="T16" fmla="*/ 30 w 67"/>
                  <a:gd name="T17" fmla="*/ 40 h 50"/>
                  <a:gd name="T18" fmla="*/ 23 w 67"/>
                  <a:gd name="T19" fmla="*/ 35 h 50"/>
                  <a:gd name="T20" fmla="*/ 17 w 67"/>
                  <a:gd name="T21" fmla="*/ 29 h 50"/>
                  <a:gd name="T22" fmla="*/ 12 w 67"/>
                  <a:gd name="T23" fmla="*/ 23 h 50"/>
                  <a:gd name="T24" fmla="*/ 8 w 67"/>
                  <a:gd name="T25" fmla="*/ 16 h 50"/>
                  <a:gd name="T26" fmla="*/ 5 w 67"/>
                  <a:gd name="T27" fmla="*/ 10 h 50"/>
                  <a:gd name="T28" fmla="*/ 2 w 67"/>
                  <a:gd name="T29" fmla="*/ 5 h 50"/>
                  <a:gd name="T30" fmla="*/ 0 w 67"/>
                  <a:gd name="T31" fmla="*/ 1 h 50"/>
                  <a:gd name="T32" fmla="*/ 0 w 67"/>
                  <a:gd name="T33" fmla="*/ 0 h 50"/>
                  <a:gd name="T34" fmla="*/ 1 w 67"/>
                  <a:gd name="T35" fmla="*/ 0 h 50"/>
                  <a:gd name="T36" fmla="*/ 2 w 67"/>
                  <a:gd name="T37" fmla="*/ 0 h 50"/>
                  <a:gd name="T38" fmla="*/ 4 w 67"/>
                  <a:gd name="T39" fmla="*/ 4 h 50"/>
                  <a:gd name="T40" fmla="*/ 5 w 67"/>
                  <a:gd name="T41" fmla="*/ 9 h 50"/>
                  <a:gd name="T42" fmla="*/ 9 w 67"/>
                  <a:gd name="T43" fmla="*/ 15 h 50"/>
                  <a:gd name="T44" fmla="*/ 13 w 67"/>
                  <a:gd name="T45" fmla="*/ 22 h 50"/>
                  <a:gd name="T46" fmla="*/ 18 w 67"/>
                  <a:gd name="T47" fmla="*/ 28 h 50"/>
                  <a:gd name="T48" fmla="*/ 24 w 67"/>
                  <a:gd name="T49" fmla="*/ 34 h 50"/>
                  <a:gd name="T50" fmla="*/ 31 w 67"/>
                  <a:gd name="T51" fmla="*/ 38 h 50"/>
                  <a:gd name="T52" fmla="*/ 38 w 67"/>
                  <a:gd name="T53" fmla="*/ 42 h 50"/>
                  <a:gd name="T54" fmla="*/ 44 w 67"/>
                  <a:gd name="T55" fmla="*/ 44 h 50"/>
                  <a:gd name="T56" fmla="*/ 49 w 67"/>
                  <a:gd name="T57" fmla="*/ 45 h 50"/>
                  <a:gd name="T58" fmla="*/ 55 w 67"/>
                  <a:gd name="T59" fmla="*/ 47 h 50"/>
                  <a:gd name="T60" fmla="*/ 59 w 67"/>
                  <a:gd name="T61" fmla="*/ 47 h 50"/>
                  <a:gd name="T62" fmla="*/ 61 w 67"/>
                  <a:gd name="T63" fmla="*/ 47 h 50"/>
                  <a:gd name="T64" fmla="*/ 64 w 67"/>
                  <a:gd name="T65" fmla="*/ 47 h 50"/>
                  <a:gd name="T66" fmla="*/ 65 w 67"/>
                  <a:gd name="T67" fmla="*/ 47 h 50"/>
                  <a:gd name="T68" fmla="*/ 66 w 67"/>
                  <a:gd name="T69" fmla="*/ 49 h 5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67"/>
                  <a:gd name="T106" fmla="*/ 0 h 50"/>
                  <a:gd name="T107" fmla="*/ 67 w 67"/>
                  <a:gd name="T108" fmla="*/ 50 h 5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67" h="50">
                    <a:moveTo>
                      <a:pt x="66" y="49"/>
                    </a:moveTo>
                    <a:lnTo>
                      <a:pt x="64" y="49"/>
                    </a:lnTo>
                    <a:lnTo>
                      <a:pt x="62" y="49"/>
                    </a:lnTo>
                    <a:lnTo>
                      <a:pt x="59" y="49"/>
                    </a:lnTo>
                    <a:lnTo>
                      <a:pt x="55" y="49"/>
                    </a:lnTo>
                    <a:lnTo>
                      <a:pt x="49" y="47"/>
                    </a:lnTo>
                    <a:lnTo>
                      <a:pt x="44" y="45"/>
                    </a:lnTo>
                    <a:lnTo>
                      <a:pt x="37" y="42"/>
                    </a:lnTo>
                    <a:lnTo>
                      <a:pt x="30" y="40"/>
                    </a:lnTo>
                    <a:lnTo>
                      <a:pt x="23" y="35"/>
                    </a:lnTo>
                    <a:lnTo>
                      <a:pt x="17" y="29"/>
                    </a:lnTo>
                    <a:lnTo>
                      <a:pt x="12" y="23"/>
                    </a:lnTo>
                    <a:lnTo>
                      <a:pt x="8" y="16"/>
                    </a:lnTo>
                    <a:lnTo>
                      <a:pt x="5" y="10"/>
                    </a:lnTo>
                    <a:lnTo>
                      <a:pt x="2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4"/>
                    </a:lnTo>
                    <a:lnTo>
                      <a:pt x="5" y="9"/>
                    </a:lnTo>
                    <a:lnTo>
                      <a:pt x="9" y="15"/>
                    </a:lnTo>
                    <a:lnTo>
                      <a:pt x="13" y="22"/>
                    </a:lnTo>
                    <a:lnTo>
                      <a:pt x="18" y="28"/>
                    </a:lnTo>
                    <a:lnTo>
                      <a:pt x="24" y="34"/>
                    </a:lnTo>
                    <a:lnTo>
                      <a:pt x="31" y="38"/>
                    </a:lnTo>
                    <a:lnTo>
                      <a:pt x="38" y="42"/>
                    </a:lnTo>
                    <a:lnTo>
                      <a:pt x="44" y="44"/>
                    </a:lnTo>
                    <a:lnTo>
                      <a:pt x="49" y="45"/>
                    </a:lnTo>
                    <a:lnTo>
                      <a:pt x="55" y="47"/>
                    </a:lnTo>
                    <a:lnTo>
                      <a:pt x="59" y="47"/>
                    </a:lnTo>
                    <a:lnTo>
                      <a:pt x="61" y="47"/>
                    </a:lnTo>
                    <a:lnTo>
                      <a:pt x="64" y="47"/>
                    </a:lnTo>
                    <a:lnTo>
                      <a:pt x="65" y="47"/>
                    </a:lnTo>
                    <a:lnTo>
                      <a:pt x="66" y="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1" name="Freeform 158">
                <a:extLst>
                  <a:ext uri="{FF2B5EF4-FFF2-40B4-BE49-F238E27FC236}">
                    <a16:creationId xmlns:a16="http://schemas.microsoft.com/office/drawing/2014/main" id="{C92421FA-F10D-BEE7-13B7-54B518B40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050"/>
                <a:ext cx="17" cy="17"/>
              </a:xfrm>
              <a:custGeom>
                <a:avLst/>
                <a:gdLst>
                  <a:gd name="T0" fmla="*/ 3 w 17"/>
                  <a:gd name="T1" fmla="*/ 2 h 17"/>
                  <a:gd name="T2" fmla="*/ 3 w 17"/>
                  <a:gd name="T3" fmla="*/ 2 h 17"/>
                  <a:gd name="T4" fmla="*/ 3 w 17"/>
                  <a:gd name="T5" fmla="*/ 2 h 17"/>
                  <a:gd name="T6" fmla="*/ 4 w 17"/>
                  <a:gd name="T7" fmla="*/ 2 h 17"/>
                  <a:gd name="T8" fmla="*/ 4 w 17"/>
                  <a:gd name="T9" fmla="*/ 2 h 17"/>
                  <a:gd name="T10" fmla="*/ 6 w 17"/>
                  <a:gd name="T11" fmla="*/ 2 h 17"/>
                  <a:gd name="T12" fmla="*/ 6 w 17"/>
                  <a:gd name="T13" fmla="*/ 2 h 17"/>
                  <a:gd name="T14" fmla="*/ 8 w 17"/>
                  <a:gd name="T15" fmla="*/ 2 h 17"/>
                  <a:gd name="T16" fmla="*/ 8 w 17"/>
                  <a:gd name="T17" fmla="*/ 2 h 17"/>
                  <a:gd name="T18" fmla="*/ 9 w 17"/>
                  <a:gd name="T19" fmla="*/ 0 h 17"/>
                  <a:gd name="T20" fmla="*/ 9 w 17"/>
                  <a:gd name="T21" fmla="*/ 0 h 17"/>
                  <a:gd name="T22" fmla="*/ 11 w 17"/>
                  <a:gd name="T23" fmla="*/ 0 h 17"/>
                  <a:gd name="T24" fmla="*/ 11 w 17"/>
                  <a:gd name="T25" fmla="*/ 2 h 17"/>
                  <a:gd name="T26" fmla="*/ 12 w 17"/>
                  <a:gd name="T27" fmla="*/ 2 h 17"/>
                  <a:gd name="T28" fmla="*/ 12 w 17"/>
                  <a:gd name="T29" fmla="*/ 2 h 17"/>
                  <a:gd name="T30" fmla="*/ 14 w 17"/>
                  <a:gd name="T31" fmla="*/ 2 h 17"/>
                  <a:gd name="T32" fmla="*/ 14 w 17"/>
                  <a:gd name="T33" fmla="*/ 4 h 17"/>
                  <a:gd name="T34" fmla="*/ 14 w 17"/>
                  <a:gd name="T35" fmla="*/ 6 h 17"/>
                  <a:gd name="T36" fmla="*/ 14 w 17"/>
                  <a:gd name="T37" fmla="*/ 6 h 17"/>
                  <a:gd name="T38" fmla="*/ 16 w 17"/>
                  <a:gd name="T39" fmla="*/ 8 h 17"/>
                  <a:gd name="T40" fmla="*/ 16 w 17"/>
                  <a:gd name="T41" fmla="*/ 10 h 17"/>
                  <a:gd name="T42" fmla="*/ 14 w 17"/>
                  <a:gd name="T43" fmla="*/ 10 h 17"/>
                  <a:gd name="T44" fmla="*/ 14 w 17"/>
                  <a:gd name="T45" fmla="*/ 12 h 17"/>
                  <a:gd name="T46" fmla="*/ 12 w 17"/>
                  <a:gd name="T47" fmla="*/ 12 h 17"/>
                  <a:gd name="T48" fmla="*/ 12 w 17"/>
                  <a:gd name="T49" fmla="*/ 14 h 17"/>
                  <a:gd name="T50" fmla="*/ 11 w 17"/>
                  <a:gd name="T51" fmla="*/ 14 h 17"/>
                  <a:gd name="T52" fmla="*/ 9 w 17"/>
                  <a:gd name="T53" fmla="*/ 14 h 17"/>
                  <a:gd name="T54" fmla="*/ 9 w 17"/>
                  <a:gd name="T55" fmla="*/ 14 h 17"/>
                  <a:gd name="T56" fmla="*/ 8 w 17"/>
                  <a:gd name="T57" fmla="*/ 16 h 17"/>
                  <a:gd name="T58" fmla="*/ 6 w 17"/>
                  <a:gd name="T59" fmla="*/ 16 h 17"/>
                  <a:gd name="T60" fmla="*/ 6 w 17"/>
                  <a:gd name="T61" fmla="*/ 16 h 17"/>
                  <a:gd name="T62" fmla="*/ 4 w 17"/>
                  <a:gd name="T63" fmla="*/ 14 h 17"/>
                  <a:gd name="T64" fmla="*/ 4 w 17"/>
                  <a:gd name="T65" fmla="*/ 14 h 17"/>
                  <a:gd name="T66" fmla="*/ 3 w 17"/>
                  <a:gd name="T67" fmla="*/ 14 h 17"/>
                  <a:gd name="T68" fmla="*/ 1 w 17"/>
                  <a:gd name="T69" fmla="*/ 12 h 17"/>
                  <a:gd name="T70" fmla="*/ 1 w 17"/>
                  <a:gd name="T71" fmla="*/ 10 h 17"/>
                  <a:gd name="T72" fmla="*/ 1 w 17"/>
                  <a:gd name="T73" fmla="*/ 8 h 17"/>
                  <a:gd name="T74" fmla="*/ 0 w 17"/>
                  <a:gd name="T75" fmla="*/ 8 h 17"/>
                  <a:gd name="T76" fmla="*/ 0 w 17"/>
                  <a:gd name="T77" fmla="*/ 6 h 17"/>
                  <a:gd name="T78" fmla="*/ 0 w 17"/>
                  <a:gd name="T79" fmla="*/ 6 h 17"/>
                  <a:gd name="T80" fmla="*/ 0 w 17"/>
                  <a:gd name="T81" fmla="*/ 6 h 17"/>
                  <a:gd name="T82" fmla="*/ 3 w 17"/>
                  <a:gd name="T83" fmla="*/ 2 h 1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7"/>
                  <a:gd name="T127" fmla="*/ 0 h 17"/>
                  <a:gd name="T128" fmla="*/ 17 w 17"/>
                  <a:gd name="T129" fmla="*/ 17 h 1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7" h="17">
                    <a:moveTo>
                      <a:pt x="3" y="2"/>
                    </a:moveTo>
                    <a:lnTo>
                      <a:pt x="3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12" y="2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6" y="8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1" y="14"/>
                    </a:lnTo>
                    <a:lnTo>
                      <a:pt x="9" y="14"/>
                    </a:lnTo>
                    <a:lnTo>
                      <a:pt x="8" y="16"/>
                    </a:lnTo>
                    <a:lnTo>
                      <a:pt x="6" y="16"/>
                    </a:lnTo>
                    <a:lnTo>
                      <a:pt x="4" y="14"/>
                    </a:lnTo>
                    <a:lnTo>
                      <a:pt x="3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3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2" name="Freeform 159">
                <a:extLst>
                  <a:ext uri="{FF2B5EF4-FFF2-40B4-BE49-F238E27FC236}">
                    <a16:creationId xmlns:a16="http://schemas.microsoft.com/office/drawing/2014/main" id="{345E0314-81B5-1761-2B9D-2730E4FA4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320"/>
                <a:ext cx="446" cy="402"/>
              </a:xfrm>
              <a:custGeom>
                <a:avLst/>
                <a:gdLst>
                  <a:gd name="T0" fmla="*/ 0 w 446"/>
                  <a:gd name="T1" fmla="*/ 401 h 402"/>
                  <a:gd name="T2" fmla="*/ 0 w 446"/>
                  <a:gd name="T3" fmla="*/ 106 h 402"/>
                  <a:gd name="T4" fmla="*/ 445 w 446"/>
                  <a:gd name="T5" fmla="*/ 0 h 402"/>
                  <a:gd name="T6" fmla="*/ 445 w 446"/>
                  <a:gd name="T7" fmla="*/ 303 h 402"/>
                  <a:gd name="T8" fmla="*/ 0 w 446"/>
                  <a:gd name="T9" fmla="*/ 401 h 4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6"/>
                  <a:gd name="T16" fmla="*/ 0 h 402"/>
                  <a:gd name="T17" fmla="*/ 446 w 446"/>
                  <a:gd name="T18" fmla="*/ 402 h 4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6" h="402">
                    <a:moveTo>
                      <a:pt x="0" y="401"/>
                    </a:moveTo>
                    <a:lnTo>
                      <a:pt x="0" y="106"/>
                    </a:lnTo>
                    <a:lnTo>
                      <a:pt x="445" y="0"/>
                    </a:lnTo>
                    <a:lnTo>
                      <a:pt x="445" y="303"/>
                    </a:lnTo>
                    <a:lnTo>
                      <a:pt x="0" y="40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3" name="Freeform 160">
                <a:extLst>
                  <a:ext uri="{FF2B5EF4-FFF2-40B4-BE49-F238E27FC236}">
                    <a16:creationId xmlns:a16="http://schemas.microsoft.com/office/drawing/2014/main" id="{53C0D4D5-C9BA-033B-D67E-C07AFD10A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4" name="Freeform 161">
                <a:extLst>
                  <a:ext uri="{FF2B5EF4-FFF2-40B4-BE49-F238E27FC236}">
                    <a16:creationId xmlns:a16="http://schemas.microsoft.com/office/drawing/2014/main" id="{6F87F41B-BE51-FE14-65CD-2C11FA653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5" name="Freeform 162">
                <a:extLst>
                  <a:ext uri="{FF2B5EF4-FFF2-40B4-BE49-F238E27FC236}">
                    <a16:creationId xmlns:a16="http://schemas.microsoft.com/office/drawing/2014/main" id="{2190BD55-7DA0-0469-9F88-03BF5069D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6" name="Freeform 163">
                <a:extLst>
                  <a:ext uri="{FF2B5EF4-FFF2-40B4-BE49-F238E27FC236}">
                    <a16:creationId xmlns:a16="http://schemas.microsoft.com/office/drawing/2014/main" id="{52881A95-0FA2-637D-7EBB-BF31E713E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7" name="Freeform 164">
                <a:extLst>
                  <a:ext uri="{FF2B5EF4-FFF2-40B4-BE49-F238E27FC236}">
                    <a16:creationId xmlns:a16="http://schemas.microsoft.com/office/drawing/2014/main" id="{251F59FA-3ADC-54C8-AC0F-6448E6E5E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8" name="Freeform 165">
                <a:extLst>
                  <a:ext uri="{FF2B5EF4-FFF2-40B4-BE49-F238E27FC236}">
                    <a16:creationId xmlns:a16="http://schemas.microsoft.com/office/drawing/2014/main" id="{E84CA45E-4F2E-D7EC-1F1A-1B2068A0A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49" name="Freeform 166">
                <a:extLst>
                  <a:ext uri="{FF2B5EF4-FFF2-40B4-BE49-F238E27FC236}">
                    <a16:creationId xmlns:a16="http://schemas.microsoft.com/office/drawing/2014/main" id="{2BD675E7-5F33-30EE-2197-FD6F8B0D4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9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0" name="Freeform 167">
                <a:extLst>
                  <a:ext uri="{FF2B5EF4-FFF2-40B4-BE49-F238E27FC236}">
                    <a16:creationId xmlns:a16="http://schemas.microsoft.com/office/drawing/2014/main" id="{B47AEB0D-E3B8-9CEB-9890-85C729E3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1" name="Freeform 168">
                <a:extLst>
                  <a:ext uri="{FF2B5EF4-FFF2-40B4-BE49-F238E27FC236}">
                    <a16:creationId xmlns:a16="http://schemas.microsoft.com/office/drawing/2014/main" id="{FEFC9C1D-D142-4517-FF69-A5717D3FC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2" name="Freeform 169">
                <a:extLst>
                  <a:ext uri="{FF2B5EF4-FFF2-40B4-BE49-F238E27FC236}">
                    <a16:creationId xmlns:a16="http://schemas.microsoft.com/office/drawing/2014/main" id="{516DDFDC-B277-EA2A-3809-B6AE4FCAD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3" name="Freeform 170">
                <a:extLst>
                  <a:ext uri="{FF2B5EF4-FFF2-40B4-BE49-F238E27FC236}">
                    <a16:creationId xmlns:a16="http://schemas.microsoft.com/office/drawing/2014/main" id="{AD44BD99-6035-5F56-62A5-F50214B5C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4" name="Freeform 171">
                <a:extLst>
                  <a:ext uri="{FF2B5EF4-FFF2-40B4-BE49-F238E27FC236}">
                    <a16:creationId xmlns:a16="http://schemas.microsoft.com/office/drawing/2014/main" id="{9CBB18A3-F315-4CD9-16E2-4062CAB69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5" name="Freeform 172">
                <a:extLst>
                  <a:ext uri="{FF2B5EF4-FFF2-40B4-BE49-F238E27FC236}">
                    <a16:creationId xmlns:a16="http://schemas.microsoft.com/office/drawing/2014/main" id="{C49B34D2-76CF-CF70-99D2-C9FA4E345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6" name="Freeform 173">
                <a:extLst>
                  <a:ext uri="{FF2B5EF4-FFF2-40B4-BE49-F238E27FC236}">
                    <a16:creationId xmlns:a16="http://schemas.microsoft.com/office/drawing/2014/main" id="{5479B685-1701-8183-2F70-FF22B5E0F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7" name="Freeform 174">
                <a:extLst>
                  <a:ext uri="{FF2B5EF4-FFF2-40B4-BE49-F238E27FC236}">
                    <a16:creationId xmlns:a16="http://schemas.microsoft.com/office/drawing/2014/main" id="{79E0F06F-0A87-9766-5839-AA43C09A1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8" name="Freeform 175">
                <a:extLst>
                  <a:ext uri="{FF2B5EF4-FFF2-40B4-BE49-F238E27FC236}">
                    <a16:creationId xmlns:a16="http://schemas.microsoft.com/office/drawing/2014/main" id="{CD6B2E3F-2F8F-4EF7-7A2C-2B4E180CE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59" name="Freeform 176">
                <a:extLst>
                  <a:ext uri="{FF2B5EF4-FFF2-40B4-BE49-F238E27FC236}">
                    <a16:creationId xmlns:a16="http://schemas.microsoft.com/office/drawing/2014/main" id="{C462D135-B601-3156-211F-19BBCD78D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0" name="Freeform 177">
                <a:extLst>
                  <a:ext uri="{FF2B5EF4-FFF2-40B4-BE49-F238E27FC236}">
                    <a16:creationId xmlns:a16="http://schemas.microsoft.com/office/drawing/2014/main" id="{2A6AD1F1-82FB-EEE2-3C23-D77291799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9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1" name="Freeform 178">
                <a:extLst>
                  <a:ext uri="{FF2B5EF4-FFF2-40B4-BE49-F238E27FC236}">
                    <a16:creationId xmlns:a16="http://schemas.microsoft.com/office/drawing/2014/main" id="{B5A77D18-3C9E-3CD6-E623-24343956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2" name="Freeform 179">
                <a:extLst>
                  <a:ext uri="{FF2B5EF4-FFF2-40B4-BE49-F238E27FC236}">
                    <a16:creationId xmlns:a16="http://schemas.microsoft.com/office/drawing/2014/main" id="{74A1034E-1476-2EA3-011F-30D011FAB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3" name="Freeform 180">
                <a:extLst>
                  <a:ext uri="{FF2B5EF4-FFF2-40B4-BE49-F238E27FC236}">
                    <a16:creationId xmlns:a16="http://schemas.microsoft.com/office/drawing/2014/main" id="{87538C0D-45EF-4514-F747-943725015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4" name="Freeform 181">
                <a:extLst>
                  <a:ext uri="{FF2B5EF4-FFF2-40B4-BE49-F238E27FC236}">
                    <a16:creationId xmlns:a16="http://schemas.microsoft.com/office/drawing/2014/main" id="{A5178CCA-23B0-C5C5-886A-17101CBD7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5" name="Freeform 182">
                <a:extLst>
                  <a:ext uri="{FF2B5EF4-FFF2-40B4-BE49-F238E27FC236}">
                    <a16:creationId xmlns:a16="http://schemas.microsoft.com/office/drawing/2014/main" id="{F52A87A9-7D80-0010-3EA7-1F843FF25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1253"/>
                <a:ext cx="52" cy="96"/>
              </a:xfrm>
              <a:custGeom>
                <a:avLst/>
                <a:gdLst>
                  <a:gd name="T0" fmla="*/ 9 w 52"/>
                  <a:gd name="T1" fmla="*/ 0 h 96"/>
                  <a:gd name="T2" fmla="*/ 8 w 52"/>
                  <a:gd name="T3" fmla="*/ 0 h 96"/>
                  <a:gd name="T4" fmla="*/ 7 w 52"/>
                  <a:gd name="T5" fmla="*/ 3 h 96"/>
                  <a:gd name="T6" fmla="*/ 6 w 52"/>
                  <a:gd name="T7" fmla="*/ 7 h 96"/>
                  <a:gd name="T8" fmla="*/ 5 w 52"/>
                  <a:gd name="T9" fmla="*/ 12 h 96"/>
                  <a:gd name="T10" fmla="*/ 3 w 52"/>
                  <a:gd name="T11" fmla="*/ 18 h 96"/>
                  <a:gd name="T12" fmla="*/ 1 w 52"/>
                  <a:gd name="T13" fmla="*/ 25 h 96"/>
                  <a:gd name="T14" fmla="*/ 0 w 52"/>
                  <a:gd name="T15" fmla="*/ 33 h 96"/>
                  <a:gd name="T16" fmla="*/ 0 w 52"/>
                  <a:gd name="T17" fmla="*/ 40 h 96"/>
                  <a:gd name="T18" fmla="*/ 0 w 52"/>
                  <a:gd name="T19" fmla="*/ 47 h 96"/>
                  <a:gd name="T20" fmla="*/ 1 w 52"/>
                  <a:gd name="T21" fmla="*/ 54 h 96"/>
                  <a:gd name="T22" fmla="*/ 5 w 52"/>
                  <a:gd name="T23" fmla="*/ 61 h 96"/>
                  <a:gd name="T24" fmla="*/ 9 w 52"/>
                  <a:gd name="T25" fmla="*/ 68 h 96"/>
                  <a:gd name="T26" fmla="*/ 13 w 52"/>
                  <a:gd name="T27" fmla="*/ 74 h 96"/>
                  <a:gd name="T28" fmla="*/ 17 w 52"/>
                  <a:gd name="T29" fmla="*/ 79 h 96"/>
                  <a:gd name="T30" fmla="*/ 20 w 52"/>
                  <a:gd name="T31" fmla="*/ 84 h 96"/>
                  <a:gd name="T32" fmla="*/ 22 w 52"/>
                  <a:gd name="T33" fmla="*/ 89 h 96"/>
                  <a:gd name="T34" fmla="*/ 24 w 52"/>
                  <a:gd name="T35" fmla="*/ 92 h 96"/>
                  <a:gd name="T36" fmla="*/ 28 w 52"/>
                  <a:gd name="T37" fmla="*/ 94 h 96"/>
                  <a:gd name="T38" fmla="*/ 33 w 52"/>
                  <a:gd name="T39" fmla="*/ 95 h 96"/>
                  <a:gd name="T40" fmla="*/ 38 w 52"/>
                  <a:gd name="T41" fmla="*/ 95 h 96"/>
                  <a:gd name="T42" fmla="*/ 43 w 52"/>
                  <a:gd name="T43" fmla="*/ 94 h 96"/>
                  <a:gd name="T44" fmla="*/ 46 w 52"/>
                  <a:gd name="T45" fmla="*/ 93 h 96"/>
                  <a:gd name="T46" fmla="*/ 50 w 52"/>
                  <a:gd name="T47" fmla="*/ 92 h 96"/>
                  <a:gd name="T48" fmla="*/ 51 w 52"/>
                  <a:gd name="T49" fmla="*/ 91 h 96"/>
                  <a:gd name="T50" fmla="*/ 50 w 52"/>
                  <a:gd name="T51" fmla="*/ 91 h 96"/>
                  <a:gd name="T52" fmla="*/ 48 w 52"/>
                  <a:gd name="T53" fmla="*/ 91 h 96"/>
                  <a:gd name="T54" fmla="*/ 46 w 52"/>
                  <a:gd name="T55" fmla="*/ 91 h 96"/>
                  <a:gd name="T56" fmla="*/ 44 w 52"/>
                  <a:gd name="T57" fmla="*/ 90 h 96"/>
                  <a:gd name="T58" fmla="*/ 40 w 52"/>
                  <a:gd name="T59" fmla="*/ 89 h 96"/>
                  <a:gd name="T60" fmla="*/ 38 w 52"/>
                  <a:gd name="T61" fmla="*/ 88 h 96"/>
                  <a:gd name="T62" fmla="*/ 35 w 52"/>
                  <a:gd name="T63" fmla="*/ 85 h 96"/>
                  <a:gd name="T64" fmla="*/ 34 w 52"/>
                  <a:gd name="T65" fmla="*/ 83 h 96"/>
                  <a:gd name="T66" fmla="*/ 30 w 52"/>
                  <a:gd name="T67" fmla="*/ 78 h 96"/>
                  <a:gd name="T68" fmla="*/ 27 w 52"/>
                  <a:gd name="T69" fmla="*/ 74 h 96"/>
                  <a:gd name="T70" fmla="*/ 22 w 52"/>
                  <a:gd name="T71" fmla="*/ 68 h 96"/>
                  <a:gd name="T72" fmla="*/ 17 w 52"/>
                  <a:gd name="T73" fmla="*/ 61 h 96"/>
                  <a:gd name="T74" fmla="*/ 11 w 52"/>
                  <a:gd name="T75" fmla="*/ 53 h 96"/>
                  <a:gd name="T76" fmla="*/ 8 w 52"/>
                  <a:gd name="T77" fmla="*/ 46 h 96"/>
                  <a:gd name="T78" fmla="*/ 5 w 52"/>
                  <a:gd name="T79" fmla="*/ 36 h 96"/>
                  <a:gd name="T80" fmla="*/ 6 w 52"/>
                  <a:gd name="T81" fmla="*/ 28 h 96"/>
                  <a:gd name="T82" fmla="*/ 8 w 52"/>
                  <a:gd name="T83" fmla="*/ 22 h 96"/>
                  <a:gd name="T84" fmla="*/ 10 w 52"/>
                  <a:gd name="T85" fmla="*/ 17 h 96"/>
                  <a:gd name="T86" fmla="*/ 11 w 52"/>
                  <a:gd name="T87" fmla="*/ 13 h 96"/>
                  <a:gd name="T88" fmla="*/ 12 w 52"/>
                  <a:gd name="T89" fmla="*/ 10 h 96"/>
                  <a:gd name="T90" fmla="*/ 13 w 52"/>
                  <a:gd name="T91" fmla="*/ 7 h 96"/>
                  <a:gd name="T92" fmla="*/ 14 w 52"/>
                  <a:gd name="T93" fmla="*/ 5 h 96"/>
                  <a:gd name="T94" fmla="*/ 14 w 52"/>
                  <a:gd name="T95" fmla="*/ 4 h 96"/>
                  <a:gd name="T96" fmla="*/ 15 w 52"/>
                  <a:gd name="T97" fmla="*/ 4 h 96"/>
                  <a:gd name="T98" fmla="*/ 9 w 52"/>
                  <a:gd name="T99" fmla="*/ 0 h 9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52"/>
                  <a:gd name="T151" fmla="*/ 0 h 96"/>
                  <a:gd name="T152" fmla="*/ 52 w 52"/>
                  <a:gd name="T153" fmla="*/ 96 h 9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52" h="96">
                    <a:moveTo>
                      <a:pt x="9" y="0"/>
                    </a:moveTo>
                    <a:lnTo>
                      <a:pt x="8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5" y="12"/>
                    </a:lnTo>
                    <a:lnTo>
                      <a:pt x="3" y="18"/>
                    </a:lnTo>
                    <a:lnTo>
                      <a:pt x="1" y="25"/>
                    </a:lnTo>
                    <a:lnTo>
                      <a:pt x="0" y="33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1" y="54"/>
                    </a:lnTo>
                    <a:lnTo>
                      <a:pt x="5" y="61"/>
                    </a:lnTo>
                    <a:lnTo>
                      <a:pt x="9" y="68"/>
                    </a:lnTo>
                    <a:lnTo>
                      <a:pt x="13" y="74"/>
                    </a:lnTo>
                    <a:lnTo>
                      <a:pt x="17" y="79"/>
                    </a:lnTo>
                    <a:lnTo>
                      <a:pt x="20" y="84"/>
                    </a:lnTo>
                    <a:lnTo>
                      <a:pt x="22" y="89"/>
                    </a:lnTo>
                    <a:lnTo>
                      <a:pt x="24" y="92"/>
                    </a:lnTo>
                    <a:lnTo>
                      <a:pt x="28" y="94"/>
                    </a:lnTo>
                    <a:lnTo>
                      <a:pt x="33" y="95"/>
                    </a:lnTo>
                    <a:lnTo>
                      <a:pt x="38" y="95"/>
                    </a:lnTo>
                    <a:lnTo>
                      <a:pt x="43" y="94"/>
                    </a:lnTo>
                    <a:lnTo>
                      <a:pt x="46" y="93"/>
                    </a:lnTo>
                    <a:lnTo>
                      <a:pt x="50" y="92"/>
                    </a:lnTo>
                    <a:lnTo>
                      <a:pt x="51" y="91"/>
                    </a:lnTo>
                    <a:lnTo>
                      <a:pt x="50" y="91"/>
                    </a:lnTo>
                    <a:lnTo>
                      <a:pt x="48" y="91"/>
                    </a:lnTo>
                    <a:lnTo>
                      <a:pt x="46" y="91"/>
                    </a:lnTo>
                    <a:lnTo>
                      <a:pt x="44" y="90"/>
                    </a:lnTo>
                    <a:lnTo>
                      <a:pt x="40" y="89"/>
                    </a:lnTo>
                    <a:lnTo>
                      <a:pt x="38" y="88"/>
                    </a:lnTo>
                    <a:lnTo>
                      <a:pt x="35" y="85"/>
                    </a:lnTo>
                    <a:lnTo>
                      <a:pt x="34" y="83"/>
                    </a:lnTo>
                    <a:lnTo>
                      <a:pt x="30" y="78"/>
                    </a:lnTo>
                    <a:lnTo>
                      <a:pt x="27" y="74"/>
                    </a:lnTo>
                    <a:lnTo>
                      <a:pt x="22" y="68"/>
                    </a:lnTo>
                    <a:lnTo>
                      <a:pt x="17" y="61"/>
                    </a:lnTo>
                    <a:lnTo>
                      <a:pt x="11" y="53"/>
                    </a:lnTo>
                    <a:lnTo>
                      <a:pt x="8" y="46"/>
                    </a:lnTo>
                    <a:lnTo>
                      <a:pt x="5" y="36"/>
                    </a:lnTo>
                    <a:lnTo>
                      <a:pt x="6" y="28"/>
                    </a:lnTo>
                    <a:lnTo>
                      <a:pt x="8" y="22"/>
                    </a:lnTo>
                    <a:lnTo>
                      <a:pt x="10" y="17"/>
                    </a:lnTo>
                    <a:lnTo>
                      <a:pt x="11" y="13"/>
                    </a:lnTo>
                    <a:lnTo>
                      <a:pt x="12" y="10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4"/>
                    </a:lnTo>
                    <a:lnTo>
                      <a:pt x="15" y="4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6" name="Freeform 183">
                <a:extLst>
                  <a:ext uri="{FF2B5EF4-FFF2-40B4-BE49-F238E27FC236}">
                    <a16:creationId xmlns:a16="http://schemas.microsoft.com/office/drawing/2014/main" id="{1EE57F64-EFAF-6211-425F-04C3E4C02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1311"/>
                <a:ext cx="182" cy="103"/>
              </a:xfrm>
              <a:custGeom>
                <a:avLst/>
                <a:gdLst>
                  <a:gd name="T0" fmla="*/ 22 w 182"/>
                  <a:gd name="T1" fmla="*/ 78 h 103"/>
                  <a:gd name="T2" fmla="*/ 154 w 182"/>
                  <a:gd name="T3" fmla="*/ 102 h 103"/>
                  <a:gd name="T4" fmla="*/ 155 w 182"/>
                  <a:gd name="T5" fmla="*/ 101 h 103"/>
                  <a:gd name="T6" fmla="*/ 158 w 182"/>
                  <a:gd name="T7" fmla="*/ 98 h 103"/>
                  <a:gd name="T8" fmla="*/ 164 w 182"/>
                  <a:gd name="T9" fmla="*/ 95 h 103"/>
                  <a:gd name="T10" fmla="*/ 169 w 182"/>
                  <a:gd name="T11" fmla="*/ 90 h 103"/>
                  <a:gd name="T12" fmla="*/ 174 w 182"/>
                  <a:gd name="T13" fmla="*/ 85 h 103"/>
                  <a:gd name="T14" fmla="*/ 178 w 182"/>
                  <a:gd name="T15" fmla="*/ 80 h 103"/>
                  <a:gd name="T16" fmla="*/ 181 w 182"/>
                  <a:gd name="T17" fmla="*/ 75 h 103"/>
                  <a:gd name="T18" fmla="*/ 181 w 182"/>
                  <a:gd name="T19" fmla="*/ 71 h 103"/>
                  <a:gd name="T20" fmla="*/ 180 w 182"/>
                  <a:gd name="T21" fmla="*/ 65 h 103"/>
                  <a:gd name="T22" fmla="*/ 179 w 182"/>
                  <a:gd name="T23" fmla="*/ 61 h 103"/>
                  <a:gd name="T24" fmla="*/ 178 w 182"/>
                  <a:gd name="T25" fmla="*/ 56 h 103"/>
                  <a:gd name="T26" fmla="*/ 176 w 182"/>
                  <a:gd name="T27" fmla="*/ 53 h 103"/>
                  <a:gd name="T28" fmla="*/ 175 w 182"/>
                  <a:gd name="T29" fmla="*/ 51 h 103"/>
                  <a:gd name="T30" fmla="*/ 171 w 182"/>
                  <a:gd name="T31" fmla="*/ 48 h 103"/>
                  <a:gd name="T32" fmla="*/ 165 w 182"/>
                  <a:gd name="T33" fmla="*/ 46 h 103"/>
                  <a:gd name="T34" fmla="*/ 158 w 182"/>
                  <a:gd name="T35" fmla="*/ 44 h 103"/>
                  <a:gd name="T36" fmla="*/ 149 w 182"/>
                  <a:gd name="T37" fmla="*/ 41 h 103"/>
                  <a:gd name="T38" fmla="*/ 141 w 182"/>
                  <a:gd name="T39" fmla="*/ 35 h 103"/>
                  <a:gd name="T40" fmla="*/ 134 w 182"/>
                  <a:gd name="T41" fmla="*/ 28 h 103"/>
                  <a:gd name="T42" fmla="*/ 125 w 182"/>
                  <a:gd name="T43" fmla="*/ 20 h 103"/>
                  <a:gd name="T44" fmla="*/ 117 w 182"/>
                  <a:gd name="T45" fmla="*/ 12 h 103"/>
                  <a:gd name="T46" fmla="*/ 108 w 182"/>
                  <a:gd name="T47" fmla="*/ 6 h 103"/>
                  <a:gd name="T48" fmla="*/ 99 w 182"/>
                  <a:gd name="T49" fmla="*/ 1 h 103"/>
                  <a:gd name="T50" fmla="*/ 88 w 182"/>
                  <a:gd name="T51" fmla="*/ 0 h 103"/>
                  <a:gd name="T52" fmla="*/ 76 w 182"/>
                  <a:gd name="T53" fmla="*/ 0 h 103"/>
                  <a:gd name="T54" fmla="*/ 62 w 182"/>
                  <a:gd name="T55" fmla="*/ 4 h 103"/>
                  <a:gd name="T56" fmla="*/ 49 w 182"/>
                  <a:gd name="T57" fmla="*/ 8 h 103"/>
                  <a:gd name="T58" fmla="*/ 36 w 182"/>
                  <a:gd name="T59" fmla="*/ 14 h 103"/>
                  <a:gd name="T60" fmla="*/ 25 w 182"/>
                  <a:gd name="T61" fmla="*/ 20 h 103"/>
                  <a:gd name="T62" fmla="*/ 15 w 182"/>
                  <a:gd name="T63" fmla="*/ 26 h 103"/>
                  <a:gd name="T64" fmla="*/ 8 w 182"/>
                  <a:gd name="T65" fmla="*/ 32 h 103"/>
                  <a:gd name="T66" fmla="*/ 5 w 182"/>
                  <a:gd name="T67" fmla="*/ 36 h 103"/>
                  <a:gd name="T68" fmla="*/ 3 w 182"/>
                  <a:gd name="T69" fmla="*/ 39 h 103"/>
                  <a:gd name="T70" fmla="*/ 2 w 182"/>
                  <a:gd name="T71" fmla="*/ 43 h 103"/>
                  <a:gd name="T72" fmla="*/ 0 w 182"/>
                  <a:gd name="T73" fmla="*/ 46 h 103"/>
                  <a:gd name="T74" fmla="*/ 0 w 182"/>
                  <a:gd name="T75" fmla="*/ 50 h 103"/>
                  <a:gd name="T76" fmla="*/ 0 w 182"/>
                  <a:gd name="T77" fmla="*/ 52 h 103"/>
                  <a:gd name="T78" fmla="*/ 0 w 182"/>
                  <a:gd name="T79" fmla="*/ 55 h 103"/>
                  <a:gd name="T80" fmla="*/ 1 w 182"/>
                  <a:gd name="T81" fmla="*/ 57 h 103"/>
                  <a:gd name="T82" fmla="*/ 3 w 182"/>
                  <a:gd name="T83" fmla="*/ 60 h 103"/>
                  <a:gd name="T84" fmla="*/ 5 w 182"/>
                  <a:gd name="T85" fmla="*/ 63 h 103"/>
                  <a:gd name="T86" fmla="*/ 8 w 182"/>
                  <a:gd name="T87" fmla="*/ 66 h 103"/>
                  <a:gd name="T88" fmla="*/ 11 w 182"/>
                  <a:gd name="T89" fmla="*/ 68 h 103"/>
                  <a:gd name="T90" fmla="*/ 14 w 182"/>
                  <a:gd name="T91" fmla="*/ 72 h 103"/>
                  <a:gd name="T92" fmla="*/ 16 w 182"/>
                  <a:gd name="T93" fmla="*/ 74 h 103"/>
                  <a:gd name="T94" fmla="*/ 19 w 182"/>
                  <a:gd name="T95" fmla="*/ 76 h 103"/>
                  <a:gd name="T96" fmla="*/ 21 w 182"/>
                  <a:gd name="T97" fmla="*/ 78 h 103"/>
                  <a:gd name="T98" fmla="*/ 22 w 182"/>
                  <a:gd name="T99" fmla="*/ 78 h 1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82"/>
                  <a:gd name="T151" fmla="*/ 0 h 103"/>
                  <a:gd name="T152" fmla="*/ 182 w 182"/>
                  <a:gd name="T153" fmla="*/ 103 h 1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82" h="103">
                    <a:moveTo>
                      <a:pt x="22" y="78"/>
                    </a:moveTo>
                    <a:lnTo>
                      <a:pt x="154" y="102"/>
                    </a:lnTo>
                    <a:lnTo>
                      <a:pt x="155" y="101"/>
                    </a:lnTo>
                    <a:lnTo>
                      <a:pt x="158" y="98"/>
                    </a:lnTo>
                    <a:lnTo>
                      <a:pt x="164" y="95"/>
                    </a:lnTo>
                    <a:lnTo>
                      <a:pt x="169" y="90"/>
                    </a:lnTo>
                    <a:lnTo>
                      <a:pt x="174" y="85"/>
                    </a:lnTo>
                    <a:lnTo>
                      <a:pt x="178" y="80"/>
                    </a:lnTo>
                    <a:lnTo>
                      <a:pt x="181" y="75"/>
                    </a:lnTo>
                    <a:lnTo>
                      <a:pt x="181" y="71"/>
                    </a:lnTo>
                    <a:lnTo>
                      <a:pt x="180" y="65"/>
                    </a:lnTo>
                    <a:lnTo>
                      <a:pt x="179" y="61"/>
                    </a:lnTo>
                    <a:lnTo>
                      <a:pt x="178" y="56"/>
                    </a:lnTo>
                    <a:lnTo>
                      <a:pt x="176" y="53"/>
                    </a:lnTo>
                    <a:lnTo>
                      <a:pt x="175" y="51"/>
                    </a:lnTo>
                    <a:lnTo>
                      <a:pt x="171" y="48"/>
                    </a:lnTo>
                    <a:lnTo>
                      <a:pt x="165" y="46"/>
                    </a:lnTo>
                    <a:lnTo>
                      <a:pt x="158" y="44"/>
                    </a:lnTo>
                    <a:lnTo>
                      <a:pt x="149" y="41"/>
                    </a:lnTo>
                    <a:lnTo>
                      <a:pt x="141" y="35"/>
                    </a:lnTo>
                    <a:lnTo>
                      <a:pt x="134" y="28"/>
                    </a:lnTo>
                    <a:lnTo>
                      <a:pt x="125" y="20"/>
                    </a:lnTo>
                    <a:lnTo>
                      <a:pt x="117" y="12"/>
                    </a:lnTo>
                    <a:lnTo>
                      <a:pt x="108" y="6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2" y="4"/>
                    </a:lnTo>
                    <a:lnTo>
                      <a:pt x="49" y="8"/>
                    </a:lnTo>
                    <a:lnTo>
                      <a:pt x="36" y="14"/>
                    </a:lnTo>
                    <a:lnTo>
                      <a:pt x="25" y="20"/>
                    </a:lnTo>
                    <a:lnTo>
                      <a:pt x="15" y="26"/>
                    </a:lnTo>
                    <a:lnTo>
                      <a:pt x="8" y="32"/>
                    </a:lnTo>
                    <a:lnTo>
                      <a:pt x="5" y="36"/>
                    </a:lnTo>
                    <a:lnTo>
                      <a:pt x="3" y="39"/>
                    </a:lnTo>
                    <a:lnTo>
                      <a:pt x="2" y="43"/>
                    </a:lnTo>
                    <a:lnTo>
                      <a:pt x="0" y="46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1" y="57"/>
                    </a:lnTo>
                    <a:lnTo>
                      <a:pt x="3" y="60"/>
                    </a:lnTo>
                    <a:lnTo>
                      <a:pt x="5" y="63"/>
                    </a:lnTo>
                    <a:lnTo>
                      <a:pt x="8" y="66"/>
                    </a:lnTo>
                    <a:lnTo>
                      <a:pt x="11" y="68"/>
                    </a:lnTo>
                    <a:lnTo>
                      <a:pt x="14" y="72"/>
                    </a:lnTo>
                    <a:lnTo>
                      <a:pt x="16" y="74"/>
                    </a:lnTo>
                    <a:lnTo>
                      <a:pt x="19" y="76"/>
                    </a:lnTo>
                    <a:lnTo>
                      <a:pt x="21" y="78"/>
                    </a:lnTo>
                    <a:lnTo>
                      <a:pt x="22" y="7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7" name="Freeform 184">
                <a:extLst>
                  <a:ext uri="{FF2B5EF4-FFF2-40B4-BE49-F238E27FC236}">
                    <a16:creationId xmlns:a16="http://schemas.microsoft.com/office/drawing/2014/main" id="{EC3A4045-3F71-2994-6662-BBDE30910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6" y="1187"/>
                <a:ext cx="682" cy="242"/>
              </a:xfrm>
              <a:custGeom>
                <a:avLst/>
                <a:gdLst>
                  <a:gd name="T0" fmla="*/ 475 w 682"/>
                  <a:gd name="T1" fmla="*/ 0 h 242"/>
                  <a:gd name="T2" fmla="*/ 0 w 682"/>
                  <a:gd name="T3" fmla="*/ 129 h 242"/>
                  <a:gd name="T4" fmla="*/ 236 w 682"/>
                  <a:gd name="T5" fmla="*/ 241 h 242"/>
                  <a:gd name="T6" fmla="*/ 681 w 682"/>
                  <a:gd name="T7" fmla="*/ 129 h 242"/>
                  <a:gd name="T8" fmla="*/ 475 w 682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2"/>
                  <a:gd name="T16" fmla="*/ 0 h 242"/>
                  <a:gd name="T17" fmla="*/ 682 w 682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2" h="242">
                    <a:moveTo>
                      <a:pt x="475" y="0"/>
                    </a:moveTo>
                    <a:lnTo>
                      <a:pt x="0" y="129"/>
                    </a:lnTo>
                    <a:lnTo>
                      <a:pt x="236" y="241"/>
                    </a:lnTo>
                    <a:lnTo>
                      <a:pt x="681" y="129"/>
                    </a:lnTo>
                    <a:lnTo>
                      <a:pt x="475" y="0"/>
                    </a:lnTo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8" name="Freeform 185">
                <a:extLst>
                  <a:ext uri="{FF2B5EF4-FFF2-40B4-BE49-F238E27FC236}">
                    <a16:creationId xmlns:a16="http://schemas.microsoft.com/office/drawing/2014/main" id="{F760AEF7-8CBB-5320-4DBD-E304DCD1D6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2" y="1070"/>
                <a:ext cx="198" cy="213"/>
              </a:xfrm>
              <a:custGeom>
                <a:avLst/>
                <a:gdLst>
                  <a:gd name="T0" fmla="*/ 29 w 198"/>
                  <a:gd name="T1" fmla="*/ 20 h 213"/>
                  <a:gd name="T2" fmla="*/ 36 w 198"/>
                  <a:gd name="T3" fmla="*/ 33 h 213"/>
                  <a:gd name="T4" fmla="*/ 45 w 198"/>
                  <a:gd name="T5" fmla="*/ 54 h 213"/>
                  <a:gd name="T6" fmla="*/ 54 w 198"/>
                  <a:gd name="T7" fmla="*/ 73 h 213"/>
                  <a:gd name="T8" fmla="*/ 58 w 198"/>
                  <a:gd name="T9" fmla="*/ 88 h 213"/>
                  <a:gd name="T10" fmla="*/ 64 w 198"/>
                  <a:gd name="T11" fmla="*/ 103 h 213"/>
                  <a:gd name="T12" fmla="*/ 70 w 198"/>
                  <a:gd name="T13" fmla="*/ 117 h 213"/>
                  <a:gd name="T14" fmla="*/ 77 w 198"/>
                  <a:gd name="T15" fmla="*/ 128 h 213"/>
                  <a:gd name="T16" fmla="*/ 84 w 198"/>
                  <a:gd name="T17" fmla="*/ 133 h 213"/>
                  <a:gd name="T18" fmla="*/ 105 w 198"/>
                  <a:gd name="T19" fmla="*/ 148 h 213"/>
                  <a:gd name="T20" fmla="*/ 129 w 198"/>
                  <a:gd name="T21" fmla="*/ 167 h 213"/>
                  <a:gd name="T22" fmla="*/ 146 w 198"/>
                  <a:gd name="T23" fmla="*/ 181 h 213"/>
                  <a:gd name="T24" fmla="*/ 149 w 198"/>
                  <a:gd name="T25" fmla="*/ 184 h 213"/>
                  <a:gd name="T26" fmla="*/ 152 w 198"/>
                  <a:gd name="T27" fmla="*/ 183 h 213"/>
                  <a:gd name="T28" fmla="*/ 157 w 198"/>
                  <a:gd name="T29" fmla="*/ 182 h 213"/>
                  <a:gd name="T30" fmla="*/ 163 w 198"/>
                  <a:gd name="T31" fmla="*/ 183 h 213"/>
                  <a:gd name="T32" fmla="*/ 169 w 198"/>
                  <a:gd name="T33" fmla="*/ 185 h 213"/>
                  <a:gd name="T34" fmla="*/ 178 w 198"/>
                  <a:gd name="T35" fmla="*/ 189 h 213"/>
                  <a:gd name="T36" fmla="*/ 187 w 198"/>
                  <a:gd name="T37" fmla="*/ 195 h 213"/>
                  <a:gd name="T38" fmla="*/ 195 w 198"/>
                  <a:gd name="T39" fmla="*/ 201 h 213"/>
                  <a:gd name="T40" fmla="*/ 197 w 198"/>
                  <a:gd name="T41" fmla="*/ 206 h 213"/>
                  <a:gd name="T42" fmla="*/ 193 w 198"/>
                  <a:gd name="T43" fmla="*/ 210 h 213"/>
                  <a:gd name="T44" fmla="*/ 184 w 198"/>
                  <a:gd name="T45" fmla="*/ 212 h 213"/>
                  <a:gd name="T46" fmla="*/ 173 w 198"/>
                  <a:gd name="T47" fmla="*/ 211 h 213"/>
                  <a:gd name="T48" fmla="*/ 161 w 198"/>
                  <a:gd name="T49" fmla="*/ 207 h 213"/>
                  <a:gd name="T50" fmla="*/ 153 w 198"/>
                  <a:gd name="T51" fmla="*/ 204 h 213"/>
                  <a:gd name="T52" fmla="*/ 148 w 198"/>
                  <a:gd name="T53" fmla="*/ 202 h 213"/>
                  <a:gd name="T54" fmla="*/ 145 w 198"/>
                  <a:gd name="T55" fmla="*/ 202 h 213"/>
                  <a:gd name="T56" fmla="*/ 140 w 198"/>
                  <a:gd name="T57" fmla="*/ 202 h 213"/>
                  <a:gd name="T58" fmla="*/ 126 w 198"/>
                  <a:gd name="T59" fmla="*/ 197 h 213"/>
                  <a:gd name="T60" fmla="*/ 106 w 198"/>
                  <a:gd name="T61" fmla="*/ 189 h 213"/>
                  <a:gd name="T62" fmla="*/ 89 w 198"/>
                  <a:gd name="T63" fmla="*/ 179 h 213"/>
                  <a:gd name="T64" fmla="*/ 77 w 198"/>
                  <a:gd name="T65" fmla="*/ 171 h 213"/>
                  <a:gd name="T66" fmla="*/ 61 w 198"/>
                  <a:gd name="T67" fmla="*/ 157 h 213"/>
                  <a:gd name="T68" fmla="*/ 45 w 198"/>
                  <a:gd name="T69" fmla="*/ 139 h 213"/>
                  <a:gd name="T70" fmla="*/ 29 w 198"/>
                  <a:gd name="T71" fmla="*/ 119 h 213"/>
                  <a:gd name="T72" fmla="*/ 18 w 198"/>
                  <a:gd name="T73" fmla="*/ 99 h 213"/>
                  <a:gd name="T74" fmla="*/ 12 w 198"/>
                  <a:gd name="T75" fmla="*/ 78 h 213"/>
                  <a:gd name="T76" fmla="*/ 9 w 198"/>
                  <a:gd name="T77" fmla="*/ 59 h 213"/>
                  <a:gd name="T78" fmla="*/ 7 w 198"/>
                  <a:gd name="T79" fmla="*/ 44 h 213"/>
                  <a:gd name="T80" fmla="*/ 6 w 198"/>
                  <a:gd name="T81" fmla="*/ 33 h 213"/>
                  <a:gd name="T82" fmla="*/ 4 w 198"/>
                  <a:gd name="T83" fmla="*/ 22 h 213"/>
                  <a:gd name="T84" fmla="*/ 1 w 198"/>
                  <a:gd name="T85" fmla="*/ 11 h 213"/>
                  <a:gd name="T86" fmla="*/ 0 w 198"/>
                  <a:gd name="T87" fmla="*/ 2 h 213"/>
                  <a:gd name="T88" fmla="*/ 28 w 198"/>
                  <a:gd name="T89" fmla="*/ 17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8"/>
                  <a:gd name="T136" fmla="*/ 0 h 213"/>
                  <a:gd name="T137" fmla="*/ 198 w 198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8" h="213">
                    <a:moveTo>
                      <a:pt x="28" y="17"/>
                    </a:moveTo>
                    <a:lnTo>
                      <a:pt x="29" y="20"/>
                    </a:lnTo>
                    <a:lnTo>
                      <a:pt x="32" y="25"/>
                    </a:lnTo>
                    <a:lnTo>
                      <a:pt x="36" y="33"/>
                    </a:lnTo>
                    <a:lnTo>
                      <a:pt x="40" y="43"/>
                    </a:lnTo>
                    <a:lnTo>
                      <a:pt x="45" y="54"/>
                    </a:lnTo>
                    <a:lnTo>
                      <a:pt x="50" y="64"/>
                    </a:lnTo>
                    <a:lnTo>
                      <a:pt x="54" y="73"/>
                    </a:lnTo>
                    <a:lnTo>
                      <a:pt x="56" y="81"/>
                    </a:lnTo>
                    <a:lnTo>
                      <a:pt x="58" y="88"/>
                    </a:lnTo>
                    <a:lnTo>
                      <a:pt x="61" y="94"/>
                    </a:lnTo>
                    <a:lnTo>
                      <a:pt x="64" y="103"/>
                    </a:lnTo>
                    <a:lnTo>
                      <a:pt x="67" y="111"/>
                    </a:lnTo>
                    <a:lnTo>
                      <a:pt x="70" y="117"/>
                    </a:lnTo>
                    <a:lnTo>
                      <a:pt x="73" y="123"/>
                    </a:lnTo>
                    <a:lnTo>
                      <a:pt x="77" y="128"/>
                    </a:lnTo>
                    <a:lnTo>
                      <a:pt x="79" y="129"/>
                    </a:lnTo>
                    <a:lnTo>
                      <a:pt x="84" y="133"/>
                    </a:lnTo>
                    <a:lnTo>
                      <a:pt x="94" y="139"/>
                    </a:lnTo>
                    <a:lnTo>
                      <a:pt x="105" y="148"/>
                    </a:lnTo>
                    <a:lnTo>
                      <a:pt x="117" y="157"/>
                    </a:lnTo>
                    <a:lnTo>
                      <a:pt x="129" y="167"/>
                    </a:lnTo>
                    <a:lnTo>
                      <a:pt x="139" y="175"/>
                    </a:lnTo>
                    <a:lnTo>
                      <a:pt x="146" y="181"/>
                    </a:lnTo>
                    <a:lnTo>
                      <a:pt x="149" y="184"/>
                    </a:lnTo>
                    <a:lnTo>
                      <a:pt x="151" y="183"/>
                    </a:lnTo>
                    <a:lnTo>
                      <a:pt x="152" y="183"/>
                    </a:lnTo>
                    <a:lnTo>
                      <a:pt x="155" y="182"/>
                    </a:lnTo>
                    <a:lnTo>
                      <a:pt x="157" y="182"/>
                    </a:lnTo>
                    <a:lnTo>
                      <a:pt x="160" y="182"/>
                    </a:lnTo>
                    <a:lnTo>
                      <a:pt x="163" y="183"/>
                    </a:lnTo>
                    <a:lnTo>
                      <a:pt x="166" y="184"/>
                    </a:lnTo>
                    <a:lnTo>
                      <a:pt x="169" y="185"/>
                    </a:lnTo>
                    <a:lnTo>
                      <a:pt x="174" y="187"/>
                    </a:lnTo>
                    <a:lnTo>
                      <a:pt x="178" y="189"/>
                    </a:lnTo>
                    <a:lnTo>
                      <a:pt x="183" y="192"/>
                    </a:lnTo>
                    <a:lnTo>
                      <a:pt x="187" y="195"/>
                    </a:lnTo>
                    <a:lnTo>
                      <a:pt x="191" y="198"/>
                    </a:lnTo>
                    <a:lnTo>
                      <a:pt x="195" y="201"/>
                    </a:lnTo>
                    <a:lnTo>
                      <a:pt x="197" y="205"/>
                    </a:lnTo>
                    <a:lnTo>
                      <a:pt x="197" y="206"/>
                    </a:lnTo>
                    <a:lnTo>
                      <a:pt x="196" y="209"/>
                    </a:lnTo>
                    <a:lnTo>
                      <a:pt x="193" y="210"/>
                    </a:lnTo>
                    <a:lnTo>
                      <a:pt x="189" y="211"/>
                    </a:lnTo>
                    <a:lnTo>
                      <a:pt x="184" y="212"/>
                    </a:lnTo>
                    <a:lnTo>
                      <a:pt x="179" y="212"/>
                    </a:lnTo>
                    <a:lnTo>
                      <a:pt x="173" y="211"/>
                    </a:lnTo>
                    <a:lnTo>
                      <a:pt x="167" y="209"/>
                    </a:lnTo>
                    <a:lnTo>
                      <a:pt x="161" y="207"/>
                    </a:lnTo>
                    <a:lnTo>
                      <a:pt x="157" y="206"/>
                    </a:lnTo>
                    <a:lnTo>
                      <a:pt x="153" y="204"/>
                    </a:lnTo>
                    <a:lnTo>
                      <a:pt x="151" y="203"/>
                    </a:lnTo>
                    <a:lnTo>
                      <a:pt x="148" y="202"/>
                    </a:lnTo>
                    <a:lnTo>
                      <a:pt x="146" y="202"/>
                    </a:lnTo>
                    <a:lnTo>
                      <a:pt x="145" y="202"/>
                    </a:lnTo>
                    <a:lnTo>
                      <a:pt x="143" y="202"/>
                    </a:lnTo>
                    <a:lnTo>
                      <a:pt x="140" y="202"/>
                    </a:lnTo>
                    <a:lnTo>
                      <a:pt x="134" y="200"/>
                    </a:lnTo>
                    <a:lnTo>
                      <a:pt x="126" y="197"/>
                    </a:lnTo>
                    <a:lnTo>
                      <a:pt x="117" y="193"/>
                    </a:lnTo>
                    <a:lnTo>
                      <a:pt x="106" y="189"/>
                    </a:lnTo>
                    <a:lnTo>
                      <a:pt x="97" y="184"/>
                    </a:lnTo>
                    <a:lnTo>
                      <a:pt x="89" y="179"/>
                    </a:lnTo>
                    <a:lnTo>
                      <a:pt x="83" y="175"/>
                    </a:lnTo>
                    <a:lnTo>
                      <a:pt x="77" y="171"/>
                    </a:lnTo>
                    <a:lnTo>
                      <a:pt x="69" y="165"/>
                    </a:lnTo>
                    <a:lnTo>
                      <a:pt x="61" y="157"/>
                    </a:lnTo>
                    <a:lnTo>
                      <a:pt x="53" y="149"/>
                    </a:lnTo>
                    <a:lnTo>
                      <a:pt x="45" y="139"/>
                    </a:lnTo>
                    <a:lnTo>
                      <a:pt x="36" y="129"/>
                    </a:lnTo>
                    <a:lnTo>
                      <a:pt x="29" y="119"/>
                    </a:lnTo>
                    <a:lnTo>
                      <a:pt x="23" y="109"/>
                    </a:lnTo>
                    <a:lnTo>
                      <a:pt x="18" y="99"/>
                    </a:lnTo>
                    <a:lnTo>
                      <a:pt x="15" y="88"/>
                    </a:lnTo>
                    <a:lnTo>
                      <a:pt x="12" y="78"/>
                    </a:lnTo>
                    <a:lnTo>
                      <a:pt x="10" y="68"/>
                    </a:lnTo>
                    <a:lnTo>
                      <a:pt x="9" y="59"/>
                    </a:lnTo>
                    <a:lnTo>
                      <a:pt x="7" y="50"/>
                    </a:lnTo>
                    <a:lnTo>
                      <a:pt x="7" y="44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5" y="27"/>
                    </a:lnTo>
                    <a:lnTo>
                      <a:pt x="4" y="22"/>
                    </a:lnTo>
                    <a:lnTo>
                      <a:pt x="2" y="16"/>
                    </a:lnTo>
                    <a:lnTo>
                      <a:pt x="1" y="11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69" name="Freeform 186">
                <a:extLst>
                  <a:ext uri="{FF2B5EF4-FFF2-40B4-BE49-F238E27FC236}">
                    <a16:creationId xmlns:a16="http://schemas.microsoft.com/office/drawing/2014/main" id="{7AAEA503-05B9-6868-C57C-919EF4AFC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1068"/>
                <a:ext cx="213" cy="211"/>
              </a:xfrm>
              <a:custGeom>
                <a:avLst/>
                <a:gdLst>
                  <a:gd name="T0" fmla="*/ 39 w 213"/>
                  <a:gd name="T1" fmla="*/ 19 h 211"/>
                  <a:gd name="T2" fmla="*/ 44 w 213"/>
                  <a:gd name="T3" fmla="*/ 32 h 211"/>
                  <a:gd name="T4" fmla="*/ 51 w 213"/>
                  <a:gd name="T5" fmla="*/ 51 h 211"/>
                  <a:gd name="T6" fmla="*/ 57 w 213"/>
                  <a:gd name="T7" fmla="*/ 71 h 211"/>
                  <a:gd name="T8" fmla="*/ 62 w 213"/>
                  <a:gd name="T9" fmla="*/ 85 h 211"/>
                  <a:gd name="T10" fmla="*/ 70 w 213"/>
                  <a:gd name="T11" fmla="*/ 101 h 211"/>
                  <a:gd name="T12" fmla="*/ 81 w 213"/>
                  <a:gd name="T13" fmla="*/ 115 h 211"/>
                  <a:gd name="T14" fmla="*/ 91 w 213"/>
                  <a:gd name="T15" fmla="*/ 125 h 211"/>
                  <a:gd name="T16" fmla="*/ 99 w 213"/>
                  <a:gd name="T17" fmla="*/ 130 h 211"/>
                  <a:gd name="T18" fmla="*/ 120 w 213"/>
                  <a:gd name="T19" fmla="*/ 146 h 211"/>
                  <a:gd name="T20" fmla="*/ 143 w 213"/>
                  <a:gd name="T21" fmla="*/ 165 h 211"/>
                  <a:gd name="T22" fmla="*/ 160 w 213"/>
                  <a:gd name="T23" fmla="*/ 180 h 211"/>
                  <a:gd name="T24" fmla="*/ 164 w 213"/>
                  <a:gd name="T25" fmla="*/ 181 h 211"/>
                  <a:gd name="T26" fmla="*/ 167 w 213"/>
                  <a:gd name="T27" fmla="*/ 181 h 211"/>
                  <a:gd name="T28" fmla="*/ 172 w 213"/>
                  <a:gd name="T29" fmla="*/ 181 h 211"/>
                  <a:gd name="T30" fmla="*/ 177 w 213"/>
                  <a:gd name="T31" fmla="*/ 181 h 211"/>
                  <a:gd name="T32" fmla="*/ 184 w 213"/>
                  <a:gd name="T33" fmla="*/ 183 h 211"/>
                  <a:gd name="T34" fmla="*/ 193 w 213"/>
                  <a:gd name="T35" fmla="*/ 187 h 211"/>
                  <a:gd name="T36" fmla="*/ 202 w 213"/>
                  <a:gd name="T37" fmla="*/ 193 h 211"/>
                  <a:gd name="T38" fmla="*/ 210 w 213"/>
                  <a:gd name="T39" fmla="*/ 199 h 211"/>
                  <a:gd name="T40" fmla="*/ 212 w 213"/>
                  <a:gd name="T41" fmla="*/ 205 h 211"/>
                  <a:gd name="T42" fmla="*/ 207 w 213"/>
                  <a:gd name="T43" fmla="*/ 209 h 211"/>
                  <a:gd name="T44" fmla="*/ 199 w 213"/>
                  <a:gd name="T45" fmla="*/ 210 h 211"/>
                  <a:gd name="T46" fmla="*/ 188 w 213"/>
                  <a:gd name="T47" fmla="*/ 209 h 211"/>
                  <a:gd name="T48" fmla="*/ 176 w 213"/>
                  <a:gd name="T49" fmla="*/ 205 h 211"/>
                  <a:gd name="T50" fmla="*/ 168 w 213"/>
                  <a:gd name="T51" fmla="*/ 202 h 211"/>
                  <a:gd name="T52" fmla="*/ 163 w 213"/>
                  <a:gd name="T53" fmla="*/ 200 h 211"/>
                  <a:gd name="T54" fmla="*/ 160 w 213"/>
                  <a:gd name="T55" fmla="*/ 200 h 211"/>
                  <a:gd name="T56" fmla="*/ 154 w 213"/>
                  <a:gd name="T57" fmla="*/ 200 h 211"/>
                  <a:gd name="T58" fmla="*/ 141 w 213"/>
                  <a:gd name="T59" fmla="*/ 196 h 211"/>
                  <a:gd name="T60" fmla="*/ 121 w 213"/>
                  <a:gd name="T61" fmla="*/ 187 h 211"/>
                  <a:gd name="T62" fmla="*/ 103 w 213"/>
                  <a:gd name="T63" fmla="*/ 178 h 211"/>
                  <a:gd name="T64" fmla="*/ 91 w 213"/>
                  <a:gd name="T65" fmla="*/ 170 h 211"/>
                  <a:gd name="T66" fmla="*/ 76 w 213"/>
                  <a:gd name="T67" fmla="*/ 156 h 211"/>
                  <a:gd name="T68" fmla="*/ 59 w 213"/>
                  <a:gd name="T69" fmla="*/ 137 h 211"/>
                  <a:gd name="T70" fmla="*/ 44 w 213"/>
                  <a:gd name="T71" fmla="*/ 118 h 211"/>
                  <a:gd name="T72" fmla="*/ 32 w 213"/>
                  <a:gd name="T73" fmla="*/ 96 h 211"/>
                  <a:gd name="T74" fmla="*/ 19 w 213"/>
                  <a:gd name="T75" fmla="*/ 68 h 211"/>
                  <a:gd name="T76" fmla="*/ 8 w 213"/>
                  <a:gd name="T77" fmla="*/ 40 h 211"/>
                  <a:gd name="T78" fmla="*/ 1 w 213"/>
                  <a:gd name="T79" fmla="*/ 19 h 211"/>
                  <a:gd name="T80" fmla="*/ 0 w 213"/>
                  <a:gd name="T81" fmla="*/ 8 h 211"/>
                  <a:gd name="T82" fmla="*/ 2 w 213"/>
                  <a:gd name="T83" fmla="*/ 4 h 211"/>
                  <a:gd name="T84" fmla="*/ 5 w 213"/>
                  <a:gd name="T85" fmla="*/ 2 h 211"/>
                  <a:gd name="T86" fmla="*/ 10 w 213"/>
                  <a:gd name="T87" fmla="*/ 1 h 211"/>
                  <a:gd name="T88" fmla="*/ 38 w 213"/>
                  <a:gd name="T89" fmla="*/ 17 h 21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1"/>
                  <a:gd name="T137" fmla="*/ 213 w 213"/>
                  <a:gd name="T138" fmla="*/ 211 h 21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1">
                    <a:moveTo>
                      <a:pt x="38" y="17"/>
                    </a:moveTo>
                    <a:lnTo>
                      <a:pt x="39" y="19"/>
                    </a:lnTo>
                    <a:lnTo>
                      <a:pt x="40" y="24"/>
                    </a:lnTo>
                    <a:lnTo>
                      <a:pt x="44" y="32"/>
                    </a:lnTo>
                    <a:lnTo>
                      <a:pt x="47" y="41"/>
                    </a:lnTo>
                    <a:lnTo>
                      <a:pt x="51" y="51"/>
                    </a:lnTo>
                    <a:lnTo>
                      <a:pt x="54" y="62"/>
                    </a:lnTo>
                    <a:lnTo>
                      <a:pt x="57" y="71"/>
                    </a:lnTo>
                    <a:lnTo>
                      <a:pt x="59" y="79"/>
                    </a:lnTo>
                    <a:lnTo>
                      <a:pt x="62" y="85"/>
                    </a:lnTo>
                    <a:lnTo>
                      <a:pt x="66" y="92"/>
                    </a:lnTo>
                    <a:lnTo>
                      <a:pt x="70" y="101"/>
                    </a:lnTo>
                    <a:lnTo>
                      <a:pt x="76" y="108"/>
                    </a:lnTo>
                    <a:lnTo>
                      <a:pt x="81" y="115"/>
                    </a:lnTo>
                    <a:lnTo>
                      <a:pt x="86" y="121"/>
                    </a:lnTo>
                    <a:lnTo>
                      <a:pt x="91" y="125"/>
                    </a:lnTo>
                    <a:lnTo>
                      <a:pt x="94" y="128"/>
                    </a:lnTo>
                    <a:lnTo>
                      <a:pt x="99" y="130"/>
                    </a:lnTo>
                    <a:lnTo>
                      <a:pt x="108" y="137"/>
                    </a:lnTo>
                    <a:lnTo>
                      <a:pt x="120" y="146"/>
                    </a:lnTo>
                    <a:lnTo>
                      <a:pt x="131" y="156"/>
                    </a:lnTo>
                    <a:lnTo>
                      <a:pt x="143" y="165"/>
                    </a:lnTo>
                    <a:lnTo>
                      <a:pt x="154" y="174"/>
                    </a:lnTo>
                    <a:lnTo>
                      <a:pt x="160" y="180"/>
                    </a:lnTo>
                    <a:lnTo>
                      <a:pt x="164" y="181"/>
                    </a:lnTo>
                    <a:lnTo>
                      <a:pt x="166" y="181"/>
                    </a:lnTo>
                    <a:lnTo>
                      <a:pt x="167" y="181"/>
                    </a:lnTo>
                    <a:lnTo>
                      <a:pt x="169" y="181"/>
                    </a:lnTo>
                    <a:lnTo>
                      <a:pt x="172" y="181"/>
                    </a:lnTo>
                    <a:lnTo>
                      <a:pt x="175" y="181"/>
                    </a:lnTo>
                    <a:lnTo>
                      <a:pt x="177" y="181"/>
                    </a:lnTo>
                    <a:lnTo>
                      <a:pt x="181" y="181"/>
                    </a:lnTo>
                    <a:lnTo>
                      <a:pt x="184" y="183"/>
                    </a:lnTo>
                    <a:lnTo>
                      <a:pt x="189" y="186"/>
                    </a:lnTo>
                    <a:lnTo>
                      <a:pt x="193" y="187"/>
                    </a:lnTo>
                    <a:lnTo>
                      <a:pt x="198" y="191"/>
                    </a:lnTo>
                    <a:lnTo>
                      <a:pt x="202" y="193"/>
                    </a:lnTo>
                    <a:lnTo>
                      <a:pt x="206" y="197"/>
                    </a:lnTo>
                    <a:lnTo>
                      <a:pt x="210" y="199"/>
                    </a:lnTo>
                    <a:lnTo>
                      <a:pt x="212" y="203"/>
                    </a:lnTo>
                    <a:lnTo>
                      <a:pt x="212" y="205"/>
                    </a:lnTo>
                    <a:lnTo>
                      <a:pt x="210" y="207"/>
                    </a:lnTo>
                    <a:lnTo>
                      <a:pt x="207" y="209"/>
                    </a:lnTo>
                    <a:lnTo>
                      <a:pt x="204" y="210"/>
                    </a:lnTo>
                    <a:lnTo>
                      <a:pt x="199" y="210"/>
                    </a:lnTo>
                    <a:lnTo>
                      <a:pt x="194" y="210"/>
                    </a:lnTo>
                    <a:lnTo>
                      <a:pt x="188" y="209"/>
                    </a:lnTo>
                    <a:lnTo>
                      <a:pt x="182" y="207"/>
                    </a:lnTo>
                    <a:lnTo>
                      <a:pt x="176" y="205"/>
                    </a:lnTo>
                    <a:lnTo>
                      <a:pt x="171" y="204"/>
                    </a:lnTo>
                    <a:lnTo>
                      <a:pt x="168" y="202"/>
                    </a:lnTo>
                    <a:lnTo>
                      <a:pt x="165" y="201"/>
                    </a:lnTo>
                    <a:lnTo>
                      <a:pt x="163" y="200"/>
                    </a:lnTo>
                    <a:lnTo>
                      <a:pt x="160" y="200"/>
                    </a:lnTo>
                    <a:lnTo>
                      <a:pt x="158" y="201"/>
                    </a:lnTo>
                    <a:lnTo>
                      <a:pt x="154" y="200"/>
                    </a:lnTo>
                    <a:lnTo>
                      <a:pt x="148" y="198"/>
                    </a:lnTo>
                    <a:lnTo>
                      <a:pt x="141" y="196"/>
                    </a:lnTo>
                    <a:lnTo>
                      <a:pt x="131" y="192"/>
                    </a:lnTo>
                    <a:lnTo>
                      <a:pt x="121" y="187"/>
                    </a:lnTo>
                    <a:lnTo>
                      <a:pt x="112" y="182"/>
                    </a:lnTo>
                    <a:lnTo>
                      <a:pt x="103" y="178"/>
                    </a:lnTo>
                    <a:lnTo>
                      <a:pt x="97" y="174"/>
                    </a:lnTo>
                    <a:lnTo>
                      <a:pt x="91" y="170"/>
                    </a:lnTo>
                    <a:lnTo>
                      <a:pt x="84" y="163"/>
                    </a:lnTo>
                    <a:lnTo>
                      <a:pt x="76" y="156"/>
                    </a:lnTo>
                    <a:lnTo>
                      <a:pt x="68" y="147"/>
                    </a:lnTo>
                    <a:lnTo>
                      <a:pt x="59" y="137"/>
                    </a:lnTo>
                    <a:lnTo>
                      <a:pt x="51" y="128"/>
                    </a:lnTo>
                    <a:lnTo>
                      <a:pt x="44" y="118"/>
                    </a:lnTo>
                    <a:lnTo>
                      <a:pt x="38" y="107"/>
                    </a:lnTo>
                    <a:lnTo>
                      <a:pt x="32" y="96"/>
                    </a:lnTo>
                    <a:lnTo>
                      <a:pt x="26" y="83"/>
                    </a:lnTo>
                    <a:lnTo>
                      <a:pt x="19" y="68"/>
                    </a:lnTo>
                    <a:lnTo>
                      <a:pt x="13" y="54"/>
                    </a:lnTo>
                    <a:lnTo>
                      <a:pt x="8" y="40"/>
                    </a:lnTo>
                    <a:lnTo>
                      <a:pt x="4" y="28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3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0" name="Freeform 187">
                <a:extLst>
                  <a:ext uri="{FF2B5EF4-FFF2-40B4-BE49-F238E27FC236}">
                    <a16:creationId xmlns:a16="http://schemas.microsoft.com/office/drawing/2014/main" id="{943208B9-63CF-41EF-73F7-929ADF023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331"/>
                <a:ext cx="220" cy="406"/>
              </a:xfrm>
              <a:custGeom>
                <a:avLst/>
                <a:gdLst>
                  <a:gd name="T0" fmla="*/ 219 w 220"/>
                  <a:gd name="T1" fmla="*/ 405 h 406"/>
                  <a:gd name="T2" fmla="*/ 219 w 220"/>
                  <a:gd name="T3" fmla="*/ 109 h 406"/>
                  <a:gd name="T4" fmla="*/ 0 w 220"/>
                  <a:gd name="T5" fmla="*/ 0 h 406"/>
                  <a:gd name="T6" fmla="*/ 0 w 220"/>
                  <a:gd name="T7" fmla="*/ 276 h 406"/>
                  <a:gd name="T8" fmla="*/ 219 w 220"/>
                  <a:gd name="T9" fmla="*/ 405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406"/>
                  <a:gd name="T17" fmla="*/ 220 w 220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406">
                    <a:moveTo>
                      <a:pt x="219" y="405"/>
                    </a:moveTo>
                    <a:lnTo>
                      <a:pt x="219" y="109"/>
                    </a:lnTo>
                    <a:lnTo>
                      <a:pt x="0" y="0"/>
                    </a:lnTo>
                    <a:lnTo>
                      <a:pt x="0" y="276"/>
                    </a:lnTo>
                    <a:lnTo>
                      <a:pt x="219" y="40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1" name="Freeform 188">
                <a:extLst>
                  <a:ext uri="{FF2B5EF4-FFF2-40B4-BE49-F238E27FC236}">
                    <a16:creationId xmlns:a16="http://schemas.microsoft.com/office/drawing/2014/main" id="{B6D5D9FE-C6CC-FC15-8E8D-27A10FE82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4" y="1582"/>
                <a:ext cx="239" cy="161"/>
              </a:xfrm>
              <a:custGeom>
                <a:avLst/>
                <a:gdLst>
                  <a:gd name="T0" fmla="*/ 238 w 239"/>
                  <a:gd name="T1" fmla="*/ 160 h 161"/>
                  <a:gd name="T2" fmla="*/ 238 w 239"/>
                  <a:gd name="T3" fmla="*/ 129 h 161"/>
                  <a:gd name="T4" fmla="*/ 0 w 239"/>
                  <a:gd name="T5" fmla="*/ 0 h 161"/>
                  <a:gd name="T6" fmla="*/ 0 w 239"/>
                  <a:gd name="T7" fmla="*/ 28 h 161"/>
                  <a:gd name="T8" fmla="*/ 238 w 239"/>
                  <a:gd name="T9" fmla="*/ 160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1"/>
                  <a:gd name="T17" fmla="*/ 239 w 239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1">
                    <a:moveTo>
                      <a:pt x="238" y="160"/>
                    </a:moveTo>
                    <a:lnTo>
                      <a:pt x="238" y="129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8" y="160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2" name="Freeform 189">
                <a:extLst>
                  <a:ext uri="{FF2B5EF4-FFF2-40B4-BE49-F238E27FC236}">
                    <a16:creationId xmlns:a16="http://schemas.microsoft.com/office/drawing/2014/main" id="{CD343EFF-09C1-CA61-705B-138D64629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1315"/>
                <a:ext cx="242" cy="144"/>
              </a:xfrm>
              <a:custGeom>
                <a:avLst/>
                <a:gdLst>
                  <a:gd name="T0" fmla="*/ 241 w 242"/>
                  <a:gd name="T1" fmla="*/ 143 h 144"/>
                  <a:gd name="T2" fmla="*/ 241 w 242"/>
                  <a:gd name="T3" fmla="*/ 113 h 144"/>
                  <a:gd name="T4" fmla="*/ 0 w 242"/>
                  <a:gd name="T5" fmla="*/ 0 h 144"/>
                  <a:gd name="T6" fmla="*/ 0 w 242"/>
                  <a:gd name="T7" fmla="*/ 29 h 144"/>
                  <a:gd name="T8" fmla="*/ 241 w 242"/>
                  <a:gd name="T9" fmla="*/ 143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44"/>
                  <a:gd name="T17" fmla="*/ 242 w 242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44">
                    <a:moveTo>
                      <a:pt x="241" y="143"/>
                    </a:moveTo>
                    <a:lnTo>
                      <a:pt x="241" y="113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241" y="143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3" name="Freeform 190">
                <a:extLst>
                  <a:ext uri="{FF2B5EF4-FFF2-40B4-BE49-F238E27FC236}">
                    <a16:creationId xmlns:a16="http://schemas.microsoft.com/office/drawing/2014/main" id="{07C85D9E-67FA-71CF-D2CF-42299A1BC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" y="1595"/>
                <a:ext cx="451" cy="148"/>
              </a:xfrm>
              <a:custGeom>
                <a:avLst/>
                <a:gdLst>
                  <a:gd name="T0" fmla="*/ 0 w 451"/>
                  <a:gd name="T1" fmla="*/ 147 h 148"/>
                  <a:gd name="T2" fmla="*/ 0 w 451"/>
                  <a:gd name="T3" fmla="*/ 116 h 148"/>
                  <a:gd name="T4" fmla="*/ 450 w 451"/>
                  <a:gd name="T5" fmla="*/ 0 h 148"/>
                  <a:gd name="T6" fmla="*/ 450 w 451"/>
                  <a:gd name="T7" fmla="*/ 28 h 148"/>
                  <a:gd name="T8" fmla="*/ 0 w 451"/>
                  <a:gd name="T9" fmla="*/ 147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8"/>
                  <a:gd name="T17" fmla="*/ 451 w 451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8">
                    <a:moveTo>
                      <a:pt x="0" y="147"/>
                    </a:moveTo>
                    <a:lnTo>
                      <a:pt x="0" y="116"/>
                    </a:lnTo>
                    <a:lnTo>
                      <a:pt x="450" y="0"/>
                    </a:lnTo>
                    <a:lnTo>
                      <a:pt x="450" y="28"/>
                    </a:lnTo>
                    <a:lnTo>
                      <a:pt x="0" y="147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4" name="Freeform 191">
                <a:extLst>
                  <a:ext uri="{FF2B5EF4-FFF2-40B4-BE49-F238E27FC236}">
                    <a16:creationId xmlns:a16="http://schemas.microsoft.com/office/drawing/2014/main" id="{9382DDB5-D3D8-9CEC-B27E-5288194EF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312"/>
                <a:ext cx="451" cy="149"/>
              </a:xfrm>
              <a:custGeom>
                <a:avLst/>
                <a:gdLst>
                  <a:gd name="T0" fmla="*/ 0 w 451"/>
                  <a:gd name="T1" fmla="*/ 148 h 149"/>
                  <a:gd name="T2" fmla="*/ 0 w 451"/>
                  <a:gd name="T3" fmla="*/ 118 h 149"/>
                  <a:gd name="T4" fmla="*/ 450 w 451"/>
                  <a:gd name="T5" fmla="*/ 0 h 149"/>
                  <a:gd name="T6" fmla="*/ 450 w 451"/>
                  <a:gd name="T7" fmla="*/ 27 h 149"/>
                  <a:gd name="T8" fmla="*/ 0 w 451"/>
                  <a:gd name="T9" fmla="*/ 148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9"/>
                  <a:gd name="T17" fmla="*/ 451 w 451"/>
                  <a:gd name="T18" fmla="*/ 149 h 1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9">
                    <a:moveTo>
                      <a:pt x="0" y="148"/>
                    </a:moveTo>
                    <a:lnTo>
                      <a:pt x="0" y="118"/>
                    </a:lnTo>
                    <a:lnTo>
                      <a:pt x="450" y="0"/>
                    </a:lnTo>
                    <a:lnTo>
                      <a:pt x="450" y="27"/>
                    </a:lnTo>
                    <a:lnTo>
                      <a:pt x="0" y="148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5" name="Freeform 192">
                <a:extLst>
                  <a:ext uri="{FF2B5EF4-FFF2-40B4-BE49-F238E27FC236}">
                    <a16:creationId xmlns:a16="http://schemas.microsoft.com/office/drawing/2014/main" id="{AA629ECE-3D98-3980-F875-C0C9508DF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346"/>
                <a:ext cx="452" cy="355"/>
              </a:xfrm>
              <a:custGeom>
                <a:avLst/>
                <a:gdLst>
                  <a:gd name="T0" fmla="*/ 0 w 452"/>
                  <a:gd name="T1" fmla="*/ 354 h 355"/>
                  <a:gd name="T2" fmla="*/ 0 w 452"/>
                  <a:gd name="T3" fmla="*/ 122 h 355"/>
                  <a:gd name="T4" fmla="*/ 451 w 452"/>
                  <a:gd name="T5" fmla="*/ 0 h 355"/>
                  <a:gd name="T6" fmla="*/ 451 w 452"/>
                  <a:gd name="T7" fmla="*/ 243 h 355"/>
                  <a:gd name="T8" fmla="*/ 0 w 452"/>
                  <a:gd name="T9" fmla="*/ 354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2"/>
                  <a:gd name="T16" fmla="*/ 0 h 355"/>
                  <a:gd name="T17" fmla="*/ 452 w 452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2" h="355">
                    <a:moveTo>
                      <a:pt x="0" y="354"/>
                    </a:moveTo>
                    <a:lnTo>
                      <a:pt x="0" y="122"/>
                    </a:lnTo>
                    <a:lnTo>
                      <a:pt x="451" y="0"/>
                    </a:lnTo>
                    <a:lnTo>
                      <a:pt x="451" y="243"/>
                    </a:lnTo>
                    <a:lnTo>
                      <a:pt x="0" y="354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6" name="Freeform 193">
                <a:extLst>
                  <a:ext uri="{FF2B5EF4-FFF2-40B4-BE49-F238E27FC236}">
                    <a16:creationId xmlns:a16="http://schemas.microsoft.com/office/drawing/2014/main" id="{A4750596-7CAA-0955-9540-2E7DE5FBD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2" y="1083"/>
                <a:ext cx="131" cy="173"/>
              </a:xfrm>
              <a:custGeom>
                <a:avLst/>
                <a:gdLst>
                  <a:gd name="T0" fmla="*/ 31 w 131"/>
                  <a:gd name="T1" fmla="*/ 17 h 173"/>
                  <a:gd name="T2" fmla="*/ 35 w 131"/>
                  <a:gd name="T3" fmla="*/ 26 h 173"/>
                  <a:gd name="T4" fmla="*/ 39 w 131"/>
                  <a:gd name="T5" fmla="*/ 40 h 173"/>
                  <a:gd name="T6" fmla="*/ 42 w 131"/>
                  <a:gd name="T7" fmla="*/ 52 h 173"/>
                  <a:gd name="T8" fmla="*/ 43 w 131"/>
                  <a:gd name="T9" fmla="*/ 63 h 173"/>
                  <a:gd name="T10" fmla="*/ 47 w 131"/>
                  <a:gd name="T11" fmla="*/ 78 h 173"/>
                  <a:gd name="T12" fmla="*/ 53 w 131"/>
                  <a:gd name="T13" fmla="*/ 92 h 173"/>
                  <a:gd name="T14" fmla="*/ 59 w 131"/>
                  <a:gd name="T15" fmla="*/ 103 h 173"/>
                  <a:gd name="T16" fmla="*/ 65 w 131"/>
                  <a:gd name="T17" fmla="*/ 108 h 173"/>
                  <a:gd name="T18" fmla="*/ 71 w 131"/>
                  <a:gd name="T19" fmla="*/ 121 h 173"/>
                  <a:gd name="T20" fmla="*/ 80 w 131"/>
                  <a:gd name="T21" fmla="*/ 137 h 173"/>
                  <a:gd name="T22" fmla="*/ 85 w 131"/>
                  <a:gd name="T23" fmla="*/ 148 h 173"/>
                  <a:gd name="T24" fmla="*/ 87 w 131"/>
                  <a:gd name="T25" fmla="*/ 149 h 173"/>
                  <a:gd name="T26" fmla="*/ 90 w 131"/>
                  <a:gd name="T27" fmla="*/ 149 h 173"/>
                  <a:gd name="T28" fmla="*/ 96 w 131"/>
                  <a:gd name="T29" fmla="*/ 148 h 173"/>
                  <a:gd name="T30" fmla="*/ 102 w 131"/>
                  <a:gd name="T31" fmla="*/ 148 h 173"/>
                  <a:gd name="T32" fmla="*/ 106 w 131"/>
                  <a:gd name="T33" fmla="*/ 149 h 173"/>
                  <a:gd name="T34" fmla="*/ 114 w 131"/>
                  <a:gd name="T35" fmla="*/ 153 h 173"/>
                  <a:gd name="T36" fmla="*/ 122 w 131"/>
                  <a:gd name="T37" fmla="*/ 158 h 173"/>
                  <a:gd name="T38" fmla="*/ 128 w 131"/>
                  <a:gd name="T39" fmla="*/ 163 h 173"/>
                  <a:gd name="T40" fmla="*/ 129 w 131"/>
                  <a:gd name="T41" fmla="*/ 167 h 173"/>
                  <a:gd name="T42" fmla="*/ 124 w 131"/>
                  <a:gd name="T43" fmla="*/ 170 h 173"/>
                  <a:gd name="T44" fmla="*/ 116 w 131"/>
                  <a:gd name="T45" fmla="*/ 172 h 173"/>
                  <a:gd name="T46" fmla="*/ 106 w 131"/>
                  <a:gd name="T47" fmla="*/ 172 h 173"/>
                  <a:gd name="T48" fmla="*/ 97 w 131"/>
                  <a:gd name="T49" fmla="*/ 170 h 173"/>
                  <a:gd name="T50" fmla="*/ 91 w 131"/>
                  <a:gd name="T51" fmla="*/ 168 h 173"/>
                  <a:gd name="T52" fmla="*/ 88 w 131"/>
                  <a:gd name="T53" fmla="*/ 167 h 173"/>
                  <a:gd name="T54" fmla="*/ 85 w 131"/>
                  <a:gd name="T55" fmla="*/ 166 h 173"/>
                  <a:gd name="T56" fmla="*/ 82 w 131"/>
                  <a:gd name="T57" fmla="*/ 166 h 173"/>
                  <a:gd name="T58" fmla="*/ 70 w 131"/>
                  <a:gd name="T59" fmla="*/ 157 h 173"/>
                  <a:gd name="T60" fmla="*/ 56 w 131"/>
                  <a:gd name="T61" fmla="*/ 143 h 173"/>
                  <a:gd name="T62" fmla="*/ 43 w 131"/>
                  <a:gd name="T63" fmla="*/ 129 h 173"/>
                  <a:gd name="T64" fmla="*/ 36 w 131"/>
                  <a:gd name="T65" fmla="*/ 121 h 173"/>
                  <a:gd name="T66" fmla="*/ 33 w 131"/>
                  <a:gd name="T67" fmla="*/ 114 h 173"/>
                  <a:gd name="T68" fmla="*/ 32 w 131"/>
                  <a:gd name="T69" fmla="*/ 107 h 173"/>
                  <a:gd name="T70" fmla="*/ 30 w 131"/>
                  <a:gd name="T71" fmla="*/ 96 h 173"/>
                  <a:gd name="T72" fmla="*/ 25 w 131"/>
                  <a:gd name="T73" fmla="*/ 80 h 173"/>
                  <a:gd name="T74" fmla="*/ 16 w 131"/>
                  <a:gd name="T75" fmla="*/ 56 h 173"/>
                  <a:gd name="T76" fmla="*/ 5 w 131"/>
                  <a:gd name="T77" fmla="*/ 32 h 173"/>
                  <a:gd name="T78" fmla="*/ 0 w 131"/>
                  <a:gd name="T79" fmla="*/ 13 h 173"/>
                  <a:gd name="T80" fmla="*/ 0 w 131"/>
                  <a:gd name="T81" fmla="*/ 5 h 173"/>
                  <a:gd name="T82" fmla="*/ 4 w 131"/>
                  <a:gd name="T83" fmla="*/ 3 h 173"/>
                  <a:gd name="T84" fmla="*/ 8 w 131"/>
                  <a:gd name="T85" fmla="*/ 1 h 173"/>
                  <a:gd name="T86" fmla="*/ 12 w 131"/>
                  <a:gd name="T87" fmla="*/ 0 h 173"/>
                  <a:gd name="T88" fmla="*/ 31 w 131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1"/>
                  <a:gd name="T136" fmla="*/ 0 h 173"/>
                  <a:gd name="T137" fmla="*/ 131 w 131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1" h="173">
                    <a:moveTo>
                      <a:pt x="31" y="15"/>
                    </a:moveTo>
                    <a:lnTo>
                      <a:pt x="31" y="17"/>
                    </a:lnTo>
                    <a:lnTo>
                      <a:pt x="33" y="20"/>
                    </a:lnTo>
                    <a:lnTo>
                      <a:pt x="35" y="26"/>
                    </a:lnTo>
                    <a:lnTo>
                      <a:pt x="36" y="32"/>
                    </a:lnTo>
                    <a:lnTo>
                      <a:pt x="39" y="40"/>
                    </a:lnTo>
                    <a:lnTo>
                      <a:pt x="41" y="46"/>
                    </a:lnTo>
                    <a:lnTo>
                      <a:pt x="42" y="52"/>
                    </a:lnTo>
                    <a:lnTo>
                      <a:pt x="43" y="57"/>
                    </a:lnTo>
                    <a:lnTo>
                      <a:pt x="43" y="63"/>
                    </a:lnTo>
                    <a:lnTo>
                      <a:pt x="46" y="70"/>
                    </a:lnTo>
                    <a:lnTo>
                      <a:pt x="47" y="78"/>
                    </a:lnTo>
                    <a:lnTo>
                      <a:pt x="51" y="86"/>
                    </a:lnTo>
                    <a:lnTo>
                      <a:pt x="53" y="92"/>
                    </a:lnTo>
                    <a:lnTo>
                      <a:pt x="57" y="99"/>
                    </a:lnTo>
                    <a:lnTo>
                      <a:pt x="59" y="103"/>
                    </a:lnTo>
                    <a:lnTo>
                      <a:pt x="62" y="106"/>
                    </a:lnTo>
                    <a:lnTo>
                      <a:pt x="65" y="108"/>
                    </a:lnTo>
                    <a:lnTo>
                      <a:pt x="68" y="114"/>
                    </a:lnTo>
                    <a:lnTo>
                      <a:pt x="71" y="121"/>
                    </a:lnTo>
                    <a:lnTo>
                      <a:pt x="76" y="129"/>
                    </a:lnTo>
                    <a:lnTo>
                      <a:pt x="80" y="137"/>
                    </a:lnTo>
                    <a:lnTo>
                      <a:pt x="82" y="143"/>
                    </a:lnTo>
                    <a:lnTo>
                      <a:pt x="85" y="148"/>
                    </a:lnTo>
                    <a:lnTo>
                      <a:pt x="86" y="149"/>
                    </a:lnTo>
                    <a:lnTo>
                      <a:pt x="87" y="149"/>
                    </a:lnTo>
                    <a:lnTo>
                      <a:pt x="88" y="149"/>
                    </a:lnTo>
                    <a:lnTo>
                      <a:pt x="90" y="149"/>
                    </a:lnTo>
                    <a:lnTo>
                      <a:pt x="93" y="148"/>
                    </a:lnTo>
                    <a:lnTo>
                      <a:pt x="96" y="148"/>
                    </a:lnTo>
                    <a:lnTo>
                      <a:pt x="99" y="148"/>
                    </a:lnTo>
                    <a:lnTo>
                      <a:pt x="102" y="148"/>
                    </a:lnTo>
                    <a:lnTo>
                      <a:pt x="104" y="149"/>
                    </a:lnTo>
                    <a:lnTo>
                      <a:pt x="106" y="149"/>
                    </a:lnTo>
                    <a:lnTo>
                      <a:pt x="110" y="151"/>
                    </a:lnTo>
                    <a:lnTo>
                      <a:pt x="114" y="153"/>
                    </a:lnTo>
                    <a:lnTo>
                      <a:pt x="118" y="155"/>
                    </a:lnTo>
                    <a:lnTo>
                      <a:pt x="122" y="158"/>
                    </a:lnTo>
                    <a:lnTo>
                      <a:pt x="124" y="160"/>
                    </a:lnTo>
                    <a:lnTo>
                      <a:pt x="128" y="163"/>
                    </a:lnTo>
                    <a:lnTo>
                      <a:pt x="130" y="166"/>
                    </a:lnTo>
                    <a:lnTo>
                      <a:pt x="129" y="167"/>
                    </a:lnTo>
                    <a:lnTo>
                      <a:pt x="128" y="169"/>
                    </a:lnTo>
                    <a:lnTo>
                      <a:pt x="124" y="170"/>
                    </a:lnTo>
                    <a:lnTo>
                      <a:pt x="121" y="171"/>
                    </a:lnTo>
                    <a:lnTo>
                      <a:pt x="116" y="172"/>
                    </a:lnTo>
                    <a:lnTo>
                      <a:pt x="112" y="172"/>
                    </a:lnTo>
                    <a:lnTo>
                      <a:pt x="106" y="172"/>
                    </a:lnTo>
                    <a:lnTo>
                      <a:pt x="101" y="171"/>
                    </a:lnTo>
                    <a:lnTo>
                      <a:pt x="97" y="170"/>
                    </a:lnTo>
                    <a:lnTo>
                      <a:pt x="94" y="169"/>
                    </a:lnTo>
                    <a:lnTo>
                      <a:pt x="91" y="168"/>
                    </a:lnTo>
                    <a:lnTo>
                      <a:pt x="89" y="167"/>
                    </a:lnTo>
                    <a:lnTo>
                      <a:pt x="88" y="167"/>
                    </a:lnTo>
                    <a:lnTo>
                      <a:pt x="86" y="166"/>
                    </a:lnTo>
                    <a:lnTo>
                      <a:pt x="85" y="166"/>
                    </a:lnTo>
                    <a:lnTo>
                      <a:pt x="84" y="167"/>
                    </a:lnTo>
                    <a:lnTo>
                      <a:pt x="82" y="166"/>
                    </a:lnTo>
                    <a:lnTo>
                      <a:pt x="77" y="162"/>
                    </a:lnTo>
                    <a:lnTo>
                      <a:pt x="70" y="157"/>
                    </a:lnTo>
                    <a:lnTo>
                      <a:pt x="64" y="150"/>
                    </a:lnTo>
                    <a:lnTo>
                      <a:pt x="56" y="143"/>
                    </a:lnTo>
                    <a:lnTo>
                      <a:pt x="49" y="135"/>
                    </a:lnTo>
                    <a:lnTo>
                      <a:pt x="43" y="129"/>
                    </a:lnTo>
                    <a:lnTo>
                      <a:pt x="39" y="125"/>
                    </a:lnTo>
                    <a:lnTo>
                      <a:pt x="36" y="121"/>
                    </a:lnTo>
                    <a:lnTo>
                      <a:pt x="35" y="118"/>
                    </a:lnTo>
                    <a:lnTo>
                      <a:pt x="33" y="114"/>
                    </a:lnTo>
                    <a:lnTo>
                      <a:pt x="33" y="111"/>
                    </a:lnTo>
                    <a:lnTo>
                      <a:pt x="32" y="107"/>
                    </a:lnTo>
                    <a:lnTo>
                      <a:pt x="31" y="102"/>
                    </a:lnTo>
                    <a:lnTo>
                      <a:pt x="30" y="96"/>
                    </a:lnTo>
                    <a:lnTo>
                      <a:pt x="29" y="88"/>
                    </a:lnTo>
                    <a:lnTo>
                      <a:pt x="25" y="80"/>
                    </a:lnTo>
                    <a:lnTo>
                      <a:pt x="21" y="68"/>
                    </a:lnTo>
                    <a:lnTo>
                      <a:pt x="16" y="56"/>
                    </a:lnTo>
                    <a:lnTo>
                      <a:pt x="11" y="44"/>
                    </a:lnTo>
                    <a:lnTo>
                      <a:pt x="5" y="32"/>
                    </a:lnTo>
                    <a:lnTo>
                      <a:pt x="2" y="22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31" y="1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7" name="Freeform 194">
                <a:extLst>
                  <a:ext uri="{FF2B5EF4-FFF2-40B4-BE49-F238E27FC236}">
                    <a16:creationId xmlns:a16="http://schemas.microsoft.com/office/drawing/2014/main" id="{18CE8BB7-46C1-CD70-558A-55409314B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1083"/>
                <a:ext cx="135" cy="169"/>
              </a:xfrm>
              <a:custGeom>
                <a:avLst/>
                <a:gdLst>
                  <a:gd name="T0" fmla="*/ 35 w 135"/>
                  <a:gd name="T1" fmla="*/ 15 h 169"/>
                  <a:gd name="T2" fmla="*/ 39 w 135"/>
                  <a:gd name="T3" fmla="*/ 23 h 169"/>
                  <a:gd name="T4" fmla="*/ 43 w 135"/>
                  <a:gd name="T5" fmla="*/ 36 h 169"/>
                  <a:gd name="T6" fmla="*/ 46 w 135"/>
                  <a:gd name="T7" fmla="*/ 48 h 169"/>
                  <a:gd name="T8" fmla="*/ 48 w 135"/>
                  <a:gd name="T9" fmla="*/ 59 h 169"/>
                  <a:gd name="T10" fmla="*/ 52 w 135"/>
                  <a:gd name="T11" fmla="*/ 74 h 169"/>
                  <a:gd name="T12" fmla="*/ 58 w 135"/>
                  <a:gd name="T13" fmla="*/ 88 h 169"/>
                  <a:gd name="T14" fmla="*/ 64 w 135"/>
                  <a:gd name="T15" fmla="*/ 99 h 169"/>
                  <a:gd name="T16" fmla="*/ 69 w 135"/>
                  <a:gd name="T17" fmla="*/ 104 h 169"/>
                  <a:gd name="T18" fmla="*/ 76 w 135"/>
                  <a:gd name="T19" fmla="*/ 117 h 169"/>
                  <a:gd name="T20" fmla="*/ 84 w 135"/>
                  <a:gd name="T21" fmla="*/ 133 h 169"/>
                  <a:gd name="T22" fmla="*/ 89 w 135"/>
                  <a:gd name="T23" fmla="*/ 144 h 169"/>
                  <a:gd name="T24" fmla="*/ 91 w 135"/>
                  <a:gd name="T25" fmla="*/ 145 h 169"/>
                  <a:gd name="T26" fmla="*/ 95 w 135"/>
                  <a:gd name="T27" fmla="*/ 144 h 169"/>
                  <a:gd name="T28" fmla="*/ 100 w 135"/>
                  <a:gd name="T29" fmla="*/ 144 h 169"/>
                  <a:gd name="T30" fmla="*/ 106 w 135"/>
                  <a:gd name="T31" fmla="*/ 144 h 169"/>
                  <a:gd name="T32" fmla="*/ 111 w 135"/>
                  <a:gd name="T33" fmla="*/ 145 h 169"/>
                  <a:gd name="T34" fmla="*/ 118 w 135"/>
                  <a:gd name="T35" fmla="*/ 149 h 169"/>
                  <a:gd name="T36" fmla="*/ 126 w 135"/>
                  <a:gd name="T37" fmla="*/ 154 h 169"/>
                  <a:gd name="T38" fmla="*/ 132 w 135"/>
                  <a:gd name="T39" fmla="*/ 159 h 169"/>
                  <a:gd name="T40" fmla="*/ 134 w 135"/>
                  <a:gd name="T41" fmla="*/ 163 h 169"/>
                  <a:gd name="T42" fmla="*/ 129 w 135"/>
                  <a:gd name="T43" fmla="*/ 166 h 169"/>
                  <a:gd name="T44" fmla="*/ 121 w 135"/>
                  <a:gd name="T45" fmla="*/ 168 h 169"/>
                  <a:gd name="T46" fmla="*/ 110 w 135"/>
                  <a:gd name="T47" fmla="*/ 168 h 169"/>
                  <a:gd name="T48" fmla="*/ 102 w 135"/>
                  <a:gd name="T49" fmla="*/ 166 h 169"/>
                  <a:gd name="T50" fmla="*/ 96 w 135"/>
                  <a:gd name="T51" fmla="*/ 164 h 169"/>
                  <a:gd name="T52" fmla="*/ 93 w 135"/>
                  <a:gd name="T53" fmla="*/ 163 h 169"/>
                  <a:gd name="T54" fmla="*/ 90 w 135"/>
                  <a:gd name="T55" fmla="*/ 163 h 169"/>
                  <a:gd name="T56" fmla="*/ 87 w 135"/>
                  <a:gd name="T57" fmla="*/ 162 h 169"/>
                  <a:gd name="T58" fmla="*/ 75 w 135"/>
                  <a:gd name="T59" fmla="*/ 153 h 169"/>
                  <a:gd name="T60" fmla="*/ 61 w 135"/>
                  <a:gd name="T61" fmla="*/ 139 h 169"/>
                  <a:gd name="T62" fmla="*/ 48 w 135"/>
                  <a:gd name="T63" fmla="*/ 125 h 169"/>
                  <a:gd name="T64" fmla="*/ 40 w 135"/>
                  <a:gd name="T65" fmla="*/ 116 h 169"/>
                  <a:gd name="T66" fmla="*/ 30 w 135"/>
                  <a:gd name="T67" fmla="*/ 105 h 169"/>
                  <a:gd name="T68" fmla="*/ 19 w 135"/>
                  <a:gd name="T69" fmla="*/ 91 h 169"/>
                  <a:gd name="T70" fmla="*/ 11 w 135"/>
                  <a:gd name="T71" fmla="*/ 75 h 169"/>
                  <a:gd name="T72" fmla="*/ 5 w 135"/>
                  <a:gd name="T73" fmla="*/ 58 h 169"/>
                  <a:gd name="T74" fmla="*/ 2 w 135"/>
                  <a:gd name="T75" fmla="*/ 40 h 169"/>
                  <a:gd name="T76" fmla="*/ 0 w 135"/>
                  <a:gd name="T77" fmla="*/ 21 h 169"/>
                  <a:gd name="T78" fmla="*/ 0 w 135"/>
                  <a:gd name="T79" fmla="*/ 7 h 169"/>
                  <a:gd name="T80" fmla="*/ 1 w 135"/>
                  <a:gd name="T81" fmla="*/ 0 h 169"/>
                  <a:gd name="T82" fmla="*/ 5 w 135"/>
                  <a:gd name="T83" fmla="*/ 0 h 169"/>
                  <a:gd name="T84" fmla="*/ 8 w 135"/>
                  <a:gd name="T85" fmla="*/ 3 h 169"/>
                  <a:gd name="T86" fmla="*/ 11 w 135"/>
                  <a:gd name="T87" fmla="*/ 5 h 169"/>
                  <a:gd name="T88" fmla="*/ 35 w 135"/>
                  <a:gd name="T89" fmla="*/ 14 h 1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69"/>
                  <a:gd name="T137" fmla="*/ 135 w 135"/>
                  <a:gd name="T138" fmla="*/ 169 h 16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69">
                    <a:moveTo>
                      <a:pt x="35" y="14"/>
                    </a:moveTo>
                    <a:lnTo>
                      <a:pt x="35" y="15"/>
                    </a:lnTo>
                    <a:lnTo>
                      <a:pt x="37" y="18"/>
                    </a:lnTo>
                    <a:lnTo>
                      <a:pt x="39" y="23"/>
                    </a:lnTo>
                    <a:lnTo>
                      <a:pt x="41" y="29"/>
                    </a:lnTo>
                    <a:lnTo>
                      <a:pt x="43" y="36"/>
                    </a:lnTo>
                    <a:lnTo>
                      <a:pt x="45" y="42"/>
                    </a:lnTo>
                    <a:lnTo>
                      <a:pt x="46" y="48"/>
                    </a:lnTo>
                    <a:lnTo>
                      <a:pt x="47" y="54"/>
                    </a:lnTo>
                    <a:lnTo>
                      <a:pt x="48" y="59"/>
                    </a:lnTo>
                    <a:lnTo>
                      <a:pt x="50" y="66"/>
                    </a:lnTo>
                    <a:lnTo>
                      <a:pt x="52" y="74"/>
                    </a:lnTo>
                    <a:lnTo>
                      <a:pt x="55" y="81"/>
                    </a:lnTo>
                    <a:lnTo>
                      <a:pt x="58" y="88"/>
                    </a:lnTo>
                    <a:lnTo>
                      <a:pt x="61" y="95"/>
                    </a:lnTo>
                    <a:lnTo>
                      <a:pt x="64" y="99"/>
                    </a:lnTo>
                    <a:lnTo>
                      <a:pt x="66" y="102"/>
                    </a:lnTo>
                    <a:lnTo>
                      <a:pt x="69" y="104"/>
                    </a:lnTo>
                    <a:lnTo>
                      <a:pt x="72" y="110"/>
                    </a:lnTo>
                    <a:lnTo>
                      <a:pt x="76" y="117"/>
                    </a:lnTo>
                    <a:lnTo>
                      <a:pt x="81" y="125"/>
                    </a:lnTo>
                    <a:lnTo>
                      <a:pt x="84" y="133"/>
                    </a:lnTo>
                    <a:lnTo>
                      <a:pt x="87" y="139"/>
                    </a:lnTo>
                    <a:lnTo>
                      <a:pt x="89" y="144"/>
                    </a:lnTo>
                    <a:lnTo>
                      <a:pt x="91" y="145"/>
                    </a:lnTo>
                    <a:lnTo>
                      <a:pt x="93" y="145"/>
                    </a:lnTo>
                    <a:lnTo>
                      <a:pt x="95" y="144"/>
                    </a:lnTo>
                    <a:lnTo>
                      <a:pt x="98" y="144"/>
                    </a:lnTo>
                    <a:lnTo>
                      <a:pt x="100" y="144"/>
                    </a:lnTo>
                    <a:lnTo>
                      <a:pt x="104" y="144"/>
                    </a:lnTo>
                    <a:lnTo>
                      <a:pt x="106" y="144"/>
                    </a:lnTo>
                    <a:lnTo>
                      <a:pt x="109" y="144"/>
                    </a:lnTo>
                    <a:lnTo>
                      <a:pt x="111" y="145"/>
                    </a:lnTo>
                    <a:lnTo>
                      <a:pt x="115" y="147"/>
                    </a:lnTo>
                    <a:lnTo>
                      <a:pt x="118" y="149"/>
                    </a:lnTo>
                    <a:lnTo>
                      <a:pt x="122" y="151"/>
                    </a:lnTo>
                    <a:lnTo>
                      <a:pt x="126" y="154"/>
                    </a:lnTo>
                    <a:lnTo>
                      <a:pt x="129" y="156"/>
                    </a:lnTo>
                    <a:lnTo>
                      <a:pt x="132" y="159"/>
                    </a:lnTo>
                    <a:lnTo>
                      <a:pt x="134" y="162"/>
                    </a:lnTo>
                    <a:lnTo>
                      <a:pt x="134" y="163"/>
                    </a:lnTo>
                    <a:lnTo>
                      <a:pt x="132" y="165"/>
                    </a:lnTo>
                    <a:lnTo>
                      <a:pt x="129" y="166"/>
                    </a:lnTo>
                    <a:lnTo>
                      <a:pt x="125" y="167"/>
                    </a:lnTo>
                    <a:lnTo>
                      <a:pt x="121" y="168"/>
                    </a:lnTo>
                    <a:lnTo>
                      <a:pt x="116" y="168"/>
                    </a:lnTo>
                    <a:lnTo>
                      <a:pt x="110" y="168"/>
                    </a:lnTo>
                    <a:lnTo>
                      <a:pt x="106" y="167"/>
                    </a:lnTo>
                    <a:lnTo>
                      <a:pt x="102" y="166"/>
                    </a:lnTo>
                    <a:lnTo>
                      <a:pt x="99" y="165"/>
                    </a:lnTo>
                    <a:lnTo>
                      <a:pt x="96" y="164"/>
                    </a:lnTo>
                    <a:lnTo>
                      <a:pt x="94" y="163"/>
                    </a:lnTo>
                    <a:lnTo>
                      <a:pt x="93" y="163"/>
                    </a:lnTo>
                    <a:lnTo>
                      <a:pt x="91" y="162"/>
                    </a:lnTo>
                    <a:lnTo>
                      <a:pt x="90" y="163"/>
                    </a:lnTo>
                    <a:lnTo>
                      <a:pt x="89" y="163"/>
                    </a:lnTo>
                    <a:lnTo>
                      <a:pt x="87" y="162"/>
                    </a:lnTo>
                    <a:lnTo>
                      <a:pt x="81" y="159"/>
                    </a:lnTo>
                    <a:lnTo>
                      <a:pt x="75" y="153"/>
                    </a:lnTo>
                    <a:lnTo>
                      <a:pt x="69" y="146"/>
                    </a:lnTo>
                    <a:lnTo>
                      <a:pt x="61" y="139"/>
                    </a:lnTo>
                    <a:lnTo>
                      <a:pt x="54" y="131"/>
                    </a:lnTo>
                    <a:lnTo>
                      <a:pt x="48" y="125"/>
                    </a:lnTo>
                    <a:lnTo>
                      <a:pt x="44" y="121"/>
                    </a:lnTo>
                    <a:lnTo>
                      <a:pt x="40" y="116"/>
                    </a:lnTo>
                    <a:lnTo>
                      <a:pt x="35" y="111"/>
                    </a:lnTo>
                    <a:lnTo>
                      <a:pt x="30" y="105"/>
                    </a:lnTo>
                    <a:lnTo>
                      <a:pt x="24" y="98"/>
                    </a:lnTo>
                    <a:lnTo>
                      <a:pt x="19" y="91"/>
                    </a:lnTo>
                    <a:lnTo>
                      <a:pt x="14" y="83"/>
                    </a:lnTo>
                    <a:lnTo>
                      <a:pt x="11" y="75"/>
                    </a:lnTo>
                    <a:lnTo>
                      <a:pt x="7" y="67"/>
                    </a:lnTo>
                    <a:lnTo>
                      <a:pt x="5" y="58"/>
                    </a:lnTo>
                    <a:lnTo>
                      <a:pt x="4" y="49"/>
                    </a:lnTo>
                    <a:lnTo>
                      <a:pt x="2" y="40"/>
                    </a:lnTo>
                    <a:lnTo>
                      <a:pt x="1" y="30"/>
                    </a:lnTo>
                    <a:lnTo>
                      <a:pt x="0" y="21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2" y="5"/>
                    </a:lnTo>
                    <a:lnTo>
                      <a:pt x="35" y="14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8" name="Freeform 195">
                <a:extLst>
                  <a:ext uri="{FF2B5EF4-FFF2-40B4-BE49-F238E27FC236}">
                    <a16:creationId xmlns:a16="http://schemas.microsoft.com/office/drawing/2014/main" id="{DA794A42-B0E6-C0BC-3194-5BC37DCA1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1355"/>
                <a:ext cx="239" cy="345"/>
              </a:xfrm>
              <a:custGeom>
                <a:avLst/>
                <a:gdLst>
                  <a:gd name="T0" fmla="*/ 238 w 239"/>
                  <a:gd name="T1" fmla="*/ 344 h 345"/>
                  <a:gd name="T2" fmla="*/ 238 w 239"/>
                  <a:gd name="T3" fmla="*/ 113 h 345"/>
                  <a:gd name="T4" fmla="*/ 0 w 239"/>
                  <a:gd name="T5" fmla="*/ 0 h 345"/>
                  <a:gd name="T6" fmla="*/ 0 w 239"/>
                  <a:gd name="T7" fmla="*/ 215 h 345"/>
                  <a:gd name="T8" fmla="*/ 238 w 239"/>
                  <a:gd name="T9" fmla="*/ 344 h 3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345"/>
                  <a:gd name="T17" fmla="*/ 239 w 239"/>
                  <a:gd name="T18" fmla="*/ 345 h 3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345">
                    <a:moveTo>
                      <a:pt x="238" y="344"/>
                    </a:moveTo>
                    <a:lnTo>
                      <a:pt x="238" y="113"/>
                    </a:lnTo>
                    <a:lnTo>
                      <a:pt x="0" y="0"/>
                    </a:lnTo>
                    <a:lnTo>
                      <a:pt x="0" y="215"/>
                    </a:lnTo>
                    <a:lnTo>
                      <a:pt x="238" y="344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79" name="Freeform 196">
                <a:extLst>
                  <a:ext uri="{FF2B5EF4-FFF2-40B4-BE49-F238E27FC236}">
                    <a16:creationId xmlns:a16="http://schemas.microsoft.com/office/drawing/2014/main" id="{510E19D3-3517-48BF-9B0F-B935B1873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" y="1233"/>
                <a:ext cx="193" cy="82"/>
              </a:xfrm>
              <a:custGeom>
                <a:avLst/>
                <a:gdLst>
                  <a:gd name="T0" fmla="*/ 192 w 193"/>
                  <a:gd name="T1" fmla="*/ 14 h 82"/>
                  <a:gd name="T2" fmla="*/ 67 w 193"/>
                  <a:gd name="T3" fmla="*/ 81 h 82"/>
                  <a:gd name="T4" fmla="*/ 0 w 193"/>
                  <a:gd name="T5" fmla="*/ 66 h 82"/>
                  <a:gd name="T6" fmla="*/ 124 w 193"/>
                  <a:gd name="T7" fmla="*/ 0 h 82"/>
                  <a:gd name="T8" fmla="*/ 192 w 193"/>
                  <a:gd name="T9" fmla="*/ 14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82"/>
                  <a:gd name="T17" fmla="*/ 193 w 193"/>
                  <a:gd name="T18" fmla="*/ 82 h 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82">
                    <a:moveTo>
                      <a:pt x="192" y="14"/>
                    </a:moveTo>
                    <a:lnTo>
                      <a:pt x="67" y="81"/>
                    </a:lnTo>
                    <a:lnTo>
                      <a:pt x="0" y="66"/>
                    </a:lnTo>
                    <a:lnTo>
                      <a:pt x="124" y="0"/>
                    </a:lnTo>
                    <a:lnTo>
                      <a:pt x="192" y="14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0" name="Freeform 197">
                <a:extLst>
                  <a:ext uri="{FF2B5EF4-FFF2-40B4-BE49-F238E27FC236}">
                    <a16:creationId xmlns:a16="http://schemas.microsoft.com/office/drawing/2014/main" id="{3F5A1161-32A1-BE51-CCF7-BC2C5FA46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1067"/>
                <a:ext cx="213" cy="213"/>
              </a:xfrm>
              <a:custGeom>
                <a:avLst/>
                <a:gdLst>
                  <a:gd name="T0" fmla="*/ 44 w 213"/>
                  <a:gd name="T1" fmla="*/ 20 h 213"/>
                  <a:gd name="T2" fmla="*/ 50 w 213"/>
                  <a:gd name="T3" fmla="*/ 33 h 213"/>
                  <a:gd name="T4" fmla="*/ 59 w 213"/>
                  <a:gd name="T5" fmla="*/ 54 h 213"/>
                  <a:gd name="T6" fmla="*/ 68 w 213"/>
                  <a:gd name="T7" fmla="*/ 74 h 213"/>
                  <a:gd name="T8" fmla="*/ 73 w 213"/>
                  <a:gd name="T9" fmla="*/ 88 h 213"/>
                  <a:gd name="T10" fmla="*/ 78 w 213"/>
                  <a:gd name="T11" fmla="*/ 103 h 213"/>
                  <a:gd name="T12" fmla="*/ 85 w 213"/>
                  <a:gd name="T13" fmla="*/ 118 h 213"/>
                  <a:gd name="T14" fmla="*/ 91 w 213"/>
                  <a:gd name="T15" fmla="*/ 128 h 213"/>
                  <a:gd name="T16" fmla="*/ 99 w 213"/>
                  <a:gd name="T17" fmla="*/ 133 h 213"/>
                  <a:gd name="T18" fmla="*/ 120 w 213"/>
                  <a:gd name="T19" fmla="*/ 148 h 213"/>
                  <a:gd name="T20" fmla="*/ 143 w 213"/>
                  <a:gd name="T21" fmla="*/ 167 h 213"/>
                  <a:gd name="T22" fmla="*/ 160 w 213"/>
                  <a:gd name="T23" fmla="*/ 182 h 213"/>
                  <a:gd name="T24" fmla="*/ 164 w 213"/>
                  <a:gd name="T25" fmla="*/ 184 h 213"/>
                  <a:gd name="T26" fmla="*/ 167 w 213"/>
                  <a:gd name="T27" fmla="*/ 183 h 213"/>
                  <a:gd name="T28" fmla="*/ 171 w 213"/>
                  <a:gd name="T29" fmla="*/ 183 h 213"/>
                  <a:gd name="T30" fmla="*/ 177 w 213"/>
                  <a:gd name="T31" fmla="*/ 183 h 213"/>
                  <a:gd name="T32" fmla="*/ 184 w 213"/>
                  <a:gd name="T33" fmla="*/ 185 h 213"/>
                  <a:gd name="T34" fmla="*/ 193 w 213"/>
                  <a:gd name="T35" fmla="*/ 189 h 213"/>
                  <a:gd name="T36" fmla="*/ 202 w 213"/>
                  <a:gd name="T37" fmla="*/ 195 h 213"/>
                  <a:gd name="T38" fmla="*/ 209 w 213"/>
                  <a:gd name="T39" fmla="*/ 201 h 213"/>
                  <a:gd name="T40" fmla="*/ 212 w 213"/>
                  <a:gd name="T41" fmla="*/ 207 h 213"/>
                  <a:gd name="T42" fmla="*/ 207 w 213"/>
                  <a:gd name="T43" fmla="*/ 211 h 213"/>
                  <a:gd name="T44" fmla="*/ 199 w 213"/>
                  <a:gd name="T45" fmla="*/ 212 h 213"/>
                  <a:gd name="T46" fmla="*/ 188 w 213"/>
                  <a:gd name="T47" fmla="*/ 211 h 213"/>
                  <a:gd name="T48" fmla="*/ 176 w 213"/>
                  <a:gd name="T49" fmla="*/ 207 h 213"/>
                  <a:gd name="T50" fmla="*/ 168 w 213"/>
                  <a:gd name="T51" fmla="*/ 205 h 213"/>
                  <a:gd name="T52" fmla="*/ 163 w 213"/>
                  <a:gd name="T53" fmla="*/ 203 h 213"/>
                  <a:gd name="T54" fmla="*/ 160 w 213"/>
                  <a:gd name="T55" fmla="*/ 202 h 213"/>
                  <a:gd name="T56" fmla="*/ 154 w 213"/>
                  <a:gd name="T57" fmla="*/ 202 h 213"/>
                  <a:gd name="T58" fmla="*/ 140 w 213"/>
                  <a:gd name="T59" fmla="*/ 198 h 213"/>
                  <a:gd name="T60" fmla="*/ 121 w 213"/>
                  <a:gd name="T61" fmla="*/ 189 h 213"/>
                  <a:gd name="T62" fmla="*/ 103 w 213"/>
                  <a:gd name="T63" fmla="*/ 180 h 213"/>
                  <a:gd name="T64" fmla="*/ 91 w 213"/>
                  <a:gd name="T65" fmla="*/ 172 h 213"/>
                  <a:gd name="T66" fmla="*/ 75 w 213"/>
                  <a:gd name="T67" fmla="*/ 158 h 213"/>
                  <a:gd name="T68" fmla="*/ 58 w 213"/>
                  <a:gd name="T69" fmla="*/ 140 h 213"/>
                  <a:gd name="T70" fmla="*/ 44 w 213"/>
                  <a:gd name="T71" fmla="*/ 120 h 213"/>
                  <a:gd name="T72" fmla="*/ 32 w 213"/>
                  <a:gd name="T73" fmla="*/ 98 h 213"/>
                  <a:gd name="T74" fmla="*/ 19 w 213"/>
                  <a:gd name="T75" fmla="*/ 71 h 213"/>
                  <a:gd name="T76" fmla="*/ 8 w 213"/>
                  <a:gd name="T77" fmla="*/ 43 h 213"/>
                  <a:gd name="T78" fmla="*/ 0 w 213"/>
                  <a:gd name="T79" fmla="*/ 22 h 213"/>
                  <a:gd name="T80" fmla="*/ 0 w 213"/>
                  <a:gd name="T81" fmla="*/ 11 h 213"/>
                  <a:gd name="T82" fmla="*/ 2 w 213"/>
                  <a:gd name="T83" fmla="*/ 5 h 213"/>
                  <a:gd name="T84" fmla="*/ 6 w 213"/>
                  <a:gd name="T85" fmla="*/ 3 h 213"/>
                  <a:gd name="T86" fmla="*/ 11 w 213"/>
                  <a:gd name="T87" fmla="*/ 1 h 213"/>
                  <a:gd name="T88" fmla="*/ 42 w 213"/>
                  <a:gd name="T89" fmla="*/ 18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3"/>
                  <a:gd name="T137" fmla="*/ 213 w 213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3">
                    <a:moveTo>
                      <a:pt x="42" y="18"/>
                    </a:moveTo>
                    <a:lnTo>
                      <a:pt x="44" y="20"/>
                    </a:lnTo>
                    <a:lnTo>
                      <a:pt x="46" y="26"/>
                    </a:lnTo>
                    <a:lnTo>
                      <a:pt x="50" y="33"/>
                    </a:lnTo>
                    <a:lnTo>
                      <a:pt x="55" y="44"/>
                    </a:lnTo>
                    <a:lnTo>
                      <a:pt x="59" y="54"/>
                    </a:lnTo>
                    <a:lnTo>
                      <a:pt x="64" y="65"/>
                    </a:lnTo>
                    <a:lnTo>
                      <a:pt x="68" y="74"/>
                    </a:lnTo>
                    <a:lnTo>
                      <a:pt x="71" y="81"/>
                    </a:lnTo>
                    <a:lnTo>
                      <a:pt x="73" y="88"/>
                    </a:lnTo>
                    <a:lnTo>
                      <a:pt x="75" y="95"/>
                    </a:lnTo>
                    <a:lnTo>
                      <a:pt x="78" y="103"/>
                    </a:lnTo>
                    <a:lnTo>
                      <a:pt x="81" y="111"/>
                    </a:lnTo>
                    <a:lnTo>
                      <a:pt x="85" y="118"/>
                    </a:lnTo>
                    <a:lnTo>
                      <a:pt x="88" y="124"/>
                    </a:lnTo>
                    <a:lnTo>
                      <a:pt x="91" y="128"/>
                    </a:lnTo>
                    <a:lnTo>
                      <a:pt x="94" y="130"/>
                    </a:lnTo>
                    <a:lnTo>
                      <a:pt x="99" y="133"/>
                    </a:lnTo>
                    <a:lnTo>
                      <a:pt x="108" y="139"/>
                    </a:lnTo>
                    <a:lnTo>
                      <a:pt x="120" y="148"/>
                    </a:lnTo>
                    <a:lnTo>
                      <a:pt x="131" y="158"/>
                    </a:lnTo>
                    <a:lnTo>
                      <a:pt x="143" y="167"/>
                    </a:lnTo>
                    <a:lnTo>
                      <a:pt x="154" y="176"/>
                    </a:lnTo>
                    <a:lnTo>
                      <a:pt x="160" y="182"/>
                    </a:lnTo>
                    <a:lnTo>
                      <a:pt x="164" y="184"/>
                    </a:lnTo>
                    <a:lnTo>
                      <a:pt x="165" y="184"/>
                    </a:lnTo>
                    <a:lnTo>
                      <a:pt x="167" y="183"/>
                    </a:lnTo>
                    <a:lnTo>
                      <a:pt x="169" y="183"/>
                    </a:lnTo>
                    <a:lnTo>
                      <a:pt x="171" y="183"/>
                    </a:lnTo>
                    <a:lnTo>
                      <a:pt x="175" y="183"/>
                    </a:lnTo>
                    <a:lnTo>
                      <a:pt x="177" y="183"/>
                    </a:lnTo>
                    <a:lnTo>
                      <a:pt x="181" y="184"/>
                    </a:lnTo>
                    <a:lnTo>
                      <a:pt x="184" y="185"/>
                    </a:lnTo>
                    <a:lnTo>
                      <a:pt x="189" y="188"/>
                    </a:lnTo>
                    <a:lnTo>
                      <a:pt x="193" y="189"/>
                    </a:lnTo>
                    <a:lnTo>
                      <a:pt x="198" y="193"/>
                    </a:lnTo>
                    <a:lnTo>
                      <a:pt x="202" y="195"/>
                    </a:lnTo>
                    <a:lnTo>
                      <a:pt x="206" y="199"/>
                    </a:lnTo>
                    <a:lnTo>
                      <a:pt x="209" y="201"/>
                    </a:lnTo>
                    <a:lnTo>
                      <a:pt x="212" y="205"/>
                    </a:lnTo>
                    <a:lnTo>
                      <a:pt x="212" y="207"/>
                    </a:lnTo>
                    <a:lnTo>
                      <a:pt x="210" y="209"/>
                    </a:lnTo>
                    <a:lnTo>
                      <a:pt x="207" y="211"/>
                    </a:lnTo>
                    <a:lnTo>
                      <a:pt x="204" y="212"/>
                    </a:lnTo>
                    <a:lnTo>
                      <a:pt x="199" y="212"/>
                    </a:lnTo>
                    <a:lnTo>
                      <a:pt x="194" y="212"/>
                    </a:lnTo>
                    <a:lnTo>
                      <a:pt x="188" y="211"/>
                    </a:lnTo>
                    <a:lnTo>
                      <a:pt x="182" y="209"/>
                    </a:lnTo>
                    <a:lnTo>
                      <a:pt x="176" y="207"/>
                    </a:lnTo>
                    <a:lnTo>
                      <a:pt x="171" y="206"/>
                    </a:lnTo>
                    <a:lnTo>
                      <a:pt x="168" y="205"/>
                    </a:lnTo>
                    <a:lnTo>
                      <a:pt x="165" y="203"/>
                    </a:lnTo>
                    <a:lnTo>
                      <a:pt x="163" y="203"/>
                    </a:lnTo>
                    <a:lnTo>
                      <a:pt x="160" y="202"/>
                    </a:lnTo>
                    <a:lnTo>
                      <a:pt x="158" y="203"/>
                    </a:lnTo>
                    <a:lnTo>
                      <a:pt x="154" y="202"/>
                    </a:lnTo>
                    <a:lnTo>
                      <a:pt x="148" y="200"/>
                    </a:lnTo>
                    <a:lnTo>
                      <a:pt x="140" y="198"/>
                    </a:lnTo>
                    <a:lnTo>
                      <a:pt x="131" y="194"/>
                    </a:lnTo>
                    <a:lnTo>
                      <a:pt x="121" y="189"/>
                    </a:lnTo>
                    <a:lnTo>
                      <a:pt x="112" y="184"/>
                    </a:lnTo>
                    <a:lnTo>
                      <a:pt x="103" y="180"/>
                    </a:lnTo>
                    <a:lnTo>
                      <a:pt x="97" y="176"/>
                    </a:lnTo>
                    <a:lnTo>
                      <a:pt x="91" y="172"/>
                    </a:lnTo>
                    <a:lnTo>
                      <a:pt x="84" y="165"/>
                    </a:lnTo>
                    <a:lnTo>
                      <a:pt x="75" y="158"/>
                    </a:lnTo>
                    <a:lnTo>
                      <a:pt x="67" y="150"/>
                    </a:lnTo>
                    <a:lnTo>
                      <a:pt x="58" y="140"/>
                    </a:lnTo>
                    <a:lnTo>
                      <a:pt x="51" y="130"/>
                    </a:lnTo>
                    <a:lnTo>
                      <a:pt x="44" y="120"/>
                    </a:lnTo>
                    <a:lnTo>
                      <a:pt x="38" y="110"/>
                    </a:lnTo>
                    <a:lnTo>
                      <a:pt x="32" y="98"/>
                    </a:lnTo>
                    <a:lnTo>
                      <a:pt x="26" y="85"/>
                    </a:lnTo>
                    <a:lnTo>
                      <a:pt x="19" y="71"/>
                    </a:lnTo>
                    <a:lnTo>
                      <a:pt x="13" y="56"/>
                    </a:lnTo>
                    <a:lnTo>
                      <a:pt x="8" y="43"/>
                    </a:lnTo>
                    <a:lnTo>
                      <a:pt x="4" y="31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1" y="1"/>
                    </a:lnTo>
                    <a:lnTo>
                      <a:pt x="13" y="0"/>
                    </a:lnTo>
                    <a:lnTo>
                      <a:pt x="42" y="18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1" name="Freeform 198">
                <a:extLst>
                  <a:ext uri="{FF2B5EF4-FFF2-40B4-BE49-F238E27FC236}">
                    <a16:creationId xmlns:a16="http://schemas.microsoft.com/office/drawing/2014/main" id="{356D29F1-7FD2-4C82-2BA8-EAF8587C9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1081"/>
                <a:ext cx="135" cy="173"/>
              </a:xfrm>
              <a:custGeom>
                <a:avLst/>
                <a:gdLst>
                  <a:gd name="T0" fmla="*/ 36 w 135"/>
                  <a:gd name="T1" fmla="*/ 16 h 173"/>
                  <a:gd name="T2" fmla="*/ 39 w 135"/>
                  <a:gd name="T3" fmla="*/ 25 h 173"/>
                  <a:gd name="T4" fmla="*/ 43 w 135"/>
                  <a:gd name="T5" fmla="*/ 39 h 173"/>
                  <a:gd name="T6" fmla="*/ 46 w 135"/>
                  <a:gd name="T7" fmla="*/ 52 h 173"/>
                  <a:gd name="T8" fmla="*/ 48 w 135"/>
                  <a:gd name="T9" fmla="*/ 63 h 173"/>
                  <a:gd name="T10" fmla="*/ 52 w 135"/>
                  <a:gd name="T11" fmla="*/ 77 h 173"/>
                  <a:gd name="T12" fmla="*/ 58 w 135"/>
                  <a:gd name="T13" fmla="*/ 92 h 173"/>
                  <a:gd name="T14" fmla="*/ 64 w 135"/>
                  <a:gd name="T15" fmla="*/ 103 h 173"/>
                  <a:gd name="T16" fmla="*/ 69 w 135"/>
                  <a:gd name="T17" fmla="*/ 108 h 173"/>
                  <a:gd name="T18" fmla="*/ 76 w 135"/>
                  <a:gd name="T19" fmla="*/ 120 h 173"/>
                  <a:gd name="T20" fmla="*/ 84 w 135"/>
                  <a:gd name="T21" fmla="*/ 136 h 173"/>
                  <a:gd name="T22" fmla="*/ 89 w 135"/>
                  <a:gd name="T23" fmla="*/ 147 h 173"/>
                  <a:gd name="T24" fmla="*/ 91 w 135"/>
                  <a:gd name="T25" fmla="*/ 149 h 173"/>
                  <a:gd name="T26" fmla="*/ 95 w 135"/>
                  <a:gd name="T27" fmla="*/ 148 h 173"/>
                  <a:gd name="T28" fmla="*/ 100 w 135"/>
                  <a:gd name="T29" fmla="*/ 148 h 173"/>
                  <a:gd name="T30" fmla="*/ 106 w 135"/>
                  <a:gd name="T31" fmla="*/ 148 h 173"/>
                  <a:gd name="T32" fmla="*/ 111 w 135"/>
                  <a:gd name="T33" fmla="*/ 149 h 173"/>
                  <a:gd name="T34" fmla="*/ 118 w 135"/>
                  <a:gd name="T35" fmla="*/ 153 h 173"/>
                  <a:gd name="T36" fmla="*/ 126 w 135"/>
                  <a:gd name="T37" fmla="*/ 158 h 173"/>
                  <a:gd name="T38" fmla="*/ 132 w 135"/>
                  <a:gd name="T39" fmla="*/ 163 h 173"/>
                  <a:gd name="T40" fmla="*/ 134 w 135"/>
                  <a:gd name="T41" fmla="*/ 167 h 173"/>
                  <a:gd name="T42" fmla="*/ 129 w 135"/>
                  <a:gd name="T43" fmla="*/ 170 h 173"/>
                  <a:gd name="T44" fmla="*/ 121 w 135"/>
                  <a:gd name="T45" fmla="*/ 172 h 173"/>
                  <a:gd name="T46" fmla="*/ 110 w 135"/>
                  <a:gd name="T47" fmla="*/ 171 h 173"/>
                  <a:gd name="T48" fmla="*/ 102 w 135"/>
                  <a:gd name="T49" fmla="*/ 169 h 173"/>
                  <a:gd name="T50" fmla="*/ 96 w 135"/>
                  <a:gd name="T51" fmla="*/ 167 h 173"/>
                  <a:gd name="T52" fmla="*/ 92 w 135"/>
                  <a:gd name="T53" fmla="*/ 166 h 173"/>
                  <a:gd name="T54" fmla="*/ 90 w 135"/>
                  <a:gd name="T55" fmla="*/ 166 h 173"/>
                  <a:gd name="T56" fmla="*/ 87 w 135"/>
                  <a:gd name="T57" fmla="*/ 166 h 173"/>
                  <a:gd name="T58" fmla="*/ 75 w 135"/>
                  <a:gd name="T59" fmla="*/ 156 h 173"/>
                  <a:gd name="T60" fmla="*/ 61 w 135"/>
                  <a:gd name="T61" fmla="*/ 142 h 173"/>
                  <a:gd name="T62" fmla="*/ 48 w 135"/>
                  <a:gd name="T63" fmla="*/ 129 h 173"/>
                  <a:gd name="T64" fmla="*/ 40 w 135"/>
                  <a:gd name="T65" fmla="*/ 120 h 173"/>
                  <a:gd name="T66" fmla="*/ 29 w 135"/>
                  <a:gd name="T67" fmla="*/ 108 h 173"/>
                  <a:gd name="T68" fmla="*/ 19 w 135"/>
                  <a:gd name="T69" fmla="*/ 95 h 173"/>
                  <a:gd name="T70" fmla="*/ 10 w 135"/>
                  <a:gd name="T71" fmla="*/ 79 h 173"/>
                  <a:gd name="T72" fmla="*/ 5 w 135"/>
                  <a:gd name="T73" fmla="*/ 63 h 173"/>
                  <a:gd name="T74" fmla="*/ 2 w 135"/>
                  <a:gd name="T75" fmla="*/ 43 h 173"/>
                  <a:gd name="T76" fmla="*/ 0 w 135"/>
                  <a:gd name="T77" fmla="*/ 25 h 173"/>
                  <a:gd name="T78" fmla="*/ 0 w 135"/>
                  <a:gd name="T79" fmla="*/ 11 h 173"/>
                  <a:gd name="T80" fmla="*/ 2 w 135"/>
                  <a:gd name="T81" fmla="*/ 4 h 173"/>
                  <a:gd name="T82" fmla="*/ 6 w 135"/>
                  <a:gd name="T83" fmla="*/ 1 h 173"/>
                  <a:gd name="T84" fmla="*/ 11 w 135"/>
                  <a:gd name="T85" fmla="*/ 0 h 173"/>
                  <a:gd name="T86" fmla="*/ 17 w 135"/>
                  <a:gd name="T87" fmla="*/ 0 h 173"/>
                  <a:gd name="T88" fmla="*/ 35 w 135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73"/>
                  <a:gd name="T137" fmla="*/ 135 w 135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73">
                    <a:moveTo>
                      <a:pt x="35" y="15"/>
                    </a:moveTo>
                    <a:lnTo>
                      <a:pt x="36" y="16"/>
                    </a:lnTo>
                    <a:lnTo>
                      <a:pt x="37" y="20"/>
                    </a:lnTo>
                    <a:lnTo>
                      <a:pt x="39" y="25"/>
                    </a:lnTo>
                    <a:lnTo>
                      <a:pt x="41" y="32"/>
                    </a:lnTo>
                    <a:lnTo>
                      <a:pt x="43" y="39"/>
                    </a:lnTo>
                    <a:lnTo>
                      <a:pt x="45" y="45"/>
                    </a:lnTo>
                    <a:lnTo>
                      <a:pt x="46" y="52"/>
                    </a:lnTo>
                    <a:lnTo>
                      <a:pt x="47" y="57"/>
                    </a:lnTo>
                    <a:lnTo>
                      <a:pt x="48" y="63"/>
                    </a:lnTo>
                    <a:lnTo>
                      <a:pt x="50" y="69"/>
                    </a:lnTo>
                    <a:lnTo>
                      <a:pt x="52" y="77"/>
                    </a:lnTo>
                    <a:lnTo>
                      <a:pt x="55" y="85"/>
                    </a:lnTo>
                    <a:lnTo>
                      <a:pt x="58" y="92"/>
                    </a:lnTo>
                    <a:lnTo>
                      <a:pt x="61" y="98"/>
                    </a:lnTo>
                    <a:lnTo>
                      <a:pt x="64" y="103"/>
                    </a:lnTo>
                    <a:lnTo>
                      <a:pt x="66" y="105"/>
                    </a:lnTo>
                    <a:lnTo>
                      <a:pt x="69" y="108"/>
                    </a:lnTo>
                    <a:lnTo>
                      <a:pt x="72" y="114"/>
                    </a:lnTo>
                    <a:lnTo>
                      <a:pt x="76" y="120"/>
                    </a:lnTo>
                    <a:lnTo>
                      <a:pt x="81" y="128"/>
                    </a:lnTo>
                    <a:lnTo>
                      <a:pt x="84" y="136"/>
                    </a:lnTo>
                    <a:lnTo>
                      <a:pt x="87" y="143"/>
                    </a:lnTo>
                    <a:lnTo>
                      <a:pt x="89" y="147"/>
                    </a:lnTo>
                    <a:lnTo>
                      <a:pt x="90" y="149"/>
                    </a:lnTo>
                    <a:lnTo>
                      <a:pt x="91" y="149"/>
                    </a:lnTo>
                    <a:lnTo>
                      <a:pt x="93" y="149"/>
                    </a:lnTo>
                    <a:lnTo>
                      <a:pt x="95" y="148"/>
                    </a:lnTo>
                    <a:lnTo>
                      <a:pt x="98" y="148"/>
                    </a:lnTo>
                    <a:lnTo>
                      <a:pt x="100" y="148"/>
                    </a:lnTo>
                    <a:lnTo>
                      <a:pt x="104" y="147"/>
                    </a:lnTo>
                    <a:lnTo>
                      <a:pt x="106" y="148"/>
                    </a:lnTo>
                    <a:lnTo>
                      <a:pt x="109" y="148"/>
                    </a:lnTo>
                    <a:lnTo>
                      <a:pt x="111" y="149"/>
                    </a:lnTo>
                    <a:lnTo>
                      <a:pt x="115" y="150"/>
                    </a:lnTo>
                    <a:lnTo>
                      <a:pt x="118" y="153"/>
                    </a:lnTo>
                    <a:lnTo>
                      <a:pt x="122" y="155"/>
                    </a:lnTo>
                    <a:lnTo>
                      <a:pt x="126" y="158"/>
                    </a:lnTo>
                    <a:lnTo>
                      <a:pt x="129" y="160"/>
                    </a:lnTo>
                    <a:lnTo>
                      <a:pt x="132" y="163"/>
                    </a:lnTo>
                    <a:lnTo>
                      <a:pt x="134" y="166"/>
                    </a:lnTo>
                    <a:lnTo>
                      <a:pt x="134" y="167"/>
                    </a:lnTo>
                    <a:lnTo>
                      <a:pt x="132" y="168"/>
                    </a:lnTo>
                    <a:lnTo>
                      <a:pt x="129" y="170"/>
                    </a:lnTo>
                    <a:lnTo>
                      <a:pt x="125" y="171"/>
                    </a:lnTo>
                    <a:lnTo>
                      <a:pt x="121" y="172"/>
                    </a:lnTo>
                    <a:lnTo>
                      <a:pt x="116" y="172"/>
                    </a:lnTo>
                    <a:lnTo>
                      <a:pt x="110" y="171"/>
                    </a:lnTo>
                    <a:lnTo>
                      <a:pt x="106" y="171"/>
                    </a:lnTo>
                    <a:lnTo>
                      <a:pt x="102" y="169"/>
                    </a:lnTo>
                    <a:lnTo>
                      <a:pt x="99" y="168"/>
                    </a:lnTo>
                    <a:lnTo>
                      <a:pt x="96" y="167"/>
                    </a:lnTo>
                    <a:lnTo>
                      <a:pt x="93" y="167"/>
                    </a:lnTo>
                    <a:lnTo>
                      <a:pt x="92" y="166"/>
                    </a:lnTo>
                    <a:lnTo>
                      <a:pt x="91" y="166"/>
                    </a:lnTo>
                    <a:lnTo>
                      <a:pt x="90" y="166"/>
                    </a:lnTo>
                    <a:lnTo>
                      <a:pt x="88" y="167"/>
                    </a:lnTo>
                    <a:lnTo>
                      <a:pt x="87" y="166"/>
                    </a:lnTo>
                    <a:lnTo>
                      <a:pt x="81" y="162"/>
                    </a:lnTo>
                    <a:lnTo>
                      <a:pt x="75" y="156"/>
                    </a:lnTo>
                    <a:lnTo>
                      <a:pt x="69" y="149"/>
                    </a:lnTo>
                    <a:lnTo>
                      <a:pt x="61" y="142"/>
                    </a:lnTo>
                    <a:lnTo>
                      <a:pt x="54" y="135"/>
                    </a:lnTo>
                    <a:lnTo>
                      <a:pt x="48" y="129"/>
                    </a:lnTo>
                    <a:lnTo>
                      <a:pt x="44" y="124"/>
                    </a:lnTo>
                    <a:lnTo>
                      <a:pt x="40" y="120"/>
                    </a:lnTo>
                    <a:lnTo>
                      <a:pt x="35" y="114"/>
                    </a:lnTo>
                    <a:lnTo>
                      <a:pt x="29" y="108"/>
                    </a:lnTo>
                    <a:lnTo>
                      <a:pt x="24" y="102"/>
                    </a:lnTo>
                    <a:lnTo>
                      <a:pt x="19" y="95"/>
                    </a:lnTo>
                    <a:lnTo>
                      <a:pt x="14" y="86"/>
                    </a:lnTo>
                    <a:lnTo>
                      <a:pt x="10" y="79"/>
                    </a:lnTo>
                    <a:lnTo>
                      <a:pt x="7" y="71"/>
                    </a:lnTo>
                    <a:lnTo>
                      <a:pt x="5" y="63"/>
                    </a:lnTo>
                    <a:lnTo>
                      <a:pt x="4" y="53"/>
                    </a:lnTo>
                    <a:lnTo>
                      <a:pt x="2" y="43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35" y="15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2" name="Freeform 199">
                <a:extLst>
                  <a:ext uri="{FF2B5EF4-FFF2-40B4-BE49-F238E27FC236}">
                    <a16:creationId xmlns:a16="http://schemas.microsoft.com/office/drawing/2014/main" id="{6510FC21-DF8B-BF34-C097-A2F5DD35D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1264"/>
                <a:ext cx="193" cy="93"/>
              </a:xfrm>
              <a:custGeom>
                <a:avLst/>
                <a:gdLst>
                  <a:gd name="T0" fmla="*/ 0 w 193"/>
                  <a:gd name="T1" fmla="*/ 0 h 93"/>
                  <a:gd name="T2" fmla="*/ 0 w 193"/>
                  <a:gd name="T3" fmla="*/ 50 h 93"/>
                  <a:gd name="T4" fmla="*/ 192 w 193"/>
                  <a:gd name="T5" fmla="*/ 92 h 93"/>
                  <a:gd name="T6" fmla="*/ 192 w 193"/>
                  <a:gd name="T7" fmla="*/ 41 h 93"/>
                  <a:gd name="T8" fmla="*/ 0 w 193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93"/>
                  <a:gd name="T17" fmla="*/ 193 w 193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93">
                    <a:moveTo>
                      <a:pt x="0" y="0"/>
                    </a:moveTo>
                    <a:lnTo>
                      <a:pt x="0" y="50"/>
                    </a:lnTo>
                    <a:lnTo>
                      <a:pt x="192" y="92"/>
                    </a:lnTo>
                    <a:lnTo>
                      <a:pt x="192" y="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3" name="Freeform 200">
                <a:extLst>
                  <a:ext uri="{FF2B5EF4-FFF2-40B4-BE49-F238E27FC236}">
                    <a16:creationId xmlns:a16="http://schemas.microsoft.com/office/drawing/2014/main" id="{A4E17C95-D26D-5622-B95C-4E3710BF5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1258"/>
                <a:ext cx="59" cy="99"/>
              </a:xfrm>
              <a:custGeom>
                <a:avLst/>
                <a:gdLst>
                  <a:gd name="T0" fmla="*/ 0 w 59"/>
                  <a:gd name="T1" fmla="*/ 47 h 99"/>
                  <a:gd name="T2" fmla="*/ 0 w 59"/>
                  <a:gd name="T3" fmla="*/ 98 h 99"/>
                  <a:gd name="T4" fmla="*/ 58 w 59"/>
                  <a:gd name="T5" fmla="*/ 43 h 99"/>
                  <a:gd name="T6" fmla="*/ 58 w 59"/>
                  <a:gd name="T7" fmla="*/ 0 h 99"/>
                  <a:gd name="T8" fmla="*/ 0 w 59"/>
                  <a:gd name="T9" fmla="*/ 47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"/>
                  <a:gd name="T16" fmla="*/ 0 h 99"/>
                  <a:gd name="T17" fmla="*/ 59 w 59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" h="99">
                    <a:moveTo>
                      <a:pt x="0" y="47"/>
                    </a:moveTo>
                    <a:lnTo>
                      <a:pt x="0" y="98"/>
                    </a:lnTo>
                    <a:lnTo>
                      <a:pt x="58" y="43"/>
                    </a:lnTo>
                    <a:lnTo>
                      <a:pt x="58" y="0"/>
                    </a:lnTo>
                    <a:lnTo>
                      <a:pt x="0" y="4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4" name="Freeform 201">
                <a:extLst>
                  <a:ext uri="{FF2B5EF4-FFF2-40B4-BE49-F238E27FC236}">
                    <a16:creationId xmlns:a16="http://schemas.microsoft.com/office/drawing/2014/main" id="{026E6118-D889-CDA6-A275-88AB384A7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1218"/>
                <a:ext cx="250" cy="88"/>
              </a:xfrm>
              <a:custGeom>
                <a:avLst/>
                <a:gdLst>
                  <a:gd name="T0" fmla="*/ 79 w 250"/>
                  <a:gd name="T1" fmla="*/ 0 h 88"/>
                  <a:gd name="T2" fmla="*/ 0 w 250"/>
                  <a:gd name="T3" fmla="*/ 46 h 88"/>
                  <a:gd name="T4" fmla="*/ 191 w 250"/>
                  <a:gd name="T5" fmla="*/ 87 h 88"/>
                  <a:gd name="T6" fmla="*/ 249 w 250"/>
                  <a:gd name="T7" fmla="*/ 39 h 88"/>
                  <a:gd name="T8" fmla="*/ 79 w 250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88"/>
                  <a:gd name="T17" fmla="*/ 250 w 250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88">
                    <a:moveTo>
                      <a:pt x="79" y="0"/>
                    </a:moveTo>
                    <a:lnTo>
                      <a:pt x="0" y="46"/>
                    </a:lnTo>
                    <a:lnTo>
                      <a:pt x="191" y="87"/>
                    </a:lnTo>
                    <a:lnTo>
                      <a:pt x="249" y="39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5" name="Freeform 202">
                <a:extLst>
                  <a:ext uri="{FF2B5EF4-FFF2-40B4-BE49-F238E27FC236}">
                    <a16:creationId xmlns:a16="http://schemas.microsoft.com/office/drawing/2014/main" id="{B97C4C85-4BAC-B78C-5E2C-32ECDC5A0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8" y="1101"/>
                <a:ext cx="31" cy="133"/>
              </a:xfrm>
              <a:custGeom>
                <a:avLst/>
                <a:gdLst>
                  <a:gd name="T0" fmla="*/ 30 w 31"/>
                  <a:gd name="T1" fmla="*/ 0 h 133"/>
                  <a:gd name="T2" fmla="*/ 29 w 31"/>
                  <a:gd name="T3" fmla="*/ 0 h 133"/>
                  <a:gd name="T4" fmla="*/ 27 w 31"/>
                  <a:gd name="T5" fmla="*/ 3 h 133"/>
                  <a:gd name="T6" fmla="*/ 24 w 31"/>
                  <a:gd name="T7" fmla="*/ 6 h 133"/>
                  <a:gd name="T8" fmla="*/ 21 w 31"/>
                  <a:gd name="T9" fmla="*/ 12 h 133"/>
                  <a:gd name="T10" fmla="*/ 17 w 31"/>
                  <a:gd name="T11" fmla="*/ 21 h 133"/>
                  <a:gd name="T12" fmla="*/ 13 w 31"/>
                  <a:gd name="T13" fmla="*/ 31 h 133"/>
                  <a:gd name="T14" fmla="*/ 9 w 31"/>
                  <a:gd name="T15" fmla="*/ 44 h 133"/>
                  <a:gd name="T16" fmla="*/ 6 w 31"/>
                  <a:gd name="T17" fmla="*/ 60 h 133"/>
                  <a:gd name="T18" fmla="*/ 2 w 31"/>
                  <a:gd name="T19" fmla="*/ 76 h 133"/>
                  <a:gd name="T20" fmla="*/ 0 w 31"/>
                  <a:gd name="T21" fmla="*/ 90 h 133"/>
                  <a:gd name="T22" fmla="*/ 0 w 31"/>
                  <a:gd name="T23" fmla="*/ 103 h 133"/>
                  <a:gd name="T24" fmla="*/ 0 w 31"/>
                  <a:gd name="T25" fmla="*/ 113 h 133"/>
                  <a:gd name="T26" fmla="*/ 0 w 31"/>
                  <a:gd name="T27" fmla="*/ 121 h 133"/>
                  <a:gd name="T28" fmla="*/ 1 w 31"/>
                  <a:gd name="T29" fmla="*/ 127 h 133"/>
                  <a:gd name="T30" fmla="*/ 2 w 31"/>
                  <a:gd name="T31" fmla="*/ 131 h 133"/>
                  <a:gd name="T32" fmla="*/ 2 w 31"/>
                  <a:gd name="T33" fmla="*/ 132 h 133"/>
                  <a:gd name="T34" fmla="*/ 30 w 31"/>
                  <a:gd name="T35" fmla="*/ 0 h 13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133"/>
                  <a:gd name="T56" fmla="*/ 31 w 31"/>
                  <a:gd name="T57" fmla="*/ 133 h 13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133">
                    <a:moveTo>
                      <a:pt x="30" y="0"/>
                    </a:moveTo>
                    <a:lnTo>
                      <a:pt x="29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21" y="12"/>
                    </a:lnTo>
                    <a:lnTo>
                      <a:pt x="17" y="21"/>
                    </a:lnTo>
                    <a:lnTo>
                      <a:pt x="13" y="31"/>
                    </a:lnTo>
                    <a:lnTo>
                      <a:pt x="9" y="44"/>
                    </a:lnTo>
                    <a:lnTo>
                      <a:pt x="6" y="60"/>
                    </a:lnTo>
                    <a:lnTo>
                      <a:pt x="2" y="76"/>
                    </a:lnTo>
                    <a:lnTo>
                      <a:pt x="0" y="90"/>
                    </a:lnTo>
                    <a:lnTo>
                      <a:pt x="0" y="103"/>
                    </a:lnTo>
                    <a:lnTo>
                      <a:pt x="0" y="113"/>
                    </a:lnTo>
                    <a:lnTo>
                      <a:pt x="0" y="121"/>
                    </a:lnTo>
                    <a:lnTo>
                      <a:pt x="1" y="127"/>
                    </a:lnTo>
                    <a:lnTo>
                      <a:pt x="2" y="131"/>
                    </a:lnTo>
                    <a:lnTo>
                      <a:pt x="2" y="132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6" name="Freeform 203">
                <a:extLst>
                  <a:ext uri="{FF2B5EF4-FFF2-40B4-BE49-F238E27FC236}">
                    <a16:creationId xmlns:a16="http://schemas.microsoft.com/office/drawing/2014/main" id="{DDF7220E-1180-A44C-B437-7256B66C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7" y="1162"/>
                <a:ext cx="117" cy="117"/>
              </a:xfrm>
              <a:custGeom>
                <a:avLst/>
                <a:gdLst>
                  <a:gd name="T0" fmla="*/ 58 w 117"/>
                  <a:gd name="T1" fmla="*/ 116 h 117"/>
                  <a:gd name="T2" fmla="*/ 69 w 117"/>
                  <a:gd name="T3" fmla="*/ 116 h 117"/>
                  <a:gd name="T4" fmla="*/ 81 w 117"/>
                  <a:gd name="T5" fmla="*/ 113 h 117"/>
                  <a:gd name="T6" fmla="*/ 90 w 117"/>
                  <a:gd name="T7" fmla="*/ 109 h 117"/>
                  <a:gd name="T8" fmla="*/ 98 w 117"/>
                  <a:gd name="T9" fmla="*/ 102 h 117"/>
                  <a:gd name="T10" fmla="*/ 105 w 117"/>
                  <a:gd name="T11" fmla="*/ 94 h 117"/>
                  <a:gd name="T12" fmla="*/ 111 w 117"/>
                  <a:gd name="T13" fmla="*/ 85 h 117"/>
                  <a:gd name="T14" fmla="*/ 115 w 117"/>
                  <a:gd name="T15" fmla="*/ 74 h 117"/>
                  <a:gd name="T16" fmla="*/ 116 w 117"/>
                  <a:gd name="T17" fmla="*/ 63 h 117"/>
                  <a:gd name="T18" fmla="*/ 115 w 117"/>
                  <a:gd name="T19" fmla="*/ 51 h 117"/>
                  <a:gd name="T20" fmla="*/ 111 w 117"/>
                  <a:gd name="T21" fmla="*/ 40 h 117"/>
                  <a:gd name="T22" fmla="*/ 105 w 117"/>
                  <a:gd name="T23" fmla="*/ 29 h 117"/>
                  <a:gd name="T24" fmla="*/ 98 w 117"/>
                  <a:gd name="T25" fmla="*/ 20 h 117"/>
                  <a:gd name="T26" fmla="*/ 90 w 117"/>
                  <a:gd name="T27" fmla="*/ 12 h 117"/>
                  <a:gd name="T28" fmla="*/ 81 w 117"/>
                  <a:gd name="T29" fmla="*/ 6 h 117"/>
                  <a:gd name="T30" fmla="*/ 69 w 117"/>
                  <a:gd name="T31" fmla="*/ 2 h 117"/>
                  <a:gd name="T32" fmla="*/ 58 w 117"/>
                  <a:gd name="T33" fmla="*/ 0 h 117"/>
                  <a:gd name="T34" fmla="*/ 46 w 117"/>
                  <a:gd name="T35" fmla="*/ 0 h 117"/>
                  <a:gd name="T36" fmla="*/ 35 w 117"/>
                  <a:gd name="T37" fmla="*/ 2 h 117"/>
                  <a:gd name="T38" fmla="*/ 25 w 117"/>
                  <a:gd name="T39" fmla="*/ 6 h 117"/>
                  <a:gd name="T40" fmla="*/ 17 w 117"/>
                  <a:gd name="T41" fmla="*/ 13 h 117"/>
                  <a:gd name="T42" fmla="*/ 10 w 117"/>
                  <a:gd name="T43" fmla="*/ 21 h 117"/>
                  <a:gd name="T44" fmla="*/ 5 w 117"/>
                  <a:gd name="T45" fmla="*/ 30 h 117"/>
                  <a:gd name="T46" fmla="*/ 1 w 117"/>
                  <a:gd name="T47" fmla="*/ 41 h 117"/>
                  <a:gd name="T48" fmla="*/ 0 w 117"/>
                  <a:gd name="T49" fmla="*/ 52 h 117"/>
                  <a:gd name="T50" fmla="*/ 1 w 117"/>
                  <a:gd name="T51" fmla="*/ 64 h 117"/>
                  <a:gd name="T52" fmla="*/ 5 w 117"/>
                  <a:gd name="T53" fmla="*/ 75 h 117"/>
                  <a:gd name="T54" fmla="*/ 10 w 117"/>
                  <a:gd name="T55" fmla="*/ 86 h 117"/>
                  <a:gd name="T56" fmla="*/ 17 w 117"/>
                  <a:gd name="T57" fmla="*/ 95 h 117"/>
                  <a:gd name="T58" fmla="*/ 25 w 117"/>
                  <a:gd name="T59" fmla="*/ 103 h 117"/>
                  <a:gd name="T60" fmla="*/ 35 w 117"/>
                  <a:gd name="T61" fmla="*/ 109 h 117"/>
                  <a:gd name="T62" fmla="*/ 46 w 117"/>
                  <a:gd name="T63" fmla="*/ 113 h 117"/>
                  <a:gd name="T64" fmla="*/ 58 w 117"/>
                  <a:gd name="T65" fmla="*/ 116 h 11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7"/>
                  <a:gd name="T100" fmla="*/ 0 h 117"/>
                  <a:gd name="T101" fmla="*/ 117 w 117"/>
                  <a:gd name="T102" fmla="*/ 117 h 11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7" h="117">
                    <a:moveTo>
                      <a:pt x="58" y="116"/>
                    </a:moveTo>
                    <a:lnTo>
                      <a:pt x="69" y="116"/>
                    </a:lnTo>
                    <a:lnTo>
                      <a:pt x="81" y="113"/>
                    </a:lnTo>
                    <a:lnTo>
                      <a:pt x="90" y="109"/>
                    </a:lnTo>
                    <a:lnTo>
                      <a:pt x="98" y="102"/>
                    </a:lnTo>
                    <a:lnTo>
                      <a:pt x="105" y="94"/>
                    </a:lnTo>
                    <a:lnTo>
                      <a:pt x="111" y="85"/>
                    </a:lnTo>
                    <a:lnTo>
                      <a:pt x="115" y="74"/>
                    </a:lnTo>
                    <a:lnTo>
                      <a:pt x="116" y="63"/>
                    </a:lnTo>
                    <a:lnTo>
                      <a:pt x="115" y="51"/>
                    </a:lnTo>
                    <a:lnTo>
                      <a:pt x="111" y="40"/>
                    </a:lnTo>
                    <a:lnTo>
                      <a:pt x="105" y="29"/>
                    </a:lnTo>
                    <a:lnTo>
                      <a:pt x="98" y="20"/>
                    </a:lnTo>
                    <a:lnTo>
                      <a:pt x="90" y="12"/>
                    </a:lnTo>
                    <a:lnTo>
                      <a:pt x="81" y="6"/>
                    </a:lnTo>
                    <a:lnTo>
                      <a:pt x="69" y="2"/>
                    </a:lnTo>
                    <a:lnTo>
                      <a:pt x="58" y="0"/>
                    </a:lnTo>
                    <a:lnTo>
                      <a:pt x="46" y="0"/>
                    </a:lnTo>
                    <a:lnTo>
                      <a:pt x="35" y="2"/>
                    </a:lnTo>
                    <a:lnTo>
                      <a:pt x="25" y="6"/>
                    </a:lnTo>
                    <a:lnTo>
                      <a:pt x="17" y="13"/>
                    </a:lnTo>
                    <a:lnTo>
                      <a:pt x="10" y="21"/>
                    </a:lnTo>
                    <a:lnTo>
                      <a:pt x="5" y="30"/>
                    </a:lnTo>
                    <a:lnTo>
                      <a:pt x="1" y="41"/>
                    </a:lnTo>
                    <a:lnTo>
                      <a:pt x="0" y="52"/>
                    </a:lnTo>
                    <a:lnTo>
                      <a:pt x="1" y="64"/>
                    </a:lnTo>
                    <a:lnTo>
                      <a:pt x="5" y="75"/>
                    </a:lnTo>
                    <a:lnTo>
                      <a:pt x="10" y="86"/>
                    </a:lnTo>
                    <a:lnTo>
                      <a:pt x="17" y="95"/>
                    </a:lnTo>
                    <a:lnTo>
                      <a:pt x="25" y="103"/>
                    </a:lnTo>
                    <a:lnTo>
                      <a:pt x="35" y="109"/>
                    </a:lnTo>
                    <a:lnTo>
                      <a:pt x="46" y="113"/>
                    </a:lnTo>
                    <a:lnTo>
                      <a:pt x="58" y="116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7" name="Freeform 204">
                <a:extLst>
                  <a:ext uri="{FF2B5EF4-FFF2-40B4-BE49-F238E27FC236}">
                    <a16:creationId xmlns:a16="http://schemas.microsoft.com/office/drawing/2014/main" id="{E86F2F89-4AF1-9953-E922-551E57FF0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4" y="1085"/>
                <a:ext cx="164" cy="190"/>
              </a:xfrm>
              <a:custGeom>
                <a:avLst/>
                <a:gdLst>
                  <a:gd name="T0" fmla="*/ 124 w 164"/>
                  <a:gd name="T1" fmla="*/ 47 h 190"/>
                  <a:gd name="T2" fmla="*/ 73 w 164"/>
                  <a:gd name="T3" fmla="*/ 11 h 190"/>
                  <a:gd name="T4" fmla="*/ 35 w 164"/>
                  <a:gd name="T5" fmla="*/ 0 h 190"/>
                  <a:gd name="T6" fmla="*/ 0 w 164"/>
                  <a:gd name="T7" fmla="*/ 177 h 190"/>
                  <a:gd name="T8" fmla="*/ 38 w 164"/>
                  <a:gd name="T9" fmla="*/ 189 h 190"/>
                  <a:gd name="T10" fmla="*/ 98 w 164"/>
                  <a:gd name="T11" fmla="*/ 173 h 190"/>
                  <a:gd name="T12" fmla="*/ 138 w 164"/>
                  <a:gd name="T13" fmla="*/ 184 h 190"/>
                  <a:gd name="T14" fmla="*/ 163 w 164"/>
                  <a:gd name="T15" fmla="*/ 60 h 190"/>
                  <a:gd name="T16" fmla="*/ 124 w 164"/>
                  <a:gd name="T17" fmla="*/ 47 h 19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190"/>
                  <a:gd name="T29" fmla="*/ 164 w 164"/>
                  <a:gd name="T30" fmla="*/ 190 h 19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190">
                    <a:moveTo>
                      <a:pt x="124" y="47"/>
                    </a:moveTo>
                    <a:lnTo>
                      <a:pt x="73" y="11"/>
                    </a:lnTo>
                    <a:lnTo>
                      <a:pt x="35" y="0"/>
                    </a:lnTo>
                    <a:lnTo>
                      <a:pt x="0" y="177"/>
                    </a:lnTo>
                    <a:lnTo>
                      <a:pt x="38" y="189"/>
                    </a:lnTo>
                    <a:lnTo>
                      <a:pt x="98" y="173"/>
                    </a:lnTo>
                    <a:lnTo>
                      <a:pt x="138" y="184"/>
                    </a:lnTo>
                    <a:lnTo>
                      <a:pt x="163" y="60"/>
                    </a:lnTo>
                    <a:lnTo>
                      <a:pt x="124" y="47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8" name="Freeform 205">
                <a:extLst>
                  <a:ext uri="{FF2B5EF4-FFF2-40B4-BE49-F238E27FC236}">
                    <a16:creationId xmlns:a16="http://schemas.microsoft.com/office/drawing/2014/main" id="{7B6FF7F8-6775-D837-F7D8-2D370CDDD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1132"/>
                <a:ext cx="61" cy="138"/>
              </a:xfrm>
              <a:custGeom>
                <a:avLst/>
                <a:gdLst>
                  <a:gd name="T0" fmla="*/ 24 w 61"/>
                  <a:gd name="T1" fmla="*/ 13 h 138"/>
                  <a:gd name="T2" fmla="*/ 0 w 61"/>
                  <a:gd name="T3" fmla="*/ 137 h 138"/>
                  <a:gd name="T4" fmla="*/ 41 w 61"/>
                  <a:gd name="T5" fmla="*/ 109 h 138"/>
                  <a:gd name="T6" fmla="*/ 60 w 61"/>
                  <a:gd name="T7" fmla="*/ 0 h 138"/>
                  <a:gd name="T8" fmla="*/ 24 w 61"/>
                  <a:gd name="T9" fmla="*/ 13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38"/>
                  <a:gd name="T17" fmla="*/ 61 w 61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38">
                    <a:moveTo>
                      <a:pt x="24" y="13"/>
                    </a:moveTo>
                    <a:lnTo>
                      <a:pt x="0" y="137"/>
                    </a:lnTo>
                    <a:lnTo>
                      <a:pt x="41" y="109"/>
                    </a:lnTo>
                    <a:lnTo>
                      <a:pt x="60" y="0"/>
                    </a:lnTo>
                    <a:lnTo>
                      <a:pt x="24" y="13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89" name="Freeform 206">
                <a:extLst>
                  <a:ext uri="{FF2B5EF4-FFF2-40B4-BE49-F238E27FC236}">
                    <a16:creationId xmlns:a16="http://schemas.microsoft.com/office/drawing/2014/main" id="{656259C0-3692-5E84-3612-C5A0CC4D1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" y="1141"/>
                <a:ext cx="54" cy="123"/>
              </a:xfrm>
              <a:custGeom>
                <a:avLst/>
                <a:gdLst>
                  <a:gd name="T0" fmla="*/ 53 w 54"/>
                  <a:gd name="T1" fmla="*/ 7 h 123"/>
                  <a:gd name="T2" fmla="*/ 24 w 54"/>
                  <a:gd name="T3" fmla="*/ 0 h 123"/>
                  <a:gd name="T4" fmla="*/ 0 w 54"/>
                  <a:gd name="T5" fmla="*/ 111 h 123"/>
                  <a:gd name="T6" fmla="*/ 32 w 54"/>
                  <a:gd name="T7" fmla="*/ 122 h 123"/>
                  <a:gd name="T8" fmla="*/ 53 w 54"/>
                  <a:gd name="T9" fmla="*/ 7 h 1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23"/>
                  <a:gd name="T17" fmla="*/ 54 w 54"/>
                  <a:gd name="T18" fmla="*/ 123 h 1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23">
                    <a:moveTo>
                      <a:pt x="53" y="7"/>
                    </a:moveTo>
                    <a:lnTo>
                      <a:pt x="24" y="0"/>
                    </a:lnTo>
                    <a:lnTo>
                      <a:pt x="0" y="111"/>
                    </a:lnTo>
                    <a:lnTo>
                      <a:pt x="32" y="122"/>
                    </a:lnTo>
                    <a:lnTo>
                      <a:pt x="53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0" name="Freeform 207">
                <a:extLst>
                  <a:ext uri="{FF2B5EF4-FFF2-40B4-BE49-F238E27FC236}">
                    <a16:creationId xmlns:a16="http://schemas.microsoft.com/office/drawing/2014/main" id="{8601EA43-B445-3824-9AAA-BAB83ED96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4" y="1106"/>
                <a:ext cx="78" cy="159"/>
              </a:xfrm>
              <a:custGeom>
                <a:avLst/>
                <a:gdLst>
                  <a:gd name="T0" fmla="*/ 77 w 78"/>
                  <a:gd name="T1" fmla="*/ 30 h 159"/>
                  <a:gd name="T2" fmla="*/ 34 w 78"/>
                  <a:gd name="T3" fmla="*/ 0 h 159"/>
                  <a:gd name="T4" fmla="*/ 0 w 78"/>
                  <a:gd name="T5" fmla="*/ 158 h 159"/>
                  <a:gd name="T6" fmla="*/ 54 w 78"/>
                  <a:gd name="T7" fmla="*/ 145 h 159"/>
                  <a:gd name="T8" fmla="*/ 77 w 78"/>
                  <a:gd name="T9" fmla="*/ 30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59"/>
                  <a:gd name="T17" fmla="*/ 78 w 78"/>
                  <a:gd name="T18" fmla="*/ 159 h 1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59">
                    <a:moveTo>
                      <a:pt x="77" y="30"/>
                    </a:moveTo>
                    <a:lnTo>
                      <a:pt x="34" y="0"/>
                    </a:lnTo>
                    <a:lnTo>
                      <a:pt x="0" y="158"/>
                    </a:lnTo>
                    <a:lnTo>
                      <a:pt x="54" y="145"/>
                    </a:lnTo>
                    <a:lnTo>
                      <a:pt x="77" y="3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1" name="Freeform 208">
                <a:extLst>
                  <a:ext uri="{FF2B5EF4-FFF2-40B4-BE49-F238E27FC236}">
                    <a16:creationId xmlns:a16="http://schemas.microsoft.com/office/drawing/2014/main" id="{E14640A2-8C6B-AEA1-A51D-7A76679FA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0" y="1094"/>
                <a:ext cx="61" cy="170"/>
              </a:xfrm>
              <a:custGeom>
                <a:avLst/>
                <a:gdLst>
                  <a:gd name="T0" fmla="*/ 60 w 61"/>
                  <a:gd name="T1" fmla="*/ 7 h 170"/>
                  <a:gd name="T2" fmla="*/ 32 w 61"/>
                  <a:gd name="T3" fmla="*/ 0 h 170"/>
                  <a:gd name="T4" fmla="*/ 0 w 61"/>
                  <a:gd name="T5" fmla="*/ 161 h 170"/>
                  <a:gd name="T6" fmla="*/ 26 w 61"/>
                  <a:gd name="T7" fmla="*/ 169 h 170"/>
                  <a:gd name="T8" fmla="*/ 60 w 61"/>
                  <a:gd name="T9" fmla="*/ 7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70"/>
                  <a:gd name="T17" fmla="*/ 61 w 61"/>
                  <a:gd name="T18" fmla="*/ 170 h 1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70">
                    <a:moveTo>
                      <a:pt x="60" y="7"/>
                    </a:moveTo>
                    <a:lnTo>
                      <a:pt x="32" y="0"/>
                    </a:lnTo>
                    <a:lnTo>
                      <a:pt x="0" y="161"/>
                    </a:lnTo>
                    <a:lnTo>
                      <a:pt x="26" y="169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2" name="Freeform 209">
                <a:extLst>
                  <a:ext uri="{FF2B5EF4-FFF2-40B4-BE49-F238E27FC236}">
                    <a16:creationId xmlns:a16="http://schemas.microsoft.com/office/drawing/2014/main" id="{44F18E6B-39C8-17ED-B481-C908FE3D7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066"/>
                <a:ext cx="164" cy="78"/>
              </a:xfrm>
              <a:custGeom>
                <a:avLst/>
                <a:gdLst>
                  <a:gd name="T0" fmla="*/ 0 w 164"/>
                  <a:gd name="T1" fmla="*/ 18 h 78"/>
                  <a:gd name="T2" fmla="*/ 42 w 164"/>
                  <a:gd name="T3" fmla="*/ 0 h 78"/>
                  <a:gd name="T4" fmla="*/ 75 w 164"/>
                  <a:gd name="T5" fmla="*/ 11 h 78"/>
                  <a:gd name="T6" fmla="*/ 116 w 164"/>
                  <a:gd name="T7" fmla="*/ 49 h 78"/>
                  <a:gd name="T8" fmla="*/ 163 w 164"/>
                  <a:gd name="T9" fmla="*/ 65 h 78"/>
                  <a:gd name="T10" fmla="*/ 127 w 164"/>
                  <a:gd name="T11" fmla="*/ 77 h 78"/>
                  <a:gd name="T12" fmla="*/ 89 w 164"/>
                  <a:gd name="T13" fmla="*/ 66 h 78"/>
                  <a:gd name="T14" fmla="*/ 39 w 164"/>
                  <a:gd name="T15" fmla="*/ 28 h 78"/>
                  <a:gd name="T16" fmla="*/ 0 w 164"/>
                  <a:gd name="T17" fmla="*/ 18 h 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78"/>
                  <a:gd name="T29" fmla="*/ 164 w 164"/>
                  <a:gd name="T30" fmla="*/ 78 h 7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78">
                    <a:moveTo>
                      <a:pt x="0" y="18"/>
                    </a:moveTo>
                    <a:lnTo>
                      <a:pt x="42" y="0"/>
                    </a:lnTo>
                    <a:lnTo>
                      <a:pt x="75" y="11"/>
                    </a:lnTo>
                    <a:lnTo>
                      <a:pt x="116" y="49"/>
                    </a:lnTo>
                    <a:lnTo>
                      <a:pt x="163" y="65"/>
                    </a:lnTo>
                    <a:lnTo>
                      <a:pt x="127" y="77"/>
                    </a:lnTo>
                    <a:lnTo>
                      <a:pt x="89" y="66"/>
                    </a:lnTo>
                    <a:lnTo>
                      <a:pt x="39" y="28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39193" name="Group 210">
              <a:extLst>
                <a:ext uri="{FF2B5EF4-FFF2-40B4-BE49-F238E27FC236}">
                  <a16:creationId xmlns:a16="http://schemas.microsoft.com/office/drawing/2014/main" id="{4C5A40CD-3C40-823F-FD4C-A0FF3745AC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2273" y="1910623"/>
              <a:ext cx="1098550" cy="1277938"/>
              <a:chOff x="4015" y="938"/>
              <a:chExt cx="692" cy="805"/>
            </a:xfrm>
          </p:grpSpPr>
          <p:sp>
            <p:nvSpPr>
              <p:cNvPr id="39194" name="Freeform 211">
                <a:extLst>
                  <a:ext uri="{FF2B5EF4-FFF2-40B4-BE49-F238E27FC236}">
                    <a16:creationId xmlns:a16="http://schemas.microsoft.com/office/drawing/2014/main" id="{25C85EC0-F8C2-A5E5-0A3C-C3E36B5CA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938"/>
                <a:ext cx="332" cy="622"/>
              </a:xfrm>
              <a:custGeom>
                <a:avLst/>
                <a:gdLst>
                  <a:gd name="T0" fmla="*/ 147 w 332"/>
                  <a:gd name="T1" fmla="*/ 193 h 622"/>
                  <a:gd name="T2" fmla="*/ 139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4 h 622"/>
                  <a:gd name="T10" fmla="*/ 118 w 332"/>
                  <a:gd name="T11" fmla="*/ 115 h 622"/>
                  <a:gd name="T12" fmla="*/ 127 w 332"/>
                  <a:gd name="T13" fmla="*/ 103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6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1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2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7 w 332"/>
                  <a:gd name="T51" fmla="*/ 385 h 622"/>
                  <a:gd name="T52" fmla="*/ 79 w 332"/>
                  <a:gd name="T53" fmla="*/ 402 h 622"/>
                  <a:gd name="T54" fmla="*/ 118 w 332"/>
                  <a:gd name="T55" fmla="*/ 405 h 622"/>
                  <a:gd name="T56" fmla="*/ 170 w 332"/>
                  <a:gd name="T57" fmla="*/ 408 h 622"/>
                  <a:gd name="T58" fmla="*/ 217 w 332"/>
                  <a:gd name="T59" fmla="*/ 425 h 622"/>
                  <a:gd name="T60" fmla="*/ 232 w 332"/>
                  <a:gd name="T61" fmla="*/ 437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3 w 332"/>
                  <a:gd name="T73" fmla="*/ 610 h 622"/>
                  <a:gd name="T74" fmla="*/ 300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2 h 622"/>
                  <a:gd name="T84" fmla="*/ 274 w 332"/>
                  <a:gd name="T85" fmla="*/ 542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1 w 332"/>
                  <a:gd name="T91" fmla="*/ 444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2 w 332"/>
                  <a:gd name="T97" fmla="*/ 371 h 622"/>
                  <a:gd name="T98" fmla="*/ 203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2" y="231"/>
                    </a:moveTo>
                    <a:lnTo>
                      <a:pt x="143" y="229"/>
                    </a:lnTo>
                    <a:lnTo>
                      <a:pt x="144" y="220"/>
                    </a:lnTo>
                    <a:lnTo>
                      <a:pt x="145" y="207"/>
                    </a:lnTo>
                    <a:lnTo>
                      <a:pt x="147" y="193"/>
                    </a:lnTo>
                    <a:lnTo>
                      <a:pt x="148" y="178"/>
                    </a:lnTo>
                    <a:lnTo>
                      <a:pt x="148" y="165"/>
                    </a:lnTo>
                    <a:lnTo>
                      <a:pt x="147" y="153"/>
                    </a:lnTo>
                    <a:lnTo>
                      <a:pt x="145" y="146"/>
                    </a:lnTo>
                    <a:lnTo>
                      <a:pt x="139" y="142"/>
                    </a:lnTo>
                    <a:lnTo>
                      <a:pt x="133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6" y="121"/>
                    </a:lnTo>
                    <a:lnTo>
                      <a:pt x="107" y="120"/>
                    </a:lnTo>
                    <a:lnTo>
                      <a:pt x="108" y="118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0" y="114"/>
                    </a:lnTo>
                    <a:lnTo>
                      <a:pt x="110" y="115"/>
                    </a:lnTo>
                    <a:lnTo>
                      <a:pt x="111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2" y="113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7" y="103"/>
                    </a:lnTo>
                    <a:lnTo>
                      <a:pt x="128" y="99"/>
                    </a:lnTo>
                    <a:lnTo>
                      <a:pt x="129" y="95"/>
                    </a:lnTo>
                    <a:lnTo>
                      <a:pt x="130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6" y="85"/>
                    </a:lnTo>
                    <a:lnTo>
                      <a:pt x="137" y="84"/>
                    </a:lnTo>
                    <a:lnTo>
                      <a:pt x="138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6" y="42"/>
                    </a:lnTo>
                    <a:lnTo>
                      <a:pt x="124" y="36"/>
                    </a:lnTo>
                    <a:lnTo>
                      <a:pt x="121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2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1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1" y="20"/>
                    </a:lnTo>
                    <a:lnTo>
                      <a:pt x="40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7" y="76"/>
                    </a:lnTo>
                    <a:lnTo>
                      <a:pt x="49" y="81"/>
                    </a:lnTo>
                    <a:lnTo>
                      <a:pt x="51" y="87"/>
                    </a:lnTo>
                    <a:lnTo>
                      <a:pt x="52" y="94"/>
                    </a:lnTo>
                    <a:lnTo>
                      <a:pt x="52" y="99"/>
                    </a:lnTo>
                    <a:lnTo>
                      <a:pt x="53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9" y="138"/>
                    </a:lnTo>
                    <a:lnTo>
                      <a:pt x="7" y="142"/>
                    </a:lnTo>
                    <a:lnTo>
                      <a:pt x="5" y="145"/>
                    </a:lnTo>
                    <a:lnTo>
                      <a:pt x="4" y="149"/>
                    </a:lnTo>
                    <a:lnTo>
                      <a:pt x="2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6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8" y="280"/>
                    </a:lnTo>
                    <a:lnTo>
                      <a:pt x="18" y="290"/>
                    </a:lnTo>
                    <a:lnTo>
                      <a:pt x="17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6" y="364"/>
                    </a:lnTo>
                    <a:lnTo>
                      <a:pt x="31" y="376"/>
                    </a:lnTo>
                    <a:lnTo>
                      <a:pt x="37" y="385"/>
                    </a:lnTo>
                    <a:lnTo>
                      <a:pt x="45" y="391"/>
                    </a:lnTo>
                    <a:lnTo>
                      <a:pt x="53" y="396"/>
                    </a:lnTo>
                    <a:lnTo>
                      <a:pt x="63" y="398"/>
                    </a:lnTo>
                    <a:lnTo>
                      <a:pt x="71" y="401"/>
                    </a:lnTo>
                    <a:lnTo>
                      <a:pt x="79" y="402"/>
                    </a:lnTo>
                    <a:lnTo>
                      <a:pt x="85" y="402"/>
                    </a:lnTo>
                    <a:lnTo>
                      <a:pt x="89" y="402"/>
                    </a:lnTo>
                    <a:lnTo>
                      <a:pt x="97" y="403"/>
                    </a:lnTo>
                    <a:lnTo>
                      <a:pt x="107" y="404"/>
                    </a:lnTo>
                    <a:lnTo>
                      <a:pt x="118" y="405"/>
                    </a:lnTo>
                    <a:lnTo>
                      <a:pt x="130" y="406"/>
                    </a:lnTo>
                    <a:lnTo>
                      <a:pt x="142" y="406"/>
                    </a:lnTo>
                    <a:lnTo>
                      <a:pt x="153" y="407"/>
                    </a:lnTo>
                    <a:lnTo>
                      <a:pt x="162" y="408"/>
                    </a:lnTo>
                    <a:lnTo>
                      <a:pt x="170" y="408"/>
                    </a:lnTo>
                    <a:lnTo>
                      <a:pt x="178" y="410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8" y="421"/>
                    </a:lnTo>
                    <a:lnTo>
                      <a:pt x="217" y="425"/>
                    </a:lnTo>
                    <a:lnTo>
                      <a:pt x="226" y="428"/>
                    </a:lnTo>
                    <a:lnTo>
                      <a:pt x="231" y="431"/>
                    </a:lnTo>
                    <a:lnTo>
                      <a:pt x="233" y="431"/>
                    </a:lnTo>
                    <a:lnTo>
                      <a:pt x="232" y="433"/>
                    </a:lnTo>
                    <a:lnTo>
                      <a:pt x="232" y="437"/>
                    </a:lnTo>
                    <a:lnTo>
                      <a:pt x="232" y="444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6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7" y="552"/>
                    </a:lnTo>
                    <a:lnTo>
                      <a:pt x="237" y="562"/>
                    </a:lnTo>
                    <a:lnTo>
                      <a:pt x="236" y="568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7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8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7" y="609"/>
                    </a:lnTo>
                    <a:lnTo>
                      <a:pt x="273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0" y="618"/>
                    </a:lnTo>
                    <a:lnTo>
                      <a:pt x="306" y="619"/>
                    </a:lnTo>
                    <a:lnTo>
                      <a:pt x="312" y="620"/>
                    </a:lnTo>
                    <a:lnTo>
                      <a:pt x="316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7"/>
                    </a:lnTo>
                    <a:lnTo>
                      <a:pt x="327" y="615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8" y="607"/>
                    </a:lnTo>
                    <a:lnTo>
                      <a:pt x="324" y="604"/>
                    </a:lnTo>
                    <a:lnTo>
                      <a:pt x="318" y="601"/>
                    </a:lnTo>
                    <a:lnTo>
                      <a:pt x="309" y="598"/>
                    </a:lnTo>
                    <a:lnTo>
                      <a:pt x="301" y="594"/>
                    </a:lnTo>
                    <a:lnTo>
                      <a:pt x="292" y="590"/>
                    </a:lnTo>
                    <a:lnTo>
                      <a:pt x="284" y="586"/>
                    </a:lnTo>
                    <a:lnTo>
                      <a:pt x="278" y="581"/>
                    </a:lnTo>
                    <a:lnTo>
                      <a:pt x="273" y="576"/>
                    </a:lnTo>
                    <a:lnTo>
                      <a:pt x="272" y="572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2" y="557"/>
                    </a:lnTo>
                    <a:lnTo>
                      <a:pt x="273" y="550"/>
                    </a:lnTo>
                    <a:lnTo>
                      <a:pt x="274" y="542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19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4" y="481"/>
                    </a:lnTo>
                    <a:lnTo>
                      <a:pt x="286" y="471"/>
                    </a:lnTo>
                    <a:lnTo>
                      <a:pt x="286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8" y="450"/>
                    </a:lnTo>
                    <a:lnTo>
                      <a:pt x="290" y="448"/>
                    </a:lnTo>
                    <a:lnTo>
                      <a:pt x="291" y="444"/>
                    </a:lnTo>
                    <a:lnTo>
                      <a:pt x="293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89" y="408"/>
                    </a:lnTo>
                    <a:lnTo>
                      <a:pt x="285" y="402"/>
                    </a:lnTo>
                    <a:lnTo>
                      <a:pt x="279" y="397"/>
                    </a:lnTo>
                    <a:lnTo>
                      <a:pt x="272" y="391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5"/>
                    </a:lnTo>
                    <a:lnTo>
                      <a:pt x="232" y="371"/>
                    </a:lnTo>
                    <a:lnTo>
                      <a:pt x="226" y="366"/>
                    </a:lnTo>
                    <a:lnTo>
                      <a:pt x="220" y="362"/>
                    </a:lnTo>
                    <a:lnTo>
                      <a:pt x="215" y="358"/>
                    </a:lnTo>
                    <a:lnTo>
                      <a:pt x="210" y="356"/>
                    </a:lnTo>
                    <a:lnTo>
                      <a:pt x="203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6" y="341"/>
                    </a:lnTo>
                    <a:lnTo>
                      <a:pt x="171" y="338"/>
                    </a:lnTo>
                    <a:lnTo>
                      <a:pt x="167" y="335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2" y="23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5" name="Freeform 212">
                <a:extLst>
                  <a:ext uri="{FF2B5EF4-FFF2-40B4-BE49-F238E27FC236}">
                    <a16:creationId xmlns:a16="http://schemas.microsoft.com/office/drawing/2014/main" id="{9BABDB90-27D9-7708-C038-C2BCF7695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081"/>
                <a:ext cx="117" cy="201"/>
              </a:xfrm>
              <a:custGeom>
                <a:avLst/>
                <a:gdLst>
                  <a:gd name="T0" fmla="*/ 49 w 117"/>
                  <a:gd name="T1" fmla="*/ 200 h 201"/>
                  <a:gd name="T2" fmla="*/ 64 w 117"/>
                  <a:gd name="T3" fmla="*/ 199 h 201"/>
                  <a:gd name="T4" fmla="*/ 87 w 117"/>
                  <a:gd name="T5" fmla="*/ 194 h 201"/>
                  <a:gd name="T6" fmla="*/ 107 w 117"/>
                  <a:gd name="T7" fmla="*/ 183 h 201"/>
                  <a:gd name="T8" fmla="*/ 116 w 117"/>
                  <a:gd name="T9" fmla="*/ 166 h 201"/>
                  <a:gd name="T10" fmla="*/ 110 w 117"/>
                  <a:gd name="T11" fmla="*/ 146 h 201"/>
                  <a:gd name="T12" fmla="*/ 95 w 117"/>
                  <a:gd name="T13" fmla="*/ 124 h 201"/>
                  <a:gd name="T14" fmla="*/ 80 w 117"/>
                  <a:gd name="T15" fmla="*/ 100 h 201"/>
                  <a:gd name="T16" fmla="*/ 73 w 117"/>
                  <a:gd name="T17" fmla="*/ 72 h 201"/>
                  <a:gd name="T18" fmla="*/ 80 w 117"/>
                  <a:gd name="T19" fmla="*/ 45 h 201"/>
                  <a:gd name="T20" fmla="*/ 92 w 117"/>
                  <a:gd name="T21" fmla="*/ 25 h 201"/>
                  <a:gd name="T22" fmla="*/ 98 w 117"/>
                  <a:gd name="T23" fmla="*/ 11 h 201"/>
                  <a:gd name="T24" fmla="*/ 88 w 117"/>
                  <a:gd name="T25" fmla="*/ 4 h 201"/>
                  <a:gd name="T26" fmla="*/ 63 w 117"/>
                  <a:gd name="T27" fmla="*/ 0 h 201"/>
                  <a:gd name="T28" fmla="*/ 35 w 117"/>
                  <a:gd name="T29" fmla="*/ 0 h 201"/>
                  <a:gd name="T30" fmla="*/ 13 w 117"/>
                  <a:gd name="T31" fmla="*/ 4 h 201"/>
                  <a:gd name="T32" fmla="*/ 5 w 117"/>
                  <a:gd name="T33" fmla="*/ 11 h 201"/>
                  <a:gd name="T34" fmla="*/ 1 w 117"/>
                  <a:gd name="T35" fmla="*/ 18 h 201"/>
                  <a:gd name="T36" fmla="*/ 0 w 117"/>
                  <a:gd name="T37" fmla="*/ 26 h 201"/>
                  <a:gd name="T38" fmla="*/ 2 w 117"/>
                  <a:gd name="T39" fmla="*/ 39 h 201"/>
                  <a:gd name="T40" fmla="*/ 9 w 117"/>
                  <a:gd name="T41" fmla="*/ 57 h 201"/>
                  <a:gd name="T42" fmla="*/ 14 w 117"/>
                  <a:gd name="T43" fmla="*/ 70 h 201"/>
                  <a:gd name="T44" fmla="*/ 17 w 117"/>
                  <a:gd name="T45" fmla="*/ 80 h 201"/>
                  <a:gd name="T46" fmla="*/ 19 w 117"/>
                  <a:gd name="T47" fmla="*/ 94 h 201"/>
                  <a:gd name="T48" fmla="*/ 20 w 117"/>
                  <a:gd name="T49" fmla="*/ 116 h 201"/>
                  <a:gd name="T50" fmla="*/ 19 w 117"/>
                  <a:gd name="T51" fmla="*/ 132 h 201"/>
                  <a:gd name="T52" fmla="*/ 17 w 117"/>
                  <a:gd name="T53" fmla="*/ 144 h 201"/>
                  <a:gd name="T54" fmla="*/ 17 w 117"/>
                  <a:gd name="T55" fmla="*/ 155 h 201"/>
                  <a:gd name="T56" fmla="*/ 17 w 117"/>
                  <a:gd name="T57" fmla="*/ 171 h 201"/>
                  <a:gd name="T58" fmla="*/ 21 w 117"/>
                  <a:gd name="T59" fmla="*/ 182 h 201"/>
                  <a:gd name="T60" fmla="*/ 24 w 117"/>
                  <a:gd name="T61" fmla="*/ 188 h 201"/>
                  <a:gd name="T62" fmla="*/ 29 w 117"/>
                  <a:gd name="T63" fmla="*/ 192 h 201"/>
                  <a:gd name="T64" fmla="*/ 33 w 117"/>
                  <a:gd name="T65" fmla="*/ 195 h 201"/>
                  <a:gd name="T66" fmla="*/ 38 w 117"/>
                  <a:gd name="T67" fmla="*/ 197 h 201"/>
                  <a:gd name="T68" fmla="*/ 43 w 117"/>
                  <a:gd name="T69" fmla="*/ 199 h 201"/>
                  <a:gd name="T70" fmla="*/ 46 w 117"/>
                  <a:gd name="T71" fmla="*/ 200 h 20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01"/>
                  <a:gd name="T110" fmla="*/ 117 w 117"/>
                  <a:gd name="T111" fmla="*/ 201 h 20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01">
                    <a:moveTo>
                      <a:pt x="46" y="200"/>
                    </a:moveTo>
                    <a:lnTo>
                      <a:pt x="49" y="200"/>
                    </a:lnTo>
                    <a:lnTo>
                      <a:pt x="55" y="199"/>
                    </a:lnTo>
                    <a:lnTo>
                      <a:pt x="64" y="199"/>
                    </a:lnTo>
                    <a:lnTo>
                      <a:pt x="75" y="196"/>
                    </a:lnTo>
                    <a:lnTo>
                      <a:pt x="87" y="194"/>
                    </a:lnTo>
                    <a:lnTo>
                      <a:pt x="98" y="189"/>
                    </a:lnTo>
                    <a:lnTo>
                      <a:pt x="107" y="183"/>
                    </a:lnTo>
                    <a:lnTo>
                      <a:pt x="113" y="176"/>
                    </a:lnTo>
                    <a:lnTo>
                      <a:pt x="116" y="166"/>
                    </a:lnTo>
                    <a:lnTo>
                      <a:pt x="114" y="156"/>
                    </a:lnTo>
                    <a:lnTo>
                      <a:pt x="110" y="146"/>
                    </a:lnTo>
                    <a:lnTo>
                      <a:pt x="103" y="135"/>
                    </a:lnTo>
                    <a:lnTo>
                      <a:pt x="95" y="124"/>
                    </a:lnTo>
                    <a:lnTo>
                      <a:pt x="87" y="113"/>
                    </a:lnTo>
                    <a:lnTo>
                      <a:pt x="80" y="100"/>
                    </a:lnTo>
                    <a:lnTo>
                      <a:pt x="75" y="87"/>
                    </a:lnTo>
                    <a:lnTo>
                      <a:pt x="73" y="72"/>
                    </a:lnTo>
                    <a:lnTo>
                      <a:pt x="75" y="58"/>
                    </a:lnTo>
                    <a:lnTo>
                      <a:pt x="80" y="45"/>
                    </a:lnTo>
                    <a:lnTo>
                      <a:pt x="87" y="34"/>
                    </a:lnTo>
                    <a:lnTo>
                      <a:pt x="92" y="25"/>
                    </a:lnTo>
                    <a:lnTo>
                      <a:pt x="97" y="17"/>
                    </a:lnTo>
                    <a:lnTo>
                      <a:pt x="98" y="11"/>
                    </a:lnTo>
                    <a:lnTo>
                      <a:pt x="96" y="6"/>
                    </a:lnTo>
                    <a:lnTo>
                      <a:pt x="88" y="4"/>
                    </a:lnTo>
                    <a:lnTo>
                      <a:pt x="77" y="2"/>
                    </a:lnTo>
                    <a:lnTo>
                      <a:pt x="63" y="0"/>
                    </a:lnTo>
                    <a:lnTo>
                      <a:pt x="49" y="0"/>
                    </a:lnTo>
                    <a:lnTo>
                      <a:pt x="35" y="0"/>
                    </a:lnTo>
                    <a:lnTo>
                      <a:pt x="23" y="1"/>
                    </a:lnTo>
                    <a:lnTo>
                      <a:pt x="13" y="4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4" y="15"/>
                    </a:lnTo>
                    <a:lnTo>
                      <a:pt x="1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2" y="39"/>
                    </a:lnTo>
                    <a:lnTo>
                      <a:pt x="5" y="48"/>
                    </a:lnTo>
                    <a:lnTo>
                      <a:pt x="9" y="57"/>
                    </a:lnTo>
                    <a:lnTo>
                      <a:pt x="11" y="65"/>
                    </a:lnTo>
                    <a:lnTo>
                      <a:pt x="14" y="70"/>
                    </a:lnTo>
                    <a:lnTo>
                      <a:pt x="16" y="74"/>
                    </a:lnTo>
                    <a:lnTo>
                      <a:pt x="17" y="80"/>
                    </a:lnTo>
                    <a:lnTo>
                      <a:pt x="18" y="85"/>
                    </a:lnTo>
                    <a:lnTo>
                      <a:pt x="19" y="94"/>
                    </a:lnTo>
                    <a:lnTo>
                      <a:pt x="20" y="105"/>
                    </a:lnTo>
                    <a:lnTo>
                      <a:pt x="20" y="116"/>
                    </a:lnTo>
                    <a:lnTo>
                      <a:pt x="20" y="125"/>
                    </a:lnTo>
                    <a:lnTo>
                      <a:pt x="19" y="132"/>
                    </a:lnTo>
                    <a:lnTo>
                      <a:pt x="18" y="138"/>
                    </a:lnTo>
                    <a:lnTo>
                      <a:pt x="17" y="144"/>
                    </a:lnTo>
                    <a:lnTo>
                      <a:pt x="17" y="149"/>
                    </a:lnTo>
                    <a:lnTo>
                      <a:pt x="17" y="155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19" y="177"/>
                    </a:lnTo>
                    <a:lnTo>
                      <a:pt x="21" y="182"/>
                    </a:lnTo>
                    <a:lnTo>
                      <a:pt x="23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1" y="194"/>
                    </a:lnTo>
                    <a:lnTo>
                      <a:pt x="33" y="195"/>
                    </a:lnTo>
                    <a:lnTo>
                      <a:pt x="35" y="196"/>
                    </a:lnTo>
                    <a:lnTo>
                      <a:pt x="38" y="197"/>
                    </a:lnTo>
                    <a:lnTo>
                      <a:pt x="40" y="198"/>
                    </a:lnTo>
                    <a:lnTo>
                      <a:pt x="43" y="199"/>
                    </a:lnTo>
                    <a:lnTo>
                      <a:pt x="45" y="200"/>
                    </a:lnTo>
                    <a:lnTo>
                      <a:pt x="46" y="200"/>
                    </a:lnTo>
                  </a:path>
                </a:pathLst>
              </a:custGeom>
              <a:solidFill>
                <a:srgbClr val="00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6" name="Freeform 213">
                <a:extLst>
                  <a:ext uri="{FF2B5EF4-FFF2-40B4-BE49-F238E27FC236}">
                    <a16:creationId xmlns:a16="http://schemas.microsoft.com/office/drawing/2014/main" id="{DDD5AF1B-FF5B-7F09-08A1-3F067D109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940"/>
                <a:ext cx="332" cy="622"/>
              </a:xfrm>
              <a:custGeom>
                <a:avLst/>
                <a:gdLst>
                  <a:gd name="T0" fmla="*/ 147 w 332"/>
                  <a:gd name="T1" fmla="*/ 196 h 622"/>
                  <a:gd name="T2" fmla="*/ 140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5 h 622"/>
                  <a:gd name="T10" fmla="*/ 118 w 332"/>
                  <a:gd name="T11" fmla="*/ 115 h 622"/>
                  <a:gd name="T12" fmla="*/ 127 w 332"/>
                  <a:gd name="T13" fmla="*/ 104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7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2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3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8 w 332"/>
                  <a:gd name="T51" fmla="*/ 385 h 622"/>
                  <a:gd name="T52" fmla="*/ 80 w 332"/>
                  <a:gd name="T53" fmla="*/ 413 h 622"/>
                  <a:gd name="T54" fmla="*/ 119 w 332"/>
                  <a:gd name="T55" fmla="*/ 414 h 622"/>
                  <a:gd name="T56" fmla="*/ 170 w 332"/>
                  <a:gd name="T57" fmla="*/ 408 h 622"/>
                  <a:gd name="T58" fmla="*/ 218 w 332"/>
                  <a:gd name="T59" fmla="*/ 425 h 622"/>
                  <a:gd name="T60" fmla="*/ 232 w 332"/>
                  <a:gd name="T61" fmla="*/ 438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4 w 332"/>
                  <a:gd name="T73" fmla="*/ 610 h 622"/>
                  <a:gd name="T74" fmla="*/ 301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3 h 622"/>
                  <a:gd name="T84" fmla="*/ 274 w 332"/>
                  <a:gd name="T85" fmla="*/ 543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2 w 332"/>
                  <a:gd name="T91" fmla="*/ 445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3 w 332"/>
                  <a:gd name="T97" fmla="*/ 371 h 622"/>
                  <a:gd name="T98" fmla="*/ 204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3" y="236"/>
                    </a:moveTo>
                    <a:lnTo>
                      <a:pt x="143" y="233"/>
                    </a:lnTo>
                    <a:lnTo>
                      <a:pt x="145" y="224"/>
                    </a:lnTo>
                    <a:lnTo>
                      <a:pt x="145" y="212"/>
                    </a:lnTo>
                    <a:lnTo>
                      <a:pt x="147" y="196"/>
                    </a:lnTo>
                    <a:lnTo>
                      <a:pt x="148" y="180"/>
                    </a:lnTo>
                    <a:lnTo>
                      <a:pt x="148" y="166"/>
                    </a:lnTo>
                    <a:lnTo>
                      <a:pt x="147" y="154"/>
                    </a:lnTo>
                    <a:lnTo>
                      <a:pt x="145" y="146"/>
                    </a:lnTo>
                    <a:lnTo>
                      <a:pt x="140" y="142"/>
                    </a:lnTo>
                    <a:lnTo>
                      <a:pt x="134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7" y="121"/>
                    </a:lnTo>
                    <a:lnTo>
                      <a:pt x="108" y="120"/>
                    </a:lnTo>
                    <a:lnTo>
                      <a:pt x="109" y="119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2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3" y="114"/>
                    </a:lnTo>
                    <a:lnTo>
                      <a:pt x="124" y="112"/>
                    </a:lnTo>
                    <a:lnTo>
                      <a:pt x="127" y="109"/>
                    </a:lnTo>
                    <a:lnTo>
                      <a:pt x="127" y="104"/>
                    </a:lnTo>
                    <a:lnTo>
                      <a:pt x="129" y="100"/>
                    </a:lnTo>
                    <a:lnTo>
                      <a:pt x="130" y="95"/>
                    </a:lnTo>
                    <a:lnTo>
                      <a:pt x="131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7" y="86"/>
                    </a:lnTo>
                    <a:lnTo>
                      <a:pt x="138" y="85"/>
                    </a:lnTo>
                    <a:lnTo>
                      <a:pt x="139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7" y="42"/>
                    </a:lnTo>
                    <a:lnTo>
                      <a:pt x="125" y="36"/>
                    </a:lnTo>
                    <a:lnTo>
                      <a:pt x="122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3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2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3" y="8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2" y="20"/>
                    </a:lnTo>
                    <a:lnTo>
                      <a:pt x="41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8" y="76"/>
                    </a:lnTo>
                    <a:lnTo>
                      <a:pt x="50" y="81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3" y="99"/>
                    </a:lnTo>
                    <a:lnTo>
                      <a:pt x="54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10" y="138"/>
                    </a:lnTo>
                    <a:lnTo>
                      <a:pt x="7" y="142"/>
                    </a:lnTo>
                    <a:lnTo>
                      <a:pt x="6" y="145"/>
                    </a:lnTo>
                    <a:lnTo>
                      <a:pt x="5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7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9" y="280"/>
                    </a:lnTo>
                    <a:lnTo>
                      <a:pt x="18" y="290"/>
                    </a:lnTo>
                    <a:lnTo>
                      <a:pt x="18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7" y="364"/>
                    </a:lnTo>
                    <a:lnTo>
                      <a:pt x="32" y="376"/>
                    </a:lnTo>
                    <a:lnTo>
                      <a:pt x="38" y="385"/>
                    </a:lnTo>
                    <a:lnTo>
                      <a:pt x="46" y="393"/>
                    </a:lnTo>
                    <a:lnTo>
                      <a:pt x="54" y="400"/>
                    </a:lnTo>
                    <a:lnTo>
                      <a:pt x="63" y="405"/>
                    </a:lnTo>
                    <a:lnTo>
                      <a:pt x="72" y="409"/>
                    </a:lnTo>
                    <a:lnTo>
                      <a:pt x="80" y="413"/>
                    </a:lnTo>
                    <a:lnTo>
                      <a:pt x="86" y="414"/>
                    </a:lnTo>
                    <a:lnTo>
                      <a:pt x="90" y="415"/>
                    </a:lnTo>
                    <a:lnTo>
                      <a:pt x="98" y="416"/>
                    </a:lnTo>
                    <a:lnTo>
                      <a:pt x="108" y="415"/>
                    </a:lnTo>
                    <a:lnTo>
                      <a:pt x="119" y="414"/>
                    </a:lnTo>
                    <a:lnTo>
                      <a:pt x="131" y="412"/>
                    </a:lnTo>
                    <a:lnTo>
                      <a:pt x="143" y="410"/>
                    </a:lnTo>
                    <a:lnTo>
                      <a:pt x="154" y="409"/>
                    </a:lnTo>
                    <a:lnTo>
                      <a:pt x="163" y="408"/>
                    </a:lnTo>
                    <a:lnTo>
                      <a:pt x="170" y="408"/>
                    </a:lnTo>
                    <a:lnTo>
                      <a:pt x="178" y="411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9" y="421"/>
                    </a:lnTo>
                    <a:lnTo>
                      <a:pt x="218" y="425"/>
                    </a:lnTo>
                    <a:lnTo>
                      <a:pt x="226" y="428"/>
                    </a:lnTo>
                    <a:lnTo>
                      <a:pt x="232" y="431"/>
                    </a:lnTo>
                    <a:lnTo>
                      <a:pt x="233" y="431"/>
                    </a:lnTo>
                    <a:lnTo>
                      <a:pt x="233" y="433"/>
                    </a:lnTo>
                    <a:lnTo>
                      <a:pt x="232" y="438"/>
                    </a:lnTo>
                    <a:lnTo>
                      <a:pt x="232" y="445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7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8" y="553"/>
                    </a:lnTo>
                    <a:lnTo>
                      <a:pt x="238" y="562"/>
                    </a:lnTo>
                    <a:lnTo>
                      <a:pt x="236" y="569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8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9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8" y="609"/>
                    </a:lnTo>
                    <a:lnTo>
                      <a:pt x="274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1" y="618"/>
                    </a:lnTo>
                    <a:lnTo>
                      <a:pt x="307" y="619"/>
                    </a:lnTo>
                    <a:lnTo>
                      <a:pt x="312" y="620"/>
                    </a:lnTo>
                    <a:lnTo>
                      <a:pt x="317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8"/>
                    </a:lnTo>
                    <a:lnTo>
                      <a:pt x="327" y="616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9" y="607"/>
                    </a:lnTo>
                    <a:lnTo>
                      <a:pt x="325" y="604"/>
                    </a:lnTo>
                    <a:lnTo>
                      <a:pt x="318" y="602"/>
                    </a:lnTo>
                    <a:lnTo>
                      <a:pt x="310" y="598"/>
                    </a:lnTo>
                    <a:lnTo>
                      <a:pt x="301" y="594"/>
                    </a:lnTo>
                    <a:lnTo>
                      <a:pt x="293" y="590"/>
                    </a:lnTo>
                    <a:lnTo>
                      <a:pt x="285" y="586"/>
                    </a:lnTo>
                    <a:lnTo>
                      <a:pt x="278" y="581"/>
                    </a:lnTo>
                    <a:lnTo>
                      <a:pt x="274" y="577"/>
                    </a:lnTo>
                    <a:lnTo>
                      <a:pt x="272" y="573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3" y="557"/>
                    </a:lnTo>
                    <a:lnTo>
                      <a:pt x="273" y="550"/>
                    </a:lnTo>
                    <a:lnTo>
                      <a:pt x="274" y="543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20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5" y="481"/>
                    </a:lnTo>
                    <a:lnTo>
                      <a:pt x="286" y="471"/>
                    </a:lnTo>
                    <a:lnTo>
                      <a:pt x="287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9" y="451"/>
                    </a:lnTo>
                    <a:lnTo>
                      <a:pt x="290" y="448"/>
                    </a:lnTo>
                    <a:lnTo>
                      <a:pt x="292" y="445"/>
                    </a:lnTo>
                    <a:lnTo>
                      <a:pt x="294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90" y="408"/>
                    </a:lnTo>
                    <a:lnTo>
                      <a:pt x="285" y="403"/>
                    </a:lnTo>
                    <a:lnTo>
                      <a:pt x="279" y="397"/>
                    </a:lnTo>
                    <a:lnTo>
                      <a:pt x="272" y="392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6"/>
                    </a:lnTo>
                    <a:lnTo>
                      <a:pt x="233" y="371"/>
                    </a:lnTo>
                    <a:lnTo>
                      <a:pt x="226" y="366"/>
                    </a:lnTo>
                    <a:lnTo>
                      <a:pt x="221" y="362"/>
                    </a:lnTo>
                    <a:lnTo>
                      <a:pt x="216" y="359"/>
                    </a:lnTo>
                    <a:lnTo>
                      <a:pt x="210" y="356"/>
                    </a:lnTo>
                    <a:lnTo>
                      <a:pt x="204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7" y="341"/>
                    </a:lnTo>
                    <a:lnTo>
                      <a:pt x="171" y="338"/>
                    </a:lnTo>
                    <a:lnTo>
                      <a:pt x="167" y="334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3" y="236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7" name="Freeform 214">
                <a:extLst>
                  <a:ext uri="{FF2B5EF4-FFF2-40B4-BE49-F238E27FC236}">
                    <a16:creationId xmlns:a16="http://schemas.microsoft.com/office/drawing/2014/main" id="{C50A3768-A855-6C9A-4D43-4F7C096FA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134"/>
                <a:ext cx="32" cy="135"/>
              </a:xfrm>
              <a:custGeom>
                <a:avLst/>
                <a:gdLst>
                  <a:gd name="T0" fmla="*/ 15 w 32"/>
                  <a:gd name="T1" fmla="*/ 111 h 135"/>
                  <a:gd name="T2" fmla="*/ 13 w 32"/>
                  <a:gd name="T3" fmla="*/ 101 h 135"/>
                  <a:gd name="T4" fmla="*/ 12 w 32"/>
                  <a:gd name="T5" fmla="*/ 87 h 135"/>
                  <a:gd name="T6" fmla="*/ 13 w 32"/>
                  <a:gd name="T7" fmla="*/ 71 h 135"/>
                  <a:gd name="T8" fmla="*/ 16 w 32"/>
                  <a:gd name="T9" fmla="*/ 58 h 135"/>
                  <a:gd name="T10" fmla="*/ 17 w 32"/>
                  <a:gd name="T11" fmla="*/ 48 h 135"/>
                  <a:gd name="T12" fmla="*/ 17 w 32"/>
                  <a:gd name="T13" fmla="*/ 39 h 135"/>
                  <a:gd name="T14" fmla="*/ 15 w 32"/>
                  <a:gd name="T15" fmla="*/ 29 h 135"/>
                  <a:gd name="T16" fmla="*/ 12 w 32"/>
                  <a:gd name="T17" fmla="*/ 22 h 135"/>
                  <a:gd name="T18" fmla="*/ 10 w 32"/>
                  <a:gd name="T19" fmla="*/ 17 h 135"/>
                  <a:gd name="T20" fmla="*/ 6 w 32"/>
                  <a:gd name="T21" fmla="*/ 10 h 135"/>
                  <a:gd name="T22" fmla="*/ 2 w 32"/>
                  <a:gd name="T23" fmla="*/ 3 h 135"/>
                  <a:gd name="T24" fmla="*/ 1 w 32"/>
                  <a:gd name="T25" fmla="*/ 5 h 135"/>
                  <a:gd name="T26" fmla="*/ 5 w 32"/>
                  <a:gd name="T27" fmla="*/ 14 h 135"/>
                  <a:gd name="T28" fmla="*/ 7 w 32"/>
                  <a:gd name="T29" fmla="*/ 22 h 135"/>
                  <a:gd name="T30" fmla="*/ 8 w 32"/>
                  <a:gd name="T31" fmla="*/ 34 h 135"/>
                  <a:gd name="T32" fmla="*/ 9 w 32"/>
                  <a:gd name="T33" fmla="*/ 55 h 135"/>
                  <a:gd name="T34" fmla="*/ 8 w 32"/>
                  <a:gd name="T35" fmla="*/ 70 h 135"/>
                  <a:gd name="T36" fmla="*/ 6 w 32"/>
                  <a:gd name="T37" fmla="*/ 81 h 135"/>
                  <a:gd name="T38" fmla="*/ 6 w 32"/>
                  <a:gd name="T39" fmla="*/ 93 h 135"/>
                  <a:gd name="T40" fmla="*/ 7 w 32"/>
                  <a:gd name="T41" fmla="*/ 106 h 135"/>
                  <a:gd name="T42" fmla="*/ 10 w 32"/>
                  <a:gd name="T43" fmla="*/ 116 h 135"/>
                  <a:gd name="T44" fmla="*/ 12 w 32"/>
                  <a:gd name="T45" fmla="*/ 123 h 135"/>
                  <a:gd name="T46" fmla="*/ 15 w 32"/>
                  <a:gd name="T47" fmla="*/ 127 h 135"/>
                  <a:gd name="T48" fmla="*/ 20 w 32"/>
                  <a:gd name="T49" fmla="*/ 129 h 135"/>
                  <a:gd name="T50" fmla="*/ 24 w 32"/>
                  <a:gd name="T51" fmla="*/ 132 h 135"/>
                  <a:gd name="T52" fmla="*/ 27 w 32"/>
                  <a:gd name="T53" fmla="*/ 133 h 135"/>
                  <a:gd name="T54" fmla="*/ 30 w 32"/>
                  <a:gd name="T55" fmla="*/ 134 h 135"/>
                  <a:gd name="T56" fmla="*/ 28 w 32"/>
                  <a:gd name="T57" fmla="*/ 131 h 135"/>
                  <a:gd name="T58" fmla="*/ 23 w 32"/>
                  <a:gd name="T59" fmla="*/ 127 h 135"/>
                  <a:gd name="T60" fmla="*/ 19 w 32"/>
                  <a:gd name="T61" fmla="*/ 121 h 135"/>
                  <a:gd name="T62" fmla="*/ 15 w 32"/>
                  <a:gd name="T63" fmla="*/ 116 h 13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2"/>
                  <a:gd name="T97" fmla="*/ 0 h 135"/>
                  <a:gd name="T98" fmla="*/ 32 w 32"/>
                  <a:gd name="T99" fmla="*/ 135 h 13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2" h="135">
                    <a:moveTo>
                      <a:pt x="15" y="114"/>
                    </a:moveTo>
                    <a:lnTo>
                      <a:pt x="15" y="111"/>
                    </a:lnTo>
                    <a:lnTo>
                      <a:pt x="14" y="107"/>
                    </a:lnTo>
                    <a:lnTo>
                      <a:pt x="13" y="101"/>
                    </a:lnTo>
                    <a:lnTo>
                      <a:pt x="12" y="95"/>
                    </a:lnTo>
                    <a:lnTo>
                      <a:pt x="12" y="87"/>
                    </a:lnTo>
                    <a:lnTo>
                      <a:pt x="12" y="80"/>
                    </a:lnTo>
                    <a:lnTo>
                      <a:pt x="13" y="71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7" y="53"/>
                    </a:lnTo>
                    <a:lnTo>
                      <a:pt x="17" y="48"/>
                    </a:lnTo>
                    <a:lnTo>
                      <a:pt x="17" y="43"/>
                    </a:lnTo>
                    <a:lnTo>
                      <a:pt x="17" y="39"/>
                    </a:lnTo>
                    <a:lnTo>
                      <a:pt x="16" y="34"/>
                    </a:lnTo>
                    <a:lnTo>
                      <a:pt x="15" y="29"/>
                    </a:lnTo>
                    <a:lnTo>
                      <a:pt x="13" y="23"/>
                    </a:lnTo>
                    <a:lnTo>
                      <a:pt x="12" y="22"/>
                    </a:lnTo>
                    <a:lnTo>
                      <a:pt x="11" y="19"/>
                    </a:lnTo>
                    <a:lnTo>
                      <a:pt x="10" y="17"/>
                    </a:lnTo>
                    <a:lnTo>
                      <a:pt x="8" y="13"/>
                    </a:lnTo>
                    <a:lnTo>
                      <a:pt x="6" y="10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6" y="17"/>
                    </a:lnTo>
                    <a:lnTo>
                      <a:pt x="7" y="22"/>
                    </a:lnTo>
                    <a:lnTo>
                      <a:pt x="8" y="28"/>
                    </a:lnTo>
                    <a:lnTo>
                      <a:pt x="8" y="34"/>
                    </a:lnTo>
                    <a:lnTo>
                      <a:pt x="9" y="44"/>
                    </a:lnTo>
                    <a:lnTo>
                      <a:pt x="9" y="55"/>
                    </a:lnTo>
                    <a:lnTo>
                      <a:pt x="9" y="64"/>
                    </a:lnTo>
                    <a:lnTo>
                      <a:pt x="8" y="70"/>
                    </a:lnTo>
                    <a:lnTo>
                      <a:pt x="7" y="76"/>
                    </a:lnTo>
                    <a:lnTo>
                      <a:pt x="6" y="81"/>
                    </a:lnTo>
                    <a:lnTo>
                      <a:pt x="6" y="87"/>
                    </a:lnTo>
                    <a:lnTo>
                      <a:pt x="6" y="93"/>
                    </a:lnTo>
                    <a:lnTo>
                      <a:pt x="6" y="99"/>
                    </a:lnTo>
                    <a:lnTo>
                      <a:pt x="7" y="106"/>
                    </a:lnTo>
                    <a:lnTo>
                      <a:pt x="8" y="112"/>
                    </a:lnTo>
                    <a:lnTo>
                      <a:pt x="10" y="116"/>
                    </a:lnTo>
                    <a:lnTo>
                      <a:pt x="10" y="120"/>
                    </a:lnTo>
                    <a:lnTo>
                      <a:pt x="12" y="123"/>
                    </a:lnTo>
                    <a:lnTo>
                      <a:pt x="14" y="125"/>
                    </a:lnTo>
                    <a:lnTo>
                      <a:pt x="15" y="127"/>
                    </a:lnTo>
                    <a:lnTo>
                      <a:pt x="18" y="128"/>
                    </a:lnTo>
                    <a:lnTo>
                      <a:pt x="20" y="129"/>
                    </a:lnTo>
                    <a:lnTo>
                      <a:pt x="21" y="131"/>
                    </a:lnTo>
                    <a:lnTo>
                      <a:pt x="24" y="132"/>
                    </a:lnTo>
                    <a:lnTo>
                      <a:pt x="25" y="132"/>
                    </a:lnTo>
                    <a:lnTo>
                      <a:pt x="27" y="133"/>
                    </a:lnTo>
                    <a:lnTo>
                      <a:pt x="29" y="133"/>
                    </a:lnTo>
                    <a:lnTo>
                      <a:pt x="30" y="134"/>
                    </a:lnTo>
                    <a:lnTo>
                      <a:pt x="31" y="134"/>
                    </a:lnTo>
                    <a:lnTo>
                      <a:pt x="28" y="131"/>
                    </a:lnTo>
                    <a:lnTo>
                      <a:pt x="25" y="129"/>
                    </a:lnTo>
                    <a:lnTo>
                      <a:pt x="23" y="127"/>
                    </a:lnTo>
                    <a:lnTo>
                      <a:pt x="20" y="123"/>
                    </a:lnTo>
                    <a:lnTo>
                      <a:pt x="19" y="121"/>
                    </a:lnTo>
                    <a:lnTo>
                      <a:pt x="17" y="118"/>
                    </a:lnTo>
                    <a:lnTo>
                      <a:pt x="15" y="116"/>
                    </a:lnTo>
                    <a:lnTo>
                      <a:pt x="15" y="114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8" name="Freeform 215">
                <a:extLst>
                  <a:ext uri="{FF2B5EF4-FFF2-40B4-BE49-F238E27FC236}">
                    <a16:creationId xmlns:a16="http://schemas.microsoft.com/office/drawing/2014/main" id="{C13A1EB6-3299-0297-DFA7-780DADB1C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940"/>
                <a:ext cx="28" cy="68"/>
              </a:xfrm>
              <a:custGeom>
                <a:avLst/>
                <a:gdLst>
                  <a:gd name="T0" fmla="*/ 21 w 28"/>
                  <a:gd name="T1" fmla="*/ 0 h 68"/>
                  <a:gd name="T2" fmla="*/ 21 w 28"/>
                  <a:gd name="T3" fmla="*/ 0 h 68"/>
                  <a:gd name="T4" fmla="*/ 20 w 28"/>
                  <a:gd name="T5" fmla="*/ 2 h 68"/>
                  <a:gd name="T6" fmla="*/ 18 w 28"/>
                  <a:gd name="T7" fmla="*/ 5 h 68"/>
                  <a:gd name="T8" fmla="*/ 16 w 28"/>
                  <a:gd name="T9" fmla="*/ 9 h 68"/>
                  <a:gd name="T10" fmla="*/ 14 w 28"/>
                  <a:gd name="T11" fmla="*/ 14 h 68"/>
                  <a:gd name="T12" fmla="*/ 13 w 28"/>
                  <a:gd name="T13" fmla="*/ 19 h 68"/>
                  <a:gd name="T14" fmla="*/ 13 w 28"/>
                  <a:gd name="T15" fmla="*/ 26 h 68"/>
                  <a:gd name="T16" fmla="*/ 14 w 28"/>
                  <a:gd name="T17" fmla="*/ 32 h 68"/>
                  <a:gd name="T18" fmla="*/ 16 w 28"/>
                  <a:gd name="T19" fmla="*/ 39 h 68"/>
                  <a:gd name="T20" fmla="*/ 18 w 28"/>
                  <a:gd name="T21" fmla="*/ 44 h 68"/>
                  <a:gd name="T22" fmla="*/ 20 w 28"/>
                  <a:gd name="T23" fmla="*/ 50 h 68"/>
                  <a:gd name="T24" fmla="*/ 22 w 28"/>
                  <a:gd name="T25" fmla="*/ 55 h 68"/>
                  <a:gd name="T26" fmla="*/ 24 w 28"/>
                  <a:gd name="T27" fmla="*/ 59 h 68"/>
                  <a:gd name="T28" fmla="*/ 25 w 28"/>
                  <a:gd name="T29" fmla="*/ 61 h 68"/>
                  <a:gd name="T30" fmla="*/ 26 w 28"/>
                  <a:gd name="T31" fmla="*/ 63 h 68"/>
                  <a:gd name="T32" fmla="*/ 27 w 28"/>
                  <a:gd name="T33" fmla="*/ 64 h 68"/>
                  <a:gd name="T34" fmla="*/ 18 w 28"/>
                  <a:gd name="T35" fmla="*/ 67 h 68"/>
                  <a:gd name="T36" fmla="*/ 17 w 28"/>
                  <a:gd name="T37" fmla="*/ 66 h 68"/>
                  <a:gd name="T38" fmla="*/ 16 w 28"/>
                  <a:gd name="T39" fmla="*/ 64 h 68"/>
                  <a:gd name="T40" fmla="*/ 13 w 28"/>
                  <a:gd name="T41" fmla="*/ 61 h 68"/>
                  <a:gd name="T42" fmla="*/ 11 w 28"/>
                  <a:gd name="T43" fmla="*/ 58 h 68"/>
                  <a:gd name="T44" fmla="*/ 8 w 28"/>
                  <a:gd name="T45" fmla="*/ 54 h 68"/>
                  <a:gd name="T46" fmla="*/ 6 w 28"/>
                  <a:gd name="T47" fmla="*/ 49 h 68"/>
                  <a:gd name="T48" fmla="*/ 4 w 28"/>
                  <a:gd name="T49" fmla="*/ 44 h 68"/>
                  <a:gd name="T50" fmla="*/ 2 w 28"/>
                  <a:gd name="T51" fmla="*/ 38 h 68"/>
                  <a:gd name="T52" fmla="*/ 1 w 28"/>
                  <a:gd name="T53" fmla="*/ 31 h 68"/>
                  <a:gd name="T54" fmla="*/ 0 w 28"/>
                  <a:gd name="T55" fmla="*/ 26 h 68"/>
                  <a:gd name="T56" fmla="*/ 0 w 28"/>
                  <a:gd name="T57" fmla="*/ 21 h 68"/>
                  <a:gd name="T58" fmla="*/ 0 w 28"/>
                  <a:gd name="T59" fmla="*/ 17 h 68"/>
                  <a:gd name="T60" fmla="*/ 0 w 28"/>
                  <a:gd name="T61" fmla="*/ 13 h 68"/>
                  <a:gd name="T62" fmla="*/ 1 w 28"/>
                  <a:gd name="T63" fmla="*/ 11 h 68"/>
                  <a:gd name="T64" fmla="*/ 2 w 28"/>
                  <a:gd name="T65" fmla="*/ 8 h 68"/>
                  <a:gd name="T66" fmla="*/ 3 w 28"/>
                  <a:gd name="T67" fmla="*/ 6 h 68"/>
                  <a:gd name="T68" fmla="*/ 6 w 28"/>
                  <a:gd name="T69" fmla="*/ 4 h 68"/>
                  <a:gd name="T70" fmla="*/ 8 w 28"/>
                  <a:gd name="T71" fmla="*/ 1 h 68"/>
                  <a:gd name="T72" fmla="*/ 12 w 28"/>
                  <a:gd name="T73" fmla="*/ 0 h 68"/>
                  <a:gd name="T74" fmla="*/ 14 w 28"/>
                  <a:gd name="T75" fmla="*/ 0 h 68"/>
                  <a:gd name="T76" fmla="*/ 17 w 28"/>
                  <a:gd name="T77" fmla="*/ 0 h 68"/>
                  <a:gd name="T78" fmla="*/ 20 w 28"/>
                  <a:gd name="T79" fmla="*/ 0 h 68"/>
                  <a:gd name="T80" fmla="*/ 21 w 28"/>
                  <a:gd name="T81" fmla="*/ 0 h 68"/>
                  <a:gd name="T82" fmla="*/ 21 w 28"/>
                  <a:gd name="T83" fmla="*/ 0 h 6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68"/>
                  <a:gd name="T128" fmla="*/ 28 w 28"/>
                  <a:gd name="T129" fmla="*/ 68 h 6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68">
                    <a:moveTo>
                      <a:pt x="21" y="0"/>
                    </a:moveTo>
                    <a:lnTo>
                      <a:pt x="21" y="0"/>
                    </a:lnTo>
                    <a:lnTo>
                      <a:pt x="20" y="2"/>
                    </a:lnTo>
                    <a:lnTo>
                      <a:pt x="18" y="5"/>
                    </a:lnTo>
                    <a:lnTo>
                      <a:pt x="16" y="9"/>
                    </a:lnTo>
                    <a:lnTo>
                      <a:pt x="14" y="14"/>
                    </a:lnTo>
                    <a:lnTo>
                      <a:pt x="13" y="19"/>
                    </a:lnTo>
                    <a:lnTo>
                      <a:pt x="13" y="26"/>
                    </a:lnTo>
                    <a:lnTo>
                      <a:pt x="14" y="32"/>
                    </a:lnTo>
                    <a:lnTo>
                      <a:pt x="16" y="39"/>
                    </a:lnTo>
                    <a:lnTo>
                      <a:pt x="18" y="44"/>
                    </a:lnTo>
                    <a:lnTo>
                      <a:pt x="20" y="50"/>
                    </a:lnTo>
                    <a:lnTo>
                      <a:pt x="22" y="55"/>
                    </a:lnTo>
                    <a:lnTo>
                      <a:pt x="24" y="59"/>
                    </a:lnTo>
                    <a:lnTo>
                      <a:pt x="25" y="61"/>
                    </a:lnTo>
                    <a:lnTo>
                      <a:pt x="26" y="63"/>
                    </a:lnTo>
                    <a:lnTo>
                      <a:pt x="27" y="64"/>
                    </a:lnTo>
                    <a:lnTo>
                      <a:pt x="18" y="67"/>
                    </a:lnTo>
                    <a:lnTo>
                      <a:pt x="17" y="66"/>
                    </a:lnTo>
                    <a:lnTo>
                      <a:pt x="16" y="64"/>
                    </a:lnTo>
                    <a:lnTo>
                      <a:pt x="13" y="61"/>
                    </a:lnTo>
                    <a:lnTo>
                      <a:pt x="11" y="58"/>
                    </a:lnTo>
                    <a:lnTo>
                      <a:pt x="8" y="54"/>
                    </a:lnTo>
                    <a:lnTo>
                      <a:pt x="6" y="49"/>
                    </a:lnTo>
                    <a:lnTo>
                      <a:pt x="4" y="44"/>
                    </a:lnTo>
                    <a:lnTo>
                      <a:pt x="2" y="38"/>
                    </a:lnTo>
                    <a:lnTo>
                      <a:pt x="1" y="31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1" y="11"/>
                    </a:lnTo>
                    <a:lnTo>
                      <a:pt x="2" y="8"/>
                    </a:lnTo>
                    <a:lnTo>
                      <a:pt x="3" y="6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1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199" name="Freeform 216">
                <a:extLst>
                  <a:ext uri="{FF2B5EF4-FFF2-40B4-BE49-F238E27FC236}">
                    <a16:creationId xmlns:a16="http://schemas.microsoft.com/office/drawing/2014/main" id="{46DDCEB5-63E4-04C7-59EB-182CEA169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" y="1006"/>
                <a:ext cx="67" cy="50"/>
              </a:xfrm>
              <a:custGeom>
                <a:avLst/>
                <a:gdLst>
                  <a:gd name="T0" fmla="*/ 66 w 67"/>
                  <a:gd name="T1" fmla="*/ 49 h 50"/>
                  <a:gd name="T2" fmla="*/ 64 w 67"/>
                  <a:gd name="T3" fmla="*/ 49 h 50"/>
                  <a:gd name="T4" fmla="*/ 62 w 67"/>
                  <a:gd name="T5" fmla="*/ 49 h 50"/>
                  <a:gd name="T6" fmla="*/ 59 w 67"/>
                  <a:gd name="T7" fmla="*/ 49 h 50"/>
                  <a:gd name="T8" fmla="*/ 55 w 67"/>
                  <a:gd name="T9" fmla="*/ 49 h 50"/>
                  <a:gd name="T10" fmla="*/ 49 w 67"/>
                  <a:gd name="T11" fmla="*/ 47 h 50"/>
                  <a:gd name="T12" fmla="*/ 44 w 67"/>
                  <a:gd name="T13" fmla="*/ 45 h 50"/>
                  <a:gd name="T14" fmla="*/ 37 w 67"/>
                  <a:gd name="T15" fmla="*/ 42 h 50"/>
                  <a:gd name="T16" fmla="*/ 30 w 67"/>
                  <a:gd name="T17" fmla="*/ 40 h 50"/>
                  <a:gd name="T18" fmla="*/ 23 w 67"/>
                  <a:gd name="T19" fmla="*/ 35 h 50"/>
                  <a:gd name="T20" fmla="*/ 17 w 67"/>
                  <a:gd name="T21" fmla="*/ 29 h 50"/>
                  <a:gd name="T22" fmla="*/ 12 w 67"/>
                  <a:gd name="T23" fmla="*/ 23 h 50"/>
                  <a:gd name="T24" fmla="*/ 8 w 67"/>
                  <a:gd name="T25" fmla="*/ 16 h 50"/>
                  <a:gd name="T26" fmla="*/ 5 w 67"/>
                  <a:gd name="T27" fmla="*/ 10 h 50"/>
                  <a:gd name="T28" fmla="*/ 2 w 67"/>
                  <a:gd name="T29" fmla="*/ 5 h 50"/>
                  <a:gd name="T30" fmla="*/ 0 w 67"/>
                  <a:gd name="T31" fmla="*/ 1 h 50"/>
                  <a:gd name="T32" fmla="*/ 0 w 67"/>
                  <a:gd name="T33" fmla="*/ 0 h 50"/>
                  <a:gd name="T34" fmla="*/ 1 w 67"/>
                  <a:gd name="T35" fmla="*/ 0 h 50"/>
                  <a:gd name="T36" fmla="*/ 2 w 67"/>
                  <a:gd name="T37" fmla="*/ 0 h 50"/>
                  <a:gd name="T38" fmla="*/ 4 w 67"/>
                  <a:gd name="T39" fmla="*/ 4 h 50"/>
                  <a:gd name="T40" fmla="*/ 5 w 67"/>
                  <a:gd name="T41" fmla="*/ 9 h 50"/>
                  <a:gd name="T42" fmla="*/ 9 w 67"/>
                  <a:gd name="T43" fmla="*/ 15 h 50"/>
                  <a:gd name="T44" fmla="*/ 13 w 67"/>
                  <a:gd name="T45" fmla="*/ 22 h 50"/>
                  <a:gd name="T46" fmla="*/ 18 w 67"/>
                  <a:gd name="T47" fmla="*/ 28 h 50"/>
                  <a:gd name="T48" fmla="*/ 24 w 67"/>
                  <a:gd name="T49" fmla="*/ 34 h 50"/>
                  <a:gd name="T50" fmla="*/ 31 w 67"/>
                  <a:gd name="T51" fmla="*/ 38 h 50"/>
                  <a:gd name="T52" fmla="*/ 38 w 67"/>
                  <a:gd name="T53" fmla="*/ 42 h 50"/>
                  <a:gd name="T54" fmla="*/ 44 w 67"/>
                  <a:gd name="T55" fmla="*/ 44 h 50"/>
                  <a:gd name="T56" fmla="*/ 49 w 67"/>
                  <a:gd name="T57" fmla="*/ 45 h 50"/>
                  <a:gd name="T58" fmla="*/ 55 w 67"/>
                  <a:gd name="T59" fmla="*/ 47 h 50"/>
                  <a:gd name="T60" fmla="*/ 59 w 67"/>
                  <a:gd name="T61" fmla="*/ 47 h 50"/>
                  <a:gd name="T62" fmla="*/ 61 w 67"/>
                  <a:gd name="T63" fmla="*/ 47 h 50"/>
                  <a:gd name="T64" fmla="*/ 64 w 67"/>
                  <a:gd name="T65" fmla="*/ 47 h 50"/>
                  <a:gd name="T66" fmla="*/ 65 w 67"/>
                  <a:gd name="T67" fmla="*/ 47 h 50"/>
                  <a:gd name="T68" fmla="*/ 66 w 67"/>
                  <a:gd name="T69" fmla="*/ 49 h 5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67"/>
                  <a:gd name="T106" fmla="*/ 0 h 50"/>
                  <a:gd name="T107" fmla="*/ 67 w 67"/>
                  <a:gd name="T108" fmla="*/ 50 h 5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67" h="50">
                    <a:moveTo>
                      <a:pt x="66" y="49"/>
                    </a:moveTo>
                    <a:lnTo>
                      <a:pt x="64" y="49"/>
                    </a:lnTo>
                    <a:lnTo>
                      <a:pt x="62" y="49"/>
                    </a:lnTo>
                    <a:lnTo>
                      <a:pt x="59" y="49"/>
                    </a:lnTo>
                    <a:lnTo>
                      <a:pt x="55" y="49"/>
                    </a:lnTo>
                    <a:lnTo>
                      <a:pt x="49" y="47"/>
                    </a:lnTo>
                    <a:lnTo>
                      <a:pt x="44" y="45"/>
                    </a:lnTo>
                    <a:lnTo>
                      <a:pt x="37" y="42"/>
                    </a:lnTo>
                    <a:lnTo>
                      <a:pt x="30" y="40"/>
                    </a:lnTo>
                    <a:lnTo>
                      <a:pt x="23" y="35"/>
                    </a:lnTo>
                    <a:lnTo>
                      <a:pt x="17" y="29"/>
                    </a:lnTo>
                    <a:lnTo>
                      <a:pt x="12" y="23"/>
                    </a:lnTo>
                    <a:lnTo>
                      <a:pt x="8" y="16"/>
                    </a:lnTo>
                    <a:lnTo>
                      <a:pt x="5" y="10"/>
                    </a:lnTo>
                    <a:lnTo>
                      <a:pt x="2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4"/>
                    </a:lnTo>
                    <a:lnTo>
                      <a:pt x="5" y="9"/>
                    </a:lnTo>
                    <a:lnTo>
                      <a:pt x="9" y="15"/>
                    </a:lnTo>
                    <a:lnTo>
                      <a:pt x="13" y="22"/>
                    </a:lnTo>
                    <a:lnTo>
                      <a:pt x="18" y="28"/>
                    </a:lnTo>
                    <a:lnTo>
                      <a:pt x="24" y="34"/>
                    </a:lnTo>
                    <a:lnTo>
                      <a:pt x="31" y="38"/>
                    </a:lnTo>
                    <a:lnTo>
                      <a:pt x="38" y="42"/>
                    </a:lnTo>
                    <a:lnTo>
                      <a:pt x="44" y="44"/>
                    </a:lnTo>
                    <a:lnTo>
                      <a:pt x="49" y="45"/>
                    </a:lnTo>
                    <a:lnTo>
                      <a:pt x="55" y="47"/>
                    </a:lnTo>
                    <a:lnTo>
                      <a:pt x="59" y="47"/>
                    </a:lnTo>
                    <a:lnTo>
                      <a:pt x="61" y="47"/>
                    </a:lnTo>
                    <a:lnTo>
                      <a:pt x="64" y="47"/>
                    </a:lnTo>
                    <a:lnTo>
                      <a:pt x="65" y="47"/>
                    </a:lnTo>
                    <a:lnTo>
                      <a:pt x="66" y="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0" name="Freeform 217">
                <a:extLst>
                  <a:ext uri="{FF2B5EF4-FFF2-40B4-BE49-F238E27FC236}">
                    <a16:creationId xmlns:a16="http://schemas.microsoft.com/office/drawing/2014/main" id="{E9151231-34D2-FD96-7B24-72CAA1AD8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1050"/>
                <a:ext cx="17" cy="17"/>
              </a:xfrm>
              <a:custGeom>
                <a:avLst/>
                <a:gdLst>
                  <a:gd name="T0" fmla="*/ 3 w 17"/>
                  <a:gd name="T1" fmla="*/ 2 h 17"/>
                  <a:gd name="T2" fmla="*/ 3 w 17"/>
                  <a:gd name="T3" fmla="*/ 2 h 17"/>
                  <a:gd name="T4" fmla="*/ 3 w 17"/>
                  <a:gd name="T5" fmla="*/ 2 h 17"/>
                  <a:gd name="T6" fmla="*/ 4 w 17"/>
                  <a:gd name="T7" fmla="*/ 2 h 17"/>
                  <a:gd name="T8" fmla="*/ 4 w 17"/>
                  <a:gd name="T9" fmla="*/ 2 h 17"/>
                  <a:gd name="T10" fmla="*/ 6 w 17"/>
                  <a:gd name="T11" fmla="*/ 2 h 17"/>
                  <a:gd name="T12" fmla="*/ 6 w 17"/>
                  <a:gd name="T13" fmla="*/ 2 h 17"/>
                  <a:gd name="T14" fmla="*/ 8 w 17"/>
                  <a:gd name="T15" fmla="*/ 2 h 17"/>
                  <a:gd name="T16" fmla="*/ 8 w 17"/>
                  <a:gd name="T17" fmla="*/ 2 h 17"/>
                  <a:gd name="T18" fmla="*/ 9 w 17"/>
                  <a:gd name="T19" fmla="*/ 0 h 17"/>
                  <a:gd name="T20" fmla="*/ 9 w 17"/>
                  <a:gd name="T21" fmla="*/ 0 h 17"/>
                  <a:gd name="T22" fmla="*/ 11 w 17"/>
                  <a:gd name="T23" fmla="*/ 0 h 17"/>
                  <a:gd name="T24" fmla="*/ 11 w 17"/>
                  <a:gd name="T25" fmla="*/ 2 h 17"/>
                  <a:gd name="T26" fmla="*/ 12 w 17"/>
                  <a:gd name="T27" fmla="*/ 2 h 17"/>
                  <a:gd name="T28" fmla="*/ 12 w 17"/>
                  <a:gd name="T29" fmla="*/ 2 h 17"/>
                  <a:gd name="T30" fmla="*/ 14 w 17"/>
                  <a:gd name="T31" fmla="*/ 2 h 17"/>
                  <a:gd name="T32" fmla="*/ 14 w 17"/>
                  <a:gd name="T33" fmla="*/ 4 h 17"/>
                  <a:gd name="T34" fmla="*/ 14 w 17"/>
                  <a:gd name="T35" fmla="*/ 6 h 17"/>
                  <a:gd name="T36" fmla="*/ 14 w 17"/>
                  <a:gd name="T37" fmla="*/ 6 h 17"/>
                  <a:gd name="T38" fmla="*/ 16 w 17"/>
                  <a:gd name="T39" fmla="*/ 8 h 17"/>
                  <a:gd name="T40" fmla="*/ 16 w 17"/>
                  <a:gd name="T41" fmla="*/ 10 h 17"/>
                  <a:gd name="T42" fmla="*/ 14 w 17"/>
                  <a:gd name="T43" fmla="*/ 10 h 17"/>
                  <a:gd name="T44" fmla="*/ 14 w 17"/>
                  <a:gd name="T45" fmla="*/ 12 h 17"/>
                  <a:gd name="T46" fmla="*/ 12 w 17"/>
                  <a:gd name="T47" fmla="*/ 12 h 17"/>
                  <a:gd name="T48" fmla="*/ 12 w 17"/>
                  <a:gd name="T49" fmla="*/ 14 h 17"/>
                  <a:gd name="T50" fmla="*/ 11 w 17"/>
                  <a:gd name="T51" fmla="*/ 14 h 17"/>
                  <a:gd name="T52" fmla="*/ 9 w 17"/>
                  <a:gd name="T53" fmla="*/ 14 h 17"/>
                  <a:gd name="T54" fmla="*/ 9 w 17"/>
                  <a:gd name="T55" fmla="*/ 14 h 17"/>
                  <a:gd name="T56" fmla="*/ 8 w 17"/>
                  <a:gd name="T57" fmla="*/ 16 h 17"/>
                  <a:gd name="T58" fmla="*/ 6 w 17"/>
                  <a:gd name="T59" fmla="*/ 16 h 17"/>
                  <a:gd name="T60" fmla="*/ 6 w 17"/>
                  <a:gd name="T61" fmla="*/ 16 h 17"/>
                  <a:gd name="T62" fmla="*/ 4 w 17"/>
                  <a:gd name="T63" fmla="*/ 14 h 17"/>
                  <a:gd name="T64" fmla="*/ 4 w 17"/>
                  <a:gd name="T65" fmla="*/ 14 h 17"/>
                  <a:gd name="T66" fmla="*/ 3 w 17"/>
                  <a:gd name="T67" fmla="*/ 14 h 17"/>
                  <a:gd name="T68" fmla="*/ 1 w 17"/>
                  <a:gd name="T69" fmla="*/ 12 h 17"/>
                  <a:gd name="T70" fmla="*/ 1 w 17"/>
                  <a:gd name="T71" fmla="*/ 10 h 17"/>
                  <a:gd name="T72" fmla="*/ 1 w 17"/>
                  <a:gd name="T73" fmla="*/ 8 h 17"/>
                  <a:gd name="T74" fmla="*/ 0 w 17"/>
                  <a:gd name="T75" fmla="*/ 8 h 17"/>
                  <a:gd name="T76" fmla="*/ 0 w 17"/>
                  <a:gd name="T77" fmla="*/ 6 h 17"/>
                  <a:gd name="T78" fmla="*/ 0 w 17"/>
                  <a:gd name="T79" fmla="*/ 6 h 17"/>
                  <a:gd name="T80" fmla="*/ 0 w 17"/>
                  <a:gd name="T81" fmla="*/ 6 h 17"/>
                  <a:gd name="T82" fmla="*/ 3 w 17"/>
                  <a:gd name="T83" fmla="*/ 2 h 1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7"/>
                  <a:gd name="T127" fmla="*/ 0 h 17"/>
                  <a:gd name="T128" fmla="*/ 17 w 17"/>
                  <a:gd name="T129" fmla="*/ 17 h 1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7" h="17">
                    <a:moveTo>
                      <a:pt x="3" y="2"/>
                    </a:moveTo>
                    <a:lnTo>
                      <a:pt x="3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12" y="2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6" y="8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1" y="14"/>
                    </a:lnTo>
                    <a:lnTo>
                      <a:pt x="9" y="14"/>
                    </a:lnTo>
                    <a:lnTo>
                      <a:pt x="8" y="16"/>
                    </a:lnTo>
                    <a:lnTo>
                      <a:pt x="6" y="16"/>
                    </a:lnTo>
                    <a:lnTo>
                      <a:pt x="4" y="14"/>
                    </a:lnTo>
                    <a:lnTo>
                      <a:pt x="3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3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1" name="Freeform 218">
                <a:extLst>
                  <a:ext uri="{FF2B5EF4-FFF2-40B4-BE49-F238E27FC236}">
                    <a16:creationId xmlns:a16="http://schemas.microsoft.com/office/drawing/2014/main" id="{5B3BD03B-B765-F6EF-0E2A-DDE104C57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1320"/>
                <a:ext cx="446" cy="402"/>
              </a:xfrm>
              <a:custGeom>
                <a:avLst/>
                <a:gdLst>
                  <a:gd name="T0" fmla="*/ 0 w 446"/>
                  <a:gd name="T1" fmla="*/ 401 h 402"/>
                  <a:gd name="T2" fmla="*/ 0 w 446"/>
                  <a:gd name="T3" fmla="*/ 106 h 402"/>
                  <a:gd name="T4" fmla="*/ 445 w 446"/>
                  <a:gd name="T5" fmla="*/ 0 h 402"/>
                  <a:gd name="T6" fmla="*/ 445 w 446"/>
                  <a:gd name="T7" fmla="*/ 303 h 402"/>
                  <a:gd name="T8" fmla="*/ 0 w 446"/>
                  <a:gd name="T9" fmla="*/ 401 h 4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6"/>
                  <a:gd name="T16" fmla="*/ 0 h 402"/>
                  <a:gd name="T17" fmla="*/ 446 w 446"/>
                  <a:gd name="T18" fmla="*/ 402 h 4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6" h="402">
                    <a:moveTo>
                      <a:pt x="0" y="401"/>
                    </a:moveTo>
                    <a:lnTo>
                      <a:pt x="0" y="106"/>
                    </a:lnTo>
                    <a:lnTo>
                      <a:pt x="445" y="0"/>
                    </a:lnTo>
                    <a:lnTo>
                      <a:pt x="445" y="303"/>
                    </a:lnTo>
                    <a:lnTo>
                      <a:pt x="0" y="40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2" name="Freeform 219">
                <a:extLst>
                  <a:ext uri="{FF2B5EF4-FFF2-40B4-BE49-F238E27FC236}">
                    <a16:creationId xmlns:a16="http://schemas.microsoft.com/office/drawing/2014/main" id="{090A929F-657B-BFCB-980C-35003DBB6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3" name="Freeform 220">
                <a:extLst>
                  <a:ext uri="{FF2B5EF4-FFF2-40B4-BE49-F238E27FC236}">
                    <a16:creationId xmlns:a16="http://schemas.microsoft.com/office/drawing/2014/main" id="{3CEBE031-EDE0-89E9-1BDC-88FEAD227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4" name="Freeform 221">
                <a:extLst>
                  <a:ext uri="{FF2B5EF4-FFF2-40B4-BE49-F238E27FC236}">
                    <a16:creationId xmlns:a16="http://schemas.microsoft.com/office/drawing/2014/main" id="{FC65C93A-DC94-B2ED-C90A-60F4BACC8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5" name="Freeform 222">
                <a:extLst>
                  <a:ext uri="{FF2B5EF4-FFF2-40B4-BE49-F238E27FC236}">
                    <a16:creationId xmlns:a16="http://schemas.microsoft.com/office/drawing/2014/main" id="{6DB19C72-4115-1C6A-3B4B-BBF22CACE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6" name="Freeform 223">
                <a:extLst>
                  <a:ext uri="{FF2B5EF4-FFF2-40B4-BE49-F238E27FC236}">
                    <a16:creationId xmlns:a16="http://schemas.microsoft.com/office/drawing/2014/main" id="{7EC28190-6D0A-863C-053E-A0A8AD91B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7" name="Freeform 224">
                <a:extLst>
                  <a:ext uri="{FF2B5EF4-FFF2-40B4-BE49-F238E27FC236}">
                    <a16:creationId xmlns:a16="http://schemas.microsoft.com/office/drawing/2014/main" id="{35EEC2C8-93B9-E8E4-2B32-B5C09B3B2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8" name="Freeform 225">
                <a:extLst>
                  <a:ext uri="{FF2B5EF4-FFF2-40B4-BE49-F238E27FC236}">
                    <a16:creationId xmlns:a16="http://schemas.microsoft.com/office/drawing/2014/main" id="{3C251D0C-5BA7-91EE-9662-DB666D937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09" name="Freeform 226">
                <a:extLst>
                  <a:ext uri="{FF2B5EF4-FFF2-40B4-BE49-F238E27FC236}">
                    <a16:creationId xmlns:a16="http://schemas.microsoft.com/office/drawing/2014/main" id="{60CCF371-1D13-94ED-3CDD-391B422E2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8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0" name="Freeform 227">
                <a:extLst>
                  <a:ext uri="{FF2B5EF4-FFF2-40B4-BE49-F238E27FC236}">
                    <a16:creationId xmlns:a16="http://schemas.microsoft.com/office/drawing/2014/main" id="{9100B17A-BFA0-0776-3340-0735C38DCE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1" name="Freeform 228">
                <a:extLst>
                  <a:ext uri="{FF2B5EF4-FFF2-40B4-BE49-F238E27FC236}">
                    <a16:creationId xmlns:a16="http://schemas.microsoft.com/office/drawing/2014/main" id="{93F1764A-EF59-090E-BD93-55C5E917D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2" name="Freeform 229">
                <a:extLst>
                  <a:ext uri="{FF2B5EF4-FFF2-40B4-BE49-F238E27FC236}">
                    <a16:creationId xmlns:a16="http://schemas.microsoft.com/office/drawing/2014/main" id="{E019D2B6-7C86-D00E-9025-0A2CA3757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3" name="Freeform 230">
                <a:extLst>
                  <a:ext uri="{FF2B5EF4-FFF2-40B4-BE49-F238E27FC236}">
                    <a16:creationId xmlns:a16="http://schemas.microsoft.com/office/drawing/2014/main" id="{3D53F7E1-F551-11BF-89C3-CB03AFD5A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4" name="Freeform 231">
                <a:extLst>
                  <a:ext uri="{FF2B5EF4-FFF2-40B4-BE49-F238E27FC236}">
                    <a16:creationId xmlns:a16="http://schemas.microsoft.com/office/drawing/2014/main" id="{8A528B7B-7CBB-D658-09AB-D1F0A0F7B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5" name="Freeform 232">
                <a:extLst>
                  <a:ext uri="{FF2B5EF4-FFF2-40B4-BE49-F238E27FC236}">
                    <a16:creationId xmlns:a16="http://schemas.microsoft.com/office/drawing/2014/main" id="{F425BE93-495C-ECDF-8741-F54D661BB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6" name="Freeform 233">
                <a:extLst>
                  <a:ext uri="{FF2B5EF4-FFF2-40B4-BE49-F238E27FC236}">
                    <a16:creationId xmlns:a16="http://schemas.microsoft.com/office/drawing/2014/main" id="{D4E44562-C45C-CACB-9210-35E9B8CDC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7" name="Freeform 234">
                <a:extLst>
                  <a:ext uri="{FF2B5EF4-FFF2-40B4-BE49-F238E27FC236}">
                    <a16:creationId xmlns:a16="http://schemas.microsoft.com/office/drawing/2014/main" id="{CCE7D139-B07C-6C6E-9EC1-8BC9E20E6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8" name="Freeform 235">
                <a:extLst>
                  <a:ext uri="{FF2B5EF4-FFF2-40B4-BE49-F238E27FC236}">
                    <a16:creationId xmlns:a16="http://schemas.microsoft.com/office/drawing/2014/main" id="{D089A50C-7577-020C-3FE8-2FE6D95E7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19" name="Freeform 236">
                <a:extLst>
                  <a:ext uri="{FF2B5EF4-FFF2-40B4-BE49-F238E27FC236}">
                    <a16:creationId xmlns:a16="http://schemas.microsoft.com/office/drawing/2014/main" id="{789AC9A9-776E-9AA5-DF0E-40319E099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0" name="Freeform 237">
                <a:extLst>
                  <a:ext uri="{FF2B5EF4-FFF2-40B4-BE49-F238E27FC236}">
                    <a16:creationId xmlns:a16="http://schemas.microsoft.com/office/drawing/2014/main" id="{97354321-B73A-277D-FCC7-592300686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8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1" name="Freeform 238">
                <a:extLst>
                  <a:ext uri="{FF2B5EF4-FFF2-40B4-BE49-F238E27FC236}">
                    <a16:creationId xmlns:a16="http://schemas.microsoft.com/office/drawing/2014/main" id="{255AFD13-0105-3FF5-2D04-D6D22E01A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2" name="Freeform 239">
                <a:extLst>
                  <a:ext uri="{FF2B5EF4-FFF2-40B4-BE49-F238E27FC236}">
                    <a16:creationId xmlns:a16="http://schemas.microsoft.com/office/drawing/2014/main" id="{914C4014-6E8D-B4B8-2289-2F5952698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3" name="Freeform 240">
                <a:extLst>
                  <a:ext uri="{FF2B5EF4-FFF2-40B4-BE49-F238E27FC236}">
                    <a16:creationId xmlns:a16="http://schemas.microsoft.com/office/drawing/2014/main" id="{21AA511C-9A1A-7BC2-D2AE-89940A648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4" name="Freeform 241">
                <a:extLst>
                  <a:ext uri="{FF2B5EF4-FFF2-40B4-BE49-F238E27FC236}">
                    <a16:creationId xmlns:a16="http://schemas.microsoft.com/office/drawing/2014/main" id="{B8BD4823-E07B-CBA4-F9B5-B8D9ACFB8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" y="1253"/>
                <a:ext cx="52" cy="96"/>
              </a:xfrm>
              <a:custGeom>
                <a:avLst/>
                <a:gdLst>
                  <a:gd name="T0" fmla="*/ 9 w 52"/>
                  <a:gd name="T1" fmla="*/ 0 h 96"/>
                  <a:gd name="T2" fmla="*/ 8 w 52"/>
                  <a:gd name="T3" fmla="*/ 0 h 96"/>
                  <a:gd name="T4" fmla="*/ 7 w 52"/>
                  <a:gd name="T5" fmla="*/ 3 h 96"/>
                  <a:gd name="T6" fmla="*/ 6 w 52"/>
                  <a:gd name="T7" fmla="*/ 7 h 96"/>
                  <a:gd name="T8" fmla="*/ 5 w 52"/>
                  <a:gd name="T9" fmla="*/ 12 h 96"/>
                  <a:gd name="T10" fmla="*/ 3 w 52"/>
                  <a:gd name="T11" fmla="*/ 18 h 96"/>
                  <a:gd name="T12" fmla="*/ 1 w 52"/>
                  <a:gd name="T13" fmla="*/ 25 h 96"/>
                  <a:gd name="T14" fmla="*/ 0 w 52"/>
                  <a:gd name="T15" fmla="*/ 33 h 96"/>
                  <a:gd name="T16" fmla="*/ 0 w 52"/>
                  <a:gd name="T17" fmla="*/ 40 h 96"/>
                  <a:gd name="T18" fmla="*/ 0 w 52"/>
                  <a:gd name="T19" fmla="*/ 47 h 96"/>
                  <a:gd name="T20" fmla="*/ 1 w 52"/>
                  <a:gd name="T21" fmla="*/ 54 h 96"/>
                  <a:gd name="T22" fmla="*/ 5 w 52"/>
                  <a:gd name="T23" fmla="*/ 61 h 96"/>
                  <a:gd name="T24" fmla="*/ 9 w 52"/>
                  <a:gd name="T25" fmla="*/ 68 h 96"/>
                  <a:gd name="T26" fmla="*/ 13 w 52"/>
                  <a:gd name="T27" fmla="*/ 74 h 96"/>
                  <a:gd name="T28" fmla="*/ 17 w 52"/>
                  <a:gd name="T29" fmla="*/ 79 h 96"/>
                  <a:gd name="T30" fmla="*/ 20 w 52"/>
                  <a:gd name="T31" fmla="*/ 84 h 96"/>
                  <a:gd name="T32" fmla="*/ 22 w 52"/>
                  <a:gd name="T33" fmla="*/ 89 h 96"/>
                  <a:gd name="T34" fmla="*/ 24 w 52"/>
                  <a:gd name="T35" fmla="*/ 92 h 96"/>
                  <a:gd name="T36" fmla="*/ 28 w 52"/>
                  <a:gd name="T37" fmla="*/ 94 h 96"/>
                  <a:gd name="T38" fmla="*/ 33 w 52"/>
                  <a:gd name="T39" fmla="*/ 95 h 96"/>
                  <a:gd name="T40" fmla="*/ 38 w 52"/>
                  <a:gd name="T41" fmla="*/ 95 h 96"/>
                  <a:gd name="T42" fmla="*/ 43 w 52"/>
                  <a:gd name="T43" fmla="*/ 94 h 96"/>
                  <a:gd name="T44" fmla="*/ 46 w 52"/>
                  <a:gd name="T45" fmla="*/ 93 h 96"/>
                  <a:gd name="T46" fmla="*/ 50 w 52"/>
                  <a:gd name="T47" fmla="*/ 92 h 96"/>
                  <a:gd name="T48" fmla="*/ 51 w 52"/>
                  <a:gd name="T49" fmla="*/ 91 h 96"/>
                  <a:gd name="T50" fmla="*/ 50 w 52"/>
                  <a:gd name="T51" fmla="*/ 91 h 96"/>
                  <a:gd name="T52" fmla="*/ 48 w 52"/>
                  <a:gd name="T53" fmla="*/ 91 h 96"/>
                  <a:gd name="T54" fmla="*/ 46 w 52"/>
                  <a:gd name="T55" fmla="*/ 91 h 96"/>
                  <a:gd name="T56" fmla="*/ 44 w 52"/>
                  <a:gd name="T57" fmla="*/ 90 h 96"/>
                  <a:gd name="T58" fmla="*/ 40 w 52"/>
                  <a:gd name="T59" fmla="*/ 89 h 96"/>
                  <a:gd name="T60" fmla="*/ 38 w 52"/>
                  <a:gd name="T61" fmla="*/ 88 h 96"/>
                  <a:gd name="T62" fmla="*/ 35 w 52"/>
                  <a:gd name="T63" fmla="*/ 85 h 96"/>
                  <a:gd name="T64" fmla="*/ 34 w 52"/>
                  <a:gd name="T65" fmla="*/ 83 h 96"/>
                  <a:gd name="T66" fmla="*/ 30 w 52"/>
                  <a:gd name="T67" fmla="*/ 78 h 96"/>
                  <a:gd name="T68" fmla="*/ 27 w 52"/>
                  <a:gd name="T69" fmla="*/ 74 h 96"/>
                  <a:gd name="T70" fmla="*/ 22 w 52"/>
                  <a:gd name="T71" fmla="*/ 68 h 96"/>
                  <a:gd name="T72" fmla="*/ 17 w 52"/>
                  <a:gd name="T73" fmla="*/ 61 h 96"/>
                  <a:gd name="T74" fmla="*/ 11 w 52"/>
                  <a:gd name="T75" fmla="*/ 53 h 96"/>
                  <a:gd name="T76" fmla="*/ 8 w 52"/>
                  <a:gd name="T77" fmla="*/ 46 h 96"/>
                  <a:gd name="T78" fmla="*/ 5 w 52"/>
                  <a:gd name="T79" fmla="*/ 36 h 96"/>
                  <a:gd name="T80" fmla="*/ 6 w 52"/>
                  <a:gd name="T81" fmla="*/ 28 h 96"/>
                  <a:gd name="T82" fmla="*/ 8 w 52"/>
                  <a:gd name="T83" fmla="*/ 22 h 96"/>
                  <a:gd name="T84" fmla="*/ 10 w 52"/>
                  <a:gd name="T85" fmla="*/ 17 h 96"/>
                  <a:gd name="T86" fmla="*/ 11 w 52"/>
                  <a:gd name="T87" fmla="*/ 13 h 96"/>
                  <a:gd name="T88" fmla="*/ 12 w 52"/>
                  <a:gd name="T89" fmla="*/ 10 h 96"/>
                  <a:gd name="T90" fmla="*/ 13 w 52"/>
                  <a:gd name="T91" fmla="*/ 7 h 96"/>
                  <a:gd name="T92" fmla="*/ 14 w 52"/>
                  <a:gd name="T93" fmla="*/ 5 h 96"/>
                  <a:gd name="T94" fmla="*/ 14 w 52"/>
                  <a:gd name="T95" fmla="*/ 4 h 96"/>
                  <a:gd name="T96" fmla="*/ 15 w 52"/>
                  <a:gd name="T97" fmla="*/ 4 h 96"/>
                  <a:gd name="T98" fmla="*/ 9 w 52"/>
                  <a:gd name="T99" fmla="*/ 0 h 9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52"/>
                  <a:gd name="T151" fmla="*/ 0 h 96"/>
                  <a:gd name="T152" fmla="*/ 52 w 52"/>
                  <a:gd name="T153" fmla="*/ 96 h 9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52" h="96">
                    <a:moveTo>
                      <a:pt x="9" y="0"/>
                    </a:moveTo>
                    <a:lnTo>
                      <a:pt x="8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5" y="12"/>
                    </a:lnTo>
                    <a:lnTo>
                      <a:pt x="3" y="18"/>
                    </a:lnTo>
                    <a:lnTo>
                      <a:pt x="1" y="25"/>
                    </a:lnTo>
                    <a:lnTo>
                      <a:pt x="0" y="33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1" y="54"/>
                    </a:lnTo>
                    <a:lnTo>
                      <a:pt x="5" y="61"/>
                    </a:lnTo>
                    <a:lnTo>
                      <a:pt x="9" y="68"/>
                    </a:lnTo>
                    <a:lnTo>
                      <a:pt x="13" y="74"/>
                    </a:lnTo>
                    <a:lnTo>
                      <a:pt x="17" y="79"/>
                    </a:lnTo>
                    <a:lnTo>
                      <a:pt x="20" y="84"/>
                    </a:lnTo>
                    <a:lnTo>
                      <a:pt x="22" y="89"/>
                    </a:lnTo>
                    <a:lnTo>
                      <a:pt x="24" y="92"/>
                    </a:lnTo>
                    <a:lnTo>
                      <a:pt x="28" y="94"/>
                    </a:lnTo>
                    <a:lnTo>
                      <a:pt x="33" y="95"/>
                    </a:lnTo>
                    <a:lnTo>
                      <a:pt x="38" y="95"/>
                    </a:lnTo>
                    <a:lnTo>
                      <a:pt x="43" y="94"/>
                    </a:lnTo>
                    <a:lnTo>
                      <a:pt x="46" y="93"/>
                    </a:lnTo>
                    <a:lnTo>
                      <a:pt x="50" y="92"/>
                    </a:lnTo>
                    <a:lnTo>
                      <a:pt x="51" y="91"/>
                    </a:lnTo>
                    <a:lnTo>
                      <a:pt x="50" y="91"/>
                    </a:lnTo>
                    <a:lnTo>
                      <a:pt x="48" y="91"/>
                    </a:lnTo>
                    <a:lnTo>
                      <a:pt x="46" y="91"/>
                    </a:lnTo>
                    <a:lnTo>
                      <a:pt x="44" y="90"/>
                    </a:lnTo>
                    <a:lnTo>
                      <a:pt x="40" y="89"/>
                    </a:lnTo>
                    <a:lnTo>
                      <a:pt x="38" y="88"/>
                    </a:lnTo>
                    <a:lnTo>
                      <a:pt x="35" y="85"/>
                    </a:lnTo>
                    <a:lnTo>
                      <a:pt x="34" y="83"/>
                    </a:lnTo>
                    <a:lnTo>
                      <a:pt x="30" y="78"/>
                    </a:lnTo>
                    <a:lnTo>
                      <a:pt x="27" y="74"/>
                    </a:lnTo>
                    <a:lnTo>
                      <a:pt x="22" y="68"/>
                    </a:lnTo>
                    <a:lnTo>
                      <a:pt x="17" y="61"/>
                    </a:lnTo>
                    <a:lnTo>
                      <a:pt x="11" y="53"/>
                    </a:lnTo>
                    <a:lnTo>
                      <a:pt x="8" y="46"/>
                    </a:lnTo>
                    <a:lnTo>
                      <a:pt x="5" y="36"/>
                    </a:lnTo>
                    <a:lnTo>
                      <a:pt x="6" y="28"/>
                    </a:lnTo>
                    <a:lnTo>
                      <a:pt x="8" y="22"/>
                    </a:lnTo>
                    <a:lnTo>
                      <a:pt x="10" y="17"/>
                    </a:lnTo>
                    <a:lnTo>
                      <a:pt x="11" y="13"/>
                    </a:lnTo>
                    <a:lnTo>
                      <a:pt x="12" y="10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4"/>
                    </a:lnTo>
                    <a:lnTo>
                      <a:pt x="15" y="4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5" name="Freeform 242">
                <a:extLst>
                  <a:ext uri="{FF2B5EF4-FFF2-40B4-BE49-F238E27FC236}">
                    <a16:creationId xmlns:a16="http://schemas.microsoft.com/office/drawing/2014/main" id="{3B5E75D0-9C6C-B5F2-AF6E-BC8843DA0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1311"/>
                <a:ext cx="182" cy="103"/>
              </a:xfrm>
              <a:custGeom>
                <a:avLst/>
                <a:gdLst>
                  <a:gd name="T0" fmla="*/ 22 w 182"/>
                  <a:gd name="T1" fmla="*/ 78 h 103"/>
                  <a:gd name="T2" fmla="*/ 154 w 182"/>
                  <a:gd name="T3" fmla="*/ 102 h 103"/>
                  <a:gd name="T4" fmla="*/ 155 w 182"/>
                  <a:gd name="T5" fmla="*/ 101 h 103"/>
                  <a:gd name="T6" fmla="*/ 158 w 182"/>
                  <a:gd name="T7" fmla="*/ 98 h 103"/>
                  <a:gd name="T8" fmla="*/ 164 w 182"/>
                  <a:gd name="T9" fmla="*/ 95 h 103"/>
                  <a:gd name="T10" fmla="*/ 169 w 182"/>
                  <a:gd name="T11" fmla="*/ 90 h 103"/>
                  <a:gd name="T12" fmla="*/ 174 w 182"/>
                  <a:gd name="T13" fmla="*/ 85 h 103"/>
                  <a:gd name="T14" fmla="*/ 178 w 182"/>
                  <a:gd name="T15" fmla="*/ 80 h 103"/>
                  <a:gd name="T16" fmla="*/ 181 w 182"/>
                  <a:gd name="T17" fmla="*/ 75 h 103"/>
                  <a:gd name="T18" fmla="*/ 181 w 182"/>
                  <a:gd name="T19" fmla="*/ 71 h 103"/>
                  <a:gd name="T20" fmla="*/ 180 w 182"/>
                  <a:gd name="T21" fmla="*/ 65 h 103"/>
                  <a:gd name="T22" fmla="*/ 179 w 182"/>
                  <a:gd name="T23" fmla="*/ 61 h 103"/>
                  <a:gd name="T24" fmla="*/ 178 w 182"/>
                  <a:gd name="T25" fmla="*/ 56 h 103"/>
                  <a:gd name="T26" fmla="*/ 176 w 182"/>
                  <a:gd name="T27" fmla="*/ 53 h 103"/>
                  <a:gd name="T28" fmla="*/ 175 w 182"/>
                  <a:gd name="T29" fmla="*/ 51 h 103"/>
                  <a:gd name="T30" fmla="*/ 171 w 182"/>
                  <a:gd name="T31" fmla="*/ 48 h 103"/>
                  <a:gd name="T32" fmla="*/ 165 w 182"/>
                  <a:gd name="T33" fmla="*/ 46 h 103"/>
                  <a:gd name="T34" fmla="*/ 158 w 182"/>
                  <a:gd name="T35" fmla="*/ 44 h 103"/>
                  <a:gd name="T36" fmla="*/ 149 w 182"/>
                  <a:gd name="T37" fmla="*/ 41 h 103"/>
                  <a:gd name="T38" fmla="*/ 141 w 182"/>
                  <a:gd name="T39" fmla="*/ 35 h 103"/>
                  <a:gd name="T40" fmla="*/ 134 w 182"/>
                  <a:gd name="T41" fmla="*/ 28 h 103"/>
                  <a:gd name="T42" fmla="*/ 125 w 182"/>
                  <a:gd name="T43" fmla="*/ 20 h 103"/>
                  <a:gd name="T44" fmla="*/ 117 w 182"/>
                  <a:gd name="T45" fmla="*/ 12 h 103"/>
                  <a:gd name="T46" fmla="*/ 108 w 182"/>
                  <a:gd name="T47" fmla="*/ 6 h 103"/>
                  <a:gd name="T48" fmla="*/ 99 w 182"/>
                  <a:gd name="T49" fmla="*/ 1 h 103"/>
                  <a:gd name="T50" fmla="*/ 88 w 182"/>
                  <a:gd name="T51" fmla="*/ 0 h 103"/>
                  <a:gd name="T52" fmla="*/ 76 w 182"/>
                  <a:gd name="T53" fmla="*/ 0 h 103"/>
                  <a:gd name="T54" fmla="*/ 62 w 182"/>
                  <a:gd name="T55" fmla="*/ 4 h 103"/>
                  <a:gd name="T56" fmla="*/ 49 w 182"/>
                  <a:gd name="T57" fmla="*/ 8 h 103"/>
                  <a:gd name="T58" fmla="*/ 36 w 182"/>
                  <a:gd name="T59" fmla="*/ 14 h 103"/>
                  <a:gd name="T60" fmla="*/ 25 w 182"/>
                  <a:gd name="T61" fmla="*/ 20 h 103"/>
                  <a:gd name="T62" fmla="*/ 15 w 182"/>
                  <a:gd name="T63" fmla="*/ 26 h 103"/>
                  <a:gd name="T64" fmla="*/ 8 w 182"/>
                  <a:gd name="T65" fmla="*/ 32 h 103"/>
                  <a:gd name="T66" fmla="*/ 5 w 182"/>
                  <a:gd name="T67" fmla="*/ 36 h 103"/>
                  <a:gd name="T68" fmla="*/ 3 w 182"/>
                  <a:gd name="T69" fmla="*/ 39 h 103"/>
                  <a:gd name="T70" fmla="*/ 2 w 182"/>
                  <a:gd name="T71" fmla="*/ 43 h 103"/>
                  <a:gd name="T72" fmla="*/ 0 w 182"/>
                  <a:gd name="T73" fmla="*/ 46 h 103"/>
                  <a:gd name="T74" fmla="*/ 0 w 182"/>
                  <a:gd name="T75" fmla="*/ 50 h 103"/>
                  <a:gd name="T76" fmla="*/ 0 w 182"/>
                  <a:gd name="T77" fmla="*/ 52 h 103"/>
                  <a:gd name="T78" fmla="*/ 0 w 182"/>
                  <a:gd name="T79" fmla="*/ 55 h 103"/>
                  <a:gd name="T80" fmla="*/ 1 w 182"/>
                  <a:gd name="T81" fmla="*/ 57 h 103"/>
                  <a:gd name="T82" fmla="*/ 3 w 182"/>
                  <a:gd name="T83" fmla="*/ 60 h 103"/>
                  <a:gd name="T84" fmla="*/ 5 w 182"/>
                  <a:gd name="T85" fmla="*/ 63 h 103"/>
                  <a:gd name="T86" fmla="*/ 8 w 182"/>
                  <a:gd name="T87" fmla="*/ 66 h 103"/>
                  <a:gd name="T88" fmla="*/ 11 w 182"/>
                  <a:gd name="T89" fmla="*/ 68 h 103"/>
                  <a:gd name="T90" fmla="*/ 14 w 182"/>
                  <a:gd name="T91" fmla="*/ 72 h 103"/>
                  <a:gd name="T92" fmla="*/ 16 w 182"/>
                  <a:gd name="T93" fmla="*/ 74 h 103"/>
                  <a:gd name="T94" fmla="*/ 19 w 182"/>
                  <a:gd name="T95" fmla="*/ 76 h 103"/>
                  <a:gd name="T96" fmla="*/ 21 w 182"/>
                  <a:gd name="T97" fmla="*/ 78 h 103"/>
                  <a:gd name="T98" fmla="*/ 22 w 182"/>
                  <a:gd name="T99" fmla="*/ 78 h 1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82"/>
                  <a:gd name="T151" fmla="*/ 0 h 103"/>
                  <a:gd name="T152" fmla="*/ 182 w 182"/>
                  <a:gd name="T153" fmla="*/ 103 h 1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82" h="103">
                    <a:moveTo>
                      <a:pt x="22" y="78"/>
                    </a:moveTo>
                    <a:lnTo>
                      <a:pt x="154" y="102"/>
                    </a:lnTo>
                    <a:lnTo>
                      <a:pt x="155" y="101"/>
                    </a:lnTo>
                    <a:lnTo>
                      <a:pt x="158" y="98"/>
                    </a:lnTo>
                    <a:lnTo>
                      <a:pt x="164" y="95"/>
                    </a:lnTo>
                    <a:lnTo>
                      <a:pt x="169" y="90"/>
                    </a:lnTo>
                    <a:lnTo>
                      <a:pt x="174" y="85"/>
                    </a:lnTo>
                    <a:lnTo>
                      <a:pt x="178" y="80"/>
                    </a:lnTo>
                    <a:lnTo>
                      <a:pt x="181" y="75"/>
                    </a:lnTo>
                    <a:lnTo>
                      <a:pt x="181" y="71"/>
                    </a:lnTo>
                    <a:lnTo>
                      <a:pt x="180" y="65"/>
                    </a:lnTo>
                    <a:lnTo>
                      <a:pt x="179" y="61"/>
                    </a:lnTo>
                    <a:lnTo>
                      <a:pt x="178" y="56"/>
                    </a:lnTo>
                    <a:lnTo>
                      <a:pt x="176" y="53"/>
                    </a:lnTo>
                    <a:lnTo>
                      <a:pt x="175" y="51"/>
                    </a:lnTo>
                    <a:lnTo>
                      <a:pt x="171" y="48"/>
                    </a:lnTo>
                    <a:lnTo>
                      <a:pt x="165" y="46"/>
                    </a:lnTo>
                    <a:lnTo>
                      <a:pt x="158" y="44"/>
                    </a:lnTo>
                    <a:lnTo>
                      <a:pt x="149" y="41"/>
                    </a:lnTo>
                    <a:lnTo>
                      <a:pt x="141" y="35"/>
                    </a:lnTo>
                    <a:lnTo>
                      <a:pt x="134" y="28"/>
                    </a:lnTo>
                    <a:lnTo>
                      <a:pt x="125" y="20"/>
                    </a:lnTo>
                    <a:lnTo>
                      <a:pt x="117" y="12"/>
                    </a:lnTo>
                    <a:lnTo>
                      <a:pt x="108" y="6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2" y="4"/>
                    </a:lnTo>
                    <a:lnTo>
                      <a:pt x="49" y="8"/>
                    </a:lnTo>
                    <a:lnTo>
                      <a:pt x="36" y="14"/>
                    </a:lnTo>
                    <a:lnTo>
                      <a:pt x="25" y="20"/>
                    </a:lnTo>
                    <a:lnTo>
                      <a:pt x="15" y="26"/>
                    </a:lnTo>
                    <a:lnTo>
                      <a:pt x="8" y="32"/>
                    </a:lnTo>
                    <a:lnTo>
                      <a:pt x="5" y="36"/>
                    </a:lnTo>
                    <a:lnTo>
                      <a:pt x="3" y="39"/>
                    </a:lnTo>
                    <a:lnTo>
                      <a:pt x="2" y="43"/>
                    </a:lnTo>
                    <a:lnTo>
                      <a:pt x="0" y="46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1" y="57"/>
                    </a:lnTo>
                    <a:lnTo>
                      <a:pt x="3" y="60"/>
                    </a:lnTo>
                    <a:lnTo>
                      <a:pt x="5" y="63"/>
                    </a:lnTo>
                    <a:lnTo>
                      <a:pt x="8" y="66"/>
                    </a:lnTo>
                    <a:lnTo>
                      <a:pt x="11" y="68"/>
                    </a:lnTo>
                    <a:lnTo>
                      <a:pt x="14" y="72"/>
                    </a:lnTo>
                    <a:lnTo>
                      <a:pt x="16" y="74"/>
                    </a:lnTo>
                    <a:lnTo>
                      <a:pt x="19" y="76"/>
                    </a:lnTo>
                    <a:lnTo>
                      <a:pt x="21" y="78"/>
                    </a:lnTo>
                    <a:lnTo>
                      <a:pt x="22" y="7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6" name="Freeform 243">
                <a:extLst>
                  <a:ext uri="{FF2B5EF4-FFF2-40B4-BE49-F238E27FC236}">
                    <a16:creationId xmlns:a16="http://schemas.microsoft.com/office/drawing/2014/main" id="{E143DFA4-C70C-5715-30B9-25DD48EE9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1187"/>
                <a:ext cx="682" cy="242"/>
              </a:xfrm>
              <a:custGeom>
                <a:avLst/>
                <a:gdLst>
                  <a:gd name="T0" fmla="*/ 475 w 682"/>
                  <a:gd name="T1" fmla="*/ 0 h 242"/>
                  <a:gd name="T2" fmla="*/ 0 w 682"/>
                  <a:gd name="T3" fmla="*/ 129 h 242"/>
                  <a:gd name="T4" fmla="*/ 236 w 682"/>
                  <a:gd name="T5" fmla="*/ 241 h 242"/>
                  <a:gd name="T6" fmla="*/ 681 w 682"/>
                  <a:gd name="T7" fmla="*/ 129 h 242"/>
                  <a:gd name="T8" fmla="*/ 475 w 682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2"/>
                  <a:gd name="T16" fmla="*/ 0 h 242"/>
                  <a:gd name="T17" fmla="*/ 682 w 682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2" h="242">
                    <a:moveTo>
                      <a:pt x="475" y="0"/>
                    </a:moveTo>
                    <a:lnTo>
                      <a:pt x="0" y="129"/>
                    </a:lnTo>
                    <a:lnTo>
                      <a:pt x="236" y="241"/>
                    </a:lnTo>
                    <a:lnTo>
                      <a:pt x="681" y="129"/>
                    </a:lnTo>
                    <a:lnTo>
                      <a:pt x="475" y="0"/>
                    </a:lnTo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7" name="Freeform 244">
                <a:extLst>
                  <a:ext uri="{FF2B5EF4-FFF2-40B4-BE49-F238E27FC236}">
                    <a16:creationId xmlns:a16="http://schemas.microsoft.com/office/drawing/2014/main" id="{BD3AE31A-6C8E-EAF1-997A-05D151D4D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6" y="1070"/>
                <a:ext cx="198" cy="213"/>
              </a:xfrm>
              <a:custGeom>
                <a:avLst/>
                <a:gdLst>
                  <a:gd name="T0" fmla="*/ 29 w 198"/>
                  <a:gd name="T1" fmla="*/ 20 h 213"/>
                  <a:gd name="T2" fmla="*/ 36 w 198"/>
                  <a:gd name="T3" fmla="*/ 33 h 213"/>
                  <a:gd name="T4" fmla="*/ 45 w 198"/>
                  <a:gd name="T5" fmla="*/ 54 h 213"/>
                  <a:gd name="T6" fmla="*/ 54 w 198"/>
                  <a:gd name="T7" fmla="*/ 73 h 213"/>
                  <a:gd name="T8" fmla="*/ 58 w 198"/>
                  <a:gd name="T9" fmla="*/ 88 h 213"/>
                  <a:gd name="T10" fmla="*/ 64 w 198"/>
                  <a:gd name="T11" fmla="*/ 103 h 213"/>
                  <a:gd name="T12" fmla="*/ 70 w 198"/>
                  <a:gd name="T13" fmla="*/ 117 h 213"/>
                  <a:gd name="T14" fmla="*/ 77 w 198"/>
                  <a:gd name="T15" fmla="*/ 128 h 213"/>
                  <a:gd name="T16" fmla="*/ 84 w 198"/>
                  <a:gd name="T17" fmla="*/ 133 h 213"/>
                  <a:gd name="T18" fmla="*/ 105 w 198"/>
                  <a:gd name="T19" fmla="*/ 148 h 213"/>
                  <a:gd name="T20" fmla="*/ 129 w 198"/>
                  <a:gd name="T21" fmla="*/ 167 h 213"/>
                  <a:gd name="T22" fmla="*/ 146 w 198"/>
                  <a:gd name="T23" fmla="*/ 181 h 213"/>
                  <a:gd name="T24" fmla="*/ 149 w 198"/>
                  <a:gd name="T25" fmla="*/ 184 h 213"/>
                  <a:gd name="T26" fmla="*/ 152 w 198"/>
                  <a:gd name="T27" fmla="*/ 183 h 213"/>
                  <a:gd name="T28" fmla="*/ 157 w 198"/>
                  <a:gd name="T29" fmla="*/ 182 h 213"/>
                  <a:gd name="T30" fmla="*/ 163 w 198"/>
                  <a:gd name="T31" fmla="*/ 183 h 213"/>
                  <a:gd name="T32" fmla="*/ 169 w 198"/>
                  <a:gd name="T33" fmla="*/ 185 h 213"/>
                  <a:gd name="T34" fmla="*/ 178 w 198"/>
                  <a:gd name="T35" fmla="*/ 189 h 213"/>
                  <a:gd name="T36" fmla="*/ 187 w 198"/>
                  <a:gd name="T37" fmla="*/ 195 h 213"/>
                  <a:gd name="T38" fmla="*/ 195 w 198"/>
                  <a:gd name="T39" fmla="*/ 201 h 213"/>
                  <a:gd name="T40" fmla="*/ 197 w 198"/>
                  <a:gd name="T41" fmla="*/ 206 h 213"/>
                  <a:gd name="T42" fmla="*/ 193 w 198"/>
                  <a:gd name="T43" fmla="*/ 210 h 213"/>
                  <a:gd name="T44" fmla="*/ 184 w 198"/>
                  <a:gd name="T45" fmla="*/ 212 h 213"/>
                  <a:gd name="T46" fmla="*/ 173 w 198"/>
                  <a:gd name="T47" fmla="*/ 211 h 213"/>
                  <a:gd name="T48" fmla="*/ 161 w 198"/>
                  <a:gd name="T49" fmla="*/ 207 h 213"/>
                  <a:gd name="T50" fmla="*/ 153 w 198"/>
                  <a:gd name="T51" fmla="*/ 204 h 213"/>
                  <a:gd name="T52" fmla="*/ 148 w 198"/>
                  <a:gd name="T53" fmla="*/ 202 h 213"/>
                  <a:gd name="T54" fmla="*/ 145 w 198"/>
                  <a:gd name="T55" fmla="*/ 202 h 213"/>
                  <a:gd name="T56" fmla="*/ 140 w 198"/>
                  <a:gd name="T57" fmla="*/ 202 h 213"/>
                  <a:gd name="T58" fmla="*/ 126 w 198"/>
                  <a:gd name="T59" fmla="*/ 197 h 213"/>
                  <a:gd name="T60" fmla="*/ 106 w 198"/>
                  <a:gd name="T61" fmla="*/ 189 h 213"/>
                  <a:gd name="T62" fmla="*/ 89 w 198"/>
                  <a:gd name="T63" fmla="*/ 179 h 213"/>
                  <a:gd name="T64" fmla="*/ 77 w 198"/>
                  <a:gd name="T65" fmla="*/ 171 h 213"/>
                  <a:gd name="T66" fmla="*/ 61 w 198"/>
                  <a:gd name="T67" fmla="*/ 157 h 213"/>
                  <a:gd name="T68" fmla="*/ 45 w 198"/>
                  <a:gd name="T69" fmla="*/ 139 h 213"/>
                  <a:gd name="T70" fmla="*/ 29 w 198"/>
                  <a:gd name="T71" fmla="*/ 119 h 213"/>
                  <a:gd name="T72" fmla="*/ 18 w 198"/>
                  <a:gd name="T73" fmla="*/ 99 h 213"/>
                  <a:gd name="T74" fmla="*/ 12 w 198"/>
                  <a:gd name="T75" fmla="*/ 78 h 213"/>
                  <a:gd name="T76" fmla="*/ 9 w 198"/>
                  <a:gd name="T77" fmla="*/ 59 h 213"/>
                  <a:gd name="T78" fmla="*/ 7 w 198"/>
                  <a:gd name="T79" fmla="*/ 44 h 213"/>
                  <a:gd name="T80" fmla="*/ 6 w 198"/>
                  <a:gd name="T81" fmla="*/ 33 h 213"/>
                  <a:gd name="T82" fmla="*/ 4 w 198"/>
                  <a:gd name="T83" fmla="*/ 22 h 213"/>
                  <a:gd name="T84" fmla="*/ 1 w 198"/>
                  <a:gd name="T85" fmla="*/ 11 h 213"/>
                  <a:gd name="T86" fmla="*/ 0 w 198"/>
                  <a:gd name="T87" fmla="*/ 2 h 213"/>
                  <a:gd name="T88" fmla="*/ 28 w 198"/>
                  <a:gd name="T89" fmla="*/ 17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8"/>
                  <a:gd name="T136" fmla="*/ 0 h 213"/>
                  <a:gd name="T137" fmla="*/ 198 w 198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8" h="213">
                    <a:moveTo>
                      <a:pt x="28" y="17"/>
                    </a:moveTo>
                    <a:lnTo>
                      <a:pt x="29" y="20"/>
                    </a:lnTo>
                    <a:lnTo>
                      <a:pt x="32" y="25"/>
                    </a:lnTo>
                    <a:lnTo>
                      <a:pt x="36" y="33"/>
                    </a:lnTo>
                    <a:lnTo>
                      <a:pt x="40" y="43"/>
                    </a:lnTo>
                    <a:lnTo>
                      <a:pt x="45" y="54"/>
                    </a:lnTo>
                    <a:lnTo>
                      <a:pt x="50" y="64"/>
                    </a:lnTo>
                    <a:lnTo>
                      <a:pt x="54" y="73"/>
                    </a:lnTo>
                    <a:lnTo>
                      <a:pt x="56" y="81"/>
                    </a:lnTo>
                    <a:lnTo>
                      <a:pt x="58" y="88"/>
                    </a:lnTo>
                    <a:lnTo>
                      <a:pt x="61" y="94"/>
                    </a:lnTo>
                    <a:lnTo>
                      <a:pt x="64" y="103"/>
                    </a:lnTo>
                    <a:lnTo>
                      <a:pt x="67" y="111"/>
                    </a:lnTo>
                    <a:lnTo>
                      <a:pt x="70" y="117"/>
                    </a:lnTo>
                    <a:lnTo>
                      <a:pt x="73" y="123"/>
                    </a:lnTo>
                    <a:lnTo>
                      <a:pt x="77" y="128"/>
                    </a:lnTo>
                    <a:lnTo>
                      <a:pt x="79" y="129"/>
                    </a:lnTo>
                    <a:lnTo>
                      <a:pt x="84" y="133"/>
                    </a:lnTo>
                    <a:lnTo>
                      <a:pt x="94" y="139"/>
                    </a:lnTo>
                    <a:lnTo>
                      <a:pt x="105" y="148"/>
                    </a:lnTo>
                    <a:lnTo>
                      <a:pt x="117" y="157"/>
                    </a:lnTo>
                    <a:lnTo>
                      <a:pt x="129" y="167"/>
                    </a:lnTo>
                    <a:lnTo>
                      <a:pt x="139" y="175"/>
                    </a:lnTo>
                    <a:lnTo>
                      <a:pt x="146" y="181"/>
                    </a:lnTo>
                    <a:lnTo>
                      <a:pt x="149" y="184"/>
                    </a:lnTo>
                    <a:lnTo>
                      <a:pt x="151" y="183"/>
                    </a:lnTo>
                    <a:lnTo>
                      <a:pt x="152" y="183"/>
                    </a:lnTo>
                    <a:lnTo>
                      <a:pt x="155" y="182"/>
                    </a:lnTo>
                    <a:lnTo>
                      <a:pt x="157" y="182"/>
                    </a:lnTo>
                    <a:lnTo>
                      <a:pt x="160" y="182"/>
                    </a:lnTo>
                    <a:lnTo>
                      <a:pt x="163" y="183"/>
                    </a:lnTo>
                    <a:lnTo>
                      <a:pt x="166" y="184"/>
                    </a:lnTo>
                    <a:lnTo>
                      <a:pt x="169" y="185"/>
                    </a:lnTo>
                    <a:lnTo>
                      <a:pt x="174" y="187"/>
                    </a:lnTo>
                    <a:lnTo>
                      <a:pt x="178" y="189"/>
                    </a:lnTo>
                    <a:lnTo>
                      <a:pt x="183" y="192"/>
                    </a:lnTo>
                    <a:lnTo>
                      <a:pt x="187" y="195"/>
                    </a:lnTo>
                    <a:lnTo>
                      <a:pt x="191" y="198"/>
                    </a:lnTo>
                    <a:lnTo>
                      <a:pt x="195" y="201"/>
                    </a:lnTo>
                    <a:lnTo>
                      <a:pt x="197" y="205"/>
                    </a:lnTo>
                    <a:lnTo>
                      <a:pt x="197" y="206"/>
                    </a:lnTo>
                    <a:lnTo>
                      <a:pt x="196" y="209"/>
                    </a:lnTo>
                    <a:lnTo>
                      <a:pt x="193" y="210"/>
                    </a:lnTo>
                    <a:lnTo>
                      <a:pt x="189" y="211"/>
                    </a:lnTo>
                    <a:lnTo>
                      <a:pt x="184" y="212"/>
                    </a:lnTo>
                    <a:lnTo>
                      <a:pt x="179" y="212"/>
                    </a:lnTo>
                    <a:lnTo>
                      <a:pt x="173" y="211"/>
                    </a:lnTo>
                    <a:lnTo>
                      <a:pt x="167" y="209"/>
                    </a:lnTo>
                    <a:lnTo>
                      <a:pt x="161" y="207"/>
                    </a:lnTo>
                    <a:lnTo>
                      <a:pt x="157" y="206"/>
                    </a:lnTo>
                    <a:lnTo>
                      <a:pt x="153" y="204"/>
                    </a:lnTo>
                    <a:lnTo>
                      <a:pt x="151" y="203"/>
                    </a:lnTo>
                    <a:lnTo>
                      <a:pt x="148" y="202"/>
                    </a:lnTo>
                    <a:lnTo>
                      <a:pt x="146" y="202"/>
                    </a:lnTo>
                    <a:lnTo>
                      <a:pt x="145" y="202"/>
                    </a:lnTo>
                    <a:lnTo>
                      <a:pt x="143" y="202"/>
                    </a:lnTo>
                    <a:lnTo>
                      <a:pt x="140" y="202"/>
                    </a:lnTo>
                    <a:lnTo>
                      <a:pt x="134" y="200"/>
                    </a:lnTo>
                    <a:lnTo>
                      <a:pt x="126" y="197"/>
                    </a:lnTo>
                    <a:lnTo>
                      <a:pt x="117" y="193"/>
                    </a:lnTo>
                    <a:lnTo>
                      <a:pt x="106" y="189"/>
                    </a:lnTo>
                    <a:lnTo>
                      <a:pt x="97" y="184"/>
                    </a:lnTo>
                    <a:lnTo>
                      <a:pt x="89" y="179"/>
                    </a:lnTo>
                    <a:lnTo>
                      <a:pt x="83" y="175"/>
                    </a:lnTo>
                    <a:lnTo>
                      <a:pt x="77" y="171"/>
                    </a:lnTo>
                    <a:lnTo>
                      <a:pt x="69" y="165"/>
                    </a:lnTo>
                    <a:lnTo>
                      <a:pt x="61" y="157"/>
                    </a:lnTo>
                    <a:lnTo>
                      <a:pt x="53" y="149"/>
                    </a:lnTo>
                    <a:lnTo>
                      <a:pt x="45" y="139"/>
                    </a:lnTo>
                    <a:lnTo>
                      <a:pt x="36" y="129"/>
                    </a:lnTo>
                    <a:lnTo>
                      <a:pt x="29" y="119"/>
                    </a:lnTo>
                    <a:lnTo>
                      <a:pt x="23" y="109"/>
                    </a:lnTo>
                    <a:lnTo>
                      <a:pt x="18" y="99"/>
                    </a:lnTo>
                    <a:lnTo>
                      <a:pt x="15" y="88"/>
                    </a:lnTo>
                    <a:lnTo>
                      <a:pt x="12" y="78"/>
                    </a:lnTo>
                    <a:lnTo>
                      <a:pt x="10" y="68"/>
                    </a:lnTo>
                    <a:lnTo>
                      <a:pt x="9" y="59"/>
                    </a:lnTo>
                    <a:lnTo>
                      <a:pt x="7" y="50"/>
                    </a:lnTo>
                    <a:lnTo>
                      <a:pt x="7" y="44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5" y="27"/>
                    </a:lnTo>
                    <a:lnTo>
                      <a:pt x="4" y="22"/>
                    </a:lnTo>
                    <a:lnTo>
                      <a:pt x="2" y="16"/>
                    </a:lnTo>
                    <a:lnTo>
                      <a:pt x="1" y="11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8" name="Freeform 245">
                <a:extLst>
                  <a:ext uri="{FF2B5EF4-FFF2-40B4-BE49-F238E27FC236}">
                    <a16:creationId xmlns:a16="http://schemas.microsoft.com/office/drawing/2014/main" id="{890D2825-CEBD-9A5B-1217-D6F3E6C1C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1068"/>
                <a:ext cx="213" cy="211"/>
              </a:xfrm>
              <a:custGeom>
                <a:avLst/>
                <a:gdLst>
                  <a:gd name="T0" fmla="*/ 39 w 213"/>
                  <a:gd name="T1" fmla="*/ 19 h 211"/>
                  <a:gd name="T2" fmla="*/ 44 w 213"/>
                  <a:gd name="T3" fmla="*/ 32 h 211"/>
                  <a:gd name="T4" fmla="*/ 51 w 213"/>
                  <a:gd name="T5" fmla="*/ 51 h 211"/>
                  <a:gd name="T6" fmla="*/ 57 w 213"/>
                  <a:gd name="T7" fmla="*/ 71 h 211"/>
                  <a:gd name="T8" fmla="*/ 62 w 213"/>
                  <a:gd name="T9" fmla="*/ 85 h 211"/>
                  <a:gd name="T10" fmla="*/ 70 w 213"/>
                  <a:gd name="T11" fmla="*/ 101 h 211"/>
                  <a:gd name="T12" fmla="*/ 81 w 213"/>
                  <a:gd name="T13" fmla="*/ 115 h 211"/>
                  <a:gd name="T14" fmla="*/ 91 w 213"/>
                  <a:gd name="T15" fmla="*/ 125 h 211"/>
                  <a:gd name="T16" fmla="*/ 99 w 213"/>
                  <a:gd name="T17" fmla="*/ 130 h 211"/>
                  <a:gd name="T18" fmla="*/ 120 w 213"/>
                  <a:gd name="T19" fmla="*/ 146 h 211"/>
                  <a:gd name="T20" fmla="*/ 143 w 213"/>
                  <a:gd name="T21" fmla="*/ 165 h 211"/>
                  <a:gd name="T22" fmla="*/ 160 w 213"/>
                  <a:gd name="T23" fmla="*/ 180 h 211"/>
                  <a:gd name="T24" fmla="*/ 164 w 213"/>
                  <a:gd name="T25" fmla="*/ 181 h 211"/>
                  <a:gd name="T26" fmla="*/ 167 w 213"/>
                  <a:gd name="T27" fmla="*/ 181 h 211"/>
                  <a:gd name="T28" fmla="*/ 172 w 213"/>
                  <a:gd name="T29" fmla="*/ 181 h 211"/>
                  <a:gd name="T30" fmla="*/ 177 w 213"/>
                  <a:gd name="T31" fmla="*/ 181 h 211"/>
                  <a:gd name="T32" fmla="*/ 184 w 213"/>
                  <a:gd name="T33" fmla="*/ 183 h 211"/>
                  <a:gd name="T34" fmla="*/ 193 w 213"/>
                  <a:gd name="T35" fmla="*/ 187 h 211"/>
                  <a:gd name="T36" fmla="*/ 202 w 213"/>
                  <a:gd name="T37" fmla="*/ 193 h 211"/>
                  <a:gd name="T38" fmla="*/ 210 w 213"/>
                  <a:gd name="T39" fmla="*/ 199 h 211"/>
                  <a:gd name="T40" fmla="*/ 212 w 213"/>
                  <a:gd name="T41" fmla="*/ 205 h 211"/>
                  <a:gd name="T42" fmla="*/ 207 w 213"/>
                  <a:gd name="T43" fmla="*/ 209 h 211"/>
                  <a:gd name="T44" fmla="*/ 199 w 213"/>
                  <a:gd name="T45" fmla="*/ 210 h 211"/>
                  <a:gd name="T46" fmla="*/ 188 w 213"/>
                  <a:gd name="T47" fmla="*/ 209 h 211"/>
                  <a:gd name="T48" fmla="*/ 176 w 213"/>
                  <a:gd name="T49" fmla="*/ 205 h 211"/>
                  <a:gd name="T50" fmla="*/ 168 w 213"/>
                  <a:gd name="T51" fmla="*/ 202 h 211"/>
                  <a:gd name="T52" fmla="*/ 163 w 213"/>
                  <a:gd name="T53" fmla="*/ 200 h 211"/>
                  <a:gd name="T54" fmla="*/ 160 w 213"/>
                  <a:gd name="T55" fmla="*/ 200 h 211"/>
                  <a:gd name="T56" fmla="*/ 154 w 213"/>
                  <a:gd name="T57" fmla="*/ 200 h 211"/>
                  <a:gd name="T58" fmla="*/ 141 w 213"/>
                  <a:gd name="T59" fmla="*/ 196 h 211"/>
                  <a:gd name="T60" fmla="*/ 121 w 213"/>
                  <a:gd name="T61" fmla="*/ 187 h 211"/>
                  <a:gd name="T62" fmla="*/ 103 w 213"/>
                  <a:gd name="T63" fmla="*/ 178 h 211"/>
                  <a:gd name="T64" fmla="*/ 91 w 213"/>
                  <a:gd name="T65" fmla="*/ 170 h 211"/>
                  <a:gd name="T66" fmla="*/ 76 w 213"/>
                  <a:gd name="T67" fmla="*/ 156 h 211"/>
                  <a:gd name="T68" fmla="*/ 59 w 213"/>
                  <a:gd name="T69" fmla="*/ 137 h 211"/>
                  <a:gd name="T70" fmla="*/ 44 w 213"/>
                  <a:gd name="T71" fmla="*/ 118 h 211"/>
                  <a:gd name="T72" fmla="*/ 32 w 213"/>
                  <a:gd name="T73" fmla="*/ 96 h 211"/>
                  <a:gd name="T74" fmla="*/ 19 w 213"/>
                  <a:gd name="T75" fmla="*/ 68 h 211"/>
                  <a:gd name="T76" fmla="*/ 8 w 213"/>
                  <a:gd name="T77" fmla="*/ 40 h 211"/>
                  <a:gd name="T78" fmla="*/ 1 w 213"/>
                  <a:gd name="T79" fmla="*/ 19 h 211"/>
                  <a:gd name="T80" fmla="*/ 0 w 213"/>
                  <a:gd name="T81" fmla="*/ 8 h 211"/>
                  <a:gd name="T82" fmla="*/ 2 w 213"/>
                  <a:gd name="T83" fmla="*/ 4 h 211"/>
                  <a:gd name="T84" fmla="*/ 5 w 213"/>
                  <a:gd name="T85" fmla="*/ 2 h 211"/>
                  <a:gd name="T86" fmla="*/ 10 w 213"/>
                  <a:gd name="T87" fmla="*/ 1 h 211"/>
                  <a:gd name="T88" fmla="*/ 38 w 213"/>
                  <a:gd name="T89" fmla="*/ 17 h 21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1"/>
                  <a:gd name="T137" fmla="*/ 213 w 213"/>
                  <a:gd name="T138" fmla="*/ 211 h 21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1">
                    <a:moveTo>
                      <a:pt x="38" y="17"/>
                    </a:moveTo>
                    <a:lnTo>
                      <a:pt x="39" y="19"/>
                    </a:lnTo>
                    <a:lnTo>
                      <a:pt x="40" y="24"/>
                    </a:lnTo>
                    <a:lnTo>
                      <a:pt x="44" y="32"/>
                    </a:lnTo>
                    <a:lnTo>
                      <a:pt x="47" y="41"/>
                    </a:lnTo>
                    <a:lnTo>
                      <a:pt x="51" y="51"/>
                    </a:lnTo>
                    <a:lnTo>
                      <a:pt x="54" y="62"/>
                    </a:lnTo>
                    <a:lnTo>
                      <a:pt x="57" y="71"/>
                    </a:lnTo>
                    <a:lnTo>
                      <a:pt x="59" y="79"/>
                    </a:lnTo>
                    <a:lnTo>
                      <a:pt x="62" y="85"/>
                    </a:lnTo>
                    <a:lnTo>
                      <a:pt x="66" y="92"/>
                    </a:lnTo>
                    <a:lnTo>
                      <a:pt x="70" y="101"/>
                    </a:lnTo>
                    <a:lnTo>
                      <a:pt x="76" y="108"/>
                    </a:lnTo>
                    <a:lnTo>
                      <a:pt x="81" y="115"/>
                    </a:lnTo>
                    <a:lnTo>
                      <a:pt x="86" y="121"/>
                    </a:lnTo>
                    <a:lnTo>
                      <a:pt x="91" y="125"/>
                    </a:lnTo>
                    <a:lnTo>
                      <a:pt x="94" y="128"/>
                    </a:lnTo>
                    <a:lnTo>
                      <a:pt x="99" y="130"/>
                    </a:lnTo>
                    <a:lnTo>
                      <a:pt x="108" y="137"/>
                    </a:lnTo>
                    <a:lnTo>
                      <a:pt x="120" y="146"/>
                    </a:lnTo>
                    <a:lnTo>
                      <a:pt x="131" y="156"/>
                    </a:lnTo>
                    <a:lnTo>
                      <a:pt x="143" y="165"/>
                    </a:lnTo>
                    <a:lnTo>
                      <a:pt x="154" y="174"/>
                    </a:lnTo>
                    <a:lnTo>
                      <a:pt x="160" y="180"/>
                    </a:lnTo>
                    <a:lnTo>
                      <a:pt x="164" y="181"/>
                    </a:lnTo>
                    <a:lnTo>
                      <a:pt x="166" y="181"/>
                    </a:lnTo>
                    <a:lnTo>
                      <a:pt x="167" y="181"/>
                    </a:lnTo>
                    <a:lnTo>
                      <a:pt x="169" y="181"/>
                    </a:lnTo>
                    <a:lnTo>
                      <a:pt x="172" y="181"/>
                    </a:lnTo>
                    <a:lnTo>
                      <a:pt x="175" y="181"/>
                    </a:lnTo>
                    <a:lnTo>
                      <a:pt x="177" y="181"/>
                    </a:lnTo>
                    <a:lnTo>
                      <a:pt x="181" y="181"/>
                    </a:lnTo>
                    <a:lnTo>
                      <a:pt x="184" y="183"/>
                    </a:lnTo>
                    <a:lnTo>
                      <a:pt x="189" y="186"/>
                    </a:lnTo>
                    <a:lnTo>
                      <a:pt x="193" y="187"/>
                    </a:lnTo>
                    <a:lnTo>
                      <a:pt x="198" y="191"/>
                    </a:lnTo>
                    <a:lnTo>
                      <a:pt x="202" y="193"/>
                    </a:lnTo>
                    <a:lnTo>
                      <a:pt x="206" y="197"/>
                    </a:lnTo>
                    <a:lnTo>
                      <a:pt x="210" y="199"/>
                    </a:lnTo>
                    <a:lnTo>
                      <a:pt x="212" y="203"/>
                    </a:lnTo>
                    <a:lnTo>
                      <a:pt x="212" y="205"/>
                    </a:lnTo>
                    <a:lnTo>
                      <a:pt x="210" y="207"/>
                    </a:lnTo>
                    <a:lnTo>
                      <a:pt x="207" y="209"/>
                    </a:lnTo>
                    <a:lnTo>
                      <a:pt x="204" y="210"/>
                    </a:lnTo>
                    <a:lnTo>
                      <a:pt x="199" y="210"/>
                    </a:lnTo>
                    <a:lnTo>
                      <a:pt x="194" y="210"/>
                    </a:lnTo>
                    <a:lnTo>
                      <a:pt x="188" y="209"/>
                    </a:lnTo>
                    <a:lnTo>
                      <a:pt x="182" y="207"/>
                    </a:lnTo>
                    <a:lnTo>
                      <a:pt x="176" y="205"/>
                    </a:lnTo>
                    <a:lnTo>
                      <a:pt x="171" y="204"/>
                    </a:lnTo>
                    <a:lnTo>
                      <a:pt x="168" y="202"/>
                    </a:lnTo>
                    <a:lnTo>
                      <a:pt x="165" y="201"/>
                    </a:lnTo>
                    <a:lnTo>
                      <a:pt x="163" y="200"/>
                    </a:lnTo>
                    <a:lnTo>
                      <a:pt x="160" y="200"/>
                    </a:lnTo>
                    <a:lnTo>
                      <a:pt x="158" y="201"/>
                    </a:lnTo>
                    <a:lnTo>
                      <a:pt x="154" y="200"/>
                    </a:lnTo>
                    <a:lnTo>
                      <a:pt x="148" y="198"/>
                    </a:lnTo>
                    <a:lnTo>
                      <a:pt x="141" y="196"/>
                    </a:lnTo>
                    <a:lnTo>
                      <a:pt x="131" y="192"/>
                    </a:lnTo>
                    <a:lnTo>
                      <a:pt x="121" y="187"/>
                    </a:lnTo>
                    <a:lnTo>
                      <a:pt x="112" y="182"/>
                    </a:lnTo>
                    <a:lnTo>
                      <a:pt x="103" y="178"/>
                    </a:lnTo>
                    <a:lnTo>
                      <a:pt x="97" y="174"/>
                    </a:lnTo>
                    <a:lnTo>
                      <a:pt x="91" y="170"/>
                    </a:lnTo>
                    <a:lnTo>
                      <a:pt x="84" y="163"/>
                    </a:lnTo>
                    <a:lnTo>
                      <a:pt x="76" y="156"/>
                    </a:lnTo>
                    <a:lnTo>
                      <a:pt x="68" y="147"/>
                    </a:lnTo>
                    <a:lnTo>
                      <a:pt x="59" y="137"/>
                    </a:lnTo>
                    <a:lnTo>
                      <a:pt x="51" y="128"/>
                    </a:lnTo>
                    <a:lnTo>
                      <a:pt x="44" y="118"/>
                    </a:lnTo>
                    <a:lnTo>
                      <a:pt x="38" y="107"/>
                    </a:lnTo>
                    <a:lnTo>
                      <a:pt x="32" y="96"/>
                    </a:lnTo>
                    <a:lnTo>
                      <a:pt x="26" y="83"/>
                    </a:lnTo>
                    <a:lnTo>
                      <a:pt x="19" y="68"/>
                    </a:lnTo>
                    <a:lnTo>
                      <a:pt x="13" y="54"/>
                    </a:lnTo>
                    <a:lnTo>
                      <a:pt x="8" y="40"/>
                    </a:lnTo>
                    <a:lnTo>
                      <a:pt x="4" y="28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3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29" name="Freeform 246">
                <a:extLst>
                  <a:ext uri="{FF2B5EF4-FFF2-40B4-BE49-F238E27FC236}">
                    <a16:creationId xmlns:a16="http://schemas.microsoft.com/office/drawing/2014/main" id="{DC8D23DA-D594-6AF1-F580-B2E85A7A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331"/>
                <a:ext cx="220" cy="406"/>
              </a:xfrm>
              <a:custGeom>
                <a:avLst/>
                <a:gdLst>
                  <a:gd name="T0" fmla="*/ 219 w 220"/>
                  <a:gd name="T1" fmla="*/ 405 h 406"/>
                  <a:gd name="T2" fmla="*/ 219 w 220"/>
                  <a:gd name="T3" fmla="*/ 109 h 406"/>
                  <a:gd name="T4" fmla="*/ 0 w 220"/>
                  <a:gd name="T5" fmla="*/ 0 h 406"/>
                  <a:gd name="T6" fmla="*/ 0 w 220"/>
                  <a:gd name="T7" fmla="*/ 276 h 406"/>
                  <a:gd name="T8" fmla="*/ 219 w 220"/>
                  <a:gd name="T9" fmla="*/ 405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406"/>
                  <a:gd name="T17" fmla="*/ 220 w 220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406">
                    <a:moveTo>
                      <a:pt x="219" y="405"/>
                    </a:moveTo>
                    <a:lnTo>
                      <a:pt x="219" y="109"/>
                    </a:lnTo>
                    <a:lnTo>
                      <a:pt x="0" y="0"/>
                    </a:lnTo>
                    <a:lnTo>
                      <a:pt x="0" y="276"/>
                    </a:lnTo>
                    <a:lnTo>
                      <a:pt x="219" y="40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0" name="Freeform 247">
                <a:extLst>
                  <a:ext uri="{FF2B5EF4-FFF2-40B4-BE49-F238E27FC236}">
                    <a16:creationId xmlns:a16="http://schemas.microsoft.com/office/drawing/2014/main" id="{67805B68-0EF2-D501-C8BF-97C6E7C1A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1582"/>
                <a:ext cx="239" cy="161"/>
              </a:xfrm>
              <a:custGeom>
                <a:avLst/>
                <a:gdLst>
                  <a:gd name="T0" fmla="*/ 238 w 239"/>
                  <a:gd name="T1" fmla="*/ 160 h 161"/>
                  <a:gd name="T2" fmla="*/ 238 w 239"/>
                  <a:gd name="T3" fmla="*/ 129 h 161"/>
                  <a:gd name="T4" fmla="*/ 0 w 239"/>
                  <a:gd name="T5" fmla="*/ 0 h 161"/>
                  <a:gd name="T6" fmla="*/ 0 w 239"/>
                  <a:gd name="T7" fmla="*/ 28 h 161"/>
                  <a:gd name="T8" fmla="*/ 238 w 239"/>
                  <a:gd name="T9" fmla="*/ 160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1"/>
                  <a:gd name="T17" fmla="*/ 239 w 239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1">
                    <a:moveTo>
                      <a:pt x="238" y="160"/>
                    </a:moveTo>
                    <a:lnTo>
                      <a:pt x="238" y="129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8" y="160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1" name="Freeform 248">
                <a:extLst>
                  <a:ext uri="{FF2B5EF4-FFF2-40B4-BE49-F238E27FC236}">
                    <a16:creationId xmlns:a16="http://schemas.microsoft.com/office/drawing/2014/main" id="{E677BC46-B2FE-BB47-C24B-F9ED1E73E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1315"/>
                <a:ext cx="242" cy="144"/>
              </a:xfrm>
              <a:custGeom>
                <a:avLst/>
                <a:gdLst>
                  <a:gd name="T0" fmla="*/ 241 w 242"/>
                  <a:gd name="T1" fmla="*/ 143 h 144"/>
                  <a:gd name="T2" fmla="*/ 241 w 242"/>
                  <a:gd name="T3" fmla="*/ 113 h 144"/>
                  <a:gd name="T4" fmla="*/ 0 w 242"/>
                  <a:gd name="T5" fmla="*/ 0 h 144"/>
                  <a:gd name="T6" fmla="*/ 0 w 242"/>
                  <a:gd name="T7" fmla="*/ 29 h 144"/>
                  <a:gd name="T8" fmla="*/ 241 w 242"/>
                  <a:gd name="T9" fmla="*/ 143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44"/>
                  <a:gd name="T17" fmla="*/ 242 w 242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44">
                    <a:moveTo>
                      <a:pt x="241" y="143"/>
                    </a:moveTo>
                    <a:lnTo>
                      <a:pt x="241" y="113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241" y="143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2" name="Freeform 249">
                <a:extLst>
                  <a:ext uri="{FF2B5EF4-FFF2-40B4-BE49-F238E27FC236}">
                    <a16:creationId xmlns:a16="http://schemas.microsoft.com/office/drawing/2014/main" id="{335BF71E-6350-84C7-FAC6-FEB05193D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1595"/>
                <a:ext cx="451" cy="148"/>
              </a:xfrm>
              <a:custGeom>
                <a:avLst/>
                <a:gdLst>
                  <a:gd name="T0" fmla="*/ 0 w 451"/>
                  <a:gd name="T1" fmla="*/ 147 h 148"/>
                  <a:gd name="T2" fmla="*/ 0 w 451"/>
                  <a:gd name="T3" fmla="*/ 116 h 148"/>
                  <a:gd name="T4" fmla="*/ 450 w 451"/>
                  <a:gd name="T5" fmla="*/ 0 h 148"/>
                  <a:gd name="T6" fmla="*/ 450 w 451"/>
                  <a:gd name="T7" fmla="*/ 28 h 148"/>
                  <a:gd name="T8" fmla="*/ 0 w 451"/>
                  <a:gd name="T9" fmla="*/ 147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8"/>
                  <a:gd name="T17" fmla="*/ 451 w 451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8">
                    <a:moveTo>
                      <a:pt x="0" y="147"/>
                    </a:moveTo>
                    <a:lnTo>
                      <a:pt x="0" y="116"/>
                    </a:lnTo>
                    <a:lnTo>
                      <a:pt x="450" y="0"/>
                    </a:lnTo>
                    <a:lnTo>
                      <a:pt x="450" y="28"/>
                    </a:lnTo>
                    <a:lnTo>
                      <a:pt x="0" y="147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3" name="Freeform 250">
                <a:extLst>
                  <a:ext uri="{FF2B5EF4-FFF2-40B4-BE49-F238E27FC236}">
                    <a16:creationId xmlns:a16="http://schemas.microsoft.com/office/drawing/2014/main" id="{EC765098-BC1A-39E8-59C0-EEF4103CF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1312"/>
                <a:ext cx="451" cy="149"/>
              </a:xfrm>
              <a:custGeom>
                <a:avLst/>
                <a:gdLst>
                  <a:gd name="T0" fmla="*/ 0 w 451"/>
                  <a:gd name="T1" fmla="*/ 148 h 149"/>
                  <a:gd name="T2" fmla="*/ 0 w 451"/>
                  <a:gd name="T3" fmla="*/ 118 h 149"/>
                  <a:gd name="T4" fmla="*/ 450 w 451"/>
                  <a:gd name="T5" fmla="*/ 0 h 149"/>
                  <a:gd name="T6" fmla="*/ 450 w 451"/>
                  <a:gd name="T7" fmla="*/ 27 h 149"/>
                  <a:gd name="T8" fmla="*/ 0 w 451"/>
                  <a:gd name="T9" fmla="*/ 148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9"/>
                  <a:gd name="T17" fmla="*/ 451 w 451"/>
                  <a:gd name="T18" fmla="*/ 149 h 1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9">
                    <a:moveTo>
                      <a:pt x="0" y="148"/>
                    </a:moveTo>
                    <a:lnTo>
                      <a:pt x="0" y="118"/>
                    </a:lnTo>
                    <a:lnTo>
                      <a:pt x="450" y="0"/>
                    </a:lnTo>
                    <a:lnTo>
                      <a:pt x="450" y="27"/>
                    </a:lnTo>
                    <a:lnTo>
                      <a:pt x="0" y="148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4" name="Freeform 251">
                <a:extLst>
                  <a:ext uri="{FF2B5EF4-FFF2-40B4-BE49-F238E27FC236}">
                    <a16:creationId xmlns:a16="http://schemas.microsoft.com/office/drawing/2014/main" id="{810E0713-45BB-A644-5ADA-F5397E9AF4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1346"/>
                <a:ext cx="452" cy="355"/>
              </a:xfrm>
              <a:custGeom>
                <a:avLst/>
                <a:gdLst>
                  <a:gd name="T0" fmla="*/ 0 w 452"/>
                  <a:gd name="T1" fmla="*/ 354 h 355"/>
                  <a:gd name="T2" fmla="*/ 0 w 452"/>
                  <a:gd name="T3" fmla="*/ 122 h 355"/>
                  <a:gd name="T4" fmla="*/ 451 w 452"/>
                  <a:gd name="T5" fmla="*/ 0 h 355"/>
                  <a:gd name="T6" fmla="*/ 451 w 452"/>
                  <a:gd name="T7" fmla="*/ 243 h 355"/>
                  <a:gd name="T8" fmla="*/ 0 w 452"/>
                  <a:gd name="T9" fmla="*/ 354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2"/>
                  <a:gd name="T16" fmla="*/ 0 h 355"/>
                  <a:gd name="T17" fmla="*/ 452 w 452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2" h="355">
                    <a:moveTo>
                      <a:pt x="0" y="354"/>
                    </a:moveTo>
                    <a:lnTo>
                      <a:pt x="0" y="122"/>
                    </a:lnTo>
                    <a:lnTo>
                      <a:pt x="451" y="0"/>
                    </a:lnTo>
                    <a:lnTo>
                      <a:pt x="451" y="243"/>
                    </a:lnTo>
                    <a:lnTo>
                      <a:pt x="0" y="354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5" name="Freeform 252">
                <a:extLst>
                  <a:ext uri="{FF2B5EF4-FFF2-40B4-BE49-F238E27FC236}">
                    <a16:creationId xmlns:a16="http://schemas.microsoft.com/office/drawing/2014/main" id="{DB3E8216-55A6-A1A7-7D0E-CBB43E1C5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083"/>
                <a:ext cx="131" cy="173"/>
              </a:xfrm>
              <a:custGeom>
                <a:avLst/>
                <a:gdLst>
                  <a:gd name="T0" fmla="*/ 31 w 131"/>
                  <a:gd name="T1" fmla="*/ 17 h 173"/>
                  <a:gd name="T2" fmla="*/ 35 w 131"/>
                  <a:gd name="T3" fmla="*/ 26 h 173"/>
                  <a:gd name="T4" fmla="*/ 39 w 131"/>
                  <a:gd name="T5" fmla="*/ 40 h 173"/>
                  <a:gd name="T6" fmla="*/ 42 w 131"/>
                  <a:gd name="T7" fmla="*/ 52 h 173"/>
                  <a:gd name="T8" fmla="*/ 43 w 131"/>
                  <a:gd name="T9" fmla="*/ 63 h 173"/>
                  <a:gd name="T10" fmla="*/ 47 w 131"/>
                  <a:gd name="T11" fmla="*/ 78 h 173"/>
                  <a:gd name="T12" fmla="*/ 53 w 131"/>
                  <a:gd name="T13" fmla="*/ 92 h 173"/>
                  <a:gd name="T14" fmla="*/ 59 w 131"/>
                  <a:gd name="T15" fmla="*/ 103 h 173"/>
                  <a:gd name="T16" fmla="*/ 65 w 131"/>
                  <a:gd name="T17" fmla="*/ 108 h 173"/>
                  <a:gd name="T18" fmla="*/ 71 w 131"/>
                  <a:gd name="T19" fmla="*/ 121 h 173"/>
                  <a:gd name="T20" fmla="*/ 80 w 131"/>
                  <a:gd name="T21" fmla="*/ 137 h 173"/>
                  <a:gd name="T22" fmla="*/ 85 w 131"/>
                  <a:gd name="T23" fmla="*/ 148 h 173"/>
                  <a:gd name="T24" fmla="*/ 87 w 131"/>
                  <a:gd name="T25" fmla="*/ 149 h 173"/>
                  <a:gd name="T26" fmla="*/ 90 w 131"/>
                  <a:gd name="T27" fmla="*/ 149 h 173"/>
                  <a:gd name="T28" fmla="*/ 96 w 131"/>
                  <a:gd name="T29" fmla="*/ 148 h 173"/>
                  <a:gd name="T30" fmla="*/ 102 w 131"/>
                  <a:gd name="T31" fmla="*/ 148 h 173"/>
                  <a:gd name="T32" fmla="*/ 106 w 131"/>
                  <a:gd name="T33" fmla="*/ 149 h 173"/>
                  <a:gd name="T34" fmla="*/ 114 w 131"/>
                  <a:gd name="T35" fmla="*/ 153 h 173"/>
                  <a:gd name="T36" fmla="*/ 122 w 131"/>
                  <a:gd name="T37" fmla="*/ 158 h 173"/>
                  <a:gd name="T38" fmla="*/ 128 w 131"/>
                  <a:gd name="T39" fmla="*/ 163 h 173"/>
                  <a:gd name="T40" fmla="*/ 129 w 131"/>
                  <a:gd name="T41" fmla="*/ 167 h 173"/>
                  <a:gd name="T42" fmla="*/ 124 w 131"/>
                  <a:gd name="T43" fmla="*/ 170 h 173"/>
                  <a:gd name="T44" fmla="*/ 116 w 131"/>
                  <a:gd name="T45" fmla="*/ 172 h 173"/>
                  <a:gd name="T46" fmla="*/ 106 w 131"/>
                  <a:gd name="T47" fmla="*/ 172 h 173"/>
                  <a:gd name="T48" fmla="*/ 97 w 131"/>
                  <a:gd name="T49" fmla="*/ 170 h 173"/>
                  <a:gd name="T50" fmla="*/ 91 w 131"/>
                  <a:gd name="T51" fmla="*/ 168 h 173"/>
                  <a:gd name="T52" fmla="*/ 88 w 131"/>
                  <a:gd name="T53" fmla="*/ 167 h 173"/>
                  <a:gd name="T54" fmla="*/ 85 w 131"/>
                  <a:gd name="T55" fmla="*/ 166 h 173"/>
                  <a:gd name="T56" fmla="*/ 82 w 131"/>
                  <a:gd name="T57" fmla="*/ 166 h 173"/>
                  <a:gd name="T58" fmla="*/ 70 w 131"/>
                  <a:gd name="T59" fmla="*/ 157 h 173"/>
                  <a:gd name="T60" fmla="*/ 56 w 131"/>
                  <a:gd name="T61" fmla="*/ 143 h 173"/>
                  <a:gd name="T62" fmla="*/ 43 w 131"/>
                  <a:gd name="T63" fmla="*/ 129 h 173"/>
                  <a:gd name="T64" fmla="*/ 36 w 131"/>
                  <a:gd name="T65" fmla="*/ 121 h 173"/>
                  <a:gd name="T66" fmla="*/ 33 w 131"/>
                  <a:gd name="T67" fmla="*/ 114 h 173"/>
                  <a:gd name="T68" fmla="*/ 32 w 131"/>
                  <a:gd name="T69" fmla="*/ 107 h 173"/>
                  <a:gd name="T70" fmla="*/ 30 w 131"/>
                  <a:gd name="T71" fmla="*/ 96 h 173"/>
                  <a:gd name="T72" fmla="*/ 25 w 131"/>
                  <a:gd name="T73" fmla="*/ 80 h 173"/>
                  <a:gd name="T74" fmla="*/ 16 w 131"/>
                  <a:gd name="T75" fmla="*/ 56 h 173"/>
                  <a:gd name="T76" fmla="*/ 5 w 131"/>
                  <a:gd name="T77" fmla="*/ 32 h 173"/>
                  <a:gd name="T78" fmla="*/ 0 w 131"/>
                  <a:gd name="T79" fmla="*/ 13 h 173"/>
                  <a:gd name="T80" fmla="*/ 0 w 131"/>
                  <a:gd name="T81" fmla="*/ 5 h 173"/>
                  <a:gd name="T82" fmla="*/ 4 w 131"/>
                  <a:gd name="T83" fmla="*/ 3 h 173"/>
                  <a:gd name="T84" fmla="*/ 8 w 131"/>
                  <a:gd name="T85" fmla="*/ 1 h 173"/>
                  <a:gd name="T86" fmla="*/ 12 w 131"/>
                  <a:gd name="T87" fmla="*/ 0 h 173"/>
                  <a:gd name="T88" fmla="*/ 31 w 131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1"/>
                  <a:gd name="T136" fmla="*/ 0 h 173"/>
                  <a:gd name="T137" fmla="*/ 131 w 131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1" h="173">
                    <a:moveTo>
                      <a:pt x="31" y="15"/>
                    </a:moveTo>
                    <a:lnTo>
                      <a:pt x="31" y="17"/>
                    </a:lnTo>
                    <a:lnTo>
                      <a:pt x="33" y="20"/>
                    </a:lnTo>
                    <a:lnTo>
                      <a:pt x="35" y="26"/>
                    </a:lnTo>
                    <a:lnTo>
                      <a:pt x="36" y="32"/>
                    </a:lnTo>
                    <a:lnTo>
                      <a:pt x="39" y="40"/>
                    </a:lnTo>
                    <a:lnTo>
                      <a:pt x="41" y="46"/>
                    </a:lnTo>
                    <a:lnTo>
                      <a:pt x="42" y="52"/>
                    </a:lnTo>
                    <a:lnTo>
                      <a:pt x="43" y="57"/>
                    </a:lnTo>
                    <a:lnTo>
                      <a:pt x="43" y="63"/>
                    </a:lnTo>
                    <a:lnTo>
                      <a:pt x="46" y="70"/>
                    </a:lnTo>
                    <a:lnTo>
                      <a:pt x="47" y="78"/>
                    </a:lnTo>
                    <a:lnTo>
                      <a:pt x="51" y="86"/>
                    </a:lnTo>
                    <a:lnTo>
                      <a:pt x="53" y="92"/>
                    </a:lnTo>
                    <a:lnTo>
                      <a:pt x="57" y="99"/>
                    </a:lnTo>
                    <a:lnTo>
                      <a:pt x="59" y="103"/>
                    </a:lnTo>
                    <a:lnTo>
                      <a:pt x="62" y="106"/>
                    </a:lnTo>
                    <a:lnTo>
                      <a:pt x="65" y="108"/>
                    </a:lnTo>
                    <a:lnTo>
                      <a:pt x="68" y="114"/>
                    </a:lnTo>
                    <a:lnTo>
                      <a:pt x="71" y="121"/>
                    </a:lnTo>
                    <a:lnTo>
                      <a:pt x="76" y="129"/>
                    </a:lnTo>
                    <a:lnTo>
                      <a:pt x="80" y="137"/>
                    </a:lnTo>
                    <a:lnTo>
                      <a:pt x="82" y="143"/>
                    </a:lnTo>
                    <a:lnTo>
                      <a:pt x="85" y="148"/>
                    </a:lnTo>
                    <a:lnTo>
                      <a:pt x="86" y="149"/>
                    </a:lnTo>
                    <a:lnTo>
                      <a:pt x="87" y="149"/>
                    </a:lnTo>
                    <a:lnTo>
                      <a:pt x="88" y="149"/>
                    </a:lnTo>
                    <a:lnTo>
                      <a:pt x="90" y="149"/>
                    </a:lnTo>
                    <a:lnTo>
                      <a:pt x="93" y="148"/>
                    </a:lnTo>
                    <a:lnTo>
                      <a:pt x="96" y="148"/>
                    </a:lnTo>
                    <a:lnTo>
                      <a:pt x="99" y="148"/>
                    </a:lnTo>
                    <a:lnTo>
                      <a:pt x="102" y="148"/>
                    </a:lnTo>
                    <a:lnTo>
                      <a:pt x="104" y="149"/>
                    </a:lnTo>
                    <a:lnTo>
                      <a:pt x="106" y="149"/>
                    </a:lnTo>
                    <a:lnTo>
                      <a:pt x="110" y="151"/>
                    </a:lnTo>
                    <a:lnTo>
                      <a:pt x="114" y="153"/>
                    </a:lnTo>
                    <a:lnTo>
                      <a:pt x="118" y="155"/>
                    </a:lnTo>
                    <a:lnTo>
                      <a:pt x="122" y="158"/>
                    </a:lnTo>
                    <a:lnTo>
                      <a:pt x="124" y="160"/>
                    </a:lnTo>
                    <a:lnTo>
                      <a:pt x="128" y="163"/>
                    </a:lnTo>
                    <a:lnTo>
                      <a:pt x="130" y="166"/>
                    </a:lnTo>
                    <a:lnTo>
                      <a:pt x="129" y="167"/>
                    </a:lnTo>
                    <a:lnTo>
                      <a:pt x="128" y="169"/>
                    </a:lnTo>
                    <a:lnTo>
                      <a:pt x="124" y="170"/>
                    </a:lnTo>
                    <a:lnTo>
                      <a:pt x="121" y="171"/>
                    </a:lnTo>
                    <a:lnTo>
                      <a:pt x="116" y="172"/>
                    </a:lnTo>
                    <a:lnTo>
                      <a:pt x="112" y="172"/>
                    </a:lnTo>
                    <a:lnTo>
                      <a:pt x="106" y="172"/>
                    </a:lnTo>
                    <a:lnTo>
                      <a:pt x="101" y="171"/>
                    </a:lnTo>
                    <a:lnTo>
                      <a:pt x="97" y="170"/>
                    </a:lnTo>
                    <a:lnTo>
                      <a:pt x="94" y="169"/>
                    </a:lnTo>
                    <a:lnTo>
                      <a:pt x="91" y="168"/>
                    </a:lnTo>
                    <a:lnTo>
                      <a:pt x="89" y="167"/>
                    </a:lnTo>
                    <a:lnTo>
                      <a:pt x="88" y="167"/>
                    </a:lnTo>
                    <a:lnTo>
                      <a:pt x="86" y="166"/>
                    </a:lnTo>
                    <a:lnTo>
                      <a:pt x="85" y="166"/>
                    </a:lnTo>
                    <a:lnTo>
                      <a:pt x="84" y="167"/>
                    </a:lnTo>
                    <a:lnTo>
                      <a:pt x="82" y="166"/>
                    </a:lnTo>
                    <a:lnTo>
                      <a:pt x="77" y="162"/>
                    </a:lnTo>
                    <a:lnTo>
                      <a:pt x="70" y="157"/>
                    </a:lnTo>
                    <a:lnTo>
                      <a:pt x="64" y="150"/>
                    </a:lnTo>
                    <a:lnTo>
                      <a:pt x="56" y="143"/>
                    </a:lnTo>
                    <a:lnTo>
                      <a:pt x="49" y="135"/>
                    </a:lnTo>
                    <a:lnTo>
                      <a:pt x="43" y="129"/>
                    </a:lnTo>
                    <a:lnTo>
                      <a:pt x="39" y="125"/>
                    </a:lnTo>
                    <a:lnTo>
                      <a:pt x="36" y="121"/>
                    </a:lnTo>
                    <a:lnTo>
                      <a:pt x="35" y="118"/>
                    </a:lnTo>
                    <a:lnTo>
                      <a:pt x="33" y="114"/>
                    </a:lnTo>
                    <a:lnTo>
                      <a:pt x="33" y="111"/>
                    </a:lnTo>
                    <a:lnTo>
                      <a:pt x="32" y="107"/>
                    </a:lnTo>
                    <a:lnTo>
                      <a:pt x="31" y="102"/>
                    </a:lnTo>
                    <a:lnTo>
                      <a:pt x="30" y="96"/>
                    </a:lnTo>
                    <a:lnTo>
                      <a:pt x="29" y="88"/>
                    </a:lnTo>
                    <a:lnTo>
                      <a:pt x="25" y="80"/>
                    </a:lnTo>
                    <a:lnTo>
                      <a:pt x="21" y="68"/>
                    </a:lnTo>
                    <a:lnTo>
                      <a:pt x="16" y="56"/>
                    </a:lnTo>
                    <a:lnTo>
                      <a:pt x="11" y="44"/>
                    </a:lnTo>
                    <a:lnTo>
                      <a:pt x="5" y="32"/>
                    </a:lnTo>
                    <a:lnTo>
                      <a:pt x="2" y="22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31" y="1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6" name="Freeform 253">
                <a:extLst>
                  <a:ext uri="{FF2B5EF4-FFF2-40B4-BE49-F238E27FC236}">
                    <a16:creationId xmlns:a16="http://schemas.microsoft.com/office/drawing/2014/main" id="{0E500B21-0152-0201-1331-8489356EC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083"/>
                <a:ext cx="135" cy="169"/>
              </a:xfrm>
              <a:custGeom>
                <a:avLst/>
                <a:gdLst>
                  <a:gd name="T0" fmla="*/ 35 w 135"/>
                  <a:gd name="T1" fmla="*/ 15 h 169"/>
                  <a:gd name="T2" fmla="*/ 39 w 135"/>
                  <a:gd name="T3" fmla="*/ 23 h 169"/>
                  <a:gd name="T4" fmla="*/ 43 w 135"/>
                  <a:gd name="T5" fmla="*/ 36 h 169"/>
                  <a:gd name="T6" fmla="*/ 46 w 135"/>
                  <a:gd name="T7" fmla="*/ 48 h 169"/>
                  <a:gd name="T8" fmla="*/ 48 w 135"/>
                  <a:gd name="T9" fmla="*/ 59 h 169"/>
                  <a:gd name="T10" fmla="*/ 52 w 135"/>
                  <a:gd name="T11" fmla="*/ 74 h 169"/>
                  <a:gd name="T12" fmla="*/ 58 w 135"/>
                  <a:gd name="T13" fmla="*/ 88 h 169"/>
                  <a:gd name="T14" fmla="*/ 64 w 135"/>
                  <a:gd name="T15" fmla="*/ 99 h 169"/>
                  <a:gd name="T16" fmla="*/ 69 w 135"/>
                  <a:gd name="T17" fmla="*/ 104 h 169"/>
                  <a:gd name="T18" fmla="*/ 76 w 135"/>
                  <a:gd name="T19" fmla="*/ 117 h 169"/>
                  <a:gd name="T20" fmla="*/ 84 w 135"/>
                  <a:gd name="T21" fmla="*/ 133 h 169"/>
                  <a:gd name="T22" fmla="*/ 89 w 135"/>
                  <a:gd name="T23" fmla="*/ 144 h 169"/>
                  <a:gd name="T24" fmla="*/ 91 w 135"/>
                  <a:gd name="T25" fmla="*/ 145 h 169"/>
                  <a:gd name="T26" fmla="*/ 95 w 135"/>
                  <a:gd name="T27" fmla="*/ 144 h 169"/>
                  <a:gd name="T28" fmla="*/ 100 w 135"/>
                  <a:gd name="T29" fmla="*/ 144 h 169"/>
                  <a:gd name="T30" fmla="*/ 106 w 135"/>
                  <a:gd name="T31" fmla="*/ 144 h 169"/>
                  <a:gd name="T32" fmla="*/ 111 w 135"/>
                  <a:gd name="T33" fmla="*/ 145 h 169"/>
                  <a:gd name="T34" fmla="*/ 118 w 135"/>
                  <a:gd name="T35" fmla="*/ 149 h 169"/>
                  <a:gd name="T36" fmla="*/ 126 w 135"/>
                  <a:gd name="T37" fmla="*/ 154 h 169"/>
                  <a:gd name="T38" fmla="*/ 132 w 135"/>
                  <a:gd name="T39" fmla="*/ 159 h 169"/>
                  <a:gd name="T40" fmla="*/ 134 w 135"/>
                  <a:gd name="T41" fmla="*/ 163 h 169"/>
                  <a:gd name="T42" fmla="*/ 129 w 135"/>
                  <a:gd name="T43" fmla="*/ 166 h 169"/>
                  <a:gd name="T44" fmla="*/ 121 w 135"/>
                  <a:gd name="T45" fmla="*/ 168 h 169"/>
                  <a:gd name="T46" fmla="*/ 110 w 135"/>
                  <a:gd name="T47" fmla="*/ 168 h 169"/>
                  <a:gd name="T48" fmla="*/ 102 w 135"/>
                  <a:gd name="T49" fmla="*/ 166 h 169"/>
                  <a:gd name="T50" fmla="*/ 96 w 135"/>
                  <a:gd name="T51" fmla="*/ 164 h 169"/>
                  <a:gd name="T52" fmla="*/ 93 w 135"/>
                  <a:gd name="T53" fmla="*/ 163 h 169"/>
                  <a:gd name="T54" fmla="*/ 90 w 135"/>
                  <a:gd name="T55" fmla="*/ 163 h 169"/>
                  <a:gd name="T56" fmla="*/ 87 w 135"/>
                  <a:gd name="T57" fmla="*/ 162 h 169"/>
                  <a:gd name="T58" fmla="*/ 75 w 135"/>
                  <a:gd name="T59" fmla="*/ 153 h 169"/>
                  <a:gd name="T60" fmla="*/ 61 w 135"/>
                  <a:gd name="T61" fmla="*/ 139 h 169"/>
                  <a:gd name="T62" fmla="*/ 48 w 135"/>
                  <a:gd name="T63" fmla="*/ 125 h 169"/>
                  <a:gd name="T64" fmla="*/ 40 w 135"/>
                  <a:gd name="T65" fmla="*/ 116 h 169"/>
                  <a:gd name="T66" fmla="*/ 30 w 135"/>
                  <a:gd name="T67" fmla="*/ 105 h 169"/>
                  <a:gd name="T68" fmla="*/ 19 w 135"/>
                  <a:gd name="T69" fmla="*/ 91 h 169"/>
                  <a:gd name="T70" fmla="*/ 11 w 135"/>
                  <a:gd name="T71" fmla="*/ 75 h 169"/>
                  <a:gd name="T72" fmla="*/ 5 w 135"/>
                  <a:gd name="T73" fmla="*/ 58 h 169"/>
                  <a:gd name="T74" fmla="*/ 2 w 135"/>
                  <a:gd name="T75" fmla="*/ 40 h 169"/>
                  <a:gd name="T76" fmla="*/ 0 w 135"/>
                  <a:gd name="T77" fmla="*/ 21 h 169"/>
                  <a:gd name="T78" fmla="*/ 0 w 135"/>
                  <a:gd name="T79" fmla="*/ 7 h 169"/>
                  <a:gd name="T80" fmla="*/ 1 w 135"/>
                  <a:gd name="T81" fmla="*/ 0 h 169"/>
                  <a:gd name="T82" fmla="*/ 5 w 135"/>
                  <a:gd name="T83" fmla="*/ 0 h 169"/>
                  <a:gd name="T84" fmla="*/ 8 w 135"/>
                  <a:gd name="T85" fmla="*/ 3 h 169"/>
                  <a:gd name="T86" fmla="*/ 11 w 135"/>
                  <a:gd name="T87" fmla="*/ 5 h 169"/>
                  <a:gd name="T88" fmla="*/ 35 w 135"/>
                  <a:gd name="T89" fmla="*/ 14 h 1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69"/>
                  <a:gd name="T137" fmla="*/ 135 w 135"/>
                  <a:gd name="T138" fmla="*/ 169 h 16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69">
                    <a:moveTo>
                      <a:pt x="35" y="14"/>
                    </a:moveTo>
                    <a:lnTo>
                      <a:pt x="35" y="15"/>
                    </a:lnTo>
                    <a:lnTo>
                      <a:pt x="37" y="18"/>
                    </a:lnTo>
                    <a:lnTo>
                      <a:pt x="39" y="23"/>
                    </a:lnTo>
                    <a:lnTo>
                      <a:pt x="41" y="29"/>
                    </a:lnTo>
                    <a:lnTo>
                      <a:pt x="43" y="36"/>
                    </a:lnTo>
                    <a:lnTo>
                      <a:pt x="45" y="42"/>
                    </a:lnTo>
                    <a:lnTo>
                      <a:pt x="46" y="48"/>
                    </a:lnTo>
                    <a:lnTo>
                      <a:pt x="47" y="54"/>
                    </a:lnTo>
                    <a:lnTo>
                      <a:pt x="48" y="59"/>
                    </a:lnTo>
                    <a:lnTo>
                      <a:pt x="50" y="66"/>
                    </a:lnTo>
                    <a:lnTo>
                      <a:pt x="52" y="74"/>
                    </a:lnTo>
                    <a:lnTo>
                      <a:pt x="55" y="81"/>
                    </a:lnTo>
                    <a:lnTo>
                      <a:pt x="58" y="88"/>
                    </a:lnTo>
                    <a:lnTo>
                      <a:pt x="61" y="95"/>
                    </a:lnTo>
                    <a:lnTo>
                      <a:pt x="64" y="99"/>
                    </a:lnTo>
                    <a:lnTo>
                      <a:pt x="66" y="102"/>
                    </a:lnTo>
                    <a:lnTo>
                      <a:pt x="69" y="104"/>
                    </a:lnTo>
                    <a:lnTo>
                      <a:pt x="72" y="110"/>
                    </a:lnTo>
                    <a:lnTo>
                      <a:pt x="76" y="117"/>
                    </a:lnTo>
                    <a:lnTo>
                      <a:pt x="81" y="125"/>
                    </a:lnTo>
                    <a:lnTo>
                      <a:pt x="84" y="133"/>
                    </a:lnTo>
                    <a:lnTo>
                      <a:pt x="87" y="139"/>
                    </a:lnTo>
                    <a:lnTo>
                      <a:pt x="89" y="144"/>
                    </a:lnTo>
                    <a:lnTo>
                      <a:pt x="91" y="145"/>
                    </a:lnTo>
                    <a:lnTo>
                      <a:pt x="93" y="145"/>
                    </a:lnTo>
                    <a:lnTo>
                      <a:pt x="95" y="144"/>
                    </a:lnTo>
                    <a:lnTo>
                      <a:pt x="98" y="144"/>
                    </a:lnTo>
                    <a:lnTo>
                      <a:pt x="100" y="144"/>
                    </a:lnTo>
                    <a:lnTo>
                      <a:pt x="104" y="144"/>
                    </a:lnTo>
                    <a:lnTo>
                      <a:pt x="106" y="144"/>
                    </a:lnTo>
                    <a:lnTo>
                      <a:pt x="109" y="144"/>
                    </a:lnTo>
                    <a:lnTo>
                      <a:pt x="111" y="145"/>
                    </a:lnTo>
                    <a:lnTo>
                      <a:pt x="115" y="147"/>
                    </a:lnTo>
                    <a:lnTo>
                      <a:pt x="118" y="149"/>
                    </a:lnTo>
                    <a:lnTo>
                      <a:pt x="122" y="151"/>
                    </a:lnTo>
                    <a:lnTo>
                      <a:pt x="126" y="154"/>
                    </a:lnTo>
                    <a:lnTo>
                      <a:pt x="129" y="156"/>
                    </a:lnTo>
                    <a:lnTo>
                      <a:pt x="132" y="159"/>
                    </a:lnTo>
                    <a:lnTo>
                      <a:pt x="134" y="162"/>
                    </a:lnTo>
                    <a:lnTo>
                      <a:pt x="134" y="163"/>
                    </a:lnTo>
                    <a:lnTo>
                      <a:pt x="132" y="165"/>
                    </a:lnTo>
                    <a:lnTo>
                      <a:pt x="129" y="166"/>
                    </a:lnTo>
                    <a:lnTo>
                      <a:pt x="125" y="167"/>
                    </a:lnTo>
                    <a:lnTo>
                      <a:pt x="121" y="168"/>
                    </a:lnTo>
                    <a:lnTo>
                      <a:pt x="116" y="168"/>
                    </a:lnTo>
                    <a:lnTo>
                      <a:pt x="110" y="168"/>
                    </a:lnTo>
                    <a:lnTo>
                      <a:pt x="106" y="167"/>
                    </a:lnTo>
                    <a:lnTo>
                      <a:pt x="102" y="166"/>
                    </a:lnTo>
                    <a:lnTo>
                      <a:pt x="99" y="165"/>
                    </a:lnTo>
                    <a:lnTo>
                      <a:pt x="96" y="164"/>
                    </a:lnTo>
                    <a:lnTo>
                      <a:pt x="94" y="163"/>
                    </a:lnTo>
                    <a:lnTo>
                      <a:pt x="93" y="163"/>
                    </a:lnTo>
                    <a:lnTo>
                      <a:pt x="91" y="162"/>
                    </a:lnTo>
                    <a:lnTo>
                      <a:pt x="90" y="163"/>
                    </a:lnTo>
                    <a:lnTo>
                      <a:pt x="89" y="163"/>
                    </a:lnTo>
                    <a:lnTo>
                      <a:pt x="87" y="162"/>
                    </a:lnTo>
                    <a:lnTo>
                      <a:pt x="81" y="159"/>
                    </a:lnTo>
                    <a:lnTo>
                      <a:pt x="75" y="153"/>
                    </a:lnTo>
                    <a:lnTo>
                      <a:pt x="69" y="146"/>
                    </a:lnTo>
                    <a:lnTo>
                      <a:pt x="61" y="139"/>
                    </a:lnTo>
                    <a:lnTo>
                      <a:pt x="54" y="131"/>
                    </a:lnTo>
                    <a:lnTo>
                      <a:pt x="48" y="125"/>
                    </a:lnTo>
                    <a:lnTo>
                      <a:pt x="44" y="121"/>
                    </a:lnTo>
                    <a:lnTo>
                      <a:pt x="40" y="116"/>
                    </a:lnTo>
                    <a:lnTo>
                      <a:pt x="35" y="111"/>
                    </a:lnTo>
                    <a:lnTo>
                      <a:pt x="30" y="105"/>
                    </a:lnTo>
                    <a:lnTo>
                      <a:pt x="24" y="98"/>
                    </a:lnTo>
                    <a:lnTo>
                      <a:pt x="19" y="91"/>
                    </a:lnTo>
                    <a:lnTo>
                      <a:pt x="14" y="83"/>
                    </a:lnTo>
                    <a:lnTo>
                      <a:pt x="11" y="75"/>
                    </a:lnTo>
                    <a:lnTo>
                      <a:pt x="7" y="67"/>
                    </a:lnTo>
                    <a:lnTo>
                      <a:pt x="5" y="58"/>
                    </a:lnTo>
                    <a:lnTo>
                      <a:pt x="4" y="49"/>
                    </a:lnTo>
                    <a:lnTo>
                      <a:pt x="2" y="40"/>
                    </a:lnTo>
                    <a:lnTo>
                      <a:pt x="1" y="30"/>
                    </a:lnTo>
                    <a:lnTo>
                      <a:pt x="0" y="21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2" y="5"/>
                    </a:lnTo>
                    <a:lnTo>
                      <a:pt x="35" y="14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7" name="Freeform 254">
                <a:extLst>
                  <a:ext uri="{FF2B5EF4-FFF2-40B4-BE49-F238E27FC236}">
                    <a16:creationId xmlns:a16="http://schemas.microsoft.com/office/drawing/2014/main" id="{30DBF7B6-6FA2-9FF9-7491-E6DE821AE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1355"/>
                <a:ext cx="239" cy="345"/>
              </a:xfrm>
              <a:custGeom>
                <a:avLst/>
                <a:gdLst>
                  <a:gd name="T0" fmla="*/ 238 w 239"/>
                  <a:gd name="T1" fmla="*/ 344 h 345"/>
                  <a:gd name="T2" fmla="*/ 238 w 239"/>
                  <a:gd name="T3" fmla="*/ 113 h 345"/>
                  <a:gd name="T4" fmla="*/ 0 w 239"/>
                  <a:gd name="T5" fmla="*/ 0 h 345"/>
                  <a:gd name="T6" fmla="*/ 0 w 239"/>
                  <a:gd name="T7" fmla="*/ 215 h 345"/>
                  <a:gd name="T8" fmla="*/ 238 w 239"/>
                  <a:gd name="T9" fmla="*/ 344 h 3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345"/>
                  <a:gd name="T17" fmla="*/ 239 w 239"/>
                  <a:gd name="T18" fmla="*/ 345 h 3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345">
                    <a:moveTo>
                      <a:pt x="238" y="344"/>
                    </a:moveTo>
                    <a:lnTo>
                      <a:pt x="238" y="113"/>
                    </a:lnTo>
                    <a:lnTo>
                      <a:pt x="0" y="0"/>
                    </a:lnTo>
                    <a:lnTo>
                      <a:pt x="0" y="215"/>
                    </a:lnTo>
                    <a:lnTo>
                      <a:pt x="238" y="344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8" name="Freeform 255">
                <a:extLst>
                  <a:ext uri="{FF2B5EF4-FFF2-40B4-BE49-F238E27FC236}">
                    <a16:creationId xmlns:a16="http://schemas.microsoft.com/office/drawing/2014/main" id="{400CA282-3458-6A5C-DA7E-D1FC847B1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233"/>
                <a:ext cx="193" cy="82"/>
              </a:xfrm>
              <a:custGeom>
                <a:avLst/>
                <a:gdLst>
                  <a:gd name="T0" fmla="*/ 192 w 193"/>
                  <a:gd name="T1" fmla="*/ 14 h 82"/>
                  <a:gd name="T2" fmla="*/ 67 w 193"/>
                  <a:gd name="T3" fmla="*/ 81 h 82"/>
                  <a:gd name="T4" fmla="*/ 0 w 193"/>
                  <a:gd name="T5" fmla="*/ 66 h 82"/>
                  <a:gd name="T6" fmla="*/ 124 w 193"/>
                  <a:gd name="T7" fmla="*/ 0 h 82"/>
                  <a:gd name="T8" fmla="*/ 192 w 193"/>
                  <a:gd name="T9" fmla="*/ 14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82"/>
                  <a:gd name="T17" fmla="*/ 193 w 193"/>
                  <a:gd name="T18" fmla="*/ 82 h 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82">
                    <a:moveTo>
                      <a:pt x="192" y="14"/>
                    </a:moveTo>
                    <a:lnTo>
                      <a:pt x="67" y="81"/>
                    </a:lnTo>
                    <a:lnTo>
                      <a:pt x="0" y="66"/>
                    </a:lnTo>
                    <a:lnTo>
                      <a:pt x="124" y="0"/>
                    </a:lnTo>
                    <a:lnTo>
                      <a:pt x="192" y="14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39" name="Freeform 256">
                <a:extLst>
                  <a:ext uri="{FF2B5EF4-FFF2-40B4-BE49-F238E27FC236}">
                    <a16:creationId xmlns:a16="http://schemas.microsoft.com/office/drawing/2014/main" id="{DB93E257-E5A0-8BA3-BD80-25465036A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1067"/>
                <a:ext cx="213" cy="213"/>
              </a:xfrm>
              <a:custGeom>
                <a:avLst/>
                <a:gdLst>
                  <a:gd name="T0" fmla="*/ 44 w 213"/>
                  <a:gd name="T1" fmla="*/ 20 h 213"/>
                  <a:gd name="T2" fmla="*/ 50 w 213"/>
                  <a:gd name="T3" fmla="*/ 33 h 213"/>
                  <a:gd name="T4" fmla="*/ 59 w 213"/>
                  <a:gd name="T5" fmla="*/ 54 h 213"/>
                  <a:gd name="T6" fmla="*/ 68 w 213"/>
                  <a:gd name="T7" fmla="*/ 74 h 213"/>
                  <a:gd name="T8" fmla="*/ 73 w 213"/>
                  <a:gd name="T9" fmla="*/ 88 h 213"/>
                  <a:gd name="T10" fmla="*/ 78 w 213"/>
                  <a:gd name="T11" fmla="*/ 103 h 213"/>
                  <a:gd name="T12" fmla="*/ 85 w 213"/>
                  <a:gd name="T13" fmla="*/ 118 h 213"/>
                  <a:gd name="T14" fmla="*/ 91 w 213"/>
                  <a:gd name="T15" fmla="*/ 128 h 213"/>
                  <a:gd name="T16" fmla="*/ 99 w 213"/>
                  <a:gd name="T17" fmla="*/ 133 h 213"/>
                  <a:gd name="T18" fmla="*/ 120 w 213"/>
                  <a:gd name="T19" fmla="*/ 148 h 213"/>
                  <a:gd name="T20" fmla="*/ 143 w 213"/>
                  <a:gd name="T21" fmla="*/ 167 h 213"/>
                  <a:gd name="T22" fmla="*/ 160 w 213"/>
                  <a:gd name="T23" fmla="*/ 182 h 213"/>
                  <a:gd name="T24" fmla="*/ 164 w 213"/>
                  <a:gd name="T25" fmla="*/ 184 h 213"/>
                  <a:gd name="T26" fmla="*/ 167 w 213"/>
                  <a:gd name="T27" fmla="*/ 183 h 213"/>
                  <a:gd name="T28" fmla="*/ 171 w 213"/>
                  <a:gd name="T29" fmla="*/ 183 h 213"/>
                  <a:gd name="T30" fmla="*/ 177 w 213"/>
                  <a:gd name="T31" fmla="*/ 183 h 213"/>
                  <a:gd name="T32" fmla="*/ 184 w 213"/>
                  <a:gd name="T33" fmla="*/ 185 h 213"/>
                  <a:gd name="T34" fmla="*/ 193 w 213"/>
                  <a:gd name="T35" fmla="*/ 189 h 213"/>
                  <a:gd name="T36" fmla="*/ 202 w 213"/>
                  <a:gd name="T37" fmla="*/ 195 h 213"/>
                  <a:gd name="T38" fmla="*/ 209 w 213"/>
                  <a:gd name="T39" fmla="*/ 201 h 213"/>
                  <a:gd name="T40" fmla="*/ 212 w 213"/>
                  <a:gd name="T41" fmla="*/ 207 h 213"/>
                  <a:gd name="T42" fmla="*/ 207 w 213"/>
                  <a:gd name="T43" fmla="*/ 211 h 213"/>
                  <a:gd name="T44" fmla="*/ 199 w 213"/>
                  <a:gd name="T45" fmla="*/ 212 h 213"/>
                  <a:gd name="T46" fmla="*/ 188 w 213"/>
                  <a:gd name="T47" fmla="*/ 211 h 213"/>
                  <a:gd name="T48" fmla="*/ 176 w 213"/>
                  <a:gd name="T49" fmla="*/ 207 h 213"/>
                  <a:gd name="T50" fmla="*/ 168 w 213"/>
                  <a:gd name="T51" fmla="*/ 205 h 213"/>
                  <a:gd name="T52" fmla="*/ 163 w 213"/>
                  <a:gd name="T53" fmla="*/ 203 h 213"/>
                  <a:gd name="T54" fmla="*/ 160 w 213"/>
                  <a:gd name="T55" fmla="*/ 202 h 213"/>
                  <a:gd name="T56" fmla="*/ 154 w 213"/>
                  <a:gd name="T57" fmla="*/ 202 h 213"/>
                  <a:gd name="T58" fmla="*/ 140 w 213"/>
                  <a:gd name="T59" fmla="*/ 198 h 213"/>
                  <a:gd name="T60" fmla="*/ 121 w 213"/>
                  <a:gd name="T61" fmla="*/ 189 h 213"/>
                  <a:gd name="T62" fmla="*/ 103 w 213"/>
                  <a:gd name="T63" fmla="*/ 180 h 213"/>
                  <a:gd name="T64" fmla="*/ 91 w 213"/>
                  <a:gd name="T65" fmla="*/ 172 h 213"/>
                  <a:gd name="T66" fmla="*/ 75 w 213"/>
                  <a:gd name="T67" fmla="*/ 158 h 213"/>
                  <a:gd name="T68" fmla="*/ 58 w 213"/>
                  <a:gd name="T69" fmla="*/ 140 h 213"/>
                  <a:gd name="T70" fmla="*/ 44 w 213"/>
                  <a:gd name="T71" fmla="*/ 120 h 213"/>
                  <a:gd name="T72" fmla="*/ 32 w 213"/>
                  <a:gd name="T73" fmla="*/ 98 h 213"/>
                  <a:gd name="T74" fmla="*/ 19 w 213"/>
                  <a:gd name="T75" fmla="*/ 71 h 213"/>
                  <a:gd name="T76" fmla="*/ 8 w 213"/>
                  <a:gd name="T77" fmla="*/ 43 h 213"/>
                  <a:gd name="T78" fmla="*/ 0 w 213"/>
                  <a:gd name="T79" fmla="*/ 22 h 213"/>
                  <a:gd name="T80" fmla="*/ 0 w 213"/>
                  <a:gd name="T81" fmla="*/ 11 h 213"/>
                  <a:gd name="T82" fmla="*/ 2 w 213"/>
                  <a:gd name="T83" fmla="*/ 5 h 213"/>
                  <a:gd name="T84" fmla="*/ 6 w 213"/>
                  <a:gd name="T85" fmla="*/ 3 h 213"/>
                  <a:gd name="T86" fmla="*/ 11 w 213"/>
                  <a:gd name="T87" fmla="*/ 1 h 213"/>
                  <a:gd name="T88" fmla="*/ 42 w 213"/>
                  <a:gd name="T89" fmla="*/ 18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3"/>
                  <a:gd name="T137" fmla="*/ 213 w 213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3">
                    <a:moveTo>
                      <a:pt x="42" y="18"/>
                    </a:moveTo>
                    <a:lnTo>
                      <a:pt x="44" y="20"/>
                    </a:lnTo>
                    <a:lnTo>
                      <a:pt x="46" y="26"/>
                    </a:lnTo>
                    <a:lnTo>
                      <a:pt x="50" y="33"/>
                    </a:lnTo>
                    <a:lnTo>
                      <a:pt x="55" y="44"/>
                    </a:lnTo>
                    <a:lnTo>
                      <a:pt x="59" y="54"/>
                    </a:lnTo>
                    <a:lnTo>
                      <a:pt x="64" y="65"/>
                    </a:lnTo>
                    <a:lnTo>
                      <a:pt x="68" y="74"/>
                    </a:lnTo>
                    <a:lnTo>
                      <a:pt x="71" y="81"/>
                    </a:lnTo>
                    <a:lnTo>
                      <a:pt x="73" y="88"/>
                    </a:lnTo>
                    <a:lnTo>
                      <a:pt x="75" y="95"/>
                    </a:lnTo>
                    <a:lnTo>
                      <a:pt x="78" y="103"/>
                    </a:lnTo>
                    <a:lnTo>
                      <a:pt x="81" y="111"/>
                    </a:lnTo>
                    <a:lnTo>
                      <a:pt x="85" y="118"/>
                    </a:lnTo>
                    <a:lnTo>
                      <a:pt x="88" y="124"/>
                    </a:lnTo>
                    <a:lnTo>
                      <a:pt x="91" y="128"/>
                    </a:lnTo>
                    <a:lnTo>
                      <a:pt x="94" y="130"/>
                    </a:lnTo>
                    <a:lnTo>
                      <a:pt x="99" y="133"/>
                    </a:lnTo>
                    <a:lnTo>
                      <a:pt x="108" y="139"/>
                    </a:lnTo>
                    <a:lnTo>
                      <a:pt x="120" y="148"/>
                    </a:lnTo>
                    <a:lnTo>
                      <a:pt x="131" y="158"/>
                    </a:lnTo>
                    <a:lnTo>
                      <a:pt x="143" y="167"/>
                    </a:lnTo>
                    <a:lnTo>
                      <a:pt x="154" y="176"/>
                    </a:lnTo>
                    <a:lnTo>
                      <a:pt x="160" y="182"/>
                    </a:lnTo>
                    <a:lnTo>
                      <a:pt x="164" y="184"/>
                    </a:lnTo>
                    <a:lnTo>
                      <a:pt x="165" y="184"/>
                    </a:lnTo>
                    <a:lnTo>
                      <a:pt x="167" y="183"/>
                    </a:lnTo>
                    <a:lnTo>
                      <a:pt x="169" y="183"/>
                    </a:lnTo>
                    <a:lnTo>
                      <a:pt x="171" y="183"/>
                    </a:lnTo>
                    <a:lnTo>
                      <a:pt x="175" y="183"/>
                    </a:lnTo>
                    <a:lnTo>
                      <a:pt x="177" y="183"/>
                    </a:lnTo>
                    <a:lnTo>
                      <a:pt x="181" y="184"/>
                    </a:lnTo>
                    <a:lnTo>
                      <a:pt x="184" y="185"/>
                    </a:lnTo>
                    <a:lnTo>
                      <a:pt x="189" y="188"/>
                    </a:lnTo>
                    <a:lnTo>
                      <a:pt x="193" y="189"/>
                    </a:lnTo>
                    <a:lnTo>
                      <a:pt x="198" y="193"/>
                    </a:lnTo>
                    <a:lnTo>
                      <a:pt x="202" y="195"/>
                    </a:lnTo>
                    <a:lnTo>
                      <a:pt x="206" y="199"/>
                    </a:lnTo>
                    <a:lnTo>
                      <a:pt x="209" y="201"/>
                    </a:lnTo>
                    <a:lnTo>
                      <a:pt x="212" y="205"/>
                    </a:lnTo>
                    <a:lnTo>
                      <a:pt x="212" y="207"/>
                    </a:lnTo>
                    <a:lnTo>
                      <a:pt x="210" y="209"/>
                    </a:lnTo>
                    <a:lnTo>
                      <a:pt x="207" y="211"/>
                    </a:lnTo>
                    <a:lnTo>
                      <a:pt x="204" y="212"/>
                    </a:lnTo>
                    <a:lnTo>
                      <a:pt x="199" y="212"/>
                    </a:lnTo>
                    <a:lnTo>
                      <a:pt x="194" y="212"/>
                    </a:lnTo>
                    <a:lnTo>
                      <a:pt x="188" y="211"/>
                    </a:lnTo>
                    <a:lnTo>
                      <a:pt x="182" y="209"/>
                    </a:lnTo>
                    <a:lnTo>
                      <a:pt x="176" y="207"/>
                    </a:lnTo>
                    <a:lnTo>
                      <a:pt x="171" y="206"/>
                    </a:lnTo>
                    <a:lnTo>
                      <a:pt x="168" y="205"/>
                    </a:lnTo>
                    <a:lnTo>
                      <a:pt x="165" y="203"/>
                    </a:lnTo>
                    <a:lnTo>
                      <a:pt x="163" y="203"/>
                    </a:lnTo>
                    <a:lnTo>
                      <a:pt x="160" y="202"/>
                    </a:lnTo>
                    <a:lnTo>
                      <a:pt x="158" y="203"/>
                    </a:lnTo>
                    <a:lnTo>
                      <a:pt x="154" y="202"/>
                    </a:lnTo>
                    <a:lnTo>
                      <a:pt x="148" y="200"/>
                    </a:lnTo>
                    <a:lnTo>
                      <a:pt x="140" y="198"/>
                    </a:lnTo>
                    <a:lnTo>
                      <a:pt x="131" y="194"/>
                    </a:lnTo>
                    <a:lnTo>
                      <a:pt x="121" y="189"/>
                    </a:lnTo>
                    <a:lnTo>
                      <a:pt x="112" y="184"/>
                    </a:lnTo>
                    <a:lnTo>
                      <a:pt x="103" y="180"/>
                    </a:lnTo>
                    <a:lnTo>
                      <a:pt x="97" y="176"/>
                    </a:lnTo>
                    <a:lnTo>
                      <a:pt x="91" y="172"/>
                    </a:lnTo>
                    <a:lnTo>
                      <a:pt x="84" y="165"/>
                    </a:lnTo>
                    <a:lnTo>
                      <a:pt x="75" y="158"/>
                    </a:lnTo>
                    <a:lnTo>
                      <a:pt x="67" y="150"/>
                    </a:lnTo>
                    <a:lnTo>
                      <a:pt x="58" y="140"/>
                    </a:lnTo>
                    <a:lnTo>
                      <a:pt x="51" y="130"/>
                    </a:lnTo>
                    <a:lnTo>
                      <a:pt x="44" y="120"/>
                    </a:lnTo>
                    <a:lnTo>
                      <a:pt x="38" y="110"/>
                    </a:lnTo>
                    <a:lnTo>
                      <a:pt x="32" y="98"/>
                    </a:lnTo>
                    <a:lnTo>
                      <a:pt x="26" y="85"/>
                    </a:lnTo>
                    <a:lnTo>
                      <a:pt x="19" y="71"/>
                    </a:lnTo>
                    <a:lnTo>
                      <a:pt x="13" y="56"/>
                    </a:lnTo>
                    <a:lnTo>
                      <a:pt x="8" y="43"/>
                    </a:lnTo>
                    <a:lnTo>
                      <a:pt x="4" y="31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1" y="1"/>
                    </a:lnTo>
                    <a:lnTo>
                      <a:pt x="13" y="0"/>
                    </a:lnTo>
                    <a:lnTo>
                      <a:pt x="42" y="18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0" name="Freeform 257">
                <a:extLst>
                  <a:ext uri="{FF2B5EF4-FFF2-40B4-BE49-F238E27FC236}">
                    <a16:creationId xmlns:a16="http://schemas.microsoft.com/office/drawing/2014/main" id="{B22143A2-606B-8E92-B48C-2748FBB60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3" y="1081"/>
                <a:ext cx="135" cy="173"/>
              </a:xfrm>
              <a:custGeom>
                <a:avLst/>
                <a:gdLst>
                  <a:gd name="T0" fmla="*/ 36 w 135"/>
                  <a:gd name="T1" fmla="*/ 16 h 173"/>
                  <a:gd name="T2" fmla="*/ 39 w 135"/>
                  <a:gd name="T3" fmla="*/ 25 h 173"/>
                  <a:gd name="T4" fmla="*/ 43 w 135"/>
                  <a:gd name="T5" fmla="*/ 39 h 173"/>
                  <a:gd name="T6" fmla="*/ 46 w 135"/>
                  <a:gd name="T7" fmla="*/ 52 h 173"/>
                  <a:gd name="T8" fmla="*/ 48 w 135"/>
                  <a:gd name="T9" fmla="*/ 63 h 173"/>
                  <a:gd name="T10" fmla="*/ 52 w 135"/>
                  <a:gd name="T11" fmla="*/ 77 h 173"/>
                  <a:gd name="T12" fmla="*/ 58 w 135"/>
                  <a:gd name="T13" fmla="*/ 92 h 173"/>
                  <a:gd name="T14" fmla="*/ 64 w 135"/>
                  <a:gd name="T15" fmla="*/ 103 h 173"/>
                  <a:gd name="T16" fmla="*/ 69 w 135"/>
                  <a:gd name="T17" fmla="*/ 108 h 173"/>
                  <a:gd name="T18" fmla="*/ 76 w 135"/>
                  <a:gd name="T19" fmla="*/ 120 h 173"/>
                  <a:gd name="T20" fmla="*/ 84 w 135"/>
                  <a:gd name="T21" fmla="*/ 136 h 173"/>
                  <a:gd name="T22" fmla="*/ 89 w 135"/>
                  <a:gd name="T23" fmla="*/ 147 h 173"/>
                  <a:gd name="T24" fmla="*/ 91 w 135"/>
                  <a:gd name="T25" fmla="*/ 149 h 173"/>
                  <a:gd name="T26" fmla="*/ 95 w 135"/>
                  <a:gd name="T27" fmla="*/ 148 h 173"/>
                  <a:gd name="T28" fmla="*/ 100 w 135"/>
                  <a:gd name="T29" fmla="*/ 148 h 173"/>
                  <a:gd name="T30" fmla="*/ 106 w 135"/>
                  <a:gd name="T31" fmla="*/ 148 h 173"/>
                  <a:gd name="T32" fmla="*/ 111 w 135"/>
                  <a:gd name="T33" fmla="*/ 149 h 173"/>
                  <a:gd name="T34" fmla="*/ 118 w 135"/>
                  <a:gd name="T35" fmla="*/ 153 h 173"/>
                  <a:gd name="T36" fmla="*/ 126 w 135"/>
                  <a:gd name="T37" fmla="*/ 158 h 173"/>
                  <a:gd name="T38" fmla="*/ 132 w 135"/>
                  <a:gd name="T39" fmla="*/ 163 h 173"/>
                  <a:gd name="T40" fmla="*/ 134 w 135"/>
                  <a:gd name="T41" fmla="*/ 167 h 173"/>
                  <a:gd name="T42" fmla="*/ 129 w 135"/>
                  <a:gd name="T43" fmla="*/ 170 h 173"/>
                  <a:gd name="T44" fmla="*/ 121 w 135"/>
                  <a:gd name="T45" fmla="*/ 172 h 173"/>
                  <a:gd name="T46" fmla="*/ 110 w 135"/>
                  <a:gd name="T47" fmla="*/ 171 h 173"/>
                  <a:gd name="T48" fmla="*/ 102 w 135"/>
                  <a:gd name="T49" fmla="*/ 169 h 173"/>
                  <a:gd name="T50" fmla="*/ 96 w 135"/>
                  <a:gd name="T51" fmla="*/ 167 h 173"/>
                  <a:gd name="T52" fmla="*/ 92 w 135"/>
                  <a:gd name="T53" fmla="*/ 166 h 173"/>
                  <a:gd name="T54" fmla="*/ 90 w 135"/>
                  <a:gd name="T55" fmla="*/ 166 h 173"/>
                  <a:gd name="T56" fmla="*/ 87 w 135"/>
                  <a:gd name="T57" fmla="*/ 166 h 173"/>
                  <a:gd name="T58" fmla="*/ 75 w 135"/>
                  <a:gd name="T59" fmla="*/ 156 h 173"/>
                  <a:gd name="T60" fmla="*/ 61 w 135"/>
                  <a:gd name="T61" fmla="*/ 142 h 173"/>
                  <a:gd name="T62" fmla="*/ 48 w 135"/>
                  <a:gd name="T63" fmla="*/ 129 h 173"/>
                  <a:gd name="T64" fmla="*/ 40 w 135"/>
                  <a:gd name="T65" fmla="*/ 120 h 173"/>
                  <a:gd name="T66" fmla="*/ 29 w 135"/>
                  <a:gd name="T67" fmla="*/ 108 h 173"/>
                  <a:gd name="T68" fmla="*/ 19 w 135"/>
                  <a:gd name="T69" fmla="*/ 95 h 173"/>
                  <a:gd name="T70" fmla="*/ 10 w 135"/>
                  <a:gd name="T71" fmla="*/ 79 h 173"/>
                  <a:gd name="T72" fmla="*/ 5 w 135"/>
                  <a:gd name="T73" fmla="*/ 63 h 173"/>
                  <a:gd name="T74" fmla="*/ 2 w 135"/>
                  <a:gd name="T75" fmla="*/ 43 h 173"/>
                  <a:gd name="T76" fmla="*/ 0 w 135"/>
                  <a:gd name="T77" fmla="*/ 25 h 173"/>
                  <a:gd name="T78" fmla="*/ 0 w 135"/>
                  <a:gd name="T79" fmla="*/ 11 h 173"/>
                  <a:gd name="T80" fmla="*/ 2 w 135"/>
                  <a:gd name="T81" fmla="*/ 4 h 173"/>
                  <a:gd name="T82" fmla="*/ 6 w 135"/>
                  <a:gd name="T83" fmla="*/ 1 h 173"/>
                  <a:gd name="T84" fmla="*/ 11 w 135"/>
                  <a:gd name="T85" fmla="*/ 0 h 173"/>
                  <a:gd name="T86" fmla="*/ 17 w 135"/>
                  <a:gd name="T87" fmla="*/ 0 h 173"/>
                  <a:gd name="T88" fmla="*/ 35 w 135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73"/>
                  <a:gd name="T137" fmla="*/ 135 w 135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73">
                    <a:moveTo>
                      <a:pt x="35" y="15"/>
                    </a:moveTo>
                    <a:lnTo>
                      <a:pt x="36" y="16"/>
                    </a:lnTo>
                    <a:lnTo>
                      <a:pt x="37" y="20"/>
                    </a:lnTo>
                    <a:lnTo>
                      <a:pt x="39" y="25"/>
                    </a:lnTo>
                    <a:lnTo>
                      <a:pt x="41" y="32"/>
                    </a:lnTo>
                    <a:lnTo>
                      <a:pt x="43" y="39"/>
                    </a:lnTo>
                    <a:lnTo>
                      <a:pt x="45" y="45"/>
                    </a:lnTo>
                    <a:lnTo>
                      <a:pt x="46" y="52"/>
                    </a:lnTo>
                    <a:lnTo>
                      <a:pt x="47" y="57"/>
                    </a:lnTo>
                    <a:lnTo>
                      <a:pt x="48" y="63"/>
                    </a:lnTo>
                    <a:lnTo>
                      <a:pt x="50" y="69"/>
                    </a:lnTo>
                    <a:lnTo>
                      <a:pt x="52" y="77"/>
                    </a:lnTo>
                    <a:lnTo>
                      <a:pt x="55" y="85"/>
                    </a:lnTo>
                    <a:lnTo>
                      <a:pt x="58" y="92"/>
                    </a:lnTo>
                    <a:lnTo>
                      <a:pt x="61" y="98"/>
                    </a:lnTo>
                    <a:lnTo>
                      <a:pt x="64" y="103"/>
                    </a:lnTo>
                    <a:lnTo>
                      <a:pt x="66" y="105"/>
                    </a:lnTo>
                    <a:lnTo>
                      <a:pt x="69" y="108"/>
                    </a:lnTo>
                    <a:lnTo>
                      <a:pt x="72" y="114"/>
                    </a:lnTo>
                    <a:lnTo>
                      <a:pt x="76" y="120"/>
                    </a:lnTo>
                    <a:lnTo>
                      <a:pt x="81" y="128"/>
                    </a:lnTo>
                    <a:lnTo>
                      <a:pt x="84" y="136"/>
                    </a:lnTo>
                    <a:lnTo>
                      <a:pt x="87" y="143"/>
                    </a:lnTo>
                    <a:lnTo>
                      <a:pt x="89" y="147"/>
                    </a:lnTo>
                    <a:lnTo>
                      <a:pt x="90" y="149"/>
                    </a:lnTo>
                    <a:lnTo>
                      <a:pt x="91" y="149"/>
                    </a:lnTo>
                    <a:lnTo>
                      <a:pt x="93" y="149"/>
                    </a:lnTo>
                    <a:lnTo>
                      <a:pt x="95" y="148"/>
                    </a:lnTo>
                    <a:lnTo>
                      <a:pt x="98" y="148"/>
                    </a:lnTo>
                    <a:lnTo>
                      <a:pt x="100" y="148"/>
                    </a:lnTo>
                    <a:lnTo>
                      <a:pt x="104" y="147"/>
                    </a:lnTo>
                    <a:lnTo>
                      <a:pt x="106" y="148"/>
                    </a:lnTo>
                    <a:lnTo>
                      <a:pt x="109" y="148"/>
                    </a:lnTo>
                    <a:lnTo>
                      <a:pt x="111" y="149"/>
                    </a:lnTo>
                    <a:lnTo>
                      <a:pt x="115" y="150"/>
                    </a:lnTo>
                    <a:lnTo>
                      <a:pt x="118" y="153"/>
                    </a:lnTo>
                    <a:lnTo>
                      <a:pt x="122" y="155"/>
                    </a:lnTo>
                    <a:lnTo>
                      <a:pt x="126" y="158"/>
                    </a:lnTo>
                    <a:lnTo>
                      <a:pt x="129" y="160"/>
                    </a:lnTo>
                    <a:lnTo>
                      <a:pt x="132" y="163"/>
                    </a:lnTo>
                    <a:lnTo>
                      <a:pt x="134" y="166"/>
                    </a:lnTo>
                    <a:lnTo>
                      <a:pt x="134" y="167"/>
                    </a:lnTo>
                    <a:lnTo>
                      <a:pt x="132" y="168"/>
                    </a:lnTo>
                    <a:lnTo>
                      <a:pt x="129" y="170"/>
                    </a:lnTo>
                    <a:lnTo>
                      <a:pt x="125" y="171"/>
                    </a:lnTo>
                    <a:lnTo>
                      <a:pt x="121" y="172"/>
                    </a:lnTo>
                    <a:lnTo>
                      <a:pt x="116" y="172"/>
                    </a:lnTo>
                    <a:lnTo>
                      <a:pt x="110" y="171"/>
                    </a:lnTo>
                    <a:lnTo>
                      <a:pt x="106" y="171"/>
                    </a:lnTo>
                    <a:lnTo>
                      <a:pt x="102" y="169"/>
                    </a:lnTo>
                    <a:lnTo>
                      <a:pt x="99" y="168"/>
                    </a:lnTo>
                    <a:lnTo>
                      <a:pt x="96" y="167"/>
                    </a:lnTo>
                    <a:lnTo>
                      <a:pt x="93" y="167"/>
                    </a:lnTo>
                    <a:lnTo>
                      <a:pt x="92" y="166"/>
                    </a:lnTo>
                    <a:lnTo>
                      <a:pt x="91" y="166"/>
                    </a:lnTo>
                    <a:lnTo>
                      <a:pt x="90" y="166"/>
                    </a:lnTo>
                    <a:lnTo>
                      <a:pt x="88" y="167"/>
                    </a:lnTo>
                    <a:lnTo>
                      <a:pt x="87" y="166"/>
                    </a:lnTo>
                    <a:lnTo>
                      <a:pt x="81" y="162"/>
                    </a:lnTo>
                    <a:lnTo>
                      <a:pt x="75" y="156"/>
                    </a:lnTo>
                    <a:lnTo>
                      <a:pt x="69" y="149"/>
                    </a:lnTo>
                    <a:lnTo>
                      <a:pt x="61" y="142"/>
                    </a:lnTo>
                    <a:lnTo>
                      <a:pt x="54" y="135"/>
                    </a:lnTo>
                    <a:lnTo>
                      <a:pt x="48" y="129"/>
                    </a:lnTo>
                    <a:lnTo>
                      <a:pt x="44" y="124"/>
                    </a:lnTo>
                    <a:lnTo>
                      <a:pt x="40" y="120"/>
                    </a:lnTo>
                    <a:lnTo>
                      <a:pt x="35" y="114"/>
                    </a:lnTo>
                    <a:lnTo>
                      <a:pt x="29" y="108"/>
                    </a:lnTo>
                    <a:lnTo>
                      <a:pt x="24" y="102"/>
                    </a:lnTo>
                    <a:lnTo>
                      <a:pt x="19" y="95"/>
                    </a:lnTo>
                    <a:lnTo>
                      <a:pt x="14" y="86"/>
                    </a:lnTo>
                    <a:lnTo>
                      <a:pt x="10" y="79"/>
                    </a:lnTo>
                    <a:lnTo>
                      <a:pt x="7" y="71"/>
                    </a:lnTo>
                    <a:lnTo>
                      <a:pt x="5" y="63"/>
                    </a:lnTo>
                    <a:lnTo>
                      <a:pt x="4" y="53"/>
                    </a:lnTo>
                    <a:lnTo>
                      <a:pt x="2" y="43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35" y="15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1" name="Freeform 258">
                <a:extLst>
                  <a:ext uri="{FF2B5EF4-FFF2-40B4-BE49-F238E27FC236}">
                    <a16:creationId xmlns:a16="http://schemas.microsoft.com/office/drawing/2014/main" id="{14D27A71-60C3-1775-1CD4-F38F21685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1264"/>
                <a:ext cx="193" cy="93"/>
              </a:xfrm>
              <a:custGeom>
                <a:avLst/>
                <a:gdLst>
                  <a:gd name="T0" fmla="*/ 0 w 193"/>
                  <a:gd name="T1" fmla="*/ 0 h 93"/>
                  <a:gd name="T2" fmla="*/ 0 w 193"/>
                  <a:gd name="T3" fmla="*/ 50 h 93"/>
                  <a:gd name="T4" fmla="*/ 192 w 193"/>
                  <a:gd name="T5" fmla="*/ 92 h 93"/>
                  <a:gd name="T6" fmla="*/ 192 w 193"/>
                  <a:gd name="T7" fmla="*/ 41 h 93"/>
                  <a:gd name="T8" fmla="*/ 0 w 193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93"/>
                  <a:gd name="T17" fmla="*/ 193 w 193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93">
                    <a:moveTo>
                      <a:pt x="0" y="0"/>
                    </a:moveTo>
                    <a:lnTo>
                      <a:pt x="0" y="50"/>
                    </a:lnTo>
                    <a:lnTo>
                      <a:pt x="192" y="92"/>
                    </a:lnTo>
                    <a:lnTo>
                      <a:pt x="192" y="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2" name="Freeform 259">
                <a:extLst>
                  <a:ext uri="{FF2B5EF4-FFF2-40B4-BE49-F238E27FC236}">
                    <a16:creationId xmlns:a16="http://schemas.microsoft.com/office/drawing/2014/main" id="{E9E4A07E-2BA6-1FA1-8EC6-EAFC39A0DF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9" y="1258"/>
                <a:ext cx="59" cy="99"/>
              </a:xfrm>
              <a:custGeom>
                <a:avLst/>
                <a:gdLst>
                  <a:gd name="T0" fmla="*/ 0 w 59"/>
                  <a:gd name="T1" fmla="*/ 47 h 99"/>
                  <a:gd name="T2" fmla="*/ 0 w 59"/>
                  <a:gd name="T3" fmla="*/ 98 h 99"/>
                  <a:gd name="T4" fmla="*/ 58 w 59"/>
                  <a:gd name="T5" fmla="*/ 43 h 99"/>
                  <a:gd name="T6" fmla="*/ 58 w 59"/>
                  <a:gd name="T7" fmla="*/ 0 h 99"/>
                  <a:gd name="T8" fmla="*/ 0 w 59"/>
                  <a:gd name="T9" fmla="*/ 47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"/>
                  <a:gd name="T16" fmla="*/ 0 h 99"/>
                  <a:gd name="T17" fmla="*/ 59 w 59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" h="99">
                    <a:moveTo>
                      <a:pt x="0" y="47"/>
                    </a:moveTo>
                    <a:lnTo>
                      <a:pt x="0" y="98"/>
                    </a:lnTo>
                    <a:lnTo>
                      <a:pt x="58" y="43"/>
                    </a:lnTo>
                    <a:lnTo>
                      <a:pt x="58" y="0"/>
                    </a:lnTo>
                    <a:lnTo>
                      <a:pt x="0" y="4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3" name="Freeform 260">
                <a:extLst>
                  <a:ext uri="{FF2B5EF4-FFF2-40B4-BE49-F238E27FC236}">
                    <a16:creationId xmlns:a16="http://schemas.microsoft.com/office/drawing/2014/main" id="{0A99DD44-0548-F293-AEEF-E58409270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1218"/>
                <a:ext cx="250" cy="88"/>
              </a:xfrm>
              <a:custGeom>
                <a:avLst/>
                <a:gdLst>
                  <a:gd name="T0" fmla="*/ 79 w 250"/>
                  <a:gd name="T1" fmla="*/ 0 h 88"/>
                  <a:gd name="T2" fmla="*/ 0 w 250"/>
                  <a:gd name="T3" fmla="*/ 46 h 88"/>
                  <a:gd name="T4" fmla="*/ 191 w 250"/>
                  <a:gd name="T5" fmla="*/ 87 h 88"/>
                  <a:gd name="T6" fmla="*/ 249 w 250"/>
                  <a:gd name="T7" fmla="*/ 39 h 88"/>
                  <a:gd name="T8" fmla="*/ 79 w 250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88"/>
                  <a:gd name="T17" fmla="*/ 250 w 250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88">
                    <a:moveTo>
                      <a:pt x="79" y="0"/>
                    </a:moveTo>
                    <a:lnTo>
                      <a:pt x="0" y="46"/>
                    </a:lnTo>
                    <a:lnTo>
                      <a:pt x="191" y="87"/>
                    </a:lnTo>
                    <a:lnTo>
                      <a:pt x="249" y="39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4" name="Freeform 261">
                <a:extLst>
                  <a:ext uri="{FF2B5EF4-FFF2-40B4-BE49-F238E27FC236}">
                    <a16:creationId xmlns:a16="http://schemas.microsoft.com/office/drawing/2014/main" id="{BEDBAAD4-6A56-9198-CE9D-5D84FF61A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" y="1101"/>
                <a:ext cx="31" cy="133"/>
              </a:xfrm>
              <a:custGeom>
                <a:avLst/>
                <a:gdLst>
                  <a:gd name="T0" fmla="*/ 30 w 31"/>
                  <a:gd name="T1" fmla="*/ 0 h 133"/>
                  <a:gd name="T2" fmla="*/ 29 w 31"/>
                  <a:gd name="T3" fmla="*/ 0 h 133"/>
                  <a:gd name="T4" fmla="*/ 27 w 31"/>
                  <a:gd name="T5" fmla="*/ 3 h 133"/>
                  <a:gd name="T6" fmla="*/ 24 w 31"/>
                  <a:gd name="T7" fmla="*/ 6 h 133"/>
                  <a:gd name="T8" fmla="*/ 21 w 31"/>
                  <a:gd name="T9" fmla="*/ 12 h 133"/>
                  <a:gd name="T10" fmla="*/ 17 w 31"/>
                  <a:gd name="T11" fmla="*/ 21 h 133"/>
                  <a:gd name="T12" fmla="*/ 13 w 31"/>
                  <a:gd name="T13" fmla="*/ 31 h 133"/>
                  <a:gd name="T14" fmla="*/ 9 w 31"/>
                  <a:gd name="T15" fmla="*/ 44 h 133"/>
                  <a:gd name="T16" fmla="*/ 6 w 31"/>
                  <a:gd name="T17" fmla="*/ 60 h 133"/>
                  <a:gd name="T18" fmla="*/ 2 w 31"/>
                  <a:gd name="T19" fmla="*/ 76 h 133"/>
                  <a:gd name="T20" fmla="*/ 0 w 31"/>
                  <a:gd name="T21" fmla="*/ 90 h 133"/>
                  <a:gd name="T22" fmla="*/ 0 w 31"/>
                  <a:gd name="T23" fmla="*/ 103 h 133"/>
                  <a:gd name="T24" fmla="*/ 0 w 31"/>
                  <a:gd name="T25" fmla="*/ 113 h 133"/>
                  <a:gd name="T26" fmla="*/ 0 w 31"/>
                  <a:gd name="T27" fmla="*/ 121 h 133"/>
                  <a:gd name="T28" fmla="*/ 1 w 31"/>
                  <a:gd name="T29" fmla="*/ 127 h 133"/>
                  <a:gd name="T30" fmla="*/ 2 w 31"/>
                  <a:gd name="T31" fmla="*/ 131 h 133"/>
                  <a:gd name="T32" fmla="*/ 2 w 31"/>
                  <a:gd name="T33" fmla="*/ 132 h 133"/>
                  <a:gd name="T34" fmla="*/ 30 w 31"/>
                  <a:gd name="T35" fmla="*/ 0 h 13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133"/>
                  <a:gd name="T56" fmla="*/ 31 w 31"/>
                  <a:gd name="T57" fmla="*/ 133 h 13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133">
                    <a:moveTo>
                      <a:pt x="30" y="0"/>
                    </a:moveTo>
                    <a:lnTo>
                      <a:pt x="29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21" y="12"/>
                    </a:lnTo>
                    <a:lnTo>
                      <a:pt x="17" y="21"/>
                    </a:lnTo>
                    <a:lnTo>
                      <a:pt x="13" y="31"/>
                    </a:lnTo>
                    <a:lnTo>
                      <a:pt x="9" y="44"/>
                    </a:lnTo>
                    <a:lnTo>
                      <a:pt x="6" y="60"/>
                    </a:lnTo>
                    <a:lnTo>
                      <a:pt x="2" y="76"/>
                    </a:lnTo>
                    <a:lnTo>
                      <a:pt x="0" y="90"/>
                    </a:lnTo>
                    <a:lnTo>
                      <a:pt x="0" y="103"/>
                    </a:lnTo>
                    <a:lnTo>
                      <a:pt x="0" y="113"/>
                    </a:lnTo>
                    <a:lnTo>
                      <a:pt x="0" y="121"/>
                    </a:lnTo>
                    <a:lnTo>
                      <a:pt x="1" y="127"/>
                    </a:lnTo>
                    <a:lnTo>
                      <a:pt x="2" y="131"/>
                    </a:lnTo>
                    <a:lnTo>
                      <a:pt x="2" y="132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5" name="Freeform 262">
                <a:extLst>
                  <a:ext uri="{FF2B5EF4-FFF2-40B4-BE49-F238E27FC236}">
                    <a16:creationId xmlns:a16="http://schemas.microsoft.com/office/drawing/2014/main" id="{95BFA731-B349-ECB7-2EAB-F8122D340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1" y="1162"/>
                <a:ext cx="117" cy="117"/>
              </a:xfrm>
              <a:custGeom>
                <a:avLst/>
                <a:gdLst>
                  <a:gd name="T0" fmla="*/ 58 w 117"/>
                  <a:gd name="T1" fmla="*/ 116 h 117"/>
                  <a:gd name="T2" fmla="*/ 69 w 117"/>
                  <a:gd name="T3" fmla="*/ 116 h 117"/>
                  <a:gd name="T4" fmla="*/ 81 w 117"/>
                  <a:gd name="T5" fmla="*/ 113 h 117"/>
                  <a:gd name="T6" fmla="*/ 90 w 117"/>
                  <a:gd name="T7" fmla="*/ 109 h 117"/>
                  <a:gd name="T8" fmla="*/ 98 w 117"/>
                  <a:gd name="T9" fmla="*/ 102 h 117"/>
                  <a:gd name="T10" fmla="*/ 105 w 117"/>
                  <a:gd name="T11" fmla="*/ 94 h 117"/>
                  <a:gd name="T12" fmla="*/ 111 w 117"/>
                  <a:gd name="T13" fmla="*/ 85 h 117"/>
                  <a:gd name="T14" fmla="*/ 115 w 117"/>
                  <a:gd name="T15" fmla="*/ 74 h 117"/>
                  <a:gd name="T16" fmla="*/ 116 w 117"/>
                  <a:gd name="T17" fmla="*/ 63 h 117"/>
                  <a:gd name="T18" fmla="*/ 115 w 117"/>
                  <a:gd name="T19" fmla="*/ 51 h 117"/>
                  <a:gd name="T20" fmla="*/ 111 w 117"/>
                  <a:gd name="T21" fmla="*/ 40 h 117"/>
                  <a:gd name="T22" fmla="*/ 105 w 117"/>
                  <a:gd name="T23" fmla="*/ 29 h 117"/>
                  <a:gd name="T24" fmla="*/ 98 w 117"/>
                  <a:gd name="T25" fmla="*/ 20 h 117"/>
                  <a:gd name="T26" fmla="*/ 90 w 117"/>
                  <a:gd name="T27" fmla="*/ 12 h 117"/>
                  <a:gd name="T28" fmla="*/ 81 w 117"/>
                  <a:gd name="T29" fmla="*/ 6 h 117"/>
                  <a:gd name="T30" fmla="*/ 69 w 117"/>
                  <a:gd name="T31" fmla="*/ 2 h 117"/>
                  <a:gd name="T32" fmla="*/ 58 w 117"/>
                  <a:gd name="T33" fmla="*/ 0 h 117"/>
                  <a:gd name="T34" fmla="*/ 46 w 117"/>
                  <a:gd name="T35" fmla="*/ 0 h 117"/>
                  <a:gd name="T36" fmla="*/ 35 w 117"/>
                  <a:gd name="T37" fmla="*/ 2 h 117"/>
                  <a:gd name="T38" fmla="*/ 25 w 117"/>
                  <a:gd name="T39" fmla="*/ 6 h 117"/>
                  <a:gd name="T40" fmla="*/ 17 w 117"/>
                  <a:gd name="T41" fmla="*/ 13 h 117"/>
                  <a:gd name="T42" fmla="*/ 10 w 117"/>
                  <a:gd name="T43" fmla="*/ 21 h 117"/>
                  <a:gd name="T44" fmla="*/ 5 w 117"/>
                  <a:gd name="T45" fmla="*/ 30 h 117"/>
                  <a:gd name="T46" fmla="*/ 1 w 117"/>
                  <a:gd name="T47" fmla="*/ 41 h 117"/>
                  <a:gd name="T48" fmla="*/ 0 w 117"/>
                  <a:gd name="T49" fmla="*/ 52 h 117"/>
                  <a:gd name="T50" fmla="*/ 1 w 117"/>
                  <a:gd name="T51" fmla="*/ 64 h 117"/>
                  <a:gd name="T52" fmla="*/ 5 w 117"/>
                  <a:gd name="T53" fmla="*/ 75 h 117"/>
                  <a:gd name="T54" fmla="*/ 10 w 117"/>
                  <a:gd name="T55" fmla="*/ 86 h 117"/>
                  <a:gd name="T56" fmla="*/ 17 w 117"/>
                  <a:gd name="T57" fmla="*/ 95 h 117"/>
                  <a:gd name="T58" fmla="*/ 25 w 117"/>
                  <a:gd name="T59" fmla="*/ 103 h 117"/>
                  <a:gd name="T60" fmla="*/ 35 w 117"/>
                  <a:gd name="T61" fmla="*/ 109 h 117"/>
                  <a:gd name="T62" fmla="*/ 46 w 117"/>
                  <a:gd name="T63" fmla="*/ 113 h 117"/>
                  <a:gd name="T64" fmla="*/ 58 w 117"/>
                  <a:gd name="T65" fmla="*/ 116 h 11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7"/>
                  <a:gd name="T100" fmla="*/ 0 h 117"/>
                  <a:gd name="T101" fmla="*/ 117 w 117"/>
                  <a:gd name="T102" fmla="*/ 117 h 11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7" h="117">
                    <a:moveTo>
                      <a:pt x="58" y="116"/>
                    </a:moveTo>
                    <a:lnTo>
                      <a:pt x="69" y="116"/>
                    </a:lnTo>
                    <a:lnTo>
                      <a:pt x="81" y="113"/>
                    </a:lnTo>
                    <a:lnTo>
                      <a:pt x="90" y="109"/>
                    </a:lnTo>
                    <a:lnTo>
                      <a:pt x="98" y="102"/>
                    </a:lnTo>
                    <a:lnTo>
                      <a:pt x="105" y="94"/>
                    </a:lnTo>
                    <a:lnTo>
                      <a:pt x="111" y="85"/>
                    </a:lnTo>
                    <a:lnTo>
                      <a:pt x="115" y="74"/>
                    </a:lnTo>
                    <a:lnTo>
                      <a:pt x="116" y="63"/>
                    </a:lnTo>
                    <a:lnTo>
                      <a:pt x="115" y="51"/>
                    </a:lnTo>
                    <a:lnTo>
                      <a:pt x="111" y="40"/>
                    </a:lnTo>
                    <a:lnTo>
                      <a:pt x="105" y="29"/>
                    </a:lnTo>
                    <a:lnTo>
                      <a:pt x="98" y="20"/>
                    </a:lnTo>
                    <a:lnTo>
                      <a:pt x="90" y="12"/>
                    </a:lnTo>
                    <a:lnTo>
                      <a:pt x="81" y="6"/>
                    </a:lnTo>
                    <a:lnTo>
                      <a:pt x="69" y="2"/>
                    </a:lnTo>
                    <a:lnTo>
                      <a:pt x="58" y="0"/>
                    </a:lnTo>
                    <a:lnTo>
                      <a:pt x="46" y="0"/>
                    </a:lnTo>
                    <a:lnTo>
                      <a:pt x="35" y="2"/>
                    </a:lnTo>
                    <a:lnTo>
                      <a:pt x="25" y="6"/>
                    </a:lnTo>
                    <a:lnTo>
                      <a:pt x="17" y="13"/>
                    </a:lnTo>
                    <a:lnTo>
                      <a:pt x="10" y="21"/>
                    </a:lnTo>
                    <a:lnTo>
                      <a:pt x="5" y="30"/>
                    </a:lnTo>
                    <a:lnTo>
                      <a:pt x="1" y="41"/>
                    </a:lnTo>
                    <a:lnTo>
                      <a:pt x="0" y="52"/>
                    </a:lnTo>
                    <a:lnTo>
                      <a:pt x="1" y="64"/>
                    </a:lnTo>
                    <a:lnTo>
                      <a:pt x="5" y="75"/>
                    </a:lnTo>
                    <a:lnTo>
                      <a:pt x="10" y="86"/>
                    </a:lnTo>
                    <a:lnTo>
                      <a:pt x="17" y="95"/>
                    </a:lnTo>
                    <a:lnTo>
                      <a:pt x="25" y="103"/>
                    </a:lnTo>
                    <a:lnTo>
                      <a:pt x="35" y="109"/>
                    </a:lnTo>
                    <a:lnTo>
                      <a:pt x="46" y="113"/>
                    </a:lnTo>
                    <a:lnTo>
                      <a:pt x="58" y="116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6" name="Freeform 263">
                <a:extLst>
                  <a:ext uri="{FF2B5EF4-FFF2-40B4-BE49-F238E27FC236}">
                    <a16:creationId xmlns:a16="http://schemas.microsoft.com/office/drawing/2014/main" id="{480E1EF8-A970-DAEA-9313-432362387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1085"/>
                <a:ext cx="164" cy="190"/>
              </a:xfrm>
              <a:custGeom>
                <a:avLst/>
                <a:gdLst>
                  <a:gd name="T0" fmla="*/ 124 w 164"/>
                  <a:gd name="T1" fmla="*/ 47 h 190"/>
                  <a:gd name="T2" fmla="*/ 73 w 164"/>
                  <a:gd name="T3" fmla="*/ 11 h 190"/>
                  <a:gd name="T4" fmla="*/ 35 w 164"/>
                  <a:gd name="T5" fmla="*/ 0 h 190"/>
                  <a:gd name="T6" fmla="*/ 0 w 164"/>
                  <a:gd name="T7" fmla="*/ 177 h 190"/>
                  <a:gd name="T8" fmla="*/ 38 w 164"/>
                  <a:gd name="T9" fmla="*/ 189 h 190"/>
                  <a:gd name="T10" fmla="*/ 98 w 164"/>
                  <a:gd name="T11" fmla="*/ 173 h 190"/>
                  <a:gd name="T12" fmla="*/ 138 w 164"/>
                  <a:gd name="T13" fmla="*/ 184 h 190"/>
                  <a:gd name="T14" fmla="*/ 163 w 164"/>
                  <a:gd name="T15" fmla="*/ 60 h 190"/>
                  <a:gd name="T16" fmla="*/ 124 w 164"/>
                  <a:gd name="T17" fmla="*/ 47 h 19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190"/>
                  <a:gd name="T29" fmla="*/ 164 w 164"/>
                  <a:gd name="T30" fmla="*/ 190 h 19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190">
                    <a:moveTo>
                      <a:pt x="124" y="47"/>
                    </a:moveTo>
                    <a:lnTo>
                      <a:pt x="73" y="11"/>
                    </a:lnTo>
                    <a:lnTo>
                      <a:pt x="35" y="0"/>
                    </a:lnTo>
                    <a:lnTo>
                      <a:pt x="0" y="177"/>
                    </a:lnTo>
                    <a:lnTo>
                      <a:pt x="38" y="189"/>
                    </a:lnTo>
                    <a:lnTo>
                      <a:pt x="98" y="173"/>
                    </a:lnTo>
                    <a:lnTo>
                      <a:pt x="138" y="184"/>
                    </a:lnTo>
                    <a:lnTo>
                      <a:pt x="163" y="60"/>
                    </a:lnTo>
                    <a:lnTo>
                      <a:pt x="124" y="47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7" name="Freeform 264">
                <a:extLst>
                  <a:ext uri="{FF2B5EF4-FFF2-40B4-BE49-F238E27FC236}">
                    <a16:creationId xmlns:a16="http://schemas.microsoft.com/office/drawing/2014/main" id="{230E5D79-EC5F-B4C7-4E43-16006CFB2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" y="1132"/>
                <a:ext cx="61" cy="138"/>
              </a:xfrm>
              <a:custGeom>
                <a:avLst/>
                <a:gdLst>
                  <a:gd name="T0" fmla="*/ 24 w 61"/>
                  <a:gd name="T1" fmla="*/ 13 h 138"/>
                  <a:gd name="T2" fmla="*/ 0 w 61"/>
                  <a:gd name="T3" fmla="*/ 137 h 138"/>
                  <a:gd name="T4" fmla="*/ 41 w 61"/>
                  <a:gd name="T5" fmla="*/ 109 h 138"/>
                  <a:gd name="T6" fmla="*/ 60 w 61"/>
                  <a:gd name="T7" fmla="*/ 0 h 138"/>
                  <a:gd name="T8" fmla="*/ 24 w 61"/>
                  <a:gd name="T9" fmla="*/ 13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38"/>
                  <a:gd name="T17" fmla="*/ 61 w 61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38">
                    <a:moveTo>
                      <a:pt x="24" y="13"/>
                    </a:moveTo>
                    <a:lnTo>
                      <a:pt x="0" y="137"/>
                    </a:lnTo>
                    <a:lnTo>
                      <a:pt x="41" y="109"/>
                    </a:lnTo>
                    <a:lnTo>
                      <a:pt x="60" y="0"/>
                    </a:lnTo>
                    <a:lnTo>
                      <a:pt x="24" y="13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8" name="Freeform 265">
                <a:extLst>
                  <a:ext uri="{FF2B5EF4-FFF2-40B4-BE49-F238E27FC236}">
                    <a16:creationId xmlns:a16="http://schemas.microsoft.com/office/drawing/2014/main" id="{DC9983D3-A488-E444-5687-0F61D784A8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" y="1141"/>
                <a:ext cx="54" cy="123"/>
              </a:xfrm>
              <a:custGeom>
                <a:avLst/>
                <a:gdLst>
                  <a:gd name="T0" fmla="*/ 53 w 54"/>
                  <a:gd name="T1" fmla="*/ 7 h 123"/>
                  <a:gd name="T2" fmla="*/ 24 w 54"/>
                  <a:gd name="T3" fmla="*/ 0 h 123"/>
                  <a:gd name="T4" fmla="*/ 0 w 54"/>
                  <a:gd name="T5" fmla="*/ 111 h 123"/>
                  <a:gd name="T6" fmla="*/ 32 w 54"/>
                  <a:gd name="T7" fmla="*/ 122 h 123"/>
                  <a:gd name="T8" fmla="*/ 53 w 54"/>
                  <a:gd name="T9" fmla="*/ 7 h 1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23"/>
                  <a:gd name="T17" fmla="*/ 54 w 54"/>
                  <a:gd name="T18" fmla="*/ 123 h 1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23">
                    <a:moveTo>
                      <a:pt x="53" y="7"/>
                    </a:moveTo>
                    <a:lnTo>
                      <a:pt x="24" y="0"/>
                    </a:lnTo>
                    <a:lnTo>
                      <a:pt x="0" y="111"/>
                    </a:lnTo>
                    <a:lnTo>
                      <a:pt x="32" y="122"/>
                    </a:lnTo>
                    <a:lnTo>
                      <a:pt x="53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49" name="Freeform 266">
                <a:extLst>
                  <a:ext uri="{FF2B5EF4-FFF2-40B4-BE49-F238E27FC236}">
                    <a16:creationId xmlns:a16="http://schemas.microsoft.com/office/drawing/2014/main" id="{891D1826-0BD7-2847-D32C-835846217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1106"/>
                <a:ext cx="78" cy="159"/>
              </a:xfrm>
              <a:custGeom>
                <a:avLst/>
                <a:gdLst>
                  <a:gd name="T0" fmla="*/ 77 w 78"/>
                  <a:gd name="T1" fmla="*/ 30 h 159"/>
                  <a:gd name="T2" fmla="*/ 34 w 78"/>
                  <a:gd name="T3" fmla="*/ 0 h 159"/>
                  <a:gd name="T4" fmla="*/ 0 w 78"/>
                  <a:gd name="T5" fmla="*/ 158 h 159"/>
                  <a:gd name="T6" fmla="*/ 54 w 78"/>
                  <a:gd name="T7" fmla="*/ 145 h 159"/>
                  <a:gd name="T8" fmla="*/ 77 w 78"/>
                  <a:gd name="T9" fmla="*/ 30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59"/>
                  <a:gd name="T17" fmla="*/ 78 w 78"/>
                  <a:gd name="T18" fmla="*/ 159 h 1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59">
                    <a:moveTo>
                      <a:pt x="77" y="30"/>
                    </a:moveTo>
                    <a:lnTo>
                      <a:pt x="34" y="0"/>
                    </a:lnTo>
                    <a:lnTo>
                      <a:pt x="0" y="158"/>
                    </a:lnTo>
                    <a:lnTo>
                      <a:pt x="54" y="145"/>
                    </a:lnTo>
                    <a:lnTo>
                      <a:pt x="77" y="3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0" name="Freeform 267">
                <a:extLst>
                  <a:ext uri="{FF2B5EF4-FFF2-40B4-BE49-F238E27FC236}">
                    <a16:creationId xmlns:a16="http://schemas.microsoft.com/office/drawing/2014/main" id="{DE888535-F335-16CA-ED18-6D4808D45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1094"/>
                <a:ext cx="61" cy="170"/>
              </a:xfrm>
              <a:custGeom>
                <a:avLst/>
                <a:gdLst>
                  <a:gd name="T0" fmla="*/ 60 w 61"/>
                  <a:gd name="T1" fmla="*/ 7 h 170"/>
                  <a:gd name="T2" fmla="*/ 32 w 61"/>
                  <a:gd name="T3" fmla="*/ 0 h 170"/>
                  <a:gd name="T4" fmla="*/ 0 w 61"/>
                  <a:gd name="T5" fmla="*/ 161 h 170"/>
                  <a:gd name="T6" fmla="*/ 26 w 61"/>
                  <a:gd name="T7" fmla="*/ 169 h 170"/>
                  <a:gd name="T8" fmla="*/ 60 w 61"/>
                  <a:gd name="T9" fmla="*/ 7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70"/>
                  <a:gd name="T17" fmla="*/ 61 w 61"/>
                  <a:gd name="T18" fmla="*/ 170 h 1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70">
                    <a:moveTo>
                      <a:pt x="60" y="7"/>
                    </a:moveTo>
                    <a:lnTo>
                      <a:pt x="32" y="0"/>
                    </a:lnTo>
                    <a:lnTo>
                      <a:pt x="0" y="161"/>
                    </a:lnTo>
                    <a:lnTo>
                      <a:pt x="26" y="169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1" name="Freeform 268">
                <a:extLst>
                  <a:ext uri="{FF2B5EF4-FFF2-40B4-BE49-F238E27FC236}">
                    <a16:creationId xmlns:a16="http://schemas.microsoft.com/office/drawing/2014/main" id="{A60E38FF-3C61-D842-E396-86CEECCF8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1066"/>
                <a:ext cx="164" cy="78"/>
              </a:xfrm>
              <a:custGeom>
                <a:avLst/>
                <a:gdLst>
                  <a:gd name="T0" fmla="*/ 0 w 164"/>
                  <a:gd name="T1" fmla="*/ 18 h 78"/>
                  <a:gd name="T2" fmla="*/ 42 w 164"/>
                  <a:gd name="T3" fmla="*/ 0 h 78"/>
                  <a:gd name="T4" fmla="*/ 75 w 164"/>
                  <a:gd name="T5" fmla="*/ 11 h 78"/>
                  <a:gd name="T6" fmla="*/ 116 w 164"/>
                  <a:gd name="T7" fmla="*/ 49 h 78"/>
                  <a:gd name="T8" fmla="*/ 163 w 164"/>
                  <a:gd name="T9" fmla="*/ 65 h 78"/>
                  <a:gd name="T10" fmla="*/ 127 w 164"/>
                  <a:gd name="T11" fmla="*/ 77 h 78"/>
                  <a:gd name="T12" fmla="*/ 89 w 164"/>
                  <a:gd name="T13" fmla="*/ 66 h 78"/>
                  <a:gd name="T14" fmla="*/ 39 w 164"/>
                  <a:gd name="T15" fmla="*/ 28 h 78"/>
                  <a:gd name="T16" fmla="*/ 0 w 164"/>
                  <a:gd name="T17" fmla="*/ 18 h 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78"/>
                  <a:gd name="T29" fmla="*/ 164 w 164"/>
                  <a:gd name="T30" fmla="*/ 78 h 7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78">
                    <a:moveTo>
                      <a:pt x="0" y="18"/>
                    </a:moveTo>
                    <a:lnTo>
                      <a:pt x="42" y="0"/>
                    </a:lnTo>
                    <a:lnTo>
                      <a:pt x="75" y="11"/>
                    </a:lnTo>
                    <a:lnTo>
                      <a:pt x="116" y="49"/>
                    </a:lnTo>
                    <a:lnTo>
                      <a:pt x="163" y="65"/>
                    </a:lnTo>
                    <a:lnTo>
                      <a:pt x="127" y="77"/>
                    </a:lnTo>
                    <a:lnTo>
                      <a:pt x="89" y="66"/>
                    </a:lnTo>
                    <a:lnTo>
                      <a:pt x="39" y="28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39252" name="Group 269">
              <a:extLst>
                <a:ext uri="{FF2B5EF4-FFF2-40B4-BE49-F238E27FC236}">
                  <a16:creationId xmlns:a16="http://schemas.microsoft.com/office/drawing/2014/main" id="{ED4273E8-4ED9-1576-361B-A24520077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5460" y="1899511"/>
              <a:ext cx="1106488" cy="1281112"/>
              <a:chOff x="3280" y="931"/>
              <a:chExt cx="697" cy="807"/>
            </a:xfrm>
          </p:grpSpPr>
          <p:sp>
            <p:nvSpPr>
              <p:cNvPr id="39253" name="Freeform 270">
                <a:extLst>
                  <a:ext uri="{FF2B5EF4-FFF2-40B4-BE49-F238E27FC236}">
                    <a16:creationId xmlns:a16="http://schemas.microsoft.com/office/drawing/2014/main" id="{C910EA8F-089A-93F6-311D-F089505DE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2" y="931"/>
                <a:ext cx="332" cy="624"/>
              </a:xfrm>
              <a:custGeom>
                <a:avLst/>
                <a:gdLst>
                  <a:gd name="T0" fmla="*/ 147 w 332"/>
                  <a:gd name="T1" fmla="*/ 193 h 624"/>
                  <a:gd name="T2" fmla="*/ 139 w 332"/>
                  <a:gd name="T3" fmla="*/ 142 h 624"/>
                  <a:gd name="T4" fmla="*/ 110 w 332"/>
                  <a:gd name="T5" fmla="*/ 126 h 624"/>
                  <a:gd name="T6" fmla="*/ 109 w 332"/>
                  <a:gd name="T7" fmla="*/ 117 h 624"/>
                  <a:gd name="T8" fmla="*/ 110 w 332"/>
                  <a:gd name="T9" fmla="*/ 114 h 624"/>
                  <a:gd name="T10" fmla="*/ 118 w 332"/>
                  <a:gd name="T11" fmla="*/ 115 h 624"/>
                  <a:gd name="T12" fmla="*/ 127 w 332"/>
                  <a:gd name="T13" fmla="*/ 104 h 624"/>
                  <a:gd name="T14" fmla="*/ 131 w 332"/>
                  <a:gd name="T15" fmla="*/ 87 h 624"/>
                  <a:gd name="T16" fmla="*/ 134 w 332"/>
                  <a:gd name="T17" fmla="*/ 86 h 624"/>
                  <a:gd name="T18" fmla="*/ 138 w 332"/>
                  <a:gd name="T19" fmla="*/ 81 h 624"/>
                  <a:gd name="T20" fmla="*/ 131 w 332"/>
                  <a:gd name="T21" fmla="*/ 61 h 624"/>
                  <a:gd name="T22" fmla="*/ 126 w 332"/>
                  <a:gd name="T23" fmla="*/ 42 h 624"/>
                  <a:gd name="T24" fmla="*/ 111 w 332"/>
                  <a:gd name="T25" fmla="*/ 16 h 624"/>
                  <a:gd name="T26" fmla="*/ 87 w 332"/>
                  <a:gd name="T27" fmla="*/ 0 h 624"/>
                  <a:gd name="T28" fmla="*/ 58 w 332"/>
                  <a:gd name="T29" fmla="*/ 5 h 624"/>
                  <a:gd name="T30" fmla="*/ 41 w 332"/>
                  <a:gd name="T31" fmla="*/ 20 h 624"/>
                  <a:gd name="T32" fmla="*/ 40 w 332"/>
                  <a:gd name="T33" fmla="*/ 50 h 624"/>
                  <a:gd name="T34" fmla="*/ 46 w 332"/>
                  <a:gd name="T35" fmla="*/ 71 h 624"/>
                  <a:gd name="T36" fmla="*/ 52 w 332"/>
                  <a:gd name="T37" fmla="*/ 99 h 624"/>
                  <a:gd name="T38" fmla="*/ 40 w 332"/>
                  <a:gd name="T39" fmla="*/ 120 h 624"/>
                  <a:gd name="T40" fmla="*/ 7 w 332"/>
                  <a:gd name="T41" fmla="*/ 142 h 624"/>
                  <a:gd name="T42" fmla="*/ 0 w 332"/>
                  <a:gd name="T43" fmla="*/ 164 h 624"/>
                  <a:gd name="T44" fmla="*/ 13 w 332"/>
                  <a:gd name="T45" fmla="*/ 222 h 624"/>
                  <a:gd name="T46" fmla="*/ 18 w 332"/>
                  <a:gd name="T47" fmla="*/ 291 h 624"/>
                  <a:gd name="T48" fmla="*/ 18 w 332"/>
                  <a:gd name="T49" fmla="*/ 331 h 624"/>
                  <a:gd name="T50" fmla="*/ 37 w 332"/>
                  <a:gd name="T51" fmla="*/ 386 h 624"/>
                  <a:gd name="T52" fmla="*/ 79 w 332"/>
                  <a:gd name="T53" fmla="*/ 403 h 624"/>
                  <a:gd name="T54" fmla="*/ 118 w 332"/>
                  <a:gd name="T55" fmla="*/ 406 h 624"/>
                  <a:gd name="T56" fmla="*/ 170 w 332"/>
                  <a:gd name="T57" fmla="*/ 410 h 624"/>
                  <a:gd name="T58" fmla="*/ 217 w 332"/>
                  <a:gd name="T59" fmla="*/ 426 h 624"/>
                  <a:gd name="T60" fmla="*/ 232 w 332"/>
                  <a:gd name="T61" fmla="*/ 439 h 624"/>
                  <a:gd name="T62" fmla="*/ 228 w 332"/>
                  <a:gd name="T63" fmla="*/ 482 h 624"/>
                  <a:gd name="T64" fmla="*/ 234 w 332"/>
                  <a:gd name="T65" fmla="*/ 532 h 624"/>
                  <a:gd name="T66" fmla="*/ 234 w 332"/>
                  <a:gd name="T67" fmla="*/ 575 h 624"/>
                  <a:gd name="T68" fmla="*/ 232 w 332"/>
                  <a:gd name="T69" fmla="*/ 592 h 624"/>
                  <a:gd name="T70" fmla="*/ 243 w 332"/>
                  <a:gd name="T71" fmla="*/ 611 h 624"/>
                  <a:gd name="T72" fmla="*/ 273 w 332"/>
                  <a:gd name="T73" fmla="*/ 612 h 624"/>
                  <a:gd name="T74" fmla="*/ 300 w 332"/>
                  <a:gd name="T75" fmla="*/ 620 h 624"/>
                  <a:gd name="T76" fmla="*/ 322 w 332"/>
                  <a:gd name="T77" fmla="*/ 621 h 624"/>
                  <a:gd name="T78" fmla="*/ 331 w 332"/>
                  <a:gd name="T79" fmla="*/ 611 h 624"/>
                  <a:gd name="T80" fmla="*/ 301 w 332"/>
                  <a:gd name="T81" fmla="*/ 596 h 624"/>
                  <a:gd name="T82" fmla="*/ 272 w 332"/>
                  <a:gd name="T83" fmla="*/ 574 h 624"/>
                  <a:gd name="T84" fmla="*/ 274 w 332"/>
                  <a:gd name="T85" fmla="*/ 544 h 624"/>
                  <a:gd name="T86" fmla="*/ 282 w 332"/>
                  <a:gd name="T87" fmla="*/ 503 h 624"/>
                  <a:gd name="T88" fmla="*/ 287 w 332"/>
                  <a:gd name="T89" fmla="*/ 459 h 624"/>
                  <a:gd name="T90" fmla="*/ 291 w 332"/>
                  <a:gd name="T91" fmla="*/ 446 h 624"/>
                  <a:gd name="T92" fmla="*/ 294 w 332"/>
                  <a:gd name="T93" fmla="*/ 425 h 624"/>
                  <a:gd name="T94" fmla="*/ 279 w 332"/>
                  <a:gd name="T95" fmla="*/ 399 h 624"/>
                  <a:gd name="T96" fmla="*/ 232 w 332"/>
                  <a:gd name="T97" fmla="*/ 372 h 624"/>
                  <a:gd name="T98" fmla="*/ 203 w 332"/>
                  <a:gd name="T99" fmla="*/ 355 h 624"/>
                  <a:gd name="T100" fmla="*/ 171 w 332"/>
                  <a:gd name="T101" fmla="*/ 339 h 6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4"/>
                  <a:gd name="T155" fmla="*/ 332 w 332"/>
                  <a:gd name="T156" fmla="*/ 624 h 6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4">
                    <a:moveTo>
                      <a:pt x="142" y="232"/>
                    </a:moveTo>
                    <a:lnTo>
                      <a:pt x="143" y="229"/>
                    </a:lnTo>
                    <a:lnTo>
                      <a:pt x="144" y="221"/>
                    </a:lnTo>
                    <a:lnTo>
                      <a:pt x="145" y="208"/>
                    </a:lnTo>
                    <a:lnTo>
                      <a:pt x="147" y="193"/>
                    </a:lnTo>
                    <a:lnTo>
                      <a:pt x="148" y="179"/>
                    </a:lnTo>
                    <a:lnTo>
                      <a:pt x="148" y="165"/>
                    </a:lnTo>
                    <a:lnTo>
                      <a:pt x="147" y="153"/>
                    </a:lnTo>
                    <a:lnTo>
                      <a:pt x="145" y="146"/>
                    </a:lnTo>
                    <a:lnTo>
                      <a:pt x="139" y="142"/>
                    </a:lnTo>
                    <a:lnTo>
                      <a:pt x="133" y="138"/>
                    </a:lnTo>
                    <a:lnTo>
                      <a:pt x="127" y="135"/>
                    </a:lnTo>
                    <a:lnTo>
                      <a:pt x="121" y="131"/>
                    </a:lnTo>
                    <a:lnTo>
                      <a:pt x="115" y="129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6" y="122"/>
                    </a:lnTo>
                    <a:lnTo>
                      <a:pt x="107" y="120"/>
                    </a:lnTo>
                    <a:lnTo>
                      <a:pt x="108" y="118"/>
                    </a:lnTo>
                    <a:lnTo>
                      <a:pt x="109" y="117"/>
                    </a:lnTo>
                    <a:lnTo>
                      <a:pt x="110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0" y="114"/>
                    </a:lnTo>
                    <a:lnTo>
                      <a:pt x="110" y="115"/>
                    </a:lnTo>
                    <a:lnTo>
                      <a:pt x="111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2" y="113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7" y="104"/>
                    </a:lnTo>
                    <a:lnTo>
                      <a:pt x="128" y="99"/>
                    </a:lnTo>
                    <a:lnTo>
                      <a:pt x="129" y="95"/>
                    </a:lnTo>
                    <a:lnTo>
                      <a:pt x="130" y="92"/>
                    </a:lnTo>
                    <a:lnTo>
                      <a:pt x="131" y="88"/>
                    </a:lnTo>
                    <a:lnTo>
                      <a:pt x="131" y="87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6" y="85"/>
                    </a:lnTo>
                    <a:lnTo>
                      <a:pt x="137" y="84"/>
                    </a:lnTo>
                    <a:lnTo>
                      <a:pt x="138" y="83"/>
                    </a:lnTo>
                    <a:lnTo>
                      <a:pt x="138" y="81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70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8"/>
                    </a:lnTo>
                    <a:lnTo>
                      <a:pt x="129" y="55"/>
                    </a:lnTo>
                    <a:lnTo>
                      <a:pt x="128" y="52"/>
                    </a:lnTo>
                    <a:lnTo>
                      <a:pt x="127" y="47"/>
                    </a:lnTo>
                    <a:lnTo>
                      <a:pt x="126" y="42"/>
                    </a:lnTo>
                    <a:lnTo>
                      <a:pt x="124" y="36"/>
                    </a:lnTo>
                    <a:lnTo>
                      <a:pt x="121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2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1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1" y="20"/>
                    </a:lnTo>
                    <a:lnTo>
                      <a:pt x="40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7" y="76"/>
                    </a:lnTo>
                    <a:lnTo>
                      <a:pt x="49" y="82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2" y="99"/>
                    </a:lnTo>
                    <a:lnTo>
                      <a:pt x="53" y="105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6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4"/>
                    </a:lnTo>
                    <a:lnTo>
                      <a:pt x="9" y="138"/>
                    </a:lnTo>
                    <a:lnTo>
                      <a:pt x="7" y="142"/>
                    </a:lnTo>
                    <a:lnTo>
                      <a:pt x="5" y="146"/>
                    </a:lnTo>
                    <a:lnTo>
                      <a:pt x="4" y="149"/>
                    </a:lnTo>
                    <a:lnTo>
                      <a:pt x="2" y="153"/>
                    </a:lnTo>
                    <a:lnTo>
                      <a:pt x="0" y="158"/>
                    </a:lnTo>
                    <a:lnTo>
                      <a:pt x="0" y="164"/>
                    </a:lnTo>
                    <a:lnTo>
                      <a:pt x="0" y="171"/>
                    </a:lnTo>
                    <a:lnTo>
                      <a:pt x="1" y="181"/>
                    </a:lnTo>
                    <a:lnTo>
                      <a:pt x="5" y="193"/>
                    </a:lnTo>
                    <a:lnTo>
                      <a:pt x="10" y="206"/>
                    </a:lnTo>
                    <a:lnTo>
                      <a:pt x="13" y="222"/>
                    </a:lnTo>
                    <a:lnTo>
                      <a:pt x="16" y="237"/>
                    </a:lnTo>
                    <a:lnTo>
                      <a:pt x="17" y="253"/>
                    </a:lnTo>
                    <a:lnTo>
                      <a:pt x="18" y="268"/>
                    </a:lnTo>
                    <a:lnTo>
                      <a:pt x="18" y="281"/>
                    </a:lnTo>
                    <a:lnTo>
                      <a:pt x="18" y="291"/>
                    </a:lnTo>
                    <a:lnTo>
                      <a:pt x="17" y="298"/>
                    </a:lnTo>
                    <a:lnTo>
                      <a:pt x="17" y="305"/>
                    </a:lnTo>
                    <a:lnTo>
                      <a:pt x="17" y="312"/>
                    </a:lnTo>
                    <a:lnTo>
                      <a:pt x="17" y="321"/>
                    </a:lnTo>
                    <a:lnTo>
                      <a:pt x="18" y="331"/>
                    </a:lnTo>
                    <a:lnTo>
                      <a:pt x="20" y="342"/>
                    </a:lnTo>
                    <a:lnTo>
                      <a:pt x="23" y="353"/>
                    </a:lnTo>
                    <a:lnTo>
                      <a:pt x="26" y="365"/>
                    </a:lnTo>
                    <a:lnTo>
                      <a:pt x="31" y="377"/>
                    </a:lnTo>
                    <a:lnTo>
                      <a:pt x="37" y="386"/>
                    </a:lnTo>
                    <a:lnTo>
                      <a:pt x="45" y="393"/>
                    </a:lnTo>
                    <a:lnTo>
                      <a:pt x="53" y="397"/>
                    </a:lnTo>
                    <a:lnTo>
                      <a:pt x="63" y="399"/>
                    </a:lnTo>
                    <a:lnTo>
                      <a:pt x="71" y="402"/>
                    </a:lnTo>
                    <a:lnTo>
                      <a:pt x="79" y="403"/>
                    </a:lnTo>
                    <a:lnTo>
                      <a:pt x="85" y="403"/>
                    </a:lnTo>
                    <a:lnTo>
                      <a:pt x="89" y="404"/>
                    </a:lnTo>
                    <a:lnTo>
                      <a:pt x="97" y="405"/>
                    </a:lnTo>
                    <a:lnTo>
                      <a:pt x="107" y="405"/>
                    </a:lnTo>
                    <a:lnTo>
                      <a:pt x="118" y="406"/>
                    </a:lnTo>
                    <a:lnTo>
                      <a:pt x="130" y="407"/>
                    </a:lnTo>
                    <a:lnTo>
                      <a:pt x="142" y="407"/>
                    </a:lnTo>
                    <a:lnTo>
                      <a:pt x="153" y="408"/>
                    </a:lnTo>
                    <a:lnTo>
                      <a:pt x="162" y="409"/>
                    </a:lnTo>
                    <a:lnTo>
                      <a:pt x="170" y="410"/>
                    </a:lnTo>
                    <a:lnTo>
                      <a:pt x="178" y="411"/>
                    </a:lnTo>
                    <a:lnTo>
                      <a:pt x="187" y="415"/>
                    </a:lnTo>
                    <a:lnTo>
                      <a:pt x="197" y="418"/>
                    </a:lnTo>
                    <a:lnTo>
                      <a:pt x="208" y="423"/>
                    </a:lnTo>
                    <a:lnTo>
                      <a:pt x="217" y="426"/>
                    </a:lnTo>
                    <a:lnTo>
                      <a:pt x="226" y="429"/>
                    </a:lnTo>
                    <a:lnTo>
                      <a:pt x="231" y="432"/>
                    </a:lnTo>
                    <a:lnTo>
                      <a:pt x="233" y="433"/>
                    </a:lnTo>
                    <a:lnTo>
                      <a:pt x="232" y="434"/>
                    </a:lnTo>
                    <a:lnTo>
                      <a:pt x="232" y="439"/>
                    </a:lnTo>
                    <a:lnTo>
                      <a:pt x="232" y="446"/>
                    </a:lnTo>
                    <a:lnTo>
                      <a:pt x="231" y="454"/>
                    </a:lnTo>
                    <a:lnTo>
                      <a:pt x="230" y="464"/>
                    </a:lnTo>
                    <a:lnTo>
                      <a:pt x="229" y="473"/>
                    </a:lnTo>
                    <a:lnTo>
                      <a:pt x="228" y="482"/>
                    </a:lnTo>
                    <a:lnTo>
                      <a:pt x="228" y="490"/>
                    </a:lnTo>
                    <a:lnTo>
                      <a:pt x="229" y="498"/>
                    </a:lnTo>
                    <a:lnTo>
                      <a:pt x="230" y="509"/>
                    </a:lnTo>
                    <a:lnTo>
                      <a:pt x="232" y="520"/>
                    </a:lnTo>
                    <a:lnTo>
                      <a:pt x="234" y="532"/>
                    </a:lnTo>
                    <a:lnTo>
                      <a:pt x="236" y="544"/>
                    </a:lnTo>
                    <a:lnTo>
                      <a:pt x="237" y="554"/>
                    </a:lnTo>
                    <a:lnTo>
                      <a:pt x="237" y="564"/>
                    </a:lnTo>
                    <a:lnTo>
                      <a:pt x="236" y="570"/>
                    </a:lnTo>
                    <a:lnTo>
                      <a:pt x="234" y="575"/>
                    </a:lnTo>
                    <a:lnTo>
                      <a:pt x="233" y="579"/>
                    </a:lnTo>
                    <a:lnTo>
                      <a:pt x="232" y="583"/>
                    </a:lnTo>
                    <a:lnTo>
                      <a:pt x="232" y="587"/>
                    </a:lnTo>
                    <a:lnTo>
                      <a:pt x="232" y="589"/>
                    </a:lnTo>
                    <a:lnTo>
                      <a:pt x="232" y="592"/>
                    </a:lnTo>
                    <a:lnTo>
                      <a:pt x="232" y="593"/>
                    </a:lnTo>
                    <a:lnTo>
                      <a:pt x="238" y="611"/>
                    </a:lnTo>
                    <a:lnTo>
                      <a:pt x="239" y="611"/>
                    </a:lnTo>
                    <a:lnTo>
                      <a:pt x="243" y="611"/>
                    </a:lnTo>
                    <a:lnTo>
                      <a:pt x="248" y="611"/>
                    </a:lnTo>
                    <a:lnTo>
                      <a:pt x="255" y="611"/>
                    </a:lnTo>
                    <a:lnTo>
                      <a:pt x="261" y="611"/>
                    </a:lnTo>
                    <a:lnTo>
                      <a:pt x="267" y="611"/>
                    </a:lnTo>
                    <a:lnTo>
                      <a:pt x="273" y="612"/>
                    </a:lnTo>
                    <a:lnTo>
                      <a:pt x="278" y="614"/>
                    </a:lnTo>
                    <a:lnTo>
                      <a:pt x="283" y="615"/>
                    </a:lnTo>
                    <a:lnTo>
                      <a:pt x="288" y="617"/>
                    </a:lnTo>
                    <a:lnTo>
                      <a:pt x="294" y="618"/>
                    </a:lnTo>
                    <a:lnTo>
                      <a:pt x="300" y="620"/>
                    </a:lnTo>
                    <a:lnTo>
                      <a:pt x="306" y="621"/>
                    </a:lnTo>
                    <a:lnTo>
                      <a:pt x="312" y="622"/>
                    </a:lnTo>
                    <a:lnTo>
                      <a:pt x="316" y="623"/>
                    </a:lnTo>
                    <a:lnTo>
                      <a:pt x="319" y="622"/>
                    </a:lnTo>
                    <a:lnTo>
                      <a:pt x="322" y="621"/>
                    </a:lnTo>
                    <a:lnTo>
                      <a:pt x="325" y="619"/>
                    </a:lnTo>
                    <a:lnTo>
                      <a:pt x="327" y="617"/>
                    </a:lnTo>
                    <a:lnTo>
                      <a:pt x="330" y="616"/>
                    </a:lnTo>
                    <a:lnTo>
                      <a:pt x="331" y="613"/>
                    </a:lnTo>
                    <a:lnTo>
                      <a:pt x="331" y="611"/>
                    </a:lnTo>
                    <a:lnTo>
                      <a:pt x="328" y="609"/>
                    </a:lnTo>
                    <a:lnTo>
                      <a:pt x="324" y="606"/>
                    </a:lnTo>
                    <a:lnTo>
                      <a:pt x="318" y="603"/>
                    </a:lnTo>
                    <a:lnTo>
                      <a:pt x="309" y="600"/>
                    </a:lnTo>
                    <a:lnTo>
                      <a:pt x="301" y="596"/>
                    </a:lnTo>
                    <a:lnTo>
                      <a:pt x="292" y="592"/>
                    </a:lnTo>
                    <a:lnTo>
                      <a:pt x="284" y="587"/>
                    </a:lnTo>
                    <a:lnTo>
                      <a:pt x="278" y="583"/>
                    </a:lnTo>
                    <a:lnTo>
                      <a:pt x="273" y="578"/>
                    </a:lnTo>
                    <a:lnTo>
                      <a:pt x="272" y="574"/>
                    </a:lnTo>
                    <a:lnTo>
                      <a:pt x="272" y="570"/>
                    </a:lnTo>
                    <a:lnTo>
                      <a:pt x="272" y="564"/>
                    </a:lnTo>
                    <a:lnTo>
                      <a:pt x="272" y="558"/>
                    </a:lnTo>
                    <a:lnTo>
                      <a:pt x="273" y="552"/>
                    </a:lnTo>
                    <a:lnTo>
                      <a:pt x="274" y="544"/>
                    </a:lnTo>
                    <a:lnTo>
                      <a:pt x="275" y="537"/>
                    </a:lnTo>
                    <a:lnTo>
                      <a:pt x="277" y="529"/>
                    </a:lnTo>
                    <a:lnTo>
                      <a:pt x="278" y="521"/>
                    </a:lnTo>
                    <a:lnTo>
                      <a:pt x="280" y="512"/>
                    </a:lnTo>
                    <a:lnTo>
                      <a:pt x="282" y="503"/>
                    </a:lnTo>
                    <a:lnTo>
                      <a:pt x="284" y="493"/>
                    </a:lnTo>
                    <a:lnTo>
                      <a:pt x="284" y="482"/>
                    </a:lnTo>
                    <a:lnTo>
                      <a:pt x="286" y="473"/>
                    </a:lnTo>
                    <a:lnTo>
                      <a:pt x="286" y="465"/>
                    </a:lnTo>
                    <a:lnTo>
                      <a:pt x="287" y="459"/>
                    </a:lnTo>
                    <a:lnTo>
                      <a:pt x="287" y="456"/>
                    </a:lnTo>
                    <a:lnTo>
                      <a:pt x="287" y="454"/>
                    </a:lnTo>
                    <a:lnTo>
                      <a:pt x="288" y="452"/>
                    </a:lnTo>
                    <a:lnTo>
                      <a:pt x="290" y="449"/>
                    </a:lnTo>
                    <a:lnTo>
                      <a:pt x="291" y="446"/>
                    </a:lnTo>
                    <a:lnTo>
                      <a:pt x="293" y="442"/>
                    </a:lnTo>
                    <a:lnTo>
                      <a:pt x="295" y="439"/>
                    </a:lnTo>
                    <a:lnTo>
                      <a:pt x="296" y="434"/>
                    </a:lnTo>
                    <a:lnTo>
                      <a:pt x="295" y="430"/>
                    </a:lnTo>
                    <a:lnTo>
                      <a:pt x="294" y="425"/>
                    </a:lnTo>
                    <a:lnTo>
                      <a:pt x="293" y="420"/>
                    </a:lnTo>
                    <a:lnTo>
                      <a:pt x="291" y="415"/>
                    </a:lnTo>
                    <a:lnTo>
                      <a:pt x="289" y="410"/>
                    </a:lnTo>
                    <a:lnTo>
                      <a:pt x="285" y="404"/>
                    </a:lnTo>
                    <a:lnTo>
                      <a:pt x="279" y="399"/>
                    </a:lnTo>
                    <a:lnTo>
                      <a:pt x="272" y="393"/>
                    </a:lnTo>
                    <a:lnTo>
                      <a:pt x="261" y="387"/>
                    </a:lnTo>
                    <a:lnTo>
                      <a:pt x="249" y="382"/>
                    </a:lnTo>
                    <a:lnTo>
                      <a:pt x="240" y="376"/>
                    </a:lnTo>
                    <a:lnTo>
                      <a:pt x="232" y="372"/>
                    </a:lnTo>
                    <a:lnTo>
                      <a:pt x="226" y="367"/>
                    </a:lnTo>
                    <a:lnTo>
                      <a:pt x="220" y="364"/>
                    </a:lnTo>
                    <a:lnTo>
                      <a:pt x="215" y="359"/>
                    </a:lnTo>
                    <a:lnTo>
                      <a:pt x="210" y="357"/>
                    </a:lnTo>
                    <a:lnTo>
                      <a:pt x="203" y="355"/>
                    </a:lnTo>
                    <a:lnTo>
                      <a:pt x="197" y="352"/>
                    </a:lnTo>
                    <a:lnTo>
                      <a:pt x="190" y="350"/>
                    </a:lnTo>
                    <a:lnTo>
                      <a:pt x="183" y="346"/>
                    </a:lnTo>
                    <a:lnTo>
                      <a:pt x="176" y="342"/>
                    </a:lnTo>
                    <a:lnTo>
                      <a:pt x="171" y="339"/>
                    </a:lnTo>
                    <a:lnTo>
                      <a:pt x="167" y="336"/>
                    </a:lnTo>
                    <a:lnTo>
                      <a:pt x="164" y="334"/>
                    </a:lnTo>
                    <a:lnTo>
                      <a:pt x="163" y="333"/>
                    </a:lnTo>
                    <a:lnTo>
                      <a:pt x="142" y="232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4" name="Freeform 271">
                <a:extLst>
                  <a:ext uri="{FF2B5EF4-FFF2-40B4-BE49-F238E27FC236}">
                    <a16:creationId xmlns:a16="http://schemas.microsoft.com/office/drawing/2014/main" id="{F2A094B6-A207-B91A-FA95-809EC6785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074"/>
                <a:ext cx="117" cy="201"/>
              </a:xfrm>
              <a:custGeom>
                <a:avLst/>
                <a:gdLst>
                  <a:gd name="T0" fmla="*/ 49 w 117"/>
                  <a:gd name="T1" fmla="*/ 200 h 201"/>
                  <a:gd name="T2" fmla="*/ 64 w 117"/>
                  <a:gd name="T3" fmla="*/ 199 h 201"/>
                  <a:gd name="T4" fmla="*/ 87 w 117"/>
                  <a:gd name="T5" fmla="*/ 194 h 201"/>
                  <a:gd name="T6" fmla="*/ 107 w 117"/>
                  <a:gd name="T7" fmla="*/ 183 h 201"/>
                  <a:gd name="T8" fmla="*/ 116 w 117"/>
                  <a:gd name="T9" fmla="*/ 166 h 201"/>
                  <a:gd name="T10" fmla="*/ 110 w 117"/>
                  <a:gd name="T11" fmla="*/ 146 h 201"/>
                  <a:gd name="T12" fmla="*/ 95 w 117"/>
                  <a:gd name="T13" fmla="*/ 124 h 201"/>
                  <a:gd name="T14" fmla="*/ 80 w 117"/>
                  <a:gd name="T15" fmla="*/ 100 h 201"/>
                  <a:gd name="T16" fmla="*/ 73 w 117"/>
                  <a:gd name="T17" fmla="*/ 72 h 201"/>
                  <a:gd name="T18" fmla="*/ 80 w 117"/>
                  <a:gd name="T19" fmla="*/ 45 h 201"/>
                  <a:gd name="T20" fmla="*/ 92 w 117"/>
                  <a:gd name="T21" fmla="*/ 25 h 201"/>
                  <a:gd name="T22" fmla="*/ 98 w 117"/>
                  <a:gd name="T23" fmla="*/ 11 h 201"/>
                  <a:gd name="T24" fmla="*/ 88 w 117"/>
                  <a:gd name="T25" fmla="*/ 4 h 201"/>
                  <a:gd name="T26" fmla="*/ 63 w 117"/>
                  <a:gd name="T27" fmla="*/ 0 h 201"/>
                  <a:gd name="T28" fmla="*/ 35 w 117"/>
                  <a:gd name="T29" fmla="*/ 0 h 201"/>
                  <a:gd name="T30" fmla="*/ 13 w 117"/>
                  <a:gd name="T31" fmla="*/ 4 h 201"/>
                  <a:gd name="T32" fmla="*/ 5 w 117"/>
                  <a:gd name="T33" fmla="*/ 11 h 201"/>
                  <a:gd name="T34" fmla="*/ 1 w 117"/>
                  <a:gd name="T35" fmla="*/ 18 h 201"/>
                  <a:gd name="T36" fmla="*/ 0 w 117"/>
                  <a:gd name="T37" fmla="*/ 26 h 201"/>
                  <a:gd name="T38" fmla="*/ 2 w 117"/>
                  <a:gd name="T39" fmla="*/ 39 h 201"/>
                  <a:gd name="T40" fmla="*/ 9 w 117"/>
                  <a:gd name="T41" fmla="*/ 57 h 201"/>
                  <a:gd name="T42" fmla="*/ 14 w 117"/>
                  <a:gd name="T43" fmla="*/ 70 h 201"/>
                  <a:gd name="T44" fmla="*/ 17 w 117"/>
                  <a:gd name="T45" fmla="*/ 80 h 201"/>
                  <a:gd name="T46" fmla="*/ 19 w 117"/>
                  <a:gd name="T47" fmla="*/ 94 h 201"/>
                  <a:gd name="T48" fmla="*/ 20 w 117"/>
                  <a:gd name="T49" fmla="*/ 116 h 201"/>
                  <a:gd name="T50" fmla="*/ 19 w 117"/>
                  <a:gd name="T51" fmla="*/ 132 h 201"/>
                  <a:gd name="T52" fmla="*/ 17 w 117"/>
                  <a:gd name="T53" fmla="*/ 144 h 201"/>
                  <a:gd name="T54" fmla="*/ 17 w 117"/>
                  <a:gd name="T55" fmla="*/ 155 h 201"/>
                  <a:gd name="T56" fmla="*/ 17 w 117"/>
                  <a:gd name="T57" fmla="*/ 171 h 201"/>
                  <a:gd name="T58" fmla="*/ 21 w 117"/>
                  <a:gd name="T59" fmla="*/ 182 h 201"/>
                  <a:gd name="T60" fmla="*/ 24 w 117"/>
                  <a:gd name="T61" fmla="*/ 188 h 201"/>
                  <a:gd name="T62" fmla="*/ 29 w 117"/>
                  <a:gd name="T63" fmla="*/ 192 h 201"/>
                  <a:gd name="T64" fmla="*/ 33 w 117"/>
                  <a:gd name="T65" fmla="*/ 195 h 201"/>
                  <a:gd name="T66" fmla="*/ 38 w 117"/>
                  <a:gd name="T67" fmla="*/ 197 h 201"/>
                  <a:gd name="T68" fmla="*/ 43 w 117"/>
                  <a:gd name="T69" fmla="*/ 199 h 201"/>
                  <a:gd name="T70" fmla="*/ 46 w 117"/>
                  <a:gd name="T71" fmla="*/ 200 h 20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01"/>
                  <a:gd name="T110" fmla="*/ 117 w 117"/>
                  <a:gd name="T111" fmla="*/ 201 h 20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01">
                    <a:moveTo>
                      <a:pt x="46" y="200"/>
                    </a:moveTo>
                    <a:lnTo>
                      <a:pt x="49" y="200"/>
                    </a:lnTo>
                    <a:lnTo>
                      <a:pt x="55" y="199"/>
                    </a:lnTo>
                    <a:lnTo>
                      <a:pt x="64" y="199"/>
                    </a:lnTo>
                    <a:lnTo>
                      <a:pt x="75" y="196"/>
                    </a:lnTo>
                    <a:lnTo>
                      <a:pt x="87" y="194"/>
                    </a:lnTo>
                    <a:lnTo>
                      <a:pt x="98" y="189"/>
                    </a:lnTo>
                    <a:lnTo>
                      <a:pt x="107" y="183"/>
                    </a:lnTo>
                    <a:lnTo>
                      <a:pt x="113" y="176"/>
                    </a:lnTo>
                    <a:lnTo>
                      <a:pt x="116" y="166"/>
                    </a:lnTo>
                    <a:lnTo>
                      <a:pt x="114" y="156"/>
                    </a:lnTo>
                    <a:lnTo>
                      <a:pt x="110" y="146"/>
                    </a:lnTo>
                    <a:lnTo>
                      <a:pt x="103" y="135"/>
                    </a:lnTo>
                    <a:lnTo>
                      <a:pt x="95" y="124"/>
                    </a:lnTo>
                    <a:lnTo>
                      <a:pt x="87" y="113"/>
                    </a:lnTo>
                    <a:lnTo>
                      <a:pt x="80" y="100"/>
                    </a:lnTo>
                    <a:lnTo>
                      <a:pt x="75" y="87"/>
                    </a:lnTo>
                    <a:lnTo>
                      <a:pt x="73" y="72"/>
                    </a:lnTo>
                    <a:lnTo>
                      <a:pt x="75" y="58"/>
                    </a:lnTo>
                    <a:lnTo>
                      <a:pt x="80" y="45"/>
                    </a:lnTo>
                    <a:lnTo>
                      <a:pt x="87" y="34"/>
                    </a:lnTo>
                    <a:lnTo>
                      <a:pt x="92" y="25"/>
                    </a:lnTo>
                    <a:lnTo>
                      <a:pt x="97" y="17"/>
                    </a:lnTo>
                    <a:lnTo>
                      <a:pt x="98" y="11"/>
                    </a:lnTo>
                    <a:lnTo>
                      <a:pt x="96" y="6"/>
                    </a:lnTo>
                    <a:lnTo>
                      <a:pt x="88" y="4"/>
                    </a:lnTo>
                    <a:lnTo>
                      <a:pt x="77" y="2"/>
                    </a:lnTo>
                    <a:lnTo>
                      <a:pt x="63" y="0"/>
                    </a:lnTo>
                    <a:lnTo>
                      <a:pt x="49" y="0"/>
                    </a:lnTo>
                    <a:lnTo>
                      <a:pt x="35" y="0"/>
                    </a:lnTo>
                    <a:lnTo>
                      <a:pt x="23" y="1"/>
                    </a:lnTo>
                    <a:lnTo>
                      <a:pt x="13" y="4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4" y="15"/>
                    </a:lnTo>
                    <a:lnTo>
                      <a:pt x="1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2" y="39"/>
                    </a:lnTo>
                    <a:lnTo>
                      <a:pt x="5" y="48"/>
                    </a:lnTo>
                    <a:lnTo>
                      <a:pt x="9" y="57"/>
                    </a:lnTo>
                    <a:lnTo>
                      <a:pt x="11" y="65"/>
                    </a:lnTo>
                    <a:lnTo>
                      <a:pt x="14" y="70"/>
                    </a:lnTo>
                    <a:lnTo>
                      <a:pt x="16" y="74"/>
                    </a:lnTo>
                    <a:lnTo>
                      <a:pt x="17" y="80"/>
                    </a:lnTo>
                    <a:lnTo>
                      <a:pt x="18" y="85"/>
                    </a:lnTo>
                    <a:lnTo>
                      <a:pt x="19" y="94"/>
                    </a:lnTo>
                    <a:lnTo>
                      <a:pt x="20" y="105"/>
                    </a:lnTo>
                    <a:lnTo>
                      <a:pt x="20" y="116"/>
                    </a:lnTo>
                    <a:lnTo>
                      <a:pt x="20" y="125"/>
                    </a:lnTo>
                    <a:lnTo>
                      <a:pt x="19" y="132"/>
                    </a:lnTo>
                    <a:lnTo>
                      <a:pt x="18" y="138"/>
                    </a:lnTo>
                    <a:lnTo>
                      <a:pt x="17" y="144"/>
                    </a:lnTo>
                    <a:lnTo>
                      <a:pt x="17" y="149"/>
                    </a:lnTo>
                    <a:lnTo>
                      <a:pt x="17" y="155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19" y="177"/>
                    </a:lnTo>
                    <a:lnTo>
                      <a:pt x="21" y="182"/>
                    </a:lnTo>
                    <a:lnTo>
                      <a:pt x="23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1" y="194"/>
                    </a:lnTo>
                    <a:lnTo>
                      <a:pt x="33" y="195"/>
                    </a:lnTo>
                    <a:lnTo>
                      <a:pt x="35" y="196"/>
                    </a:lnTo>
                    <a:lnTo>
                      <a:pt x="38" y="197"/>
                    </a:lnTo>
                    <a:lnTo>
                      <a:pt x="40" y="198"/>
                    </a:lnTo>
                    <a:lnTo>
                      <a:pt x="43" y="199"/>
                    </a:lnTo>
                    <a:lnTo>
                      <a:pt x="45" y="200"/>
                    </a:lnTo>
                    <a:lnTo>
                      <a:pt x="46" y="200"/>
                    </a:lnTo>
                  </a:path>
                </a:pathLst>
              </a:custGeom>
              <a:solidFill>
                <a:srgbClr val="00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5" name="Freeform 272">
                <a:extLst>
                  <a:ext uri="{FF2B5EF4-FFF2-40B4-BE49-F238E27FC236}">
                    <a16:creationId xmlns:a16="http://schemas.microsoft.com/office/drawing/2014/main" id="{7FBDA698-33CB-7C98-D4B3-FB695AE98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933"/>
                <a:ext cx="332" cy="623"/>
              </a:xfrm>
              <a:custGeom>
                <a:avLst/>
                <a:gdLst>
                  <a:gd name="T0" fmla="*/ 147 w 332"/>
                  <a:gd name="T1" fmla="*/ 197 h 623"/>
                  <a:gd name="T2" fmla="*/ 140 w 332"/>
                  <a:gd name="T3" fmla="*/ 142 h 623"/>
                  <a:gd name="T4" fmla="*/ 110 w 332"/>
                  <a:gd name="T5" fmla="*/ 126 h 623"/>
                  <a:gd name="T6" fmla="*/ 109 w 332"/>
                  <a:gd name="T7" fmla="*/ 117 h 623"/>
                  <a:gd name="T8" fmla="*/ 110 w 332"/>
                  <a:gd name="T9" fmla="*/ 115 h 623"/>
                  <a:gd name="T10" fmla="*/ 118 w 332"/>
                  <a:gd name="T11" fmla="*/ 115 h 623"/>
                  <a:gd name="T12" fmla="*/ 127 w 332"/>
                  <a:gd name="T13" fmla="*/ 104 h 623"/>
                  <a:gd name="T14" fmla="*/ 131 w 332"/>
                  <a:gd name="T15" fmla="*/ 87 h 623"/>
                  <a:gd name="T16" fmla="*/ 134 w 332"/>
                  <a:gd name="T17" fmla="*/ 87 h 623"/>
                  <a:gd name="T18" fmla="*/ 138 w 332"/>
                  <a:gd name="T19" fmla="*/ 81 h 623"/>
                  <a:gd name="T20" fmla="*/ 131 w 332"/>
                  <a:gd name="T21" fmla="*/ 61 h 623"/>
                  <a:gd name="T22" fmla="*/ 127 w 332"/>
                  <a:gd name="T23" fmla="*/ 42 h 623"/>
                  <a:gd name="T24" fmla="*/ 111 w 332"/>
                  <a:gd name="T25" fmla="*/ 16 h 623"/>
                  <a:gd name="T26" fmla="*/ 87 w 332"/>
                  <a:gd name="T27" fmla="*/ 0 h 623"/>
                  <a:gd name="T28" fmla="*/ 58 w 332"/>
                  <a:gd name="T29" fmla="*/ 5 h 623"/>
                  <a:gd name="T30" fmla="*/ 42 w 332"/>
                  <a:gd name="T31" fmla="*/ 20 h 623"/>
                  <a:gd name="T32" fmla="*/ 40 w 332"/>
                  <a:gd name="T33" fmla="*/ 50 h 623"/>
                  <a:gd name="T34" fmla="*/ 46 w 332"/>
                  <a:gd name="T35" fmla="*/ 71 h 623"/>
                  <a:gd name="T36" fmla="*/ 53 w 332"/>
                  <a:gd name="T37" fmla="*/ 99 h 623"/>
                  <a:gd name="T38" fmla="*/ 40 w 332"/>
                  <a:gd name="T39" fmla="*/ 120 h 623"/>
                  <a:gd name="T40" fmla="*/ 7 w 332"/>
                  <a:gd name="T41" fmla="*/ 142 h 623"/>
                  <a:gd name="T42" fmla="*/ 0 w 332"/>
                  <a:gd name="T43" fmla="*/ 163 h 623"/>
                  <a:gd name="T44" fmla="*/ 13 w 332"/>
                  <a:gd name="T45" fmla="*/ 221 h 623"/>
                  <a:gd name="T46" fmla="*/ 18 w 332"/>
                  <a:gd name="T47" fmla="*/ 290 h 623"/>
                  <a:gd name="T48" fmla="*/ 18 w 332"/>
                  <a:gd name="T49" fmla="*/ 331 h 623"/>
                  <a:gd name="T50" fmla="*/ 38 w 332"/>
                  <a:gd name="T51" fmla="*/ 386 h 623"/>
                  <a:gd name="T52" fmla="*/ 80 w 332"/>
                  <a:gd name="T53" fmla="*/ 413 h 623"/>
                  <a:gd name="T54" fmla="*/ 119 w 332"/>
                  <a:gd name="T55" fmla="*/ 415 h 623"/>
                  <a:gd name="T56" fmla="*/ 170 w 332"/>
                  <a:gd name="T57" fmla="*/ 409 h 623"/>
                  <a:gd name="T58" fmla="*/ 218 w 332"/>
                  <a:gd name="T59" fmla="*/ 426 h 623"/>
                  <a:gd name="T60" fmla="*/ 232 w 332"/>
                  <a:gd name="T61" fmla="*/ 439 h 623"/>
                  <a:gd name="T62" fmla="*/ 228 w 332"/>
                  <a:gd name="T63" fmla="*/ 482 h 623"/>
                  <a:gd name="T64" fmla="*/ 234 w 332"/>
                  <a:gd name="T65" fmla="*/ 531 h 623"/>
                  <a:gd name="T66" fmla="*/ 234 w 332"/>
                  <a:gd name="T67" fmla="*/ 574 h 623"/>
                  <a:gd name="T68" fmla="*/ 232 w 332"/>
                  <a:gd name="T69" fmla="*/ 591 h 623"/>
                  <a:gd name="T70" fmla="*/ 243 w 332"/>
                  <a:gd name="T71" fmla="*/ 610 h 623"/>
                  <a:gd name="T72" fmla="*/ 274 w 332"/>
                  <a:gd name="T73" fmla="*/ 611 h 623"/>
                  <a:gd name="T74" fmla="*/ 301 w 332"/>
                  <a:gd name="T75" fmla="*/ 619 h 623"/>
                  <a:gd name="T76" fmla="*/ 322 w 332"/>
                  <a:gd name="T77" fmla="*/ 620 h 623"/>
                  <a:gd name="T78" fmla="*/ 331 w 332"/>
                  <a:gd name="T79" fmla="*/ 610 h 623"/>
                  <a:gd name="T80" fmla="*/ 301 w 332"/>
                  <a:gd name="T81" fmla="*/ 595 h 623"/>
                  <a:gd name="T82" fmla="*/ 272 w 332"/>
                  <a:gd name="T83" fmla="*/ 574 h 623"/>
                  <a:gd name="T84" fmla="*/ 274 w 332"/>
                  <a:gd name="T85" fmla="*/ 544 h 623"/>
                  <a:gd name="T86" fmla="*/ 282 w 332"/>
                  <a:gd name="T87" fmla="*/ 502 h 623"/>
                  <a:gd name="T88" fmla="*/ 287 w 332"/>
                  <a:gd name="T89" fmla="*/ 459 h 623"/>
                  <a:gd name="T90" fmla="*/ 292 w 332"/>
                  <a:gd name="T91" fmla="*/ 446 h 623"/>
                  <a:gd name="T92" fmla="*/ 294 w 332"/>
                  <a:gd name="T93" fmla="*/ 424 h 623"/>
                  <a:gd name="T94" fmla="*/ 279 w 332"/>
                  <a:gd name="T95" fmla="*/ 398 h 623"/>
                  <a:gd name="T96" fmla="*/ 233 w 332"/>
                  <a:gd name="T97" fmla="*/ 372 h 623"/>
                  <a:gd name="T98" fmla="*/ 204 w 332"/>
                  <a:gd name="T99" fmla="*/ 354 h 623"/>
                  <a:gd name="T100" fmla="*/ 171 w 332"/>
                  <a:gd name="T101" fmla="*/ 338 h 623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3"/>
                  <a:gd name="T155" fmla="*/ 332 w 332"/>
                  <a:gd name="T156" fmla="*/ 623 h 623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3">
                    <a:moveTo>
                      <a:pt x="143" y="237"/>
                    </a:moveTo>
                    <a:lnTo>
                      <a:pt x="143" y="233"/>
                    </a:lnTo>
                    <a:lnTo>
                      <a:pt x="145" y="225"/>
                    </a:lnTo>
                    <a:lnTo>
                      <a:pt x="145" y="212"/>
                    </a:lnTo>
                    <a:lnTo>
                      <a:pt x="147" y="197"/>
                    </a:lnTo>
                    <a:lnTo>
                      <a:pt x="148" y="180"/>
                    </a:lnTo>
                    <a:lnTo>
                      <a:pt x="148" y="166"/>
                    </a:lnTo>
                    <a:lnTo>
                      <a:pt x="147" y="154"/>
                    </a:lnTo>
                    <a:lnTo>
                      <a:pt x="145" y="146"/>
                    </a:lnTo>
                    <a:lnTo>
                      <a:pt x="140" y="142"/>
                    </a:lnTo>
                    <a:lnTo>
                      <a:pt x="134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7" y="122"/>
                    </a:lnTo>
                    <a:lnTo>
                      <a:pt x="108" y="120"/>
                    </a:lnTo>
                    <a:lnTo>
                      <a:pt x="109" y="119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2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3" y="114"/>
                    </a:lnTo>
                    <a:lnTo>
                      <a:pt x="124" y="112"/>
                    </a:lnTo>
                    <a:lnTo>
                      <a:pt x="127" y="109"/>
                    </a:lnTo>
                    <a:lnTo>
                      <a:pt x="127" y="104"/>
                    </a:lnTo>
                    <a:lnTo>
                      <a:pt x="129" y="100"/>
                    </a:lnTo>
                    <a:lnTo>
                      <a:pt x="130" y="95"/>
                    </a:lnTo>
                    <a:lnTo>
                      <a:pt x="131" y="92"/>
                    </a:lnTo>
                    <a:lnTo>
                      <a:pt x="131" y="88"/>
                    </a:lnTo>
                    <a:lnTo>
                      <a:pt x="131" y="87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3" y="87"/>
                    </a:lnTo>
                    <a:lnTo>
                      <a:pt x="134" y="87"/>
                    </a:lnTo>
                    <a:lnTo>
                      <a:pt x="135" y="86"/>
                    </a:lnTo>
                    <a:lnTo>
                      <a:pt x="137" y="86"/>
                    </a:lnTo>
                    <a:lnTo>
                      <a:pt x="138" y="85"/>
                    </a:lnTo>
                    <a:lnTo>
                      <a:pt x="139" y="83"/>
                    </a:lnTo>
                    <a:lnTo>
                      <a:pt x="138" y="81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8"/>
                    </a:lnTo>
                    <a:lnTo>
                      <a:pt x="129" y="55"/>
                    </a:lnTo>
                    <a:lnTo>
                      <a:pt x="128" y="52"/>
                    </a:lnTo>
                    <a:lnTo>
                      <a:pt x="127" y="47"/>
                    </a:lnTo>
                    <a:lnTo>
                      <a:pt x="127" y="42"/>
                    </a:lnTo>
                    <a:lnTo>
                      <a:pt x="125" y="36"/>
                    </a:lnTo>
                    <a:lnTo>
                      <a:pt x="122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3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2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3" y="8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2" y="20"/>
                    </a:lnTo>
                    <a:lnTo>
                      <a:pt x="41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8" y="76"/>
                    </a:lnTo>
                    <a:lnTo>
                      <a:pt x="50" y="81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3" y="99"/>
                    </a:lnTo>
                    <a:lnTo>
                      <a:pt x="54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6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10" y="138"/>
                    </a:lnTo>
                    <a:lnTo>
                      <a:pt x="7" y="142"/>
                    </a:lnTo>
                    <a:lnTo>
                      <a:pt x="6" y="145"/>
                    </a:lnTo>
                    <a:lnTo>
                      <a:pt x="5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8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9" y="280"/>
                    </a:lnTo>
                    <a:lnTo>
                      <a:pt x="18" y="290"/>
                    </a:lnTo>
                    <a:lnTo>
                      <a:pt x="18" y="297"/>
                    </a:lnTo>
                    <a:lnTo>
                      <a:pt x="17" y="304"/>
                    </a:lnTo>
                    <a:lnTo>
                      <a:pt x="17" y="312"/>
                    </a:lnTo>
                    <a:lnTo>
                      <a:pt x="17" y="320"/>
                    </a:lnTo>
                    <a:lnTo>
                      <a:pt x="18" y="331"/>
                    </a:lnTo>
                    <a:lnTo>
                      <a:pt x="20" y="342"/>
                    </a:lnTo>
                    <a:lnTo>
                      <a:pt x="23" y="353"/>
                    </a:lnTo>
                    <a:lnTo>
                      <a:pt x="27" y="365"/>
                    </a:lnTo>
                    <a:lnTo>
                      <a:pt x="32" y="377"/>
                    </a:lnTo>
                    <a:lnTo>
                      <a:pt x="38" y="386"/>
                    </a:lnTo>
                    <a:lnTo>
                      <a:pt x="46" y="394"/>
                    </a:lnTo>
                    <a:lnTo>
                      <a:pt x="54" y="401"/>
                    </a:lnTo>
                    <a:lnTo>
                      <a:pt x="63" y="406"/>
                    </a:lnTo>
                    <a:lnTo>
                      <a:pt x="72" y="410"/>
                    </a:lnTo>
                    <a:lnTo>
                      <a:pt x="80" y="413"/>
                    </a:lnTo>
                    <a:lnTo>
                      <a:pt x="86" y="415"/>
                    </a:lnTo>
                    <a:lnTo>
                      <a:pt x="90" y="416"/>
                    </a:lnTo>
                    <a:lnTo>
                      <a:pt x="98" y="417"/>
                    </a:lnTo>
                    <a:lnTo>
                      <a:pt x="108" y="416"/>
                    </a:lnTo>
                    <a:lnTo>
                      <a:pt x="119" y="415"/>
                    </a:lnTo>
                    <a:lnTo>
                      <a:pt x="131" y="412"/>
                    </a:lnTo>
                    <a:lnTo>
                      <a:pt x="143" y="411"/>
                    </a:lnTo>
                    <a:lnTo>
                      <a:pt x="154" y="410"/>
                    </a:lnTo>
                    <a:lnTo>
                      <a:pt x="163" y="409"/>
                    </a:lnTo>
                    <a:lnTo>
                      <a:pt x="170" y="409"/>
                    </a:lnTo>
                    <a:lnTo>
                      <a:pt x="178" y="412"/>
                    </a:lnTo>
                    <a:lnTo>
                      <a:pt x="187" y="414"/>
                    </a:lnTo>
                    <a:lnTo>
                      <a:pt x="197" y="418"/>
                    </a:lnTo>
                    <a:lnTo>
                      <a:pt x="209" y="422"/>
                    </a:lnTo>
                    <a:lnTo>
                      <a:pt x="218" y="426"/>
                    </a:lnTo>
                    <a:lnTo>
                      <a:pt x="226" y="429"/>
                    </a:lnTo>
                    <a:lnTo>
                      <a:pt x="232" y="431"/>
                    </a:lnTo>
                    <a:lnTo>
                      <a:pt x="233" y="432"/>
                    </a:lnTo>
                    <a:lnTo>
                      <a:pt x="233" y="434"/>
                    </a:lnTo>
                    <a:lnTo>
                      <a:pt x="232" y="439"/>
                    </a:lnTo>
                    <a:lnTo>
                      <a:pt x="232" y="446"/>
                    </a:lnTo>
                    <a:lnTo>
                      <a:pt x="231" y="453"/>
                    </a:lnTo>
                    <a:lnTo>
                      <a:pt x="230" y="463"/>
                    </a:lnTo>
                    <a:lnTo>
                      <a:pt x="229" y="472"/>
                    </a:lnTo>
                    <a:lnTo>
                      <a:pt x="228" y="482"/>
                    </a:lnTo>
                    <a:lnTo>
                      <a:pt x="228" y="489"/>
                    </a:lnTo>
                    <a:lnTo>
                      <a:pt x="229" y="498"/>
                    </a:lnTo>
                    <a:lnTo>
                      <a:pt x="230" y="508"/>
                    </a:lnTo>
                    <a:lnTo>
                      <a:pt x="232" y="519"/>
                    </a:lnTo>
                    <a:lnTo>
                      <a:pt x="234" y="531"/>
                    </a:lnTo>
                    <a:lnTo>
                      <a:pt x="236" y="543"/>
                    </a:lnTo>
                    <a:lnTo>
                      <a:pt x="238" y="554"/>
                    </a:lnTo>
                    <a:lnTo>
                      <a:pt x="238" y="563"/>
                    </a:lnTo>
                    <a:lnTo>
                      <a:pt x="236" y="569"/>
                    </a:lnTo>
                    <a:lnTo>
                      <a:pt x="234" y="574"/>
                    </a:lnTo>
                    <a:lnTo>
                      <a:pt x="233" y="578"/>
                    </a:lnTo>
                    <a:lnTo>
                      <a:pt x="232" y="582"/>
                    </a:lnTo>
                    <a:lnTo>
                      <a:pt x="232" y="586"/>
                    </a:lnTo>
                    <a:lnTo>
                      <a:pt x="232" y="589"/>
                    </a:lnTo>
                    <a:lnTo>
                      <a:pt x="232" y="591"/>
                    </a:lnTo>
                    <a:lnTo>
                      <a:pt x="232" y="592"/>
                    </a:lnTo>
                    <a:lnTo>
                      <a:pt x="238" y="610"/>
                    </a:lnTo>
                    <a:lnTo>
                      <a:pt x="239" y="610"/>
                    </a:lnTo>
                    <a:lnTo>
                      <a:pt x="243" y="610"/>
                    </a:lnTo>
                    <a:lnTo>
                      <a:pt x="249" y="610"/>
                    </a:lnTo>
                    <a:lnTo>
                      <a:pt x="255" y="610"/>
                    </a:lnTo>
                    <a:lnTo>
                      <a:pt x="261" y="610"/>
                    </a:lnTo>
                    <a:lnTo>
                      <a:pt x="268" y="610"/>
                    </a:lnTo>
                    <a:lnTo>
                      <a:pt x="274" y="611"/>
                    </a:lnTo>
                    <a:lnTo>
                      <a:pt x="278" y="613"/>
                    </a:lnTo>
                    <a:lnTo>
                      <a:pt x="283" y="614"/>
                    </a:lnTo>
                    <a:lnTo>
                      <a:pt x="288" y="616"/>
                    </a:lnTo>
                    <a:lnTo>
                      <a:pt x="294" y="617"/>
                    </a:lnTo>
                    <a:lnTo>
                      <a:pt x="301" y="619"/>
                    </a:lnTo>
                    <a:lnTo>
                      <a:pt x="307" y="620"/>
                    </a:lnTo>
                    <a:lnTo>
                      <a:pt x="312" y="621"/>
                    </a:lnTo>
                    <a:lnTo>
                      <a:pt x="317" y="622"/>
                    </a:lnTo>
                    <a:lnTo>
                      <a:pt x="319" y="621"/>
                    </a:lnTo>
                    <a:lnTo>
                      <a:pt x="322" y="620"/>
                    </a:lnTo>
                    <a:lnTo>
                      <a:pt x="325" y="619"/>
                    </a:lnTo>
                    <a:lnTo>
                      <a:pt x="327" y="617"/>
                    </a:lnTo>
                    <a:lnTo>
                      <a:pt x="330" y="615"/>
                    </a:lnTo>
                    <a:lnTo>
                      <a:pt x="331" y="612"/>
                    </a:lnTo>
                    <a:lnTo>
                      <a:pt x="331" y="610"/>
                    </a:lnTo>
                    <a:lnTo>
                      <a:pt x="329" y="608"/>
                    </a:lnTo>
                    <a:lnTo>
                      <a:pt x="325" y="605"/>
                    </a:lnTo>
                    <a:lnTo>
                      <a:pt x="318" y="603"/>
                    </a:lnTo>
                    <a:lnTo>
                      <a:pt x="310" y="599"/>
                    </a:lnTo>
                    <a:lnTo>
                      <a:pt x="301" y="595"/>
                    </a:lnTo>
                    <a:lnTo>
                      <a:pt x="293" y="591"/>
                    </a:lnTo>
                    <a:lnTo>
                      <a:pt x="285" y="587"/>
                    </a:lnTo>
                    <a:lnTo>
                      <a:pt x="278" y="582"/>
                    </a:lnTo>
                    <a:lnTo>
                      <a:pt x="274" y="578"/>
                    </a:lnTo>
                    <a:lnTo>
                      <a:pt x="272" y="574"/>
                    </a:lnTo>
                    <a:lnTo>
                      <a:pt x="272" y="569"/>
                    </a:lnTo>
                    <a:lnTo>
                      <a:pt x="272" y="563"/>
                    </a:lnTo>
                    <a:lnTo>
                      <a:pt x="273" y="558"/>
                    </a:lnTo>
                    <a:lnTo>
                      <a:pt x="273" y="551"/>
                    </a:lnTo>
                    <a:lnTo>
                      <a:pt x="274" y="544"/>
                    </a:lnTo>
                    <a:lnTo>
                      <a:pt x="275" y="536"/>
                    </a:lnTo>
                    <a:lnTo>
                      <a:pt x="277" y="528"/>
                    </a:lnTo>
                    <a:lnTo>
                      <a:pt x="278" y="521"/>
                    </a:lnTo>
                    <a:lnTo>
                      <a:pt x="280" y="512"/>
                    </a:lnTo>
                    <a:lnTo>
                      <a:pt x="282" y="502"/>
                    </a:lnTo>
                    <a:lnTo>
                      <a:pt x="284" y="492"/>
                    </a:lnTo>
                    <a:lnTo>
                      <a:pt x="285" y="482"/>
                    </a:lnTo>
                    <a:lnTo>
                      <a:pt x="286" y="472"/>
                    </a:lnTo>
                    <a:lnTo>
                      <a:pt x="287" y="465"/>
                    </a:lnTo>
                    <a:lnTo>
                      <a:pt x="287" y="459"/>
                    </a:lnTo>
                    <a:lnTo>
                      <a:pt x="287" y="455"/>
                    </a:lnTo>
                    <a:lnTo>
                      <a:pt x="287" y="453"/>
                    </a:lnTo>
                    <a:lnTo>
                      <a:pt x="289" y="452"/>
                    </a:lnTo>
                    <a:lnTo>
                      <a:pt x="290" y="448"/>
                    </a:lnTo>
                    <a:lnTo>
                      <a:pt x="292" y="446"/>
                    </a:lnTo>
                    <a:lnTo>
                      <a:pt x="294" y="441"/>
                    </a:lnTo>
                    <a:lnTo>
                      <a:pt x="295" y="438"/>
                    </a:lnTo>
                    <a:lnTo>
                      <a:pt x="296" y="434"/>
                    </a:lnTo>
                    <a:lnTo>
                      <a:pt x="295" y="430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90" y="409"/>
                    </a:lnTo>
                    <a:lnTo>
                      <a:pt x="285" y="404"/>
                    </a:lnTo>
                    <a:lnTo>
                      <a:pt x="279" y="398"/>
                    </a:lnTo>
                    <a:lnTo>
                      <a:pt x="272" y="393"/>
                    </a:lnTo>
                    <a:lnTo>
                      <a:pt x="261" y="387"/>
                    </a:lnTo>
                    <a:lnTo>
                      <a:pt x="249" y="382"/>
                    </a:lnTo>
                    <a:lnTo>
                      <a:pt x="240" y="377"/>
                    </a:lnTo>
                    <a:lnTo>
                      <a:pt x="233" y="372"/>
                    </a:lnTo>
                    <a:lnTo>
                      <a:pt x="226" y="366"/>
                    </a:lnTo>
                    <a:lnTo>
                      <a:pt x="221" y="363"/>
                    </a:lnTo>
                    <a:lnTo>
                      <a:pt x="216" y="360"/>
                    </a:lnTo>
                    <a:lnTo>
                      <a:pt x="210" y="356"/>
                    </a:lnTo>
                    <a:lnTo>
                      <a:pt x="204" y="354"/>
                    </a:lnTo>
                    <a:lnTo>
                      <a:pt x="197" y="352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7" y="342"/>
                    </a:lnTo>
                    <a:lnTo>
                      <a:pt x="171" y="338"/>
                    </a:lnTo>
                    <a:lnTo>
                      <a:pt x="167" y="335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3" y="237"/>
                    </a:lnTo>
                  </a:path>
                </a:pathLst>
              </a:cu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6" name="Freeform 273">
                <a:extLst>
                  <a:ext uri="{FF2B5EF4-FFF2-40B4-BE49-F238E27FC236}">
                    <a16:creationId xmlns:a16="http://schemas.microsoft.com/office/drawing/2014/main" id="{26D38F59-465D-6329-E6AB-BA02E5DB8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127"/>
                <a:ext cx="33" cy="136"/>
              </a:xfrm>
              <a:custGeom>
                <a:avLst/>
                <a:gdLst>
                  <a:gd name="T0" fmla="*/ 15 w 33"/>
                  <a:gd name="T1" fmla="*/ 112 h 136"/>
                  <a:gd name="T2" fmla="*/ 13 w 33"/>
                  <a:gd name="T3" fmla="*/ 102 h 136"/>
                  <a:gd name="T4" fmla="*/ 12 w 33"/>
                  <a:gd name="T5" fmla="*/ 88 h 136"/>
                  <a:gd name="T6" fmla="*/ 13 w 33"/>
                  <a:gd name="T7" fmla="*/ 72 h 136"/>
                  <a:gd name="T8" fmla="*/ 17 w 33"/>
                  <a:gd name="T9" fmla="*/ 58 h 136"/>
                  <a:gd name="T10" fmla="*/ 18 w 33"/>
                  <a:gd name="T11" fmla="*/ 49 h 136"/>
                  <a:gd name="T12" fmla="*/ 18 w 33"/>
                  <a:gd name="T13" fmla="*/ 39 h 136"/>
                  <a:gd name="T14" fmla="*/ 15 w 33"/>
                  <a:gd name="T15" fmla="*/ 29 h 136"/>
                  <a:gd name="T16" fmla="*/ 12 w 33"/>
                  <a:gd name="T17" fmla="*/ 22 h 136"/>
                  <a:gd name="T18" fmla="*/ 10 w 33"/>
                  <a:gd name="T19" fmla="*/ 17 h 136"/>
                  <a:gd name="T20" fmla="*/ 6 w 33"/>
                  <a:gd name="T21" fmla="*/ 10 h 136"/>
                  <a:gd name="T22" fmla="*/ 2 w 33"/>
                  <a:gd name="T23" fmla="*/ 3 h 136"/>
                  <a:gd name="T24" fmla="*/ 1 w 33"/>
                  <a:gd name="T25" fmla="*/ 6 h 136"/>
                  <a:gd name="T26" fmla="*/ 5 w 33"/>
                  <a:gd name="T27" fmla="*/ 14 h 136"/>
                  <a:gd name="T28" fmla="*/ 7 w 33"/>
                  <a:gd name="T29" fmla="*/ 22 h 136"/>
                  <a:gd name="T30" fmla="*/ 8 w 33"/>
                  <a:gd name="T31" fmla="*/ 35 h 136"/>
                  <a:gd name="T32" fmla="*/ 9 w 33"/>
                  <a:gd name="T33" fmla="*/ 55 h 136"/>
                  <a:gd name="T34" fmla="*/ 8 w 33"/>
                  <a:gd name="T35" fmla="*/ 71 h 136"/>
                  <a:gd name="T36" fmla="*/ 6 w 33"/>
                  <a:gd name="T37" fmla="*/ 82 h 136"/>
                  <a:gd name="T38" fmla="*/ 6 w 33"/>
                  <a:gd name="T39" fmla="*/ 93 h 136"/>
                  <a:gd name="T40" fmla="*/ 7 w 33"/>
                  <a:gd name="T41" fmla="*/ 107 h 136"/>
                  <a:gd name="T42" fmla="*/ 10 w 33"/>
                  <a:gd name="T43" fmla="*/ 117 h 136"/>
                  <a:gd name="T44" fmla="*/ 12 w 33"/>
                  <a:gd name="T45" fmla="*/ 124 h 136"/>
                  <a:gd name="T46" fmla="*/ 16 w 33"/>
                  <a:gd name="T47" fmla="*/ 128 h 136"/>
                  <a:gd name="T48" fmla="*/ 20 w 33"/>
                  <a:gd name="T49" fmla="*/ 130 h 136"/>
                  <a:gd name="T50" fmla="*/ 25 w 33"/>
                  <a:gd name="T51" fmla="*/ 133 h 136"/>
                  <a:gd name="T52" fmla="*/ 28 w 33"/>
                  <a:gd name="T53" fmla="*/ 134 h 136"/>
                  <a:gd name="T54" fmla="*/ 31 w 33"/>
                  <a:gd name="T55" fmla="*/ 135 h 136"/>
                  <a:gd name="T56" fmla="*/ 29 w 33"/>
                  <a:gd name="T57" fmla="*/ 132 h 136"/>
                  <a:gd name="T58" fmla="*/ 24 w 33"/>
                  <a:gd name="T59" fmla="*/ 128 h 136"/>
                  <a:gd name="T60" fmla="*/ 19 w 33"/>
                  <a:gd name="T61" fmla="*/ 122 h 136"/>
                  <a:gd name="T62" fmla="*/ 16 w 33"/>
                  <a:gd name="T63" fmla="*/ 117 h 1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3"/>
                  <a:gd name="T97" fmla="*/ 0 h 136"/>
                  <a:gd name="T98" fmla="*/ 33 w 33"/>
                  <a:gd name="T99" fmla="*/ 136 h 1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3" h="136">
                    <a:moveTo>
                      <a:pt x="16" y="115"/>
                    </a:moveTo>
                    <a:lnTo>
                      <a:pt x="15" y="112"/>
                    </a:lnTo>
                    <a:lnTo>
                      <a:pt x="14" y="108"/>
                    </a:lnTo>
                    <a:lnTo>
                      <a:pt x="13" y="102"/>
                    </a:lnTo>
                    <a:lnTo>
                      <a:pt x="12" y="96"/>
                    </a:lnTo>
                    <a:lnTo>
                      <a:pt x="12" y="88"/>
                    </a:lnTo>
                    <a:lnTo>
                      <a:pt x="12" y="80"/>
                    </a:lnTo>
                    <a:lnTo>
                      <a:pt x="13" y="72"/>
                    </a:lnTo>
                    <a:lnTo>
                      <a:pt x="15" y="63"/>
                    </a:lnTo>
                    <a:lnTo>
                      <a:pt x="17" y="58"/>
                    </a:lnTo>
                    <a:lnTo>
                      <a:pt x="18" y="54"/>
                    </a:lnTo>
                    <a:lnTo>
                      <a:pt x="18" y="49"/>
                    </a:lnTo>
                    <a:lnTo>
                      <a:pt x="18" y="43"/>
                    </a:lnTo>
                    <a:lnTo>
                      <a:pt x="18" y="39"/>
                    </a:lnTo>
                    <a:lnTo>
                      <a:pt x="17" y="34"/>
                    </a:lnTo>
                    <a:lnTo>
                      <a:pt x="15" y="29"/>
                    </a:lnTo>
                    <a:lnTo>
                      <a:pt x="13" y="24"/>
                    </a:lnTo>
                    <a:lnTo>
                      <a:pt x="12" y="22"/>
                    </a:lnTo>
                    <a:lnTo>
                      <a:pt x="12" y="19"/>
                    </a:lnTo>
                    <a:lnTo>
                      <a:pt x="10" y="17"/>
                    </a:lnTo>
                    <a:lnTo>
                      <a:pt x="8" y="13"/>
                    </a:lnTo>
                    <a:lnTo>
                      <a:pt x="6" y="10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1" y="6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6" y="18"/>
                    </a:lnTo>
                    <a:lnTo>
                      <a:pt x="7" y="22"/>
                    </a:lnTo>
                    <a:lnTo>
                      <a:pt x="8" y="28"/>
                    </a:lnTo>
                    <a:lnTo>
                      <a:pt x="8" y="35"/>
                    </a:lnTo>
                    <a:lnTo>
                      <a:pt x="9" y="44"/>
                    </a:lnTo>
                    <a:lnTo>
                      <a:pt x="9" y="55"/>
                    </a:lnTo>
                    <a:lnTo>
                      <a:pt x="9" y="64"/>
                    </a:lnTo>
                    <a:lnTo>
                      <a:pt x="8" y="71"/>
                    </a:lnTo>
                    <a:lnTo>
                      <a:pt x="7" y="77"/>
                    </a:lnTo>
                    <a:lnTo>
                      <a:pt x="6" y="82"/>
                    </a:lnTo>
                    <a:lnTo>
                      <a:pt x="6" y="87"/>
                    </a:lnTo>
                    <a:lnTo>
                      <a:pt x="6" y="93"/>
                    </a:lnTo>
                    <a:lnTo>
                      <a:pt x="6" y="100"/>
                    </a:lnTo>
                    <a:lnTo>
                      <a:pt x="7" y="107"/>
                    </a:lnTo>
                    <a:lnTo>
                      <a:pt x="8" y="113"/>
                    </a:lnTo>
                    <a:lnTo>
                      <a:pt x="10" y="117"/>
                    </a:lnTo>
                    <a:lnTo>
                      <a:pt x="11" y="121"/>
                    </a:lnTo>
                    <a:lnTo>
                      <a:pt x="12" y="124"/>
                    </a:lnTo>
                    <a:lnTo>
                      <a:pt x="14" y="126"/>
                    </a:lnTo>
                    <a:lnTo>
                      <a:pt x="16" y="128"/>
                    </a:lnTo>
                    <a:lnTo>
                      <a:pt x="19" y="129"/>
                    </a:lnTo>
                    <a:lnTo>
                      <a:pt x="20" y="130"/>
                    </a:lnTo>
                    <a:lnTo>
                      <a:pt x="22" y="132"/>
                    </a:lnTo>
                    <a:lnTo>
                      <a:pt x="25" y="133"/>
                    </a:lnTo>
                    <a:lnTo>
                      <a:pt x="26" y="133"/>
                    </a:lnTo>
                    <a:lnTo>
                      <a:pt x="28" y="134"/>
                    </a:lnTo>
                    <a:lnTo>
                      <a:pt x="30" y="134"/>
                    </a:lnTo>
                    <a:lnTo>
                      <a:pt x="31" y="135"/>
                    </a:lnTo>
                    <a:lnTo>
                      <a:pt x="32" y="135"/>
                    </a:lnTo>
                    <a:lnTo>
                      <a:pt x="29" y="132"/>
                    </a:lnTo>
                    <a:lnTo>
                      <a:pt x="26" y="130"/>
                    </a:lnTo>
                    <a:lnTo>
                      <a:pt x="24" y="128"/>
                    </a:lnTo>
                    <a:lnTo>
                      <a:pt x="21" y="124"/>
                    </a:lnTo>
                    <a:lnTo>
                      <a:pt x="19" y="122"/>
                    </a:lnTo>
                    <a:lnTo>
                      <a:pt x="18" y="119"/>
                    </a:lnTo>
                    <a:lnTo>
                      <a:pt x="16" y="117"/>
                    </a:lnTo>
                    <a:lnTo>
                      <a:pt x="16" y="115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7" name="Freeform 274">
                <a:extLst>
                  <a:ext uri="{FF2B5EF4-FFF2-40B4-BE49-F238E27FC236}">
                    <a16:creationId xmlns:a16="http://schemas.microsoft.com/office/drawing/2014/main" id="{704682AF-A548-133F-D471-48FB14DC9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3" y="1314"/>
                <a:ext cx="447" cy="403"/>
              </a:xfrm>
              <a:custGeom>
                <a:avLst/>
                <a:gdLst>
                  <a:gd name="T0" fmla="*/ 0 w 447"/>
                  <a:gd name="T1" fmla="*/ 402 h 403"/>
                  <a:gd name="T2" fmla="*/ 0 w 447"/>
                  <a:gd name="T3" fmla="*/ 106 h 403"/>
                  <a:gd name="T4" fmla="*/ 446 w 447"/>
                  <a:gd name="T5" fmla="*/ 0 h 403"/>
                  <a:gd name="T6" fmla="*/ 446 w 447"/>
                  <a:gd name="T7" fmla="*/ 303 h 403"/>
                  <a:gd name="T8" fmla="*/ 0 w 447"/>
                  <a:gd name="T9" fmla="*/ 402 h 4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7"/>
                  <a:gd name="T16" fmla="*/ 0 h 403"/>
                  <a:gd name="T17" fmla="*/ 447 w 447"/>
                  <a:gd name="T18" fmla="*/ 403 h 4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7" h="403">
                    <a:moveTo>
                      <a:pt x="0" y="402"/>
                    </a:moveTo>
                    <a:lnTo>
                      <a:pt x="0" y="106"/>
                    </a:lnTo>
                    <a:lnTo>
                      <a:pt x="446" y="0"/>
                    </a:lnTo>
                    <a:lnTo>
                      <a:pt x="446" y="303"/>
                    </a:lnTo>
                    <a:lnTo>
                      <a:pt x="0" y="402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8" name="Freeform 275">
                <a:extLst>
                  <a:ext uri="{FF2B5EF4-FFF2-40B4-BE49-F238E27FC236}">
                    <a16:creationId xmlns:a16="http://schemas.microsoft.com/office/drawing/2014/main" id="{E364DA63-E14E-0755-CA96-298A058AA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1430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59" name="Freeform 276">
                <a:extLst>
                  <a:ext uri="{FF2B5EF4-FFF2-40B4-BE49-F238E27FC236}">
                    <a16:creationId xmlns:a16="http://schemas.microsoft.com/office/drawing/2014/main" id="{8F31762B-85B9-963D-CE21-79730CEA4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1404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0" name="Freeform 277">
                <a:extLst>
                  <a:ext uri="{FF2B5EF4-FFF2-40B4-BE49-F238E27FC236}">
                    <a16:creationId xmlns:a16="http://schemas.microsoft.com/office/drawing/2014/main" id="{3CE22459-0144-76EB-945E-D8B15BC93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1345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1" name="Freeform 278">
                <a:extLst>
                  <a:ext uri="{FF2B5EF4-FFF2-40B4-BE49-F238E27FC236}">
                    <a16:creationId xmlns:a16="http://schemas.microsoft.com/office/drawing/2014/main" id="{B9B1847D-F492-6584-0FF2-B8E351286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1430"/>
                <a:ext cx="69" cy="68"/>
              </a:xfrm>
              <a:custGeom>
                <a:avLst/>
                <a:gdLst>
                  <a:gd name="T0" fmla="*/ 10 w 69"/>
                  <a:gd name="T1" fmla="*/ 0 h 68"/>
                  <a:gd name="T2" fmla="*/ 68 w 69"/>
                  <a:gd name="T3" fmla="*/ 59 h 68"/>
                  <a:gd name="T4" fmla="*/ 68 w 69"/>
                  <a:gd name="T5" fmla="*/ 67 h 68"/>
                  <a:gd name="T6" fmla="*/ 0 w 69"/>
                  <a:gd name="T7" fmla="*/ 13 h 68"/>
                  <a:gd name="T8" fmla="*/ 10 w 69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68"/>
                  <a:gd name="T17" fmla="*/ 69 w 69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68">
                    <a:moveTo>
                      <a:pt x="10" y="0"/>
                    </a:moveTo>
                    <a:lnTo>
                      <a:pt x="68" y="59"/>
                    </a:lnTo>
                    <a:lnTo>
                      <a:pt x="68" y="67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2" name="Freeform 279">
                <a:extLst>
                  <a:ext uri="{FF2B5EF4-FFF2-40B4-BE49-F238E27FC236}">
                    <a16:creationId xmlns:a16="http://schemas.microsoft.com/office/drawing/2014/main" id="{FD36E4A3-A9C4-8AC6-A55D-F1951F772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1435"/>
                <a:ext cx="47" cy="65"/>
              </a:xfrm>
              <a:custGeom>
                <a:avLst/>
                <a:gdLst>
                  <a:gd name="T0" fmla="*/ 36 w 47"/>
                  <a:gd name="T1" fmla="*/ 0 h 65"/>
                  <a:gd name="T2" fmla="*/ 0 w 47"/>
                  <a:gd name="T3" fmla="*/ 51 h 65"/>
                  <a:gd name="T4" fmla="*/ 0 w 47"/>
                  <a:gd name="T5" fmla="*/ 64 h 65"/>
                  <a:gd name="T6" fmla="*/ 46 w 47"/>
                  <a:gd name="T7" fmla="*/ 13 h 65"/>
                  <a:gd name="T8" fmla="*/ 36 w 47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5"/>
                  <a:gd name="T17" fmla="*/ 47 w 47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5">
                    <a:moveTo>
                      <a:pt x="36" y="0"/>
                    </a:moveTo>
                    <a:lnTo>
                      <a:pt x="0" y="51"/>
                    </a:lnTo>
                    <a:lnTo>
                      <a:pt x="0" y="64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3" name="Freeform 280">
                <a:extLst>
                  <a:ext uri="{FF2B5EF4-FFF2-40B4-BE49-F238E27FC236}">
                    <a16:creationId xmlns:a16="http://schemas.microsoft.com/office/drawing/2014/main" id="{3661C986-106D-80BB-FD9B-C879D7D12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431"/>
                <a:ext cx="74" cy="17"/>
              </a:xfrm>
              <a:custGeom>
                <a:avLst/>
                <a:gdLst>
                  <a:gd name="T0" fmla="*/ 67 w 74"/>
                  <a:gd name="T1" fmla="*/ 2 h 17"/>
                  <a:gd name="T2" fmla="*/ 0 w 74"/>
                  <a:gd name="T3" fmla="*/ 0 h 17"/>
                  <a:gd name="T4" fmla="*/ 0 w 74"/>
                  <a:gd name="T5" fmla="*/ 5 h 17"/>
                  <a:gd name="T6" fmla="*/ 73 w 74"/>
                  <a:gd name="T7" fmla="*/ 16 h 17"/>
                  <a:gd name="T8" fmla="*/ 67 w 74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"/>
                  <a:gd name="T16" fmla="*/ 0 h 17"/>
                  <a:gd name="T17" fmla="*/ 74 w 7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" h="17">
                    <a:moveTo>
                      <a:pt x="67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3" y="16"/>
                    </a:lnTo>
                    <a:lnTo>
                      <a:pt x="67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4" name="Freeform 281">
                <a:extLst>
                  <a:ext uri="{FF2B5EF4-FFF2-40B4-BE49-F238E27FC236}">
                    <a16:creationId xmlns:a16="http://schemas.microsoft.com/office/drawing/2014/main" id="{F74FF352-AC7D-535A-56F0-4598C4B37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1426"/>
                <a:ext cx="55" cy="18"/>
              </a:xfrm>
              <a:custGeom>
                <a:avLst/>
                <a:gdLst>
                  <a:gd name="T0" fmla="*/ 0 w 55"/>
                  <a:gd name="T1" fmla="*/ 8 h 18"/>
                  <a:gd name="T2" fmla="*/ 54 w 55"/>
                  <a:gd name="T3" fmla="*/ 0 h 18"/>
                  <a:gd name="T4" fmla="*/ 54 w 55"/>
                  <a:gd name="T5" fmla="*/ 4 h 18"/>
                  <a:gd name="T6" fmla="*/ 0 w 55"/>
                  <a:gd name="T7" fmla="*/ 17 h 18"/>
                  <a:gd name="T8" fmla="*/ 0 w 55"/>
                  <a:gd name="T9" fmla="*/ 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"/>
                  <a:gd name="T16" fmla="*/ 0 h 18"/>
                  <a:gd name="T17" fmla="*/ 55 w 55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" h="18">
                    <a:moveTo>
                      <a:pt x="0" y="8"/>
                    </a:moveTo>
                    <a:lnTo>
                      <a:pt x="54" y="0"/>
                    </a:lnTo>
                    <a:lnTo>
                      <a:pt x="54" y="4"/>
                    </a:lnTo>
                    <a:lnTo>
                      <a:pt x="0" y="17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5" name="Freeform 282">
                <a:extLst>
                  <a:ext uri="{FF2B5EF4-FFF2-40B4-BE49-F238E27FC236}">
                    <a16:creationId xmlns:a16="http://schemas.microsoft.com/office/drawing/2014/main" id="{075170B1-FC2D-8565-27DF-333EA053A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" y="1398"/>
                <a:ext cx="29" cy="43"/>
              </a:xfrm>
              <a:custGeom>
                <a:avLst/>
                <a:gdLst>
                  <a:gd name="T0" fmla="*/ 28 w 29"/>
                  <a:gd name="T1" fmla="*/ 32 h 43"/>
                  <a:gd name="T2" fmla="*/ 0 w 29"/>
                  <a:gd name="T3" fmla="*/ 0 h 43"/>
                  <a:gd name="T4" fmla="*/ 0 w 29"/>
                  <a:gd name="T5" fmla="*/ 5 h 43"/>
                  <a:gd name="T6" fmla="*/ 23 w 29"/>
                  <a:gd name="T7" fmla="*/ 42 h 43"/>
                  <a:gd name="T8" fmla="*/ 28 w 29"/>
                  <a:gd name="T9" fmla="*/ 32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3"/>
                  <a:gd name="T17" fmla="*/ 29 w 29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3">
                    <a:moveTo>
                      <a:pt x="28" y="3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2"/>
                    </a:lnTo>
                    <a:lnTo>
                      <a:pt x="28" y="3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6" name="Freeform 283">
                <a:extLst>
                  <a:ext uri="{FF2B5EF4-FFF2-40B4-BE49-F238E27FC236}">
                    <a16:creationId xmlns:a16="http://schemas.microsoft.com/office/drawing/2014/main" id="{C71FEAEC-154F-D483-A8FA-DA4257E50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1494"/>
                <a:ext cx="29" cy="29"/>
              </a:xfrm>
              <a:custGeom>
                <a:avLst/>
                <a:gdLst>
                  <a:gd name="T0" fmla="*/ 13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1 h 29"/>
                  <a:gd name="T14" fmla="*/ 28 w 29"/>
                  <a:gd name="T15" fmla="*/ 18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7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3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3 h 29"/>
                  <a:gd name="T60" fmla="*/ 8 w 29"/>
                  <a:gd name="T61" fmla="*/ 25 h 29"/>
                  <a:gd name="T62" fmla="*/ 11 w 29"/>
                  <a:gd name="T63" fmla="*/ 27 h 29"/>
                  <a:gd name="T64" fmla="*/ 13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3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8" y="18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3"/>
                    </a:lnTo>
                    <a:lnTo>
                      <a:pt x="8" y="25"/>
                    </a:lnTo>
                    <a:lnTo>
                      <a:pt x="11" y="27"/>
                    </a:lnTo>
                    <a:lnTo>
                      <a:pt x="13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7" name="Freeform 284">
                <a:extLst>
                  <a:ext uri="{FF2B5EF4-FFF2-40B4-BE49-F238E27FC236}">
                    <a16:creationId xmlns:a16="http://schemas.microsoft.com/office/drawing/2014/main" id="{54015627-63CC-8283-33BD-777131887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436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8" name="Freeform 285">
                <a:extLst>
                  <a:ext uri="{FF2B5EF4-FFF2-40B4-BE49-F238E27FC236}">
                    <a16:creationId xmlns:a16="http://schemas.microsoft.com/office/drawing/2014/main" id="{BB824831-E1EC-6AB6-8E5B-2D3A017E5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7" y="1495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4 h 29"/>
                  <a:gd name="T28" fmla="*/ 19 w 29"/>
                  <a:gd name="T29" fmla="*/ 2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6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4"/>
                    </a:lnTo>
                    <a:lnTo>
                      <a:pt x="19" y="2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69" name="Freeform 286">
                <a:extLst>
                  <a:ext uri="{FF2B5EF4-FFF2-40B4-BE49-F238E27FC236}">
                    <a16:creationId xmlns:a16="http://schemas.microsoft.com/office/drawing/2014/main" id="{FEB95F21-119F-1467-BF04-9C504B08C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1430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0" name="Freeform 287">
                <a:extLst>
                  <a:ext uri="{FF2B5EF4-FFF2-40B4-BE49-F238E27FC236}">
                    <a16:creationId xmlns:a16="http://schemas.microsoft.com/office/drawing/2014/main" id="{E0F953F6-F1EB-6C90-982B-1E36836DC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1404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1" name="Freeform 288">
                <a:extLst>
                  <a:ext uri="{FF2B5EF4-FFF2-40B4-BE49-F238E27FC236}">
                    <a16:creationId xmlns:a16="http://schemas.microsoft.com/office/drawing/2014/main" id="{CAB436DD-3893-728E-74E6-D89DC530F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1345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2" name="Freeform 289">
                <a:extLst>
                  <a:ext uri="{FF2B5EF4-FFF2-40B4-BE49-F238E27FC236}">
                    <a16:creationId xmlns:a16="http://schemas.microsoft.com/office/drawing/2014/main" id="{99C7071F-358F-1A38-A189-143DFCDDB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1430"/>
                <a:ext cx="69" cy="68"/>
              </a:xfrm>
              <a:custGeom>
                <a:avLst/>
                <a:gdLst>
                  <a:gd name="T0" fmla="*/ 10 w 69"/>
                  <a:gd name="T1" fmla="*/ 0 h 68"/>
                  <a:gd name="T2" fmla="*/ 68 w 69"/>
                  <a:gd name="T3" fmla="*/ 59 h 68"/>
                  <a:gd name="T4" fmla="*/ 68 w 69"/>
                  <a:gd name="T5" fmla="*/ 67 h 68"/>
                  <a:gd name="T6" fmla="*/ 0 w 69"/>
                  <a:gd name="T7" fmla="*/ 13 h 68"/>
                  <a:gd name="T8" fmla="*/ 10 w 69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68"/>
                  <a:gd name="T17" fmla="*/ 69 w 69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68">
                    <a:moveTo>
                      <a:pt x="10" y="0"/>
                    </a:moveTo>
                    <a:lnTo>
                      <a:pt x="68" y="59"/>
                    </a:lnTo>
                    <a:lnTo>
                      <a:pt x="68" y="67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3" name="Freeform 290">
                <a:extLst>
                  <a:ext uri="{FF2B5EF4-FFF2-40B4-BE49-F238E27FC236}">
                    <a16:creationId xmlns:a16="http://schemas.microsoft.com/office/drawing/2014/main" id="{9E7CA0B8-2C71-F607-2FC0-9388CA19F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1435"/>
                <a:ext cx="47" cy="65"/>
              </a:xfrm>
              <a:custGeom>
                <a:avLst/>
                <a:gdLst>
                  <a:gd name="T0" fmla="*/ 36 w 47"/>
                  <a:gd name="T1" fmla="*/ 0 h 65"/>
                  <a:gd name="T2" fmla="*/ 0 w 47"/>
                  <a:gd name="T3" fmla="*/ 51 h 65"/>
                  <a:gd name="T4" fmla="*/ 0 w 47"/>
                  <a:gd name="T5" fmla="*/ 64 h 65"/>
                  <a:gd name="T6" fmla="*/ 46 w 47"/>
                  <a:gd name="T7" fmla="*/ 13 h 65"/>
                  <a:gd name="T8" fmla="*/ 36 w 47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5"/>
                  <a:gd name="T17" fmla="*/ 47 w 47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5">
                    <a:moveTo>
                      <a:pt x="36" y="0"/>
                    </a:moveTo>
                    <a:lnTo>
                      <a:pt x="0" y="51"/>
                    </a:lnTo>
                    <a:lnTo>
                      <a:pt x="0" y="64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4" name="Freeform 291">
                <a:extLst>
                  <a:ext uri="{FF2B5EF4-FFF2-40B4-BE49-F238E27FC236}">
                    <a16:creationId xmlns:a16="http://schemas.microsoft.com/office/drawing/2014/main" id="{F7206E5A-CA16-346A-49A9-642284285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431"/>
                <a:ext cx="74" cy="17"/>
              </a:xfrm>
              <a:custGeom>
                <a:avLst/>
                <a:gdLst>
                  <a:gd name="T0" fmla="*/ 67 w 74"/>
                  <a:gd name="T1" fmla="*/ 2 h 17"/>
                  <a:gd name="T2" fmla="*/ 0 w 74"/>
                  <a:gd name="T3" fmla="*/ 0 h 17"/>
                  <a:gd name="T4" fmla="*/ 0 w 74"/>
                  <a:gd name="T5" fmla="*/ 5 h 17"/>
                  <a:gd name="T6" fmla="*/ 73 w 74"/>
                  <a:gd name="T7" fmla="*/ 16 h 17"/>
                  <a:gd name="T8" fmla="*/ 67 w 74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"/>
                  <a:gd name="T16" fmla="*/ 0 h 17"/>
                  <a:gd name="T17" fmla="*/ 74 w 7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" h="17">
                    <a:moveTo>
                      <a:pt x="67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3" y="16"/>
                    </a:lnTo>
                    <a:lnTo>
                      <a:pt x="67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5" name="Freeform 292">
                <a:extLst>
                  <a:ext uri="{FF2B5EF4-FFF2-40B4-BE49-F238E27FC236}">
                    <a16:creationId xmlns:a16="http://schemas.microsoft.com/office/drawing/2014/main" id="{37F7CE4C-2CCD-ABE5-7EA2-87A43189F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1426"/>
                <a:ext cx="55" cy="18"/>
              </a:xfrm>
              <a:custGeom>
                <a:avLst/>
                <a:gdLst>
                  <a:gd name="T0" fmla="*/ 0 w 55"/>
                  <a:gd name="T1" fmla="*/ 8 h 18"/>
                  <a:gd name="T2" fmla="*/ 54 w 55"/>
                  <a:gd name="T3" fmla="*/ 0 h 18"/>
                  <a:gd name="T4" fmla="*/ 54 w 55"/>
                  <a:gd name="T5" fmla="*/ 4 h 18"/>
                  <a:gd name="T6" fmla="*/ 0 w 55"/>
                  <a:gd name="T7" fmla="*/ 17 h 18"/>
                  <a:gd name="T8" fmla="*/ 0 w 55"/>
                  <a:gd name="T9" fmla="*/ 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"/>
                  <a:gd name="T16" fmla="*/ 0 h 18"/>
                  <a:gd name="T17" fmla="*/ 55 w 55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" h="18">
                    <a:moveTo>
                      <a:pt x="0" y="8"/>
                    </a:moveTo>
                    <a:lnTo>
                      <a:pt x="54" y="0"/>
                    </a:lnTo>
                    <a:lnTo>
                      <a:pt x="54" y="4"/>
                    </a:lnTo>
                    <a:lnTo>
                      <a:pt x="0" y="17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6" name="Freeform 293">
                <a:extLst>
                  <a:ext uri="{FF2B5EF4-FFF2-40B4-BE49-F238E27FC236}">
                    <a16:creationId xmlns:a16="http://schemas.microsoft.com/office/drawing/2014/main" id="{B5B0C5A7-DBFE-180E-D96D-F4081E21D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" y="1398"/>
                <a:ext cx="29" cy="43"/>
              </a:xfrm>
              <a:custGeom>
                <a:avLst/>
                <a:gdLst>
                  <a:gd name="T0" fmla="*/ 28 w 29"/>
                  <a:gd name="T1" fmla="*/ 32 h 43"/>
                  <a:gd name="T2" fmla="*/ 0 w 29"/>
                  <a:gd name="T3" fmla="*/ 0 h 43"/>
                  <a:gd name="T4" fmla="*/ 0 w 29"/>
                  <a:gd name="T5" fmla="*/ 5 h 43"/>
                  <a:gd name="T6" fmla="*/ 23 w 29"/>
                  <a:gd name="T7" fmla="*/ 42 h 43"/>
                  <a:gd name="T8" fmla="*/ 28 w 29"/>
                  <a:gd name="T9" fmla="*/ 32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3"/>
                  <a:gd name="T17" fmla="*/ 29 w 29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3">
                    <a:moveTo>
                      <a:pt x="28" y="3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2"/>
                    </a:lnTo>
                    <a:lnTo>
                      <a:pt x="28" y="3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7" name="Freeform 294">
                <a:extLst>
                  <a:ext uri="{FF2B5EF4-FFF2-40B4-BE49-F238E27FC236}">
                    <a16:creationId xmlns:a16="http://schemas.microsoft.com/office/drawing/2014/main" id="{2C6B53F5-F977-2F6D-0DBD-CCD9ECBE7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1494"/>
                <a:ext cx="29" cy="29"/>
              </a:xfrm>
              <a:custGeom>
                <a:avLst/>
                <a:gdLst>
                  <a:gd name="T0" fmla="*/ 13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1 h 29"/>
                  <a:gd name="T14" fmla="*/ 28 w 29"/>
                  <a:gd name="T15" fmla="*/ 18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7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3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3 h 29"/>
                  <a:gd name="T60" fmla="*/ 8 w 29"/>
                  <a:gd name="T61" fmla="*/ 25 h 29"/>
                  <a:gd name="T62" fmla="*/ 11 w 29"/>
                  <a:gd name="T63" fmla="*/ 27 h 29"/>
                  <a:gd name="T64" fmla="*/ 13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3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8" y="18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3"/>
                    </a:lnTo>
                    <a:lnTo>
                      <a:pt x="8" y="25"/>
                    </a:lnTo>
                    <a:lnTo>
                      <a:pt x="11" y="27"/>
                    </a:lnTo>
                    <a:lnTo>
                      <a:pt x="13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8" name="Freeform 295">
                <a:extLst>
                  <a:ext uri="{FF2B5EF4-FFF2-40B4-BE49-F238E27FC236}">
                    <a16:creationId xmlns:a16="http://schemas.microsoft.com/office/drawing/2014/main" id="{BD6BECD8-4FD2-3BF0-851B-B5F4ABBDA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436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3 h 29"/>
                  <a:gd name="T28" fmla="*/ 19 w 29"/>
                  <a:gd name="T29" fmla="*/ 1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5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79" name="Freeform 296">
                <a:extLst>
                  <a:ext uri="{FF2B5EF4-FFF2-40B4-BE49-F238E27FC236}">
                    <a16:creationId xmlns:a16="http://schemas.microsoft.com/office/drawing/2014/main" id="{E3AAF939-1333-778D-624B-20837FD62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7" y="1495"/>
                <a:ext cx="29" cy="29"/>
              </a:xfrm>
              <a:custGeom>
                <a:avLst/>
                <a:gdLst>
                  <a:gd name="T0" fmla="*/ 14 w 29"/>
                  <a:gd name="T1" fmla="*/ 28 h 29"/>
                  <a:gd name="T2" fmla="*/ 16 w 29"/>
                  <a:gd name="T3" fmla="*/ 28 h 29"/>
                  <a:gd name="T4" fmla="*/ 19 w 29"/>
                  <a:gd name="T5" fmla="*/ 28 h 29"/>
                  <a:gd name="T6" fmla="*/ 22 w 29"/>
                  <a:gd name="T7" fmla="*/ 27 h 29"/>
                  <a:gd name="T8" fmla="*/ 23 w 29"/>
                  <a:gd name="T9" fmla="*/ 25 h 29"/>
                  <a:gd name="T10" fmla="*/ 25 w 29"/>
                  <a:gd name="T11" fmla="*/ 23 h 29"/>
                  <a:gd name="T12" fmla="*/ 27 w 29"/>
                  <a:gd name="T13" fmla="*/ 22 h 29"/>
                  <a:gd name="T14" fmla="*/ 28 w 29"/>
                  <a:gd name="T15" fmla="*/ 19 h 29"/>
                  <a:gd name="T16" fmla="*/ 28 w 29"/>
                  <a:gd name="T17" fmla="*/ 16 h 29"/>
                  <a:gd name="T18" fmla="*/ 28 w 29"/>
                  <a:gd name="T19" fmla="*/ 13 h 29"/>
                  <a:gd name="T20" fmla="*/ 27 w 29"/>
                  <a:gd name="T21" fmla="*/ 11 h 29"/>
                  <a:gd name="T22" fmla="*/ 25 w 29"/>
                  <a:gd name="T23" fmla="*/ 8 h 29"/>
                  <a:gd name="T24" fmla="*/ 23 w 29"/>
                  <a:gd name="T25" fmla="*/ 5 h 29"/>
                  <a:gd name="T26" fmla="*/ 22 w 29"/>
                  <a:gd name="T27" fmla="*/ 4 h 29"/>
                  <a:gd name="T28" fmla="*/ 19 w 29"/>
                  <a:gd name="T29" fmla="*/ 2 h 29"/>
                  <a:gd name="T30" fmla="*/ 16 w 29"/>
                  <a:gd name="T31" fmla="*/ 0 h 29"/>
                  <a:gd name="T32" fmla="*/ 14 w 29"/>
                  <a:gd name="T33" fmla="*/ 0 h 29"/>
                  <a:gd name="T34" fmla="*/ 11 w 29"/>
                  <a:gd name="T35" fmla="*/ 0 h 29"/>
                  <a:gd name="T36" fmla="*/ 8 w 29"/>
                  <a:gd name="T37" fmla="*/ 0 h 29"/>
                  <a:gd name="T38" fmla="*/ 5 w 29"/>
                  <a:gd name="T39" fmla="*/ 0 h 29"/>
                  <a:gd name="T40" fmla="*/ 4 w 29"/>
                  <a:gd name="T41" fmla="*/ 2 h 29"/>
                  <a:gd name="T42" fmla="*/ 2 w 29"/>
                  <a:gd name="T43" fmla="*/ 4 h 29"/>
                  <a:gd name="T44" fmla="*/ 0 w 29"/>
                  <a:gd name="T45" fmla="*/ 6 h 29"/>
                  <a:gd name="T46" fmla="*/ 0 w 29"/>
                  <a:gd name="T47" fmla="*/ 8 h 29"/>
                  <a:gd name="T48" fmla="*/ 0 w 29"/>
                  <a:gd name="T49" fmla="*/ 11 h 29"/>
                  <a:gd name="T50" fmla="*/ 0 w 29"/>
                  <a:gd name="T51" fmla="*/ 14 h 29"/>
                  <a:gd name="T52" fmla="*/ 0 w 29"/>
                  <a:gd name="T53" fmla="*/ 16 h 29"/>
                  <a:gd name="T54" fmla="*/ 2 w 29"/>
                  <a:gd name="T55" fmla="*/ 19 h 29"/>
                  <a:gd name="T56" fmla="*/ 4 w 29"/>
                  <a:gd name="T57" fmla="*/ 22 h 29"/>
                  <a:gd name="T58" fmla="*/ 5 w 29"/>
                  <a:gd name="T59" fmla="*/ 24 h 29"/>
                  <a:gd name="T60" fmla="*/ 8 w 29"/>
                  <a:gd name="T61" fmla="*/ 26 h 29"/>
                  <a:gd name="T62" fmla="*/ 11 w 29"/>
                  <a:gd name="T63" fmla="*/ 27 h 29"/>
                  <a:gd name="T64" fmla="*/ 14 w 29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29"/>
                  <a:gd name="T101" fmla="*/ 29 w 29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29">
                    <a:moveTo>
                      <a:pt x="14" y="28"/>
                    </a:moveTo>
                    <a:lnTo>
                      <a:pt x="16" y="28"/>
                    </a:lnTo>
                    <a:lnTo>
                      <a:pt x="19" y="28"/>
                    </a:lnTo>
                    <a:lnTo>
                      <a:pt x="22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3"/>
                    </a:lnTo>
                    <a:lnTo>
                      <a:pt x="27" y="11"/>
                    </a:lnTo>
                    <a:lnTo>
                      <a:pt x="25" y="8"/>
                    </a:lnTo>
                    <a:lnTo>
                      <a:pt x="23" y="5"/>
                    </a:lnTo>
                    <a:lnTo>
                      <a:pt x="22" y="4"/>
                    </a:lnTo>
                    <a:lnTo>
                      <a:pt x="19" y="2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0" name="Freeform 297">
                <a:extLst>
                  <a:ext uri="{FF2B5EF4-FFF2-40B4-BE49-F238E27FC236}">
                    <a16:creationId xmlns:a16="http://schemas.microsoft.com/office/drawing/2014/main" id="{FFBF8F8E-8D16-16B8-5312-3FEEEACC7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1247"/>
                <a:ext cx="52" cy="95"/>
              </a:xfrm>
              <a:custGeom>
                <a:avLst/>
                <a:gdLst>
                  <a:gd name="T0" fmla="*/ 9 w 52"/>
                  <a:gd name="T1" fmla="*/ 0 h 95"/>
                  <a:gd name="T2" fmla="*/ 8 w 52"/>
                  <a:gd name="T3" fmla="*/ 0 h 95"/>
                  <a:gd name="T4" fmla="*/ 7 w 52"/>
                  <a:gd name="T5" fmla="*/ 3 h 95"/>
                  <a:gd name="T6" fmla="*/ 6 w 52"/>
                  <a:gd name="T7" fmla="*/ 7 h 95"/>
                  <a:gd name="T8" fmla="*/ 5 w 52"/>
                  <a:gd name="T9" fmla="*/ 12 h 95"/>
                  <a:gd name="T10" fmla="*/ 3 w 52"/>
                  <a:gd name="T11" fmla="*/ 18 h 95"/>
                  <a:gd name="T12" fmla="*/ 1 w 52"/>
                  <a:gd name="T13" fmla="*/ 25 h 95"/>
                  <a:gd name="T14" fmla="*/ 0 w 52"/>
                  <a:gd name="T15" fmla="*/ 33 h 95"/>
                  <a:gd name="T16" fmla="*/ 0 w 52"/>
                  <a:gd name="T17" fmla="*/ 39 h 95"/>
                  <a:gd name="T18" fmla="*/ 0 w 52"/>
                  <a:gd name="T19" fmla="*/ 47 h 95"/>
                  <a:gd name="T20" fmla="*/ 1 w 52"/>
                  <a:gd name="T21" fmla="*/ 54 h 95"/>
                  <a:gd name="T22" fmla="*/ 5 w 52"/>
                  <a:gd name="T23" fmla="*/ 60 h 95"/>
                  <a:gd name="T24" fmla="*/ 9 w 52"/>
                  <a:gd name="T25" fmla="*/ 67 h 95"/>
                  <a:gd name="T26" fmla="*/ 13 w 52"/>
                  <a:gd name="T27" fmla="*/ 73 h 95"/>
                  <a:gd name="T28" fmla="*/ 17 w 52"/>
                  <a:gd name="T29" fmla="*/ 78 h 95"/>
                  <a:gd name="T30" fmla="*/ 20 w 52"/>
                  <a:gd name="T31" fmla="*/ 83 h 95"/>
                  <a:gd name="T32" fmla="*/ 22 w 52"/>
                  <a:gd name="T33" fmla="*/ 88 h 95"/>
                  <a:gd name="T34" fmla="*/ 24 w 52"/>
                  <a:gd name="T35" fmla="*/ 91 h 95"/>
                  <a:gd name="T36" fmla="*/ 28 w 52"/>
                  <a:gd name="T37" fmla="*/ 93 h 95"/>
                  <a:gd name="T38" fmla="*/ 33 w 52"/>
                  <a:gd name="T39" fmla="*/ 94 h 95"/>
                  <a:gd name="T40" fmla="*/ 38 w 52"/>
                  <a:gd name="T41" fmla="*/ 94 h 95"/>
                  <a:gd name="T42" fmla="*/ 43 w 52"/>
                  <a:gd name="T43" fmla="*/ 93 h 95"/>
                  <a:gd name="T44" fmla="*/ 46 w 52"/>
                  <a:gd name="T45" fmla="*/ 92 h 95"/>
                  <a:gd name="T46" fmla="*/ 50 w 52"/>
                  <a:gd name="T47" fmla="*/ 91 h 95"/>
                  <a:gd name="T48" fmla="*/ 51 w 52"/>
                  <a:gd name="T49" fmla="*/ 90 h 95"/>
                  <a:gd name="T50" fmla="*/ 50 w 52"/>
                  <a:gd name="T51" fmla="*/ 90 h 95"/>
                  <a:gd name="T52" fmla="*/ 48 w 52"/>
                  <a:gd name="T53" fmla="*/ 90 h 95"/>
                  <a:gd name="T54" fmla="*/ 46 w 52"/>
                  <a:gd name="T55" fmla="*/ 90 h 95"/>
                  <a:gd name="T56" fmla="*/ 44 w 52"/>
                  <a:gd name="T57" fmla="*/ 89 h 95"/>
                  <a:gd name="T58" fmla="*/ 40 w 52"/>
                  <a:gd name="T59" fmla="*/ 88 h 95"/>
                  <a:gd name="T60" fmla="*/ 38 w 52"/>
                  <a:gd name="T61" fmla="*/ 87 h 95"/>
                  <a:gd name="T62" fmla="*/ 35 w 52"/>
                  <a:gd name="T63" fmla="*/ 84 h 95"/>
                  <a:gd name="T64" fmla="*/ 34 w 52"/>
                  <a:gd name="T65" fmla="*/ 82 h 95"/>
                  <a:gd name="T66" fmla="*/ 30 w 52"/>
                  <a:gd name="T67" fmla="*/ 77 h 95"/>
                  <a:gd name="T68" fmla="*/ 27 w 52"/>
                  <a:gd name="T69" fmla="*/ 73 h 95"/>
                  <a:gd name="T70" fmla="*/ 22 w 52"/>
                  <a:gd name="T71" fmla="*/ 67 h 95"/>
                  <a:gd name="T72" fmla="*/ 17 w 52"/>
                  <a:gd name="T73" fmla="*/ 60 h 95"/>
                  <a:gd name="T74" fmla="*/ 11 w 52"/>
                  <a:gd name="T75" fmla="*/ 53 h 95"/>
                  <a:gd name="T76" fmla="*/ 8 w 52"/>
                  <a:gd name="T77" fmla="*/ 45 h 95"/>
                  <a:gd name="T78" fmla="*/ 5 w 52"/>
                  <a:gd name="T79" fmla="*/ 36 h 95"/>
                  <a:gd name="T80" fmla="*/ 6 w 52"/>
                  <a:gd name="T81" fmla="*/ 27 h 95"/>
                  <a:gd name="T82" fmla="*/ 8 w 52"/>
                  <a:gd name="T83" fmla="*/ 22 h 95"/>
                  <a:gd name="T84" fmla="*/ 10 w 52"/>
                  <a:gd name="T85" fmla="*/ 16 h 95"/>
                  <a:gd name="T86" fmla="*/ 11 w 52"/>
                  <a:gd name="T87" fmla="*/ 13 h 95"/>
                  <a:gd name="T88" fmla="*/ 12 w 52"/>
                  <a:gd name="T89" fmla="*/ 10 h 95"/>
                  <a:gd name="T90" fmla="*/ 13 w 52"/>
                  <a:gd name="T91" fmla="*/ 7 h 95"/>
                  <a:gd name="T92" fmla="*/ 14 w 52"/>
                  <a:gd name="T93" fmla="*/ 5 h 95"/>
                  <a:gd name="T94" fmla="*/ 14 w 52"/>
                  <a:gd name="T95" fmla="*/ 4 h 95"/>
                  <a:gd name="T96" fmla="*/ 15 w 52"/>
                  <a:gd name="T97" fmla="*/ 4 h 95"/>
                  <a:gd name="T98" fmla="*/ 9 w 52"/>
                  <a:gd name="T99" fmla="*/ 0 h 9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52"/>
                  <a:gd name="T151" fmla="*/ 0 h 95"/>
                  <a:gd name="T152" fmla="*/ 52 w 52"/>
                  <a:gd name="T153" fmla="*/ 95 h 95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52" h="95">
                    <a:moveTo>
                      <a:pt x="9" y="0"/>
                    </a:moveTo>
                    <a:lnTo>
                      <a:pt x="8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5" y="12"/>
                    </a:lnTo>
                    <a:lnTo>
                      <a:pt x="3" y="18"/>
                    </a:lnTo>
                    <a:lnTo>
                      <a:pt x="1" y="25"/>
                    </a:lnTo>
                    <a:lnTo>
                      <a:pt x="0" y="33"/>
                    </a:lnTo>
                    <a:lnTo>
                      <a:pt x="0" y="39"/>
                    </a:lnTo>
                    <a:lnTo>
                      <a:pt x="0" y="47"/>
                    </a:lnTo>
                    <a:lnTo>
                      <a:pt x="1" y="54"/>
                    </a:lnTo>
                    <a:lnTo>
                      <a:pt x="5" y="60"/>
                    </a:lnTo>
                    <a:lnTo>
                      <a:pt x="9" y="67"/>
                    </a:lnTo>
                    <a:lnTo>
                      <a:pt x="13" y="73"/>
                    </a:lnTo>
                    <a:lnTo>
                      <a:pt x="17" y="78"/>
                    </a:lnTo>
                    <a:lnTo>
                      <a:pt x="20" y="83"/>
                    </a:lnTo>
                    <a:lnTo>
                      <a:pt x="22" y="88"/>
                    </a:lnTo>
                    <a:lnTo>
                      <a:pt x="24" y="91"/>
                    </a:lnTo>
                    <a:lnTo>
                      <a:pt x="28" y="93"/>
                    </a:lnTo>
                    <a:lnTo>
                      <a:pt x="33" y="94"/>
                    </a:lnTo>
                    <a:lnTo>
                      <a:pt x="38" y="94"/>
                    </a:lnTo>
                    <a:lnTo>
                      <a:pt x="43" y="93"/>
                    </a:lnTo>
                    <a:lnTo>
                      <a:pt x="46" y="92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0" y="90"/>
                    </a:lnTo>
                    <a:lnTo>
                      <a:pt x="48" y="90"/>
                    </a:lnTo>
                    <a:lnTo>
                      <a:pt x="46" y="90"/>
                    </a:lnTo>
                    <a:lnTo>
                      <a:pt x="44" y="89"/>
                    </a:lnTo>
                    <a:lnTo>
                      <a:pt x="40" y="88"/>
                    </a:lnTo>
                    <a:lnTo>
                      <a:pt x="38" y="87"/>
                    </a:lnTo>
                    <a:lnTo>
                      <a:pt x="35" y="84"/>
                    </a:lnTo>
                    <a:lnTo>
                      <a:pt x="34" y="82"/>
                    </a:lnTo>
                    <a:lnTo>
                      <a:pt x="30" y="77"/>
                    </a:lnTo>
                    <a:lnTo>
                      <a:pt x="27" y="73"/>
                    </a:lnTo>
                    <a:lnTo>
                      <a:pt x="22" y="67"/>
                    </a:lnTo>
                    <a:lnTo>
                      <a:pt x="17" y="60"/>
                    </a:lnTo>
                    <a:lnTo>
                      <a:pt x="11" y="53"/>
                    </a:lnTo>
                    <a:lnTo>
                      <a:pt x="8" y="45"/>
                    </a:lnTo>
                    <a:lnTo>
                      <a:pt x="5" y="36"/>
                    </a:lnTo>
                    <a:lnTo>
                      <a:pt x="6" y="27"/>
                    </a:lnTo>
                    <a:lnTo>
                      <a:pt x="8" y="22"/>
                    </a:lnTo>
                    <a:lnTo>
                      <a:pt x="10" y="16"/>
                    </a:lnTo>
                    <a:lnTo>
                      <a:pt x="11" y="13"/>
                    </a:lnTo>
                    <a:lnTo>
                      <a:pt x="12" y="10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4"/>
                    </a:lnTo>
                    <a:lnTo>
                      <a:pt x="15" y="4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1" name="Freeform 298">
                <a:extLst>
                  <a:ext uri="{FF2B5EF4-FFF2-40B4-BE49-F238E27FC236}">
                    <a16:creationId xmlns:a16="http://schemas.microsoft.com/office/drawing/2014/main" id="{026A5C44-7025-99F7-D2C0-E02CE8CBC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304"/>
                <a:ext cx="183" cy="104"/>
              </a:xfrm>
              <a:custGeom>
                <a:avLst/>
                <a:gdLst>
                  <a:gd name="T0" fmla="*/ 22 w 183"/>
                  <a:gd name="T1" fmla="*/ 78 h 104"/>
                  <a:gd name="T2" fmla="*/ 155 w 183"/>
                  <a:gd name="T3" fmla="*/ 103 h 104"/>
                  <a:gd name="T4" fmla="*/ 156 w 183"/>
                  <a:gd name="T5" fmla="*/ 102 h 104"/>
                  <a:gd name="T6" fmla="*/ 159 w 183"/>
                  <a:gd name="T7" fmla="*/ 99 h 104"/>
                  <a:gd name="T8" fmla="*/ 164 w 183"/>
                  <a:gd name="T9" fmla="*/ 96 h 104"/>
                  <a:gd name="T10" fmla="*/ 170 w 183"/>
                  <a:gd name="T11" fmla="*/ 91 h 104"/>
                  <a:gd name="T12" fmla="*/ 175 w 183"/>
                  <a:gd name="T13" fmla="*/ 86 h 104"/>
                  <a:gd name="T14" fmla="*/ 179 w 183"/>
                  <a:gd name="T15" fmla="*/ 81 h 104"/>
                  <a:gd name="T16" fmla="*/ 182 w 183"/>
                  <a:gd name="T17" fmla="*/ 76 h 104"/>
                  <a:gd name="T18" fmla="*/ 182 w 183"/>
                  <a:gd name="T19" fmla="*/ 72 h 104"/>
                  <a:gd name="T20" fmla="*/ 181 w 183"/>
                  <a:gd name="T21" fmla="*/ 66 h 104"/>
                  <a:gd name="T22" fmla="*/ 180 w 183"/>
                  <a:gd name="T23" fmla="*/ 61 h 104"/>
                  <a:gd name="T24" fmla="*/ 179 w 183"/>
                  <a:gd name="T25" fmla="*/ 57 h 104"/>
                  <a:gd name="T26" fmla="*/ 177 w 183"/>
                  <a:gd name="T27" fmla="*/ 54 h 104"/>
                  <a:gd name="T28" fmla="*/ 176 w 183"/>
                  <a:gd name="T29" fmla="*/ 51 h 104"/>
                  <a:gd name="T30" fmla="*/ 172 w 183"/>
                  <a:gd name="T31" fmla="*/ 48 h 104"/>
                  <a:gd name="T32" fmla="*/ 166 w 183"/>
                  <a:gd name="T33" fmla="*/ 47 h 104"/>
                  <a:gd name="T34" fmla="*/ 158 w 183"/>
                  <a:gd name="T35" fmla="*/ 44 h 104"/>
                  <a:gd name="T36" fmla="*/ 150 w 183"/>
                  <a:gd name="T37" fmla="*/ 42 h 104"/>
                  <a:gd name="T38" fmla="*/ 142 w 183"/>
                  <a:gd name="T39" fmla="*/ 36 h 104"/>
                  <a:gd name="T40" fmla="*/ 135 w 183"/>
                  <a:gd name="T41" fmla="*/ 28 h 104"/>
                  <a:gd name="T42" fmla="*/ 126 w 183"/>
                  <a:gd name="T43" fmla="*/ 20 h 104"/>
                  <a:gd name="T44" fmla="*/ 117 w 183"/>
                  <a:gd name="T45" fmla="*/ 12 h 104"/>
                  <a:gd name="T46" fmla="*/ 109 w 183"/>
                  <a:gd name="T47" fmla="*/ 6 h 104"/>
                  <a:gd name="T48" fmla="*/ 99 w 183"/>
                  <a:gd name="T49" fmla="*/ 1 h 104"/>
                  <a:gd name="T50" fmla="*/ 88 w 183"/>
                  <a:gd name="T51" fmla="*/ 0 h 104"/>
                  <a:gd name="T52" fmla="*/ 76 w 183"/>
                  <a:gd name="T53" fmla="*/ 0 h 104"/>
                  <a:gd name="T54" fmla="*/ 63 w 183"/>
                  <a:gd name="T55" fmla="*/ 4 h 104"/>
                  <a:gd name="T56" fmla="*/ 49 w 183"/>
                  <a:gd name="T57" fmla="*/ 8 h 104"/>
                  <a:gd name="T58" fmla="*/ 36 w 183"/>
                  <a:gd name="T59" fmla="*/ 14 h 104"/>
                  <a:gd name="T60" fmla="*/ 25 w 183"/>
                  <a:gd name="T61" fmla="*/ 20 h 104"/>
                  <a:gd name="T62" fmla="*/ 15 w 183"/>
                  <a:gd name="T63" fmla="*/ 26 h 104"/>
                  <a:gd name="T64" fmla="*/ 8 w 183"/>
                  <a:gd name="T65" fmla="*/ 32 h 104"/>
                  <a:gd name="T66" fmla="*/ 5 w 183"/>
                  <a:gd name="T67" fmla="*/ 36 h 104"/>
                  <a:gd name="T68" fmla="*/ 3 w 183"/>
                  <a:gd name="T69" fmla="*/ 40 h 104"/>
                  <a:gd name="T70" fmla="*/ 2 w 183"/>
                  <a:gd name="T71" fmla="*/ 43 h 104"/>
                  <a:gd name="T72" fmla="*/ 0 w 183"/>
                  <a:gd name="T73" fmla="*/ 47 h 104"/>
                  <a:gd name="T74" fmla="*/ 0 w 183"/>
                  <a:gd name="T75" fmla="*/ 50 h 104"/>
                  <a:gd name="T76" fmla="*/ 0 w 183"/>
                  <a:gd name="T77" fmla="*/ 53 h 104"/>
                  <a:gd name="T78" fmla="*/ 0 w 183"/>
                  <a:gd name="T79" fmla="*/ 55 h 104"/>
                  <a:gd name="T80" fmla="*/ 1 w 183"/>
                  <a:gd name="T81" fmla="*/ 58 h 104"/>
                  <a:gd name="T82" fmla="*/ 3 w 183"/>
                  <a:gd name="T83" fmla="*/ 60 h 104"/>
                  <a:gd name="T84" fmla="*/ 5 w 183"/>
                  <a:gd name="T85" fmla="*/ 64 h 104"/>
                  <a:gd name="T86" fmla="*/ 8 w 183"/>
                  <a:gd name="T87" fmla="*/ 66 h 104"/>
                  <a:gd name="T88" fmla="*/ 11 w 183"/>
                  <a:gd name="T89" fmla="*/ 69 h 104"/>
                  <a:gd name="T90" fmla="*/ 14 w 183"/>
                  <a:gd name="T91" fmla="*/ 72 h 104"/>
                  <a:gd name="T92" fmla="*/ 17 w 183"/>
                  <a:gd name="T93" fmla="*/ 75 h 104"/>
                  <a:gd name="T94" fmla="*/ 19 w 183"/>
                  <a:gd name="T95" fmla="*/ 77 h 104"/>
                  <a:gd name="T96" fmla="*/ 21 w 183"/>
                  <a:gd name="T97" fmla="*/ 78 h 104"/>
                  <a:gd name="T98" fmla="*/ 22 w 183"/>
                  <a:gd name="T99" fmla="*/ 78 h 10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83"/>
                  <a:gd name="T151" fmla="*/ 0 h 104"/>
                  <a:gd name="T152" fmla="*/ 183 w 183"/>
                  <a:gd name="T153" fmla="*/ 104 h 10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83" h="104">
                    <a:moveTo>
                      <a:pt x="22" y="78"/>
                    </a:moveTo>
                    <a:lnTo>
                      <a:pt x="155" y="103"/>
                    </a:lnTo>
                    <a:lnTo>
                      <a:pt x="156" y="102"/>
                    </a:lnTo>
                    <a:lnTo>
                      <a:pt x="159" y="99"/>
                    </a:lnTo>
                    <a:lnTo>
                      <a:pt x="164" y="96"/>
                    </a:lnTo>
                    <a:lnTo>
                      <a:pt x="170" y="91"/>
                    </a:lnTo>
                    <a:lnTo>
                      <a:pt x="175" y="86"/>
                    </a:lnTo>
                    <a:lnTo>
                      <a:pt x="179" y="81"/>
                    </a:lnTo>
                    <a:lnTo>
                      <a:pt x="182" y="76"/>
                    </a:lnTo>
                    <a:lnTo>
                      <a:pt x="182" y="72"/>
                    </a:lnTo>
                    <a:lnTo>
                      <a:pt x="181" y="66"/>
                    </a:lnTo>
                    <a:lnTo>
                      <a:pt x="180" y="61"/>
                    </a:lnTo>
                    <a:lnTo>
                      <a:pt x="179" y="57"/>
                    </a:lnTo>
                    <a:lnTo>
                      <a:pt x="177" y="54"/>
                    </a:lnTo>
                    <a:lnTo>
                      <a:pt x="176" y="51"/>
                    </a:lnTo>
                    <a:lnTo>
                      <a:pt x="172" y="48"/>
                    </a:lnTo>
                    <a:lnTo>
                      <a:pt x="166" y="47"/>
                    </a:lnTo>
                    <a:lnTo>
                      <a:pt x="158" y="44"/>
                    </a:lnTo>
                    <a:lnTo>
                      <a:pt x="150" y="42"/>
                    </a:lnTo>
                    <a:lnTo>
                      <a:pt x="142" y="36"/>
                    </a:lnTo>
                    <a:lnTo>
                      <a:pt x="135" y="28"/>
                    </a:lnTo>
                    <a:lnTo>
                      <a:pt x="126" y="20"/>
                    </a:lnTo>
                    <a:lnTo>
                      <a:pt x="117" y="12"/>
                    </a:lnTo>
                    <a:lnTo>
                      <a:pt x="109" y="6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3" y="4"/>
                    </a:lnTo>
                    <a:lnTo>
                      <a:pt x="49" y="8"/>
                    </a:lnTo>
                    <a:lnTo>
                      <a:pt x="36" y="14"/>
                    </a:lnTo>
                    <a:lnTo>
                      <a:pt x="25" y="20"/>
                    </a:lnTo>
                    <a:lnTo>
                      <a:pt x="15" y="26"/>
                    </a:lnTo>
                    <a:lnTo>
                      <a:pt x="8" y="32"/>
                    </a:lnTo>
                    <a:lnTo>
                      <a:pt x="5" y="36"/>
                    </a:lnTo>
                    <a:lnTo>
                      <a:pt x="3" y="40"/>
                    </a:lnTo>
                    <a:lnTo>
                      <a:pt x="2" y="43"/>
                    </a:lnTo>
                    <a:lnTo>
                      <a:pt x="0" y="47"/>
                    </a:lnTo>
                    <a:lnTo>
                      <a:pt x="0" y="50"/>
                    </a:lnTo>
                    <a:lnTo>
                      <a:pt x="0" y="53"/>
                    </a:lnTo>
                    <a:lnTo>
                      <a:pt x="0" y="55"/>
                    </a:lnTo>
                    <a:lnTo>
                      <a:pt x="1" y="58"/>
                    </a:lnTo>
                    <a:lnTo>
                      <a:pt x="3" y="60"/>
                    </a:lnTo>
                    <a:lnTo>
                      <a:pt x="5" y="64"/>
                    </a:lnTo>
                    <a:lnTo>
                      <a:pt x="8" y="66"/>
                    </a:lnTo>
                    <a:lnTo>
                      <a:pt x="11" y="69"/>
                    </a:lnTo>
                    <a:lnTo>
                      <a:pt x="14" y="72"/>
                    </a:lnTo>
                    <a:lnTo>
                      <a:pt x="17" y="75"/>
                    </a:lnTo>
                    <a:lnTo>
                      <a:pt x="19" y="77"/>
                    </a:lnTo>
                    <a:lnTo>
                      <a:pt x="21" y="78"/>
                    </a:lnTo>
                    <a:lnTo>
                      <a:pt x="22" y="7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2" name="Freeform 299">
                <a:extLst>
                  <a:ext uri="{FF2B5EF4-FFF2-40B4-BE49-F238E27FC236}">
                    <a16:creationId xmlns:a16="http://schemas.microsoft.com/office/drawing/2014/main" id="{D3EB4C30-9946-51BD-8641-4295B98F1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181"/>
                <a:ext cx="691" cy="242"/>
              </a:xfrm>
              <a:custGeom>
                <a:avLst/>
                <a:gdLst>
                  <a:gd name="T0" fmla="*/ 485 w 691"/>
                  <a:gd name="T1" fmla="*/ 0 h 242"/>
                  <a:gd name="T2" fmla="*/ 0 w 691"/>
                  <a:gd name="T3" fmla="*/ 133 h 242"/>
                  <a:gd name="T4" fmla="*/ 245 w 691"/>
                  <a:gd name="T5" fmla="*/ 241 h 242"/>
                  <a:gd name="T6" fmla="*/ 690 w 691"/>
                  <a:gd name="T7" fmla="*/ 129 h 242"/>
                  <a:gd name="T8" fmla="*/ 485 w 691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1"/>
                  <a:gd name="T16" fmla="*/ 0 h 242"/>
                  <a:gd name="T17" fmla="*/ 691 w 691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1" h="242">
                    <a:moveTo>
                      <a:pt x="485" y="0"/>
                    </a:moveTo>
                    <a:lnTo>
                      <a:pt x="0" y="133"/>
                    </a:lnTo>
                    <a:lnTo>
                      <a:pt x="245" y="241"/>
                    </a:lnTo>
                    <a:lnTo>
                      <a:pt x="690" y="129"/>
                    </a:lnTo>
                    <a:lnTo>
                      <a:pt x="485" y="0"/>
                    </a:lnTo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3" name="Freeform 300">
                <a:extLst>
                  <a:ext uri="{FF2B5EF4-FFF2-40B4-BE49-F238E27FC236}">
                    <a16:creationId xmlns:a16="http://schemas.microsoft.com/office/drawing/2014/main" id="{FA5D542B-F4F5-45FF-6B50-211B3C99D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062"/>
                <a:ext cx="199" cy="215"/>
              </a:xfrm>
              <a:custGeom>
                <a:avLst/>
                <a:gdLst>
                  <a:gd name="T0" fmla="*/ 29 w 199"/>
                  <a:gd name="T1" fmla="*/ 20 h 215"/>
                  <a:gd name="T2" fmla="*/ 36 w 199"/>
                  <a:gd name="T3" fmla="*/ 34 h 215"/>
                  <a:gd name="T4" fmla="*/ 46 w 199"/>
                  <a:gd name="T5" fmla="*/ 54 h 215"/>
                  <a:gd name="T6" fmla="*/ 54 w 199"/>
                  <a:gd name="T7" fmla="*/ 74 h 215"/>
                  <a:gd name="T8" fmla="*/ 58 w 199"/>
                  <a:gd name="T9" fmla="*/ 89 h 215"/>
                  <a:gd name="T10" fmla="*/ 64 w 199"/>
                  <a:gd name="T11" fmla="*/ 104 h 215"/>
                  <a:gd name="T12" fmla="*/ 70 w 199"/>
                  <a:gd name="T13" fmla="*/ 118 h 215"/>
                  <a:gd name="T14" fmla="*/ 77 w 199"/>
                  <a:gd name="T15" fmla="*/ 129 h 215"/>
                  <a:gd name="T16" fmla="*/ 85 w 199"/>
                  <a:gd name="T17" fmla="*/ 134 h 215"/>
                  <a:gd name="T18" fmla="*/ 105 w 199"/>
                  <a:gd name="T19" fmla="*/ 149 h 215"/>
                  <a:gd name="T20" fmla="*/ 129 w 199"/>
                  <a:gd name="T21" fmla="*/ 168 h 215"/>
                  <a:gd name="T22" fmla="*/ 147 w 199"/>
                  <a:gd name="T23" fmla="*/ 183 h 215"/>
                  <a:gd name="T24" fmla="*/ 150 w 199"/>
                  <a:gd name="T25" fmla="*/ 185 h 215"/>
                  <a:gd name="T26" fmla="*/ 153 w 199"/>
                  <a:gd name="T27" fmla="*/ 184 h 215"/>
                  <a:gd name="T28" fmla="*/ 158 w 199"/>
                  <a:gd name="T29" fmla="*/ 184 h 215"/>
                  <a:gd name="T30" fmla="*/ 164 w 199"/>
                  <a:gd name="T31" fmla="*/ 184 h 215"/>
                  <a:gd name="T32" fmla="*/ 170 w 199"/>
                  <a:gd name="T33" fmla="*/ 187 h 215"/>
                  <a:gd name="T34" fmla="*/ 179 w 199"/>
                  <a:gd name="T35" fmla="*/ 191 h 215"/>
                  <a:gd name="T36" fmla="*/ 188 w 199"/>
                  <a:gd name="T37" fmla="*/ 197 h 215"/>
                  <a:gd name="T38" fmla="*/ 196 w 199"/>
                  <a:gd name="T39" fmla="*/ 203 h 215"/>
                  <a:gd name="T40" fmla="*/ 198 w 199"/>
                  <a:gd name="T41" fmla="*/ 208 h 215"/>
                  <a:gd name="T42" fmla="*/ 194 w 199"/>
                  <a:gd name="T43" fmla="*/ 212 h 215"/>
                  <a:gd name="T44" fmla="*/ 185 w 199"/>
                  <a:gd name="T45" fmla="*/ 214 h 215"/>
                  <a:gd name="T46" fmla="*/ 174 w 199"/>
                  <a:gd name="T47" fmla="*/ 213 h 215"/>
                  <a:gd name="T48" fmla="*/ 162 w 199"/>
                  <a:gd name="T49" fmla="*/ 209 h 215"/>
                  <a:gd name="T50" fmla="*/ 154 w 199"/>
                  <a:gd name="T51" fmla="*/ 206 h 215"/>
                  <a:gd name="T52" fmla="*/ 149 w 199"/>
                  <a:gd name="T53" fmla="*/ 204 h 215"/>
                  <a:gd name="T54" fmla="*/ 145 w 199"/>
                  <a:gd name="T55" fmla="*/ 204 h 215"/>
                  <a:gd name="T56" fmla="*/ 140 w 199"/>
                  <a:gd name="T57" fmla="*/ 204 h 215"/>
                  <a:gd name="T58" fmla="*/ 127 w 199"/>
                  <a:gd name="T59" fmla="*/ 199 h 215"/>
                  <a:gd name="T60" fmla="*/ 107 w 199"/>
                  <a:gd name="T61" fmla="*/ 190 h 215"/>
                  <a:gd name="T62" fmla="*/ 89 w 199"/>
                  <a:gd name="T63" fmla="*/ 181 h 215"/>
                  <a:gd name="T64" fmla="*/ 77 w 199"/>
                  <a:gd name="T65" fmla="*/ 172 h 215"/>
                  <a:gd name="T66" fmla="*/ 62 w 199"/>
                  <a:gd name="T67" fmla="*/ 159 h 215"/>
                  <a:gd name="T68" fmla="*/ 45 w 199"/>
                  <a:gd name="T69" fmla="*/ 141 h 215"/>
                  <a:gd name="T70" fmla="*/ 29 w 199"/>
                  <a:gd name="T71" fmla="*/ 120 h 215"/>
                  <a:gd name="T72" fmla="*/ 18 w 199"/>
                  <a:gd name="T73" fmla="*/ 100 h 215"/>
                  <a:gd name="T74" fmla="*/ 12 w 199"/>
                  <a:gd name="T75" fmla="*/ 78 h 215"/>
                  <a:gd name="T76" fmla="*/ 9 w 199"/>
                  <a:gd name="T77" fmla="*/ 59 h 215"/>
                  <a:gd name="T78" fmla="*/ 7 w 199"/>
                  <a:gd name="T79" fmla="*/ 44 h 215"/>
                  <a:gd name="T80" fmla="*/ 6 w 199"/>
                  <a:gd name="T81" fmla="*/ 33 h 215"/>
                  <a:gd name="T82" fmla="*/ 4 w 199"/>
                  <a:gd name="T83" fmla="*/ 22 h 215"/>
                  <a:gd name="T84" fmla="*/ 1 w 199"/>
                  <a:gd name="T85" fmla="*/ 11 h 215"/>
                  <a:gd name="T86" fmla="*/ 0 w 199"/>
                  <a:gd name="T87" fmla="*/ 2 h 215"/>
                  <a:gd name="T88" fmla="*/ 29 w 199"/>
                  <a:gd name="T89" fmla="*/ 17 h 21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9"/>
                  <a:gd name="T136" fmla="*/ 0 h 215"/>
                  <a:gd name="T137" fmla="*/ 199 w 199"/>
                  <a:gd name="T138" fmla="*/ 215 h 21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9" h="215">
                    <a:moveTo>
                      <a:pt x="29" y="17"/>
                    </a:moveTo>
                    <a:lnTo>
                      <a:pt x="29" y="20"/>
                    </a:lnTo>
                    <a:lnTo>
                      <a:pt x="32" y="25"/>
                    </a:lnTo>
                    <a:lnTo>
                      <a:pt x="36" y="34"/>
                    </a:lnTo>
                    <a:lnTo>
                      <a:pt x="40" y="43"/>
                    </a:lnTo>
                    <a:lnTo>
                      <a:pt x="46" y="54"/>
                    </a:lnTo>
                    <a:lnTo>
                      <a:pt x="50" y="65"/>
                    </a:lnTo>
                    <a:lnTo>
                      <a:pt x="54" y="74"/>
                    </a:lnTo>
                    <a:lnTo>
                      <a:pt x="57" y="82"/>
                    </a:lnTo>
                    <a:lnTo>
                      <a:pt x="58" y="89"/>
                    </a:lnTo>
                    <a:lnTo>
                      <a:pt x="61" y="95"/>
                    </a:lnTo>
                    <a:lnTo>
                      <a:pt x="64" y="104"/>
                    </a:lnTo>
                    <a:lnTo>
                      <a:pt x="68" y="112"/>
                    </a:lnTo>
                    <a:lnTo>
                      <a:pt x="70" y="118"/>
                    </a:lnTo>
                    <a:lnTo>
                      <a:pt x="74" y="124"/>
                    </a:lnTo>
                    <a:lnTo>
                      <a:pt x="77" y="129"/>
                    </a:lnTo>
                    <a:lnTo>
                      <a:pt x="80" y="130"/>
                    </a:lnTo>
                    <a:lnTo>
                      <a:pt x="85" y="134"/>
                    </a:lnTo>
                    <a:lnTo>
                      <a:pt x="94" y="141"/>
                    </a:lnTo>
                    <a:lnTo>
                      <a:pt x="105" y="149"/>
                    </a:lnTo>
                    <a:lnTo>
                      <a:pt x="117" y="159"/>
                    </a:lnTo>
                    <a:lnTo>
                      <a:pt x="129" y="168"/>
                    </a:lnTo>
                    <a:lnTo>
                      <a:pt x="139" y="177"/>
                    </a:lnTo>
                    <a:lnTo>
                      <a:pt x="147" y="183"/>
                    </a:lnTo>
                    <a:lnTo>
                      <a:pt x="150" y="185"/>
                    </a:lnTo>
                    <a:lnTo>
                      <a:pt x="151" y="184"/>
                    </a:lnTo>
                    <a:lnTo>
                      <a:pt x="153" y="184"/>
                    </a:lnTo>
                    <a:lnTo>
                      <a:pt x="156" y="184"/>
                    </a:lnTo>
                    <a:lnTo>
                      <a:pt x="158" y="184"/>
                    </a:lnTo>
                    <a:lnTo>
                      <a:pt x="161" y="184"/>
                    </a:lnTo>
                    <a:lnTo>
                      <a:pt x="164" y="184"/>
                    </a:lnTo>
                    <a:lnTo>
                      <a:pt x="167" y="185"/>
                    </a:lnTo>
                    <a:lnTo>
                      <a:pt x="170" y="187"/>
                    </a:lnTo>
                    <a:lnTo>
                      <a:pt x="174" y="189"/>
                    </a:lnTo>
                    <a:lnTo>
                      <a:pt x="179" y="191"/>
                    </a:lnTo>
                    <a:lnTo>
                      <a:pt x="184" y="194"/>
                    </a:lnTo>
                    <a:lnTo>
                      <a:pt x="188" y="197"/>
                    </a:lnTo>
                    <a:lnTo>
                      <a:pt x="192" y="200"/>
                    </a:lnTo>
                    <a:lnTo>
                      <a:pt x="196" y="203"/>
                    </a:lnTo>
                    <a:lnTo>
                      <a:pt x="198" y="207"/>
                    </a:lnTo>
                    <a:lnTo>
                      <a:pt x="198" y="208"/>
                    </a:lnTo>
                    <a:lnTo>
                      <a:pt x="197" y="211"/>
                    </a:lnTo>
                    <a:lnTo>
                      <a:pt x="194" y="212"/>
                    </a:lnTo>
                    <a:lnTo>
                      <a:pt x="190" y="213"/>
                    </a:lnTo>
                    <a:lnTo>
                      <a:pt x="185" y="214"/>
                    </a:lnTo>
                    <a:lnTo>
                      <a:pt x="180" y="214"/>
                    </a:lnTo>
                    <a:lnTo>
                      <a:pt x="174" y="213"/>
                    </a:lnTo>
                    <a:lnTo>
                      <a:pt x="168" y="211"/>
                    </a:lnTo>
                    <a:lnTo>
                      <a:pt x="162" y="209"/>
                    </a:lnTo>
                    <a:lnTo>
                      <a:pt x="157" y="208"/>
                    </a:lnTo>
                    <a:lnTo>
                      <a:pt x="154" y="206"/>
                    </a:lnTo>
                    <a:lnTo>
                      <a:pt x="151" y="205"/>
                    </a:lnTo>
                    <a:lnTo>
                      <a:pt x="149" y="204"/>
                    </a:lnTo>
                    <a:lnTo>
                      <a:pt x="147" y="204"/>
                    </a:lnTo>
                    <a:lnTo>
                      <a:pt x="145" y="204"/>
                    </a:lnTo>
                    <a:lnTo>
                      <a:pt x="144" y="204"/>
                    </a:lnTo>
                    <a:lnTo>
                      <a:pt x="140" y="204"/>
                    </a:lnTo>
                    <a:lnTo>
                      <a:pt x="134" y="202"/>
                    </a:lnTo>
                    <a:lnTo>
                      <a:pt x="127" y="199"/>
                    </a:lnTo>
                    <a:lnTo>
                      <a:pt x="117" y="195"/>
                    </a:lnTo>
                    <a:lnTo>
                      <a:pt x="107" y="190"/>
                    </a:lnTo>
                    <a:lnTo>
                      <a:pt x="98" y="185"/>
                    </a:lnTo>
                    <a:lnTo>
                      <a:pt x="89" y="181"/>
                    </a:lnTo>
                    <a:lnTo>
                      <a:pt x="83" y="177"/>
                    </a:lnTo>
                    <a:lnTo>
                      <a:pt x="77" y="172"/>
                    </a:lnTo>
                    <a:lnTo>
                      <a:pt x="69" y="166"/>
                    </a:lnTo>
                    <a:lnTo>
                      <a:pt x="62" y="159"/>
                    </a:lnTo>
                    <a:lnTo>
                      <a:pt x="53" y="150"/>
                    </a:lnTo>
                    <a:lnTo>
                      <a:pt x="45" y="141"/>
                    </a:lnTo>
                    <a:lnTo>
                      <a:pt x="36" y="130"/>
                    </a:lnTo>
                    <a:lnTo>
                      <a:pt x="29" y="120"/>
                    </a:lnTo>
                    <a:lnTo>
                      <a:pt x="23" y="110"/>
                    </a:lnTo>
                    <a:lnTo>
                      <a:pt x="18" y="100"/>
                    </a:lnTo>
                    <a:lnTo>
                      <a:pt x="15" y="89"/>
                    </a:lnTo>
                    <a:lnTo>
                      <a:pt x="12" y="78"/>
                    </a:lnTo>
                    <a:lnTo>
                      <a:pt x="10" y="69"/>
                    </a:lnTo>
                    <a:lnTo>
                      <a:pt x="9" y="59"/>
                    </a:lnTo>
                    <a:lnTo>
                      <a:pt x="7" y="51"/>
                    </a:lnTo>
                    <a:lnTo>
                      <a:pt x="7" y="44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5" y="28"/>
                    </a:lnTo>
                    <a:lnTo>
                      <a:pt x="4" y="22"/>
                    </a:lnTo>
                    <a:lnTo>
                      <a:pt x="2" y="16"/>
                    </a:lnTo>
                    <a:lnTo>
                      <a:pt x="1" y="11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9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4" name="Freeform 301">
                <a:extLst>
                  <a:ext uri="{FF2B5EF4-FFF2-40B4-BE49-F238E27FC236}">
                    <a16:creationId xmlns:a16="http://schemas.microsoft.com/office/drawing/2014/main" id="{68ABEFFC-3E53-5F4A-BA5A-2B11B129C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1061"/>
                <a:ext cx="214" cy="212"/>
              </a:xfrm>
              <a:custGeom>
                <a:avLst/>
                <a:gdLst>
                  <a:gd name="T0" fmla="*/ 39 w 214"/>
                  <a:gd name="T1" fmla="*/ 19 h 212"/>
                  <a:gd name="T2" fmla="*/ 44 w 214"/>
                  <a:gd name="T3" fmla="*/ 32 h 212"/>
                  <a:gd name="T4" fmla="*/ 51 w 214"/>
                  <a:gd name="T5" fmla="*/ 52 h 212"/>
                  <a:gd name="T6" fmla="*/ 58 w 214"/>
                  <a:gd name="T7" fmla="*/ 71 h 212"/>
                  <a:gd name="T8" fmla="*/ 62 w 214"/>
                  <a:gd name="T9" fmla="*/ 86 h 212"/>
                  <a:gd name="T10" fmla="*/ 71 w 214"/>
                  <a:gd name="T11" fmla="*/ 101 h 212"/>
                  <a:gd name="T12" fmla="*/ 82 w 214"/>
                  <a:gd name="T13" fmla="*/ 116 h 212"/>
                  <a:gd name="T14" fmla="*/ 91 w 214"/>
                  <a:gd name="T15" fmla="*/ 126 h 212"/>
                  <a:gd name="T16" fmla="*/ 100 w 214"/>
                  <a:gd name="T17" fmla="*/ 131 h 212"/>
                  <a:gd name="T18" fmla="*/ 120 w 214"/>
                  <a:gd name="T19" fmla="*/ 146 h 212"/>
                  <a:gd name="T20" fmla="*/ 144 w 214"/>
                  <a:gd name="T21" fmla="*/ 166 h 212"/>
                  <a:gd name="T22" fmla="*/ 161 w 214"/>
                  <a:gd name="T23" fmla="*/ 181 h 212"/>
                  <a:gd name="T24" fmla="*/ 165 w 214"/>
                  <a:gd name="T25" fmla="*/ 182 h 212"/>
                  <a:gd name="T26" fmla="*/ 168 w 214"/>
                  <a:gd name="T27" fmla="*/ 181 h 212"/>
                  <a:gd name="T28" fmla="*/ 173 w 214"/>
                  <a:gd name="T29" fmla="*/ 181 h 212"/>
                  <a:gd name="T30" fmla="*/ 178 w 214"/>
                  <a:gd name="T31" fmla="*/ 181 h 212"/>
                  <a:gd name="T32" fmla="*/ 185 w 214"/>
                  <a:gd name="T33" fmla="*/ 184 h 212"/>
                  <a:gd name="T34" fmla="*/ 194 w 214"/>
                  <a:gd name="T35" fmla="*/ 188 h 212"/>
                  <a:gd name="T36" fmla="*/ 203 w 214"/>
                  <a:gd name="T37" fmla="*/ 194 h 212"/>
                  <a:gd name="T38" fmla="*/ 211 w 214"/>
                  <a:gd name="T39" fmla="*/ 200 h 212"/>
                  <a:gd name="T40" fmla="*/ 213 w 214"/>
                  <a:gd name="T41" fmla="*/ 206 h 212"/>
                  <a:gd name="T42" fmla="*/ 208 w 214"/>
                  <a:gd name="T43" fmla="*/ 210 h 212"/>
                  <a:gd name="T44" fmla="*/ 200 w 214"/>
                  <a:gd name="T45" fmla="*/ 211 h 212"/>
                  <a:gd name="T46" fmla="*/ 189 w 214"/>
                  <a:gd name="T47" fmla="*/ 210 h 212"/>
                  <a:gd name="T48" fmla="*/ 177 w 214"/>
                  <a:gd name="T49" fmla="*/ 206 h 212"/>
                  <a:gd name="T50" fmla="*/ 169 w 214"/>
                  <a:gd name="T51" fmla="*/ 203 h 212"/>
                  <a:gd name="T52" fmla="*/ 164 w 214"/>
                  <a:gd name="T53" fmla="*/ 201 h 212"/>
                  <a:gd name="T54" fmla="*/ 160 w 214"/>
                  <a:gd name="T55" fmla="*/ 201 h 212"/>
                  <a:gd name="T56" fmla="*/ 155 w 214"/>
                  <a:gd name="T57" fmla="*/ 201 h 212"/>
                  <a:gd name="T58" fmla="*/ 142 w 214"/>
                  <a:gd name="T59" fmla="*/ 197 h 212"/>
                  <a:gd name="T60" fmla="*/ 122 w 214"/>
                  <a:gd name="T61" fmla="*/ 187 h 212"/>
                  <a:gd name="T62" fmla="*/ 104 w 214"/>
                  <a:gd name="T63" fmla="*/ 179 h 212"/>
                  <a:gd name="T64" fmla="*/ 92 w 214"/>
                  <a:gd name="T65" fmla="*/ 170 h 212"/>
                  <a:gd name="T66" fmla="*/ 76 w 214"/>
                  <a:gd name="T67" fmla="*/ 157 h 212"/>
                  <a:gd name="T68" fmla="*/ 59 w 214"/>
                  <a:gd name="T69" fmla="*/ 138 h 212"/>
                  <a:gd name="T70" fmla="*/ 44 w 214"/>
                  <a:gd name="T71" fmla="*/ 118 h 212"/>
                  <a:gd name="T72" fmla="*/ 32 w 214"/>
                  <a:gd name="T73" fmla="*/ 96 h 212"/>
                  <a:gd name="T74" fmla="*/ 19 w 214"/>
                  <a:gd name="T75" fmla="*/ 69 h 212"/>
                  <a:gd name="T76" fmla="*/ 8 w 214"/>
                  <a:gd name="T77" fmla="*/ 41 h 212"/>
                  <a:gd name="T78" fmla="*/ 1 w 214"/>
                  <a:gd name="T79" fmla="*/ 19 h 212"/>
                  <a:gd name="T80" fmla="*/ 0 w 214"/>
                  <a:gd name="T81" fmla="*/ 8 h 212"/>
                  <a:gd name="T82" fmla="*/ 2 w 214"/>
                  <a:gd name="T83" fmla="*/ 4 h 212"/>
                  <a:gd name="T84" fmla="*/ 5 w 214"/>
                  <a:gd name="T85" fmla="*/ 2 h 212"/>
                  <a:gd name="T86" fmla="*/ 10 w 214"/>
                  <a:gd name="T87" fmla="*/ 1 h 212"/>
                  <a:gd name="T88" fmla="*/ 38 w 214"/>
                  <a:gd name="T89" fmla="*/ 17 h 21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4"/>
                  <a:gd name="T136" fmla="*/ 0 h 212"/>
                  <a:gd name="T137" fmla="*/ 214 w 214"/>
                  <a:gd name="T138" fmla="*/ 212 h 21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4" h="212">
                    <a:moveTo>
                      <a:pt x="38" y="17"/>
                    </a:moveTo>
                    <a:lnTo>
                      <a:pt x="39" y="19"/>
                    </a:lnTo>
                    <a:lnTo>
                      <a:pt x="41" y="24"/>
                    </a:lnTo>
                    <a:lnTo>
                      <a:pt x="44" y="32"/>
                    </a:lnTo>
                    <a:lnTo>
                      <a:pt x="47" y="41"/>
                    </a:lnTo>
                    <a:lnTo>
                      <a:pt x="51" y="52"/>
                    </a:lnTo>
                    <a:lnTo>
                      <a:pt x="54" y="62"/>
                    </a:lnTo>
                    <a:lnTo>
                      <a:pt x="58" y="71"/>
                    </a:lnTo>
                    <a:lnTo>
                      <a:pt x="59" y="79"/>
                    </a:lnTo>
                    <a:lnTo>
                      <a:pt x="62" y="86"/>
                    </a:lnTo>
                    <a:lnTo>
                      <a:pt x="66" y="93"/>
                    </a:lnTo>
                    <a:lnTo>
                      <a:pt x="71" y="101"/>
                    </a:lnTo>
                    <a:lnTo>
                      <a:pt x="76" y="109"/>
                    </a:lnTo>
                    <a:lnTo>
                      <a:pt x="82" y="116"/>
                    </a:lnTo>
                    <a:lnTo>
                      <a:pt x="87" y="122"/>
                    </a:lnTo>
                    <a:lnTo>
                      <a:pt x="91" y="126"/>
                    </a:lnTo>
                    <a:lnTo>
                      <a:pt x="94" y="128"/>
                    </a:lnTo>
                    <a:lnTo>
                      <a:pt x="100" y="131"/>
                    </a:lnTo>
                    <a:lnTo>
                      <a:pt x="108" y="138"/>
                    </a:lnTo>
                    <a:lnTo>
                      <a:pt x="120" y="146"/>
                    </a:lnTo>
                    <a:lnTo>
                      <a:pt x="132" y="157"/>
                    </a:lnTo>
                    <a:lnTo>
                      <a:pt x="144" y="166"/>
                    </a:lnTo>
                    <a:lnTo>
                      <a:pt x="154" y="175"/>
                    </a:lnTo>
                    <a:lnTo>
                      <a:pt x="161" y="181"/>
                    </a:lnTo>
                    <a:lnTo>
                      <a:pt x="165" y="182"/>
                    </a:lnTo>
                    <a:lnTo>
                      <a:pt x="166" y="182"/>
                    </a:lnTo>
                    <a:lnTo>
                      <a:pt x="168" y="181"/>
                    </a:lnTo>
                    <a:lnTo>
                      <a:pt x="170" y="181"/>
                    </a:lnTo>
                    <a:lnTo>
                      <a:pt x="173" y="181"/>
                    </a:lnTo>
                    <a:lnTo>
                      <a:pt x="176" y="181"/>
                    </a:lnTo>
                    <a:lnTo>
                      <a:pt x="178" y="181"/>
                    </a:lnTo>
                    <a:lnTo>
                      <a:pt x="182" y="182"/>
                    </a:lnTo>
                    <a:lnTo>
                      <a:pt x="185" y="184"/>
                    </a:lnTo>
                    <a:lnTo>
                      <a:pt x="189" y="187"/>
                    </a:lnTo>
                    <a:lnTo>
                      <a:pt x="194" y="188"/>
                    </a:lnTo>
                    <a:lnTo>
                      <a:pt x="199" y="192"/>
                    </a:lnTo>
                    <a:lnTo>
                      <a:pt x="203" y="194"/>
                    </a:lnTo>
                    <a:lnTo>
                      <a:pt x="207" y="198"/>
                    </a:lnTo>
                    <a:lnTo>
                      <a:pt x="211" y="200"/>
                    </a:lnTo>
                    <a:lnTo>
                      <a:pt x="213" y="204"/>
                    </a:lnTo>
                    <a:lnTo>
                      <a:pt x="213" y="206"/>
                    </a:lnTo>
                    <a:lnTo>
                      <a:pt x="211" y="208"/>
                    </a:lnTo>
                    <a:lnTo>
                      <a:pt x="208" y="210"/>
                    </a:lnTo>
                    <a:lnTo>
                      <a:pt x="205" y="211"/>
                    </a:lnTo>
                    <a:lnTo>
                      <a:pt x="200" y="211"/>
                    </a:lnTo>
                    <a:lnTo>
                      <a:pt x="195" y="211"/>
                    </a:lnTo>
                    <a:lnTo>
                      <a:pt x="189" y="210"/>
                    </a:lnTo>
                    <a:lnTo>
                      <a:pt x="183" y="208"/>
                    </a:lnTo>
                    <a:lnTo>
                      <a:pt x="177" y="206"/>
                    </a:lnTo>
                    <a:lnTo>
                      <a:pt x="172" y="205"/>
                    </a:lnTo>
                    <a:lnTo>
                      <a:pt x="169" y="203"/>
                    </a:lnTo>
                    <a:lnTo>
                      <a:pt x="165" y="202"/>
                    </a:lnTo>
                    <a:lnTo>
                      <a:pt x="164" y="201"/>
                    </a:lnTo>
                    <a:lnTo>
                      <a:pt x="161" y="201"/>
                    </a:lnTo>
                    <a:lnTo>
                      <a:pt x="160" y="201"/>
                    </a:lnTo>
                    <a:lnTo>
                      <a:pt x="159" y="202"/>
                    </a:lnTo>
                    <a:lnTo>
                      <a:pt x="155" y="201"/>
                    </a:lnTo>
                    <a:lnTo>
                      <a:pt x="149" y="199"/>
                    </a:lnTo>
                    <a:lnTo>
                      <a:pt x="142" y="197"/>
                    </a:lnTo>
                    <a:lnTo>
                      <a:pt x="132" y="193"/>
                    </a:lnTo>
                    <a:lnTo>
                      <a:pt x="122" y="187"/>
                    </a:lnTo>
                    <a:lnTo>
                      <a:pt x="112" y="183"/>
                    </a:lnTo>
                    <a:lnTo>
                      <a:pt x="104" y="179"/>
                    </a:lnTo>
                    <a:lnTo>
                      <a:pt x="98" y="175"/>
                    </a:lnTo>
                    <a:lnTo>
                      <a:pt x="92" y="170"/>
                    </a:lnTo>
                    <a:lnTo>
                      <a:pt x="84" y="164"/>
                    </a:lnTo>
                    <a:lnTo>
                      <a:pt x="76" y="157"/>
                    </a:lnTo>
                    <a:lnTo>
                      <a:pt x="68" y="147"/>
                    </a:lnTo>
                    <a:lnTo>
                      <a:pt x="59" y="138"/>
                    </a:lnTo>
                    <a:lnTo>
                      <a:pt x="51" y="128"/>
                    </a:lnTo>
                    <a:lnTo>
                      <a:pt x="44" y="118"/>
                    </a:lnTo>
                    <a:lnTo>
                      <a:pt x="38" y="107"/>
                    </a:lnTo>
                    <a:lnTo>
                      <a:pt x="32" y="96"/>
                    </a:lnTo>
                    <a:lnTo>
                      <a:pt x="26" y="83"/>
                    </a:lnTo>
                    <a:lnTo>
                      <a:pt x="19" y="69"/>
                    </a:lnTo>
                    <a:lnTo>
                      <a:pt x="13" y="54"/>
                    </a:lnTo>
                    <a:lnTo>
                      <a:pt x="8" y="41"/>
                    </a:lnTo>
                    <a:lnTo>
                      <a:pt x="4" y="29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3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5" name="Freeform 302">
                <a:extLst>
                  <a:ext uri="{FF2B5EF4-FFF2-40B4-BE49-F238E27FC236}">
                    <a16:creationId xmlns:a16="http://schemas.microsoft.com/office/drawing/2014/main" id="{2F535896-7552-DB84-9C13-1B5DA25C9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325"/>
                <a:ext cx="221" cy="406"/>
              </a:xfrm>
              <a:custGeom>
                <a:avLst/>
                <a:gdLst>
                  <a:gd name="T0" fmla="*/ 220 w 221"/>
                  <a:gd name="T1" fmla="*/ 405 h 406"/>
                  <a:gd name="T2" fmla="*/ 220 w 221"/>
                  <a:gd name="T3" fmla="*/ 109 h 406"/>
                  <a:gd name="T4" fmla="*/ 0 w 221"/>
                  <a:gd name="T5" fmla="*/ 0 h 406"/>
                  <a:gd name="T6" fmla="*/ 0 w 221"/>
                  <a:gd name="T7" fmla="*/ 276 h 406"/>
                  <a:gd name="T8" fmla="*/ 220 w 221"/>
                  <a:gd name="T9" fmla="*/ 405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"/>
                  <a:gd name="T16" fmla="*/ 0 h 406"/>
                  <a:gd name="T17" fmla="*/ 221 w 221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" h="406">
                    <a:moveTo>
                      <a:pt x="220" y="405"/>
                    </a:moveTo>
                    <a:lnTo>
                      <a:pt x="220" y="109"/>
                    </a:lnTo>
                    <a:lnTo>
                      <a:pt x="0" y="0"/>
                    </a:lnTo>
                    <a:lnTo>
                      <a:pt x="0" y="276"/>
                    </a:lnTo>
                    <a:lnTo>
                      <a:pt x="220" y="40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6" name="Freeform 303">
                <a:extLst>
                  <a:ext uri="{FF2B5EF4-FFF2-40B4-BE49-F238E27FC236}">
                    <a16:creationId xmlns:a16="http://schemas.microsoft.com/office/drawing/2014/main" id="{DFC1DC7A-1C92-505F-364A-6F84E1014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1576"/>
                <a:ext cx="239" cy="162"/>
              </a:xfrm>
              <a:custGeom>
                <a:avLst/>
                <a:gdLst>
                  <a:gd name="T0" fmla="*/ 238 w 239"/>
                  <a:gd name="T1" fmla="*/ 161 h 162"/>
                  <a:gd name="T2" fmla="*/ 238 w 239"/>
                  <a:gd name="T3" fmla="*/ 130 h 162"/>
                  <a:gd name="T4" fmla="*/ 0 w 239"/>
                  <a:gd name="T5" fmla="*/ 0 h 162"/>
                  <a:gd name="T6" fmla="*/ 0 w 239"/>
                  <a:gd name="T7" fmla="*/ 28 h 162"/>
                  <a:gd name="T8" fmla="*/ 238 w 239"/>
                  <a:gd name="T9" fmla="*/ 161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2"/>
                  <a:gd name="T17" fmla="*/ 239 w 239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2">
                    <a:moveTo>
                      <a:pt x="238" y="161"/>
                    </a:moveTo>
                    <a:lnTo>
                      <a:pt x="238" y="13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8" y="161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7" name="Freeform 304">
                <a:extLst>
                  <a:ext uri="{FF2B5EF4-FFF2-40B4-BE49-F238E27FC236}">
                    <a16:creationId xmlns:a16="http://schemas.microsoft.com/office/drawing/2014/main" id="{B8FA2759-9E4B-810F-5577-1B332FF7D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3" y="1309"/>
                <a:ext cx="243" cy="144"/>
              </a:xfrm>
              <a:custGeom>
                <a:avLst/>
                <a:gdLst>
                  <a:gd name="T0" fmla="*/ 242 w 243"/>
                  <a:gd name="T1" fmla="*/ 143 h 144"/>
                  <a:gd name="T2" fmla="*/ 242 w 243"/>
                  <a:gd name="T3" fmla="*/ 113 h 144"/>
                  <a:gd name="T4" fmla="*/ 0 w 243"/>
                  <a:gd name="T5" fmla="*/ 0 h 144"/>
                  <a:gd name="T6" fmla="*/ 0 w 243"/>
                  <a:gd name="T7" fmla="*/ 29 h 144"/>
                  <a:gd name="T8" fmla="*/ 242 w 243"/>
                  <a:gd name="T9" fmla="*/ 143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3"/>
                  <a:gd name="T16" fmla="*/ 0 h 144"/>
                  <a:gd name="T17" fmla="*/ 243 w 24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3" h="144">
                    <a:moveTo>
                      <a:pt x="242" y="143"/>
                    </a:moveTo>
                    <a:lnTo>
                      <a:pt x="242" y="113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242" y="143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8" name="Freeform 305">
                <a:extLst>
                  <a:ext uri="{FF2B5EF4-FFF2-40B4-BE49-F238E27FC236}">
                    <a16:creationId xmlns:a16="http://schemas.microsoft.com/office/drawing/2014/main" id="{4E178591-86B2-C00A-06FB-E244307C5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1589"/>
                <a:ext cx="452" cy="149"/>
              </a:xfrm>
              <a:custGeom>
                <a:avLst/>
                <a:gdLst>
                  <a:gd name="T0" fmla="*/ 0 w 452"/>
                  <a:gd name="T1" fmla="*/ 148 h 149"/>
                  <a:gd name="T2" fmla="*/ 0 w 452"/>
                  <a:gd name="T3" fmla="*/ 117 h 149"/>
                  <a:gd name="T4" fmla="*/ 451 w 452"/>
                  <a:gd name="T5" fmla="*/ 0 h 149"/>
                  <a:gd name="T6" fmla="*/ 451 w 452"/>
                  <a:gd name="T7" fmla="*/ 28 h 149"/>
                  <a:gd name="T8" fmla="*/ 0 w 452"/>
                  <a:gd name="T9" fmla="*/ 148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2"/>
                  <a:gd name="T16" fmla="*/ 0 h 149"/>
                  <a:gd name="T17" fmla="*/ 452 w 452"/>
                  <a:gd name="T18" fmla="*/ 149 h 1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2" h="149">
                    <a:moveTo>
                      <a:pt x="0" y="148"/>
                    </a:moveTo>
                    <a:lnTo>
                      <a:pt x="0" y="117"/>
                    </a:lnTo>
                    <a:lnTo>
                      <a:pt x="451" y="0"/>
                    </a:lnTo>
                    <a:lnTo>
                      <a:pt x="451" y="28"/>
                    </a:lnTo>
                    <a:lnTo>
                      <a:pt x="0" y="148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89" name="Freeform 306">
                <a:extLst>
                  <a:ext uri="{FF2B5EF4-FFF2-40B4-BE49-F238E27FC236}">
                    <a16:creationId xmlns:a16="http://schemas.microsoft.com/office/drawing/2014/main" id="{7ED33BFB-7828-A36B-B778-B32019A6D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3" y="1306"/>
                <a:ext cx="451" cy="148"/>
              </a:xfrm>
              <a:custGeom>
                <a:avLst/>
                <a:gdLst>
                  <a:gd name="T0" fmla="*/ 0 w 451"/>
                  <a:gd name="T1" fmla="*/ 147 h 148"/>
                  <a:gd name="T2" fmla="*/ 0 w 451"/>
                  <a:gd name="T3" fmla="*/ 117 h 148"/>
                  <a:gd name="T4" fmla="*/ 450 w 451"/>
                  <a:gd name="T5" fmla="*/ 0 h 148"/>
                  <a:gd name="T6" fmla="*/ 450 w 451"/>
                  <a:gd name="T7" fmla="*/ 27 h 148"/>
                  <a:gd name="T8" fmla="*/ 0 w 451"/>
                  <a:gd name="T9" fmla="*/ 147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8"/>
                  <a:gd name="T17" fmla="*/ 451 w 451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8">
                    <a:moveTo>
                      <a:pt x="0" y="147"/>
                    </a:moveTo>
                    <a:lnTo>
                      <a:pt x="0" y="117"/>
                    </a:lnTo>
                    <a:lnTo>
                      <a:pt x="450" y="0"/>
                    </a:lnTo>
                    <a:lnTo>
                      <a:pt x="450" y="27"/>
                    </a:lnTo>
                    <a:lnTo>
                      <a:pt x="0" y="147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0" name="Freeform 307">
                <a:extLst>
                  <a:ext uri="{FF2B5EF4-FFF2-40B4-BE49-F238E27FC236}">
                    <a16:creationId xmlns:a16="http://schemas.microsoft.com/office/drawing/2014/main" id="{43321CC8-5778-D933-E71F-64F2B15E5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3" y="1340"/>
                <a:ext cx="454" cy="355"/>
              </a:xfrm>
              <a:custGeom>
                <a:avLst/>
                <a:gdLst>
                  <a:gd name="T0" fmla="*/ 0 w 454"/>
                  <a:gd name="T1" fmla="*/ 354 h 355"/>
                  <a:gd name="T2" fmla="*/ 0 w 454"/>
                  <a:gd name="T3" fmla="*/ 122 h 355"/>
                  <a:gd name="T4" fmla="*/ 453 w 454"/>
                  <a:gd name="T5" fmla="*/ 0 h 355"/>
                  <a:gd name="T6" fmla="*/ 453 w 454"/>
                  <a:gd name="T7" fmla="*/ 243 h 355"/>
                  <a:gd name="T8" fmla="*/ 0 w 454"/>
                  <a:gd name="T9" fmla="*/ 354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4"/>
                  <a:gd name="T16" fmla="*/ 0 h 355"/>
                  <a:gd name="T17" fmla="*/ 454 w 454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4" h="355">
                    <a:moveTo>
                      <a:pt x="0" y="354"/>
                    </a:moveTo>
                    <a:lnTo>
                      <a:pt x="0" y="122"/>
                    </a:lnTo>
                    <a:lnTo>
                      <a:pt x="453" y="0"/>
                    </a:lnTo>
                    <a:lnTo>
                      <a:pt x="453" y="243"/>
                    </a:lnTo>
                    <a:lnTo>
                      <a:pt x="0" y="354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1" name="Freeform 308">
                <a:extLst>
                  <a:ext uri="{FF2B5EF4-FFF2-40B4-BE49-F238E27FC236}">
                    <a16:creationId xmlns:a16="http://schemas.microsoft.com/office/drawing/2014/main" id="{68D60E84-5F49-1E9E-BACC-56CE8866E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1076"/>
                <a:ext cx="130" cy="174"/>
              </a:xfrm>
              <a:custGeom>
                <a:avLst/>
                <a:gdLst>
                  <a:gd name="T0" fmla="*/ 31 w 130"/>
                  <a:gd name="T1" fmla="*/ 17 h 174"/>
                  <a:gd name="T2" fmla="*/ 34 w 130"/>
                  <a:gd name="T3" fmla="*/ 26 h 174"/>
                  <a:gd name="T4" fmla="*/ 39 w 130"/>
                  <a:gd name="T5" fmla="*/ 40 h 174"/>
                  <a:gd name="T6" fmla="*/ 42 w 130"/>
                  <a:gd name="T7" fmla="*/ 53 h 174"/>
                  <a:gd name="T8" fmla="*/ 43 w 130"/>
                  <a:gd name="T9" fmla="*/ 64 h 174"/>
                  <a:gd name="T10" fmla="*/ 47 w 130"/>
                  <a:gd name="T11" fmla="*/ 78 h 174"/>
                  <a:gd name="T12" fmla="*/ 53 w 130"/>
                  <a:gd name="T13" fmla="*/ 93 h 174"/>
                  <a:gd name="T14" fmla="*/ 59 w 130"/>
                  <a:gd name="T15" fmla="*/ 104 h 174"/>
                  <a:gd name="T16" fmla="*/ 64 w 130"/>
                  <a:gd name="T17" fmla="*/ 109 h 174"/>
                  <a:gd name="T18" fmla="*/ 71 w 130"/>
                  <a:gd name="T19" fmla="*/ 122 h 174"/>
                  <a:gd name="T20" fmla="*/ 79 w 130"/>
                  <a:gd name="T21" fmla="*/ 137 h 174"/>
                  <a:gd name="T22" fmla="*/ 84 w 130"/>
                  <a:gd name="T23" fmla="*/ 149 h 174"/>
                  <a:gd name="T24" fmla="*/ 86 w 130"/>
                  <a:gd name="T25" fmla="*/ 150 h 174"/>
                  <a:gd name="T26" fmla="*/ 89 w 130"/>
                  <a:gd name="T27" fmla="*/ 149 h 174"/>
                  <a:gd name="T28" fmla="*/ 95 w 130"/>
                  <a:gd name="T29" fmla="*/ 149 h 174"/>
                  <a:gd name="T30" fmla="*/ 101 w 130"/>
                  <a:gd name="T31" fmla="*/ 149 h 174"/>
                  <a:gd name="T32" fmla="*/ 106 w 130"/>
                  <a:gd name="T33" fmla="*/ 150 h 174"/>
                  <a:gd name="T34" fmla="*/ 113 w 130"/>
                  <a:gd name="T35" fmla="*/ 154 h 174"/>
                  <a:gd name="T36" fmla="*/ 121 w 130"/>
                  <a:gd name="T37" fmla="*/ 159 h 174"/>
                  <a:gd name="T38" fmla="*/ 127 w 130"/>
                  <a:gd name="T39" fmla="*/ 164 h 174"/>
                  <a:gd name="T40" fmla="*/ 128 w 130"/>
                  <a:gd name="T41" fmla="*/ 168 h 174"/>
                  <a:gd name="T42" fmla="*/ 123 w 130"/>
                  <a:gd name="T43" fmla="*/ 171 h 174"/>
                  <a:gd name="T44" fmla="*/ 115 w 130"/>
                  <a:gd name="T45" fmla="*/ 173 h 174"/>
                  <a:gd name="T46" fmla="*/ 106 w 130"/>
                  <a:gd name="T47" fmla="*/ 173 h 174"/>
                  <a:gd name="T48" fmla="*/ 96 w 130"/>
                  <a:gd name="T49" fmla="*/ 171 h 174"/>
                  <a:gd name="T50" fmla="*/ 90 w 130"/>
                  <a:gd name="T51" fmla="*/ 169 h 174"/>
                  <a:gd name="T52" fmla="*/ 87 w 130"/>
                  <a:gd name="T53" fmla="*/ 168 h 174"/>
                  <a:gd name="T54" fmla="*/ 84 w 130"/>
                  <a:gd name="T55" fmla="*/ 167 h 174"/>
                  <a:gd name="T56" fmla="*/ 81 w 130"/>
                  <a:gd name="T57" fmla="*/ 167 h 174"/>
                  <a:gd name="T58" fmla="*/ 70 w 130"/>
                  <a:gd name="T59" fmla="*/ 158 h 174"/>
                  <a:gd name="T60" fmla="*/ 56 w 130"/>
                  <a:gd name="T61" fmla="*/ 143 h 174"/>
                  <a:gd name="T62" fmla="*/ 43 w 130"/>
                  <a:gd name="T63" fmla="*/ 130 h 174"/>
                  <a:gd name="T64" fmla="*/ 36 w 130"/>
                  <a:gd name="T65" fmla="*/ 122 h 174"/>
                  <a:gd name="T66" fmla="*/ 33 w 130"/>
                  <a:gd name="T67" fmla="*/ 115 h 174"/>
                  <a:gd name="T68" fmla="*/ 32 w 130"/>
                  <a:gd name="T69" fmla="*/ 107 h 174"/>
                  <a:gd name="T70" fmla="*/ 30 w 130"/>
                  <a:gd name="T71" fmla="*/ 96 h 174"/>
                  <a:gd name="T72" fmla="*/ 25 w 130"/>
                  <a:gd name="T73" fmla="*/ 80 h 174"/>
                  <a:gd name="T74" fmla="*/ 16 w 130"/>
                  <a:gd name="T75" fmla="*/ 56 h 174"/>
                  <a:gd name="T76" fmla="*/ 5 w 130"/>
                  <a:gd name="T77" fmla="*/ 32 h 174"/>
                  <a:gd name="T78" fmla="*/ 0 w 130"/>
                  <a:gd name="T79" fmla="*/ 13 h 174"/>
                  <a:gd name="T80" fmla="*/ 0 w 130"/>
                  <a:gd name="T81" fmla="*/ 5 h 174"/>
                  <a:gd name="T82" fmla="*/ 4 w 130"/>
                  <a:gd name="T83" fmla="*/ 3 h 174"/>
                  <a:gd name="T84" fmla="*/ 8 w 130"/>
                  <a:gd name="T85" fmla="*/ 1 h 174"/>
                  <a:gd name="T86" fmla="*/ 12 w 130"/>
                  <a:gd name="T87" fmla="*/ 0 h 174"/>
                  <a:gd name="T88" fmla="*/ 31 w 130"/>
                  <a:gd name="T89" fmla="*/ 15 h 17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0"/>
                  <a:gd name="T136" fmla="*/ 0 h 174"/>
                  <a:gd name="T137" fmla="*/ 130 w 130"/>
                  <a:gd name="T138" fmla="*/ 174 h 17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0" h="174">
                    <a:moveTo>
                      <a:pt x="31" y="15"/>
                    </a:moveTo>
                    <a:lnTo>
                      <a:pt x="31" y="17"/>
                    </a:lnTo>
                    <a:lnTo>
                      <a:pt x="33" y="20"/>
                    </a:lnTo>
                    <a:lnTo>
                      <a:pt x="34" y="26"/>
                    </a:lnTo>
                    <a:lnTo>
                      <a:pt x="36" y="32"/>
                    </a:lnTo>
                    <a:lnTo>
                      <a:pt x="39" y="40"/>
                    </a:lnTo>
                    <a:lnTo>
                      <a:pt x="40" y="47"/>
                    </a:lnTo>
                    <a:lnTo>
                      <a:pt x="42" y="53"/>
                    </a:lnTo>
                    <a:lnTo>
                      <a:pt x="43" y="58"/>
                    </a:lnTo>
                    <a:lnTo>
                      <a:pt x="43" y="64"/>
                    </a:lnTo>
                    <a:lnTo>
                      <a:pt x="45" y="71"/>
                    </a:lnTo>
                    <a:lnTo>
                      <a:pt x="47" y="78"/>
                    </a:lnTo>
                    <a:lnTo>
                      <a:pt x="50" y="86"/>
                    </a:lnTo>
                    <a:lnTo>
                      <a:pt x="53" y="93"/>
                    </a:lnTo>
                    <a:lnTo>
                      <a:pt x="56" y="100"/>
                    </a:lnTo>
                    <a:lnTo>
                      <a:pt x="59" y="104"/>
                    </a:lnTo>
                    <a:lnTo>
                      <a:pt x="61" y="107"/>
                    </a:lnTo>
                    <a:lnTo>
                      <a:pt x="64" y="109"/>
                    </a:lnTo>
                    <a:lnTo>
                      <a:pt x="67" y="114"/>
                    </a:lnTo>
                    <a:lnTo>
                      <a:pt x="71" y="122"/>
                    </a:lnTo>
                    <a:lnTo>
                      <a:pt x="75" y="130"/>
                    </a:lnTo>
                    <a:lnTo>
                      <a:pt x="79" y="137"/>
                    </a:lnTo>
                    <a:lnTo>
                      <a:pt x="82" y="143"/>
                    </a:lnTo>
                    <a:lnTo>
                      <a:pt x="84" y="149"/>
                    </a:lnTo>
                    <a:lnTo>
                      <a:pt x="85" y="150"/>
                    </a:lnTo>
                    <a:lnTo>
                      <a:pt x="86" y="150"/>
                    </a:lnTo>
                    <a:lnTo>
                      <a:pt x="87" y="149"/>
                    </a:lnTo>
                    <a:lnTo>
                      <a:pt x="89" y="149"/>
                    </a:lnTo>
                    <a:lnTo>
                      <a:pt x="92" y="149"/>
                    </a:lnTo>
                    <a:lnTo>
                      <a:pt x="95" y="149"/>
                    </a:lnTo>
                    <a:lnTo>
                      <a:pt x="98" y="149"/>
                    </a:lnTo>
                    <a:lnTo>
                      <a:pt x="101" y="149"/>
                    </a:lnTo>
                    <a:lnTo>
                      <a:pt x="103" y="149"/>
                    </a:lnTo>
                    <a:lnTo>
                      <a:pt x="106" y="150"/>
                    </a:lnTo>
                    <a:lnTo>
                      <a:pt x="109" y="152"/>
                    </a:lnTo>
                    <a:lnTo>
                      <a:pt x="113" y="154"/>
                    </a:lnTo>
                    <a:lnTo>
                      <a:pt x="117" y="156"/>
                    </a:lnTo>
                    <a:lnTo>
                      <a:pt x="121" y="159"/>
                    </a:lnTo>
                    <a:lnTo>
                      <a:pt x="123" y="161"/>
                    </a:lnTo>
                    <a:lnTo>
                      <a:pt x="127" y="164"/>
                    </a:lnTo>
                    <a:lnTo>
                      <a:pt x="129" y="167"/>
                    </a:lnTo>
                    <a:lnTo>
                      <a:pt x="128" y="168"/>
                    </a:lnTo>
                    <a:lnTo>
                      <a:pt x="127" y="170"/>
                    </a:lnTo>
                    <a:lnTo>
                      <a:pt x="123" y="171"/>
                    </a:lnTo>
                    <a:lnTo>
                      <a:pt x="120" y="172"/>
                    </a:lnTo>
                    <a:lnTo>
                      <a:pt x="115" y="173"/>
                    </a:lnTo>
                    <a:lnTo>
                      <a:pt x="111" y="173"/>
                    </a:lnTo>
                    <a:lnTo>
                      <a:pt x="106" y="173"/>
                    </a:lnTo>
                    <a:lnTo>
                      <a:pt x="100" y="172"/>
                    </a:lnTo>
                    <a:lnTo>
                      <a:pt x="96" y="171"/>
                    </a:lnTo>
                    <a:lnTo>
                      <a:pt x="93" y="170"/>
                    </a:lnTo>
                    <a:lnTo>
                      <a:pt x="90" y="169"/>
                    </a:lnTo>
                    <a:lnTo>
                      <a:pt x="89" y="168"/>
                    </a:lnTo>
                    <a:lnTo>
                      <a:pt x="87" y="168"/>
                    </a:lnTo>
                    <a:lnTo>
                      <a:pt x="85" y="167"/>
                    </a:lnTo>
                    <a:lnTo>
                      <a:pt x="84" y="167"/>
                    </a:lnTo>
                    <a:lnTo>
                      <a:pt x="84" y="168"/>
                    </a:lnTo>
                    <a:lnTo>
                      <a:pt x="81" y="167"/>
                    </a:lnTo>
                    <a:lnTo>
                      <a:pt x="77" y="163"/>
                    </a:lnTo>
                    <a:lnTo>
                      <a:pt x="70" y="158"/>
                    </a:lnTo>
                    <a:lnTo>
                      <a:pt x="63" y="151"/>
                    </a:lnTo>
                    <a:lnTo>
                      <a:pt x="56" y="143"/>
                    </a:lnTo>
                    <a:lnTo>
                      <a:pt x="49" y="136"/>
                    </a:lnTo>
                    <a:lnTo>
                      <a:pt x="43" y="130"/>
                    </a:lnTo>
                    <a:lnTo>
                      <a:pt x="39" y="125"/>
                    </a:lnTo>
                    <a:lnTo>
                      <a:pt x="36" y="122"/>
                    </a:lnTo>
                    <a:lnTo>
                      <a:pt x="34" y="119"/>
                    </a:lnTo>
                    <a:lnTo>
                      <a:pt x="33" y="115"/>
                    </a:lnTo>
                    <a:lnTo>
                      <a:pt x="33" y="112"/>
                    </a:lnTo>
                    <a:lnTo>
                      <a:pt x="32" y="107"/>
                    </a:lnTo>
                    <a:lnTo>
                      <a:pt x="31" y="102"/>
                    </a:lnTo>
                    <a:lnTo>
                      <a:pt x="30" y="96"/>
                    </a:lnTo>
                    <a:lnTo>
                      <a:pt x="28" y="89"/>
                    </a:lnTo>
                    <a:lnTo>
                      <a:pt x="25" y="80"/>
                    </a:lnTo>
                    <a:lnTo>
                      <a:pt x="21" y="69"/>
                    </a:lnTo>
                    <a:lnTo>
                      <a:pt x="16" y="56"/>
                    </a:lnTo>
                    <a:lnTo>
                      <a:pt x="11" y="44"/>
                    </a:lnTo>
                    <a:lnTo>
                      <a:pt x="5" y="32"/>
                    </a:lnTo>
                    <a:lnTo>
                      <a:pt x="2" y="22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31" y="1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2" name="Freeform 309">
                <a:extLst>
                  <a:ext uri="{FF2B5EF4-FFF2-40B4-BE49-F238E27FC236}">
                    <a16:creationId xmlns:a16="http://schemas.microsoft.com/office/drawing/2014/main" id="{BEA0EF0A-2428-DF8E-E8AF-15198AD3F7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1076"/>
                <a:ext cx="134" cy="170"/>
              </a:xfrm>
              <a:custGeom>
                <a:avLst/>
                <a:gdLst>
                  <a:gd name="T0" fmla="*/ 35 w 134"/>
                  <a:gd name="T1" fmla="*/ 15 h 170"/>
                  <a:gd name="T2" fmla="*/ 38 w 134"/>
                  <a:gd name="T3" fmla="*/ 24 h 170"/>
                  <a:gd name="T4" fmla="*/ 43 w 134"/>
                  <a:gd name="T5" fmla="*/ 36 h 170"/>
                  <a:gd name="T6" fmla="*/ 46 w 134"/>
                  <a:gd name="T7" fmla="*/ 48 h 170"/>
                  <a:gd name="T8" fmla="*/ 48 w 134"/>
                  <a:gd name="T9" fmla="*/ 60 h 170"/>
                  <a:gd name="T10" fmla="*/ 52 w 134"/>
                  <a:gd name="T11" fmla="*/ 74 h 170"/>
                  <a:gd name="T12" fmla="*/ 58 w 134"/>
                  <a:gd name="T13" fmla="*/ 89 h 170"/>
                  <a:gd name="T14" fmla="*/ 64 w 134"/>
                  <a:gd name="T15" fmla="*/ 100 h 170"/>
                  <a:gd name="T16" fmla="*/ 68 w 134"/>
                  <a:gd name="T17" fmla="*/ 105 h 170"/>
                  <a:gd name="T18" fmla="*/ 76 w 134"/>
                  <a:gd name="T19" fmla="*/ 118 h 170"/>
                  <a:gd name="T20" fmla="*/ 83 w 134"/>
                  <a:gd name="T21" fmla="*/ 133 h 170"/>
                  <a:gd name="T22" fmla="*/ 88 w 134"/>
                  <a:gd name="T23" fmla="*/ 144 h 170"/>
                  <a:gd name="T24" fmla="*/ 90 w 134"/>
                  <a:gd name="T25" fmla="*/ 146 h 170"/>
                  <a:gd name="T26" fmla="*/ 94 w 134"/>
                  <a:gd name="T27" fmla="*/ 145 h 170"/>
                  <a:gd name="T28" fmla="*/ 99 w 134"/>
                  <a:gd name="T29" fmla="*/ 144 h 170"/>
                  <a:gd name="T30" fmla="*/ 105 w 134"/>
                  <a:gd name="T31" fmla="*/ 144 h 170"/>
                  <a:gd name="T32" fmla="*/ 110 w 134"/>
                  <a:gd name="T33" fmla="*/ 146 h 170"/>
                  <a:gd name="T34" fmla="*/ 117 w 134"/>
                  <a:gd name="T35" fmla="*/ 150 h 170"/>
                  <a:gd name="T36" fmla="*/ 125 w 134"/>
                  <a:gd name="T37" fmla="*/ 155 h 170"/>
                  <a:gd name="T38" fmla="*/ 131 w 134"/>
                  <a:gd name="T39" fmla="*/ 160 h 170"/>
                  <a:gd name="T40" fmla="*/ 133 w 134"/>
                  <a:gd name="T41" fmla="*/ 164 h 170"/>
                  <a:gd name="T42" fmla="*/ 128 w 134"/>
                  <a:gd name="T43" fmla="*/ 167 h 170"/>
                  <a:gd name="T44" fmla="*/ 120 w 134"/>
                  <a:gd name="T45" fmla="*/ 169 h 170"/>
                  <a:gd name="T46" fmla="*/ 110 w 134"/>
                  <a:gd name="T47" fmla="*/ 169 h 170"/>
                  <a:gd name="T48" fmla="*/ 101 w 134"/>
                  <a:gd name="T49" fmla="*/ 167 h 170"/>
                  <a:gd name="T50" fmla="*/ 95 w 134"/>
                  <a:gd name="T51" fmla="*/ 165 h 170"/>
                  <a:gd name="T52" fmla="*/ 92 w 134"/>
                  <a:gd name="T53" fmla="*/ 164 h 170"/>
                  <a:gd name="T54" fmla="*/ 89 w 134"/>
                  <a:gd name="T55" fmla="*/ 164 h 170"/>
                  <a:gd name="T56" fmla="*/ 86 w 134"/>
                  <a:gd name="T57" fmla="*/ 163 h 170"/>
                  <a:gd name="T58" fmla="*/ 75 w 134"/>
                  <a:gd name="T59" fmla="*/ 154 h 170"/>
                  <a:gd name="T60" fmla="*/ 60 w 134"/>
                  <a:gd name="T61" fmla="*/ 139 h 170"/>
                  <a:gd name="T62" fmla="*/ 48 w 134"/>
                  <a:gd name="T63" fmla="*/ 126 h 170"/>
                  <a:gd name="T64" fmla="*/ 39 w 134"/>
                  <a:gd name="T65" fmla="*/ 117 h 170"/>
                  <a:gd name="T66" fmla="*/ 30 w 134"/>
                  <a:gd name="T67" fmla="*/ 106 h 170"/>
                  <a:gd name="T68" fmla="*/ 19 w 134"/>
                  <a:gd name="T69" fmla="*/ 91 h 170"/>
                  <a:gd name="T70" fmla="*/ 11 w 134"/>
                  <a:gd name="T71" fmla="*/ 76 h 170"/>
                  <a:gd name="T72" fmla="*/ 5 w 134"/>
                  <a:gd name="T73" fmla="*/ 59 h 170"/>
                  <a:gd name="T74" fmla="*/ 2 w 134"/>
                  <a:gd name="T75" fmla="*/ 40 h 170"/>
                  <a:gd name="T76" fmla="*/ 0 w 134"/>
                  <a:gd name="T77" fmla="*/ 21 h 170"/>
                  <a:gd name="T78" fmla="*/ 0 w 134"/>
                  <a:gd name="T79" fmla="*/ 7 h 170"/>
                  <a:gd name="T80" fmla="*/ 1 w 134"/>
                  <a:gd name="T81" fmla="*/ 0 h 170"/>
                  <a:gd name="T82" fmla="*/ 5 w 134"/>
                  <a:gd name="T83" fmla="*/ 0 h 170"/>
                  <a:gd name="T84" fmla="*/ 8 w 134"/>
                  <a:gd name="T85" fmla="*/ 3 h 170"/>
                  <a:gd name="T86" fmla="*/ 11 w 134"/>
                  <a:gd name="T87" fmla="*/ 5 h 170"/>
                  <a:gd name="T88" fmla="*/ 35 w 134"/>
                  <a:gd name="T89" fmla="*/ 14 h 17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4"/>
                  <a:gd name="T136" fmla="*/ 0 h 170"/>
                  <a:gd name="T137" fmla="*/ 134 w 134"/>
                  <a:gd name="T138" fmla="*/ 170 h 170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4" h="170">
                    <a:moveTo>
                      <a:pt x="35" y="14"/>
                    </a:moveTo>
                    <a:lnTo>
                      <a:pt x="35" y="15"/>
                    </a:lnTo>
                    <a:lnTo>
                      <a:pt x="37" y="18"/>
                    </a:lnTo>
                    <a:lnTo>
                      <a:pt x="38" y="24"/>
                    </a:lnTo>
                    <a:lnTo>
                      <a:pt x="41" y="30"/>
                    </a:lnTo>
                    <a:lnTo>
                      <a:pt x="43" y="36"/>
                    </a:lnTo>
                    <a:lnTo>
                      <a:pt x="44" y="42"/>
                    </a:lnTo>
                    <a:lnTo>
                      <a:pt x="46" y="48"/>
                    </a:lnTo>
                    <a:lnTo>
                      <a:pt x="47" y="54"/>
                    </a:lnTo>
                    <a:lnTo>
                      <a:pt x="48" y="60"/>
                    </a:lnTo>
                    <a:lnTo>
                      <a:pt x="49" y="66"/>
                    </a:lnTo>
                    <a:lnTo>
                      <a:pt x="52" y="74"/>
                    </a:lnTo>
                    <a:lnTo>
                      <a:pt x="55" y="82"/>
                    </a:lnTo>
                    <a:lnTo>
                      <a:pt x="58" y="89"/>
                    </a:lnTo>
                    <a:lnTo>
                      <a:pt x="60" y="96"/>
                    </a:lnTo>
                    <a:lnTo>
                      <a:pt x="64" y="100"/>
                    </a:lnTo>
                    <a:lnTo>
                      <a:pt x="66" y="102"/>
                    </a:lnTo>
                    <a:lnTo>
                      <a:pt x="68" y="105"/>
                    </a:lnTo>
                    <a:lnTo>
                      <a:pt x="72" y="110"/>
                    </a:lnTo>
                    <a:lnTo>
                      <a:pt x="76" y="118"/>
                    </a:lnTo>
                    <a:lnTo>
                      <a:pt x="80" y="126"/>
                    </a:lnTo>
                    <a:lnTo>
                      <a:pt x="83" y="133"/>
                    </a:lnTo>
                    <a:lnTo>
                      <a:pt x="87" y="139"/>
                    </a:lnTo>
                    <a:lnTo>
                      <a:pt x="88" y="144"/>
                    </a:lnTo>
                    <a:lnTo>
                      <a:pt x="90" y="146"/>
                    </a:lnTo>
                    <a:lnTo>
                      <a:pt x="92" y="146"/>
                    </a:lnTo>
                    <a:lnTo>
                      <a:pt x="94" y="145"/>
                    </a:lnTo>
                    <a:lnTo>
                      <a:pt x="97" y="144"/>
                    </a:lnTo>
                    <a:lnTo>
                      <a:pt x="99" y="144"/>
                    </a:lnTo>
                    <a:lnTo>
                      <a:pt x="103" y="144"/>
                    </a:lnTo>
                    <a:lnTo>
                      <a:pt x="105" y="144"/>
                    </a:lnTo>
                    <a:lnTo>
                      <a:pt x="108" y="145"/>
                    </a:lnTo>
                    <a:lnTo>
                      <a:pt x="110" y="146"/>
                    </a:lnTo>
                    <a:lnTo>
                      <a:pt x="114" y="148"/>
                    </a:lnTo>
                    <a:lnTo>
                      <a:pt x="117" y="150"/>
                    </a:lnTo>
                    <a:lnTo>
                      <a:pt x="121" y="152"/>
                    </a:lnTo>
                    <a:lnTo>
                      <a:pt x="125" y="155"/>
                    </a:lnTo>
                    <a:lnTo>
                      <a:pt x="128" y="157"/>
                    </a:lnTo>
                    <a:lnTo>
                      <a:pt x="131" y="160"/>
                    </a:lnTo>
                    <a:lnTo>
                      <a:pt x="133" y="162"/>
                    </a:lnTo>
                    <a:lnTo>
                      <a:pt x="133" y="164"/>
                    </a:lnTo>
                    <a:lnTo>
                      <a:pt x="131" y="166"/>
                    </a:lnTo>
                    <a:lnTo>
                      <a:pt x="128" y="167"/>
                    </a:lnTo>
                    <a:lnTo>
                      <a:pt x="124" y="168"/>
                    </a:lnTo>
                    <a:lnTo>
                      <a:pt x="120" y="169"/>
                    </a:lnTo>
                    <a:lnTo>
                      <a:pt x="115" y="169"/>
                    </a:lnTo>
                    <a:lnTo>
                      <a:pt x="110" y="169"/>
                    </a:lnTo>
                    <a:lnTo>
                      <a:pt x="105" y="168"/>
                    </a:lnTo>
                    <a:lnTo>
                      <a:pt x="101" y="167"/>
                    </a:lnTo>
                    <a:lnTo>
                      <a:pt x="98" y="166"/>
                    </a:lnTo>
                    <a:lnTo>
                      <a:pt x="95" y="165"/>
                    </a:lnTo>
                    <a:lnTo>
                      <a:pt x="94" y="164"/>
                    </a:lnTo>
                    <a:lnTo>
                      <a:pt x="92" y="164"/>
                    </a:lnTo>
                    <a:lnTo>
                      <a:pt x="90" y="163"/>
                    </a:lnTo>
                    <a:lnTo>
                      <a:pt x="89" y="164"/>
                    </a:lnTo>
                    <a:lnTo>
                      <a:pt x="88" y="164"/>
                    </a:lnTo>
                    <a:lnTo>
                      <a:pt x="86" y="163"/>
                    </a:lnTo>
                    <a:lnTo>
                      <a:pt x="81" y="160"/>
                    </a:lnTo>
                    <a:lnTo>
                      <a:pt x="75" y="154"/>
                    </a:lnTo>
                    <a:lnTo>
                      <a:pt x="68" y="147"/>
                    </a:lnTo>
                    <a:lnTo>
                      <a:pt x="60" y="139"/>
                    </a:lnTo>
                    <a:lnTo>
                      <a:pt x="54" y="132"/>
                    </a:lnTo>
                    <a:lnTo>
                      <a:pt x="48" y="126"/>
                    </a:lnTo>
                    <a:lnTo>
                      <a:pt x="44" y="121"/>
                    </a:lnTo>
                    <a:lnTo>
                      <a:pt x="39" y="117"/>
                    </a:lnTo>
                    <a:lnTo>
                      <a:pt x="35" y="112"/>
                    </a:lnTo>
                    <a:lnTo>
                      <a:pt x="30" y="106"/>
                    </a:lnTo>
                    <a:lnTo>
                      <a:pt x="24" y="99"/>
                    </a:lnTo>
                    <a:lnTo>
                      <a:pt x="19" y="91"/>
                    </a:lnTo>
                    <a:lnTo>
                      <a:pt x="14" y="84"/>
                    </a:lnTo>
                    <a:lnTo>
                      <a:pt x="11" y="76"/>
                    </a:lnTo>
                    <a:lnTo>
                      <a:pt x="7" y="67"/>
                    </a:lnTo>
                    <a:lnTo>
                      <a:pt x="5" y="59"/>
                    </a:lnTo>
                    <a:lnTo>
                      <a:pt x="4" y="49"/>
                    </a:lnTo>
                    <a:lnTo>
                      <a:pt x="2" y="40"/>
                    </a:lnTo>
                    <a:lnTo>
                      <a:pt x="1" y="30"/>
                    </a:lnTo>
                    <a:lnTo>
                      <a:pt x="0" y="21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2" y="5"/>
                    </a:lnTo>
                    <a:lnTo>
                      <a:pt x="35" y="14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3" name="Freeform 310">
                <a:extLst>
                  <a:ext uri="{FF2B5EF4-FFF2-40B4-BE49-F238E27FC236}">
                    <a16:creationId xmlns:a16="http://schemas.microsoft.com/office/drawing/2014/main" id="{0B965B79-BE71-1398-755A-7F5A67B6D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1348"/>
                <a:ext cx="240" cy="347"/>
              </a:xfrm>
              <a:custGeom>
                <a:avLst/>
                <a:gdLst>
                  <a:gd name="T0" fmla="*/ 239 w 240"/>
                  <a:gd name="T1" fmla="*/ 346 h 347"/>
                  <a:gd name="T2" fmla="*/ 239 w 240"/>
                  <a:gd name="T3" fmla="*/ 113 h 347"/>
                  <a:gd name="T4" fmla="*/ 0 w 240"/>
                  <a:gd name="T5" fmla="*/ 0 h 347"/>
                  <a:gd name="T6" fmla="*/ 0 w 240"/>
                  <a:gd name="T7" fmla="*/ 216 h 347"/>
                  <a:gd name="T8" fmla="*/ 239 w 240"/>
                  <a:gd name="T9" fmla="*/ 346 h 3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347"/>
                  <a:gd name="T17" fmla="*/ 240 w 240"/>
                  <a:gd name="T18" fmla="*/ 347 h 3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347">
                    <a:moveTo>
                      <a:pt x="239" y="346"/>
                    </a:moveTo>
                    <a:lnTo>
                      <a:pt x="239" y="113"/>
                    </a:lnTo>
                    <a:lnTo>
                      <a:pt x="0" y="0"/>
                    </a:lnTo>
                    <a:lnTo>
                      <a:pt x="0" y="216"/>
                    </a:lnTo>
                    <a:lnTo>
                      <a:pt x="239" y="346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4" name="Freeform 311">
                <a:extLst>
                  <a:ext uri="{FF2B5EF4-FFF2-40B4-BE49-F238E27FC236}">
                    <a16:creationId xmlns:a16="http://schemas.microsoft.com/office/drawing/2014/main" id="{7CC53C1B-7E3C-7E9A-CE8B-79F3F5688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1226"/>
                <a:ext cx="194" cy="83"/>
              </a:xfrm>
              <a:custGeom>
                <a:avLst/>
                <a:gdLst>
                  <a:gd name="T0" fmla="*/ 193 w 194"/>
                  <a:gd name="T1" fmla="*/ 14 h 83"/>
                  <a:gd name="T2" fmla="*/ 67 w 194"/>
                  <a:gd name="T3" fmla="*/ 82 h 83"/>
                  <a:gd name="T4" fmla="*/ 0 w 194"/>
                  <a:gd name="T5" fmla="*/ 67 h 83"/>
                  <a:gd name="T6" fmla="*/ 125 w 194"/>
                  <a:gd name="T7" fmla="*/ 0 h 83"/>
                  <a:gd name="T8" fmla="*/ 193 w 194"/>
                  <a:gd name="T9" fmla="*/ 14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83"/>
                  <a:gd name="T17" fmla="*/ 194 w 194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83">
                    <a:moveTo>
                      <a:pt x="193" y="14"/>
                    </a:moveTo>
                    <a:lnTo>
                      <a:pt x="67" y="82"/>
                    </a:lnTo>
                    <a:lnTo>
                      <a:pt x="0" y="67"/>
                    </a:lnTo>
                    <a:lnTo>
                      <a:pt x="125" y="0"/>
                    </a:lnTo>
                    <a:lnTo>
                      <a:pt x="193" y="14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5" name="Freeform 312">
                <a:extLst>
                  <a:ext uri="{FF2B5EF4-FFF2-40B4-BE49-F238E27FC236}">
                    <a16:creationId xmlns:a16="http://schemas.microsoft.com/office/drawing/2014/main" id="{19609163-F26B-7F84-578D-CE4914DCF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4" y="1060"/>
                <a:ext cx="215" cy="214"/>
              </a:xfrm>
              <a:custGeom>
                <a:avLst/>
                <a:gdLst>
                  <a:gd name="T0" fmla="*/ 44 w 215"/>
                  <a:gd name="T1" fmla="*/ 20 h 214"/>
                  <a:gd name="T2" fmla="*/ 50 w 215"/>
                  <a:gd name="T3" fmla="*/ 34 h 214"/>
                  <a:gd name="T4" fmla="*/ 60 w 215"/>
                  <a:gd name="T5" fmla="*/ 54 h 214"/>
                  <a:gd name="T6" fmla="*/ 68 w 215"/>
                  <a:gd name="T7" fmla="*/ 74 h 214"/>
                  <a:gd name="T8" fmla="*/ 73 w 215"/>
                  <a:gd name="T9" fmla="*/ 88 h 214"/>
                  <a:gd name="T10" fmla="*/ 79 w 215"/>
                  <a:gd name="T11" fmla="*/ 103 h 214"/>
                  <a:gd name="T12" fmla="*/ 85 w 215"/>
                  <a:gd name="T13" fmla="*/ 119 h 214"/>
                  <a:gd name="T14" fmla="*/ 91 w 215"/>
                  <a:gd name="T15" fmla="*/ 129 h 214"/>
                  <a:gd name="T16" fmla="*/ 100 w 215"/>
                  <a:gd name="T17" fmla="*/ 134 h 214"/>
                  <a:gd name="T18" fmla="*/ 121 w 215"/>
                  <a:gd name="T19" fmla="*/ 149 h 214"/>
                  <a:gd name="T20" fmla="*/ 145 w 215"/>
                  <a:gd name="T21" fmla="*/ 168 h 214"/>
                  <a:gd name="T22" fmla="*/ 162 w 215"/>
                  <a:gd name="T23" fmla="*/ 183 h 214"/>
                  <a:gd name="T24" fmla="*/ 165 w 215"/>
                  <a:gd name="T25" fmla="*/ 184 h 214"/>
                  <a:gd name="T26" fmla="*/ 169 w 215"/>
                  <a:gd name="T27" fmla="*/ 184 h 214"/>
                  <a:gd name="T28" fmla="*/ 173 w 215"/>
                  <a:gd name="T29" fmla="*/ 184 h 214"/>
                  <a:gd name="T30" fmla="*/ 179 w 215"/>
                  <a:gd name="T31" fmla="*/ 184 h 214"/>
                  <a:gd name="T32" fmla="*/ 186 w 215"/>
                  <a:gd name="T33" fmla="*/ 186 h 214"/>
                  <a:gd name="T34" fmla="*/ 195 w 215"/>
                  <a:gd name="T35" fmla="*/ 190 h 214"/>
                  <a:gd name="T36" fmla="*/ 204 w 215"/>
                  <a:gd name="T37" fmla="*/ 196 h 214"/>
                  <a:gd name="T38" fmla="*/ 211 w 215"/>
                  <a:gd name="T39" fmla="*/ 202 h 214"/>
                  <a:gd name="T40" fmla="*/ 214 w 215"/>
                  <a:gd name="T41" fmla="*/ 208 h 214"/>
                  <a:gd name="T42" fmla="*/ 209 w 215"/>
                  <a:gd name="T43" fmla="*/ 212 h 214"/>
                  <a:gd name="T44" fmla="*/ 201 w 215"/>
                  <a:gd name="T45" fmla="*/ 213 h 214"/>
                  <a:gd name="T46" fmla="*/ 189 w 215"/>
                  <a:gd name="T47" fmla="*/ 212 h 214"/>
                  <a:gd name="T48" fmla="*/ 177 w 215"/>
                  <a:gd name="T49" fmla="*/ 208 h 214"/>
                  <a:gd name="T50" fmla="*/ 170 w 215"/>
                  <a:gd name="T51" fmla="*/ 206 h 214"/>
                  <a:gd name="T52" fmla="*/ 165 w 215"/>
                  <a:gd name="T53" fmla="*/ 204 h 214"/>
                  <a:gd name="T54" fmla="*/ 161 w 215"/>
                  <a:gd name="T55" fmla="*/ 203 h 214"/>
                  <a:gd name="T56" fmla="*/ 156 w 215"/>
                  <a:gd name="T57" fmla="*/ 203 h 214"/>
                  <a:gd name="T58" fmla="*/ 141 w 215"/>
                  <a:gd name="T59" fmla="*/ 199 h 214"/>
                  <a:gd name="T60" fmla="*/ 122 w 215"/>
                  <a:gd name="T61" fmla="*/ 190 h 214"/>
                  <a:gd name="T62" fmla="*/ 104 w 215"/>
                  <a:gd name="T63" fmla="*/ 181 h 214"/>
                  <a:gd name="T64" fmla="*/ 91 w 215"/>
                  <a:gd name="T65" fmla="*/ 172 h 214"/>
                  <a:gd name="T66" fmla="*/ 76 w 215"/>
                  <a:gd name="T67" fmla="*/ 159 h 214"/>
                  <a:gd name="T68" fmla="*/ 59 w 215"/>
                  <a:gd name="T69" fmla="*/ 141 h 214"/>
                  <a:gd name="T70" fmla="*/ 44 w 215"/>
                  <a:gd name="T71" fmla="*/ 120 h 214"/>
                  <a:gd name="T72" fmla="*/ 32 w 215"/>
                  <a:gd name="T73" fmla="*/ 98 h 214"/>
                  <a:gd name="T74" fmla="*/ 19 w 215"/>
                  <a:gd name="T75" fmla="*/ 71 h 214"/>
                  <a:gd name="T76" fmla="*/ 8 w 215"/>
                  <a:gd name="T77" fmla="*/ 43 h 214"/>
                  <a:gd name="T78" fmla="*/ 0 w 215"/>
                  <a:gd name="T79" fmla="*/ 22 h 214"/>
                  <a:gd name="T80" fmla="*/ 0 w 215"/>
                  <a:gd name="T81" fmla="*/ 11 h 214"/>
                  <a:gd name="T82" fmla="*/ 2 w 215"/>
                  <a:gd name="T83" fmla="*/ 5 h 214"/>
                  <a:gd name="T84" fmla="*/ 6 w 215"/>
                  <a:gd name="T85" fmla="*/ 3 h 214"/>
                  <a:gd name="T86" fmla="*/ 11 w 215"/>
                  <a:gd name="T87" fmla="*/ 1 h 214"/>
                  <a:gd name="T88" fmla="*/ 42 w 215"/>
                  <a:gd name="T89" fmla="*/ 18 h 21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5"/>
                  <a:gd name="T136" fmla="*/ 0 h 214"/>
                  <a:gd name="T137" fmla="*/ 215 w 215"/>
                  <a:gd name="T138" fmla="*/ 214 h 21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5" h="214">
                    <a:moveTo>
                      <a:pt x="42" y="18"/>
                    </a:moveTo>
                    <a:lnTo>
                      <a:pt x="44" y="20"/>
                    </a:lnTo>
                    <a:lnTo>
                      <a:pt x="47" y="26"/>
                    </a:lnTo>
                    <a:lnTo>
                      <a:pt x="50" y="34"/>
                    </a:lnTo>
                    <a:lnTo>
                      <a:pt x="55" y="44"/>
                    </a:lnTo>
                    <a:lnTo>
                      <a:pt x="60" y="54"/>
                    </a:lnTo>
                    <a:lnTo>
                      <a:pt x="65" y="65"/>
                    </a:lnTo>
                    <a:lnTo>
                      <a:pt x="68" y="74"/>
                    </a:lnTo>
                    <a:lnTo>
                      <a:pt x="72" y="81"/>
                    </a:lnTo>
                    <a:lnTo>
                      <a:pt x="73" y="88"/>
                    </a:lnTo>
                    <a:lnTo>
                      <a:pt x="76" y="96"/>
                    </a:lnTo>
                    <a:lnTo>
                      <a:pt x="79" y="103"/>
                    </a:lnTo>
                    <a:lnTo>
                      <a:pt x="82" y="111"/>
                    </a:lnTo>
                    <a:lnTo>
                      <a:pt x="85" y="119"/>
                    </a:lnTo>
                    <a:lnTo>
                      <a:pt x="89" y="125"/>
                    </a:lnTo>
                    <a:lnTo>
                      <a:pt x="91" y="129"/>
                    </a:lnTo>
                    <a:lnTo>
                      <a:pt x="95" y="131"/>
                    </a:lnTo>
                    <a:lnTo>
                      <a:pt x="100" y="134"/>
                    </a:lnTo>
                    <a:lnTo>
                      <a:pt x="109" y="140"/>
                    </a:lnTo>
                    <a:lnTo>
                      <a:pt x="121" y="149"/>
                    </a:lnTo>
                    <a:lnTo>
                      <a:pt x="133" y="159"/>
                    </a:lnTo>
                    <a:lnTo>
                      <a:pt x="145" y="168"/>
                    </a:lnTo>
                    <a:lnTo>
                      <a:pt x="155" y="177"/>
                    </a:lnTo>
                    <a:lnTo>
                      <a:pt x="162" y="183"/>
                    </a:lnTo>
                    <a:lnTo>
                      <a:pt x="165" y="184"/>
                    </a:lnTo>
                    <a:lnTo>
                      <a:pt x="166" y="184"/>
                    </a:lnTo>
                    <a:lnTo>
                      <a:pt x="169" y="184"/>
                    </a:lnTo>
                    <a:lnTo>
                      <a:pt x="171" y="184"/>
                    </a:lnTo>
                    <a:lnTo>
                      <a:pt x="173" y="184"/>
                    </a:lnTo>
                    <a:lnTo>
                      <a:pt x="177" y="184"/>
                    </a:lnTo>
                    <a:lnTo>
                      <a:pt x="179" y="184"/>
                    </a:lnTo>
                    <a:lnTo>
                      <a:pt x="183" y="184"/>
                    </a:lnTo>
                    <a:lnTo>
                      <a:pt x="186" y="186"/>
                    </a:lnTo>
                    <a:lnTo>
                      <a:pt x="190" y="189"/>
                    </a:lnTo>
                    <a:lnTo>
                      <a:pt x="195" y="190"/>
                    </a:lnTo>
                    <a:lnTo>
                      <a:pt x="200" y="194"/>
                    </a:lnTo>
                    <a:lnTo>
                      <a:pt x="204" y="196"/>
                    </a:lnTo>
                    <a:lnTo>
                      <a:pt x="208" y="200"/>
                    </a:lnTo>
                    <a:lnTo>
                      <a:pt x="211" y="202"/>
                    </a:lnTo>
                    <a:lnTo>
                      <a:pt x="214" y="206"/>
                    </a:lnTo>
                    <a:lnTo>
                      <a:pt x="214" y="208"/>
                    </a:lnTo>
                    <a:lnTo>
                      <a:pt x="212" y="210"/>
                    </a:lnTo>
                    <a:lnTo>
                      <a:pt x="209" y="212"/>
                    </a:lnTo>
                    <a:lnTo>
                      <a:pt x="206" y="213"/>
                    </a:lnTo>
                    <a:lnTo>
                      <a:pt x="201" y="213"/>
                    </a:lnTo>
                    <a:lnTo>
                      <a:pt x="195" y="213"/>
                    </a:lnTo>
                    <a:lnTo>
                      <a:pt x="189" y="212"/>
                    </a:lnTo>
                    <a:lnTo>
                      <a:pt x="183" y="210"/>
                    </a:lnTo>
                    <a:lnTo>
                      <a:pt x="177" y="208"/>
                    </a:lnTo>
                    <a:lnTo>
                      <a:pt x="173" y="207"/>
                    </a:lnTo>
                    <a:lnTo>
                      <a:pt x="170" y="206"/>
                    </a:lnTo>
                    <a:lnTo>
                      <a:pt x="166" y="204"/>
                    </a:lnTo>
                    <a:lnTo>
                      <a:pt x="165" y="204"/>
                    </a:lnTo>
                    <a:lnTo>
                      <a:pt x="162" y="203"/>
                    </a:lnTo>
                    <a:lnTo>
                      <a:pt x="161" y="203"/>
                    </a:lnTo>
                    <a:lnTo>
                      <a:pt x="159" y="204"/>
                    </a:lnTo>
                    <a:lnTo>
                      <a:pt x="156" y="203"/>
                    </a:lnTo>
                    <a:lnTo>
                      <a:pt x="150" y="201"/>
                    </a:lnTo>
                    <a:lnTo>
                      <a:pt x="141" y="199"/>
                    </a:lnTo>
                    <a:lnTo>
                      <a:pt x="133" y="195"/>
                    </a:lnTo>
                    <a:lnTo>
                      <a:pt x="122" y="190"/>
                    </a:lnTo>
                    <a:lnTo>
                      <a:pt x="113" y="185"/>
                    </a:lnTo>
                    <a:lnTo>
                      <a:pt x="104" y="181"/>
                    </a:lnTo>
                    <a:lnTo>
                      <a:pt x="97" y="177"/>
                    </a:lnTo>
                    <a:lnTo>
                      <a:pt x="91" y="172"/>
                    </a:lnTo>
                    <a:lnTo>
                      <a:pt x="85" y="166"/>
                    </a:lnTo>
                    <a:lnTo>
                      <a:pt x="76" y="159"/>
                    </a:lnTo>
                    <a:lnTo>
                      <a:pt x="67" y="150"/>
                    </a:lnTo>
                    <a:lnTo>
                      <a:pt x="59" y="141"/>
                    </a:lnTo>
                    <a:lnTo>
                      <a:pt x="51" y="131"/>
                    </a:lnTo>
                    <a:lnTo>
                      <a:pt x="44" y="120"/>
                    </a:lnTo>
                    <a:lnTo>
                      <a:pt x="38" y="110"/>
                    </a:lnTo>
                    <a:lnTo>
                      <a:pt x="32" y="98"/>
                    </a:lnTo>
                    <a:lnTo>
                      <a:pt x="26" y="86"/>
                    </a:lnTo>
                    <a:lnTo>
                      <a:pt x="19" y="71"/>
                    </a:lnTo>
                    <a:lnTo>
                      <a:pt x="13" y="57"/>
                    </a:lnTo>
                    <a:lnTo>
                      <a:pt x="8" y="43"/>
                    </a:lnTo>
                    <a:lnTo>
                      <a:pt x="4" y="31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1" y="1"/>
                    </a:lnTo>
                    <a:lnTo>
                      <a:pt x="13" y="0"/>
                    </a:lnTo>
                    <a:lnTo>
                      <a:pt x="42" y="18"/>
                    </a:lnTo>
                  </a:path>
                </a:pathLst>
              </a:cu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6" name="Freeform 313">
                <a:extLst>
                  <a:ext uri="{FF2B5EF4-FFF2-40B4-BE49-F238E27FC236}">
                    <a16:creationId xmlns:a16="http://schemas.microsoft.com/office/drawing/2014/main" id="{34890B28-5868-C00D-4C02-7DC331836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074"/>
                <a:ext cx="135" cy="174"/>
              </a:xfrm>
              <a:custGeom>
                <a:avLst/>
                <a:gdLst>
                  <a:gd name="T0" fmla="*/ 36 w 135"/>
                  <a:gd name="T1" fmla="*/ 16 h 174"/>
                  <a:gd name="T2" fmla="*/ 39 w 135"/>
                  <a:gd name="T3" fmla="*/ 25 h 174"/>
                  <a:gd name="T4" fmla="*/ 43 w 135"/>
                  <a:gd name="T5" fmla="*/ 39 h 174"/>
                  <a:gd name="T6" fmla="*/ 46 w 135"/>
                  <a:gd name="T7" fmla="*/ 53 h 174"/>
                  <a:gd name="T8" fmla="*/ 48 w 135"/>
                  <a:gd name="T9" fmla="*/ 63 h 174"/>
                  <a:gd name="T10" fmla="*/ 52 w 135"/>
                  <a:gd name="T11" fmla="*/ 77 h 174"/>
                  <a:gd name="T12" fmla="*/ 58 w 135"/>
                  <a:gd name="T13" fmla="*/ 93 h 174"/>
                  <a:gd name="T14" fmla="*/ 64 w 135"/>
                  <a:gd name="T15" fmla="*/ 104 h 174"/>
                  <a:gd name="T16" fmla="*/ 69 w 135"/>
                  <a:gd name="T17" fmla="*/ 109 h 174"/>
                  <a:gd name="T18" fmla="*/ 76 w 135"/>
                  <a:gd name="T19" fmla="*/ 121 h 174"/>
                  <a:gd name="T20" fmla="*/ 84 w 135"/>
                  <a:gd name="T21" fmla="*/ 137 h 174"/>
                  <a:gd name="T22" fmla="*/ 89 w 135"/>
                  <a:gd name="T23" fmla="*/ 148 h 174"/>
                  <a:gd name="T24" fmla="*/ 91 w 135"/>
                  <a:gd name="T25" fmla="*/ 149 h 174"/>
                  <a:gd name="T26" fmla="*/ 95 w 135"/>
                  <a:gd name="T27" fmla="*/ 149 h 174"/>
                  <a:gd name="T28" fmla="*/ 100 w 135"/>
                  <a:gd name="T29" fmla="*/ 149 h 174"/>
                  <a:gd name="T30" fmla="*/ 106 w 135"/>
                  <a:gd name="T31" fmla="*/ 149 h 174"/>
                  <a:gd name="T32" fmla="*/ 111 w 135"/>
                  <a:gd name="T33" fmla="*/ 150 h 174"/>
                  <a:gd name="T34" fmla="*/ 118 w 135"/>
                  <a:gd name="T35" fmla="*/ 154 h 174"/>
                  <a:gd name="T36" fmla="*/ 126 w 135"/>
                  <a:gd name="T37" fmla="*/ 159 h 174"/>
                  <a:gd name="T38" fmla="*/ 132 w 135"/>
                  <a:gd name="T39" fmla="*/ 164 h 174"/>
                  <a:gd name="T40" fmla="*/ 134 w 135"/>
                  <a:gd name="T41" fmla="*/ 168 h 174"/>
                  <a:gd name="T42" fmla="*/ 129 w 135"/>
                  <a:gd name="T43" fmla="*/ 171 h 174"/>
                  <a:gd name="T44" fmla="*/ 121 w 135"/>
                  <a:gd name="T45" fmla="*/ 173 h 174"/>
                  <a:gd name="T46" fmla="*/ 110 w 135"/>
                  <a:gd name="T47" fmla="*/ 172 h 174"/>
                  <a:gd name="T48" fmla="*/ 102 w 135"/>
                  <a:gd name="T49" fmla="*/ 170 h 174"/>
                  <a:gd name="T50" fmla="*/ 96 w 135"/>
                  <a:gd name="T51" fmla="*/ 168 h 174"/>
                  <a:gd name="T52" fmla="*/ 92 w 135"/>
                  <a:gd name="T53" fmla="*/ 167 h 174"/>
                  <a:gd name="T54" fmla="*/ 90 w 135"/>
                  <a:gd name="T55" fmla="*/ 167 h 174"/>
                  <a:gd name="T56" fmla="*/ 87 w 135"/>
                  <a:gd name="T57" fmla="*/ 167 h 174"/>
                  <a:gd name="T58" fmla="*/ 75 w 135"/>
                  <a:gd name="T59" fmla="*/ 157 h 174"/>
                  <a:gd name="T60" fmla="*/ 61 w 135"/>
                  <a:gd name="T61" fmla="*/ 143 h 174"/>
                  <a:gd name="T62" fmla="*/ 48 w 135"/>
                  <a:gd name="T63" fmla="*/ 130 h 174"/>
                  <a:gd name="T64" fmla="*/ 40 w 135"/>
                  <a:gd name="T65" fmla="*/ 121 h 174"/>
                  <a:gd name="T66" fmla="*/ 29 w 135"/>
                  <a:gd name="T67" fmla="*/ 109 h 174"/>
                  <a:gd name="T68" fmla="*/ 19 w 135"/>
                  <a:gd name="T69" fmla="*/ 95 h 174"/>
                  <a:gd name="T70" fmla="*/ 10 w 135"/>
                  <a:gd name="T71" fmla="*/ 79 h 174"/>
                  <a:gd name="T72" fmla="*/ 5 w 135"/>
                  <a:gd name="T73" fmla="*/ 63 h 174"/>
                  <a:gd name="T74" fmla="*/ 2 w 135"/>
                  <a:gd name="T75" fmla="*/ 43 h 174"/>
                  <a:gd name="T76" fmla="*/ 0 w 135"/>
                  <a:gd name="T77" fmla="*/ 25 h 174"/>
                  <a:gd name="T78" fmla="*/ 0 w 135"/>
                  <a:gd name="T79" fmla="*/ 11 h 174"/>
                  <a:gd name="T80" fmla="*/ 2 w 135"/>
                  <a:gd name="T81" fmla="*/ 4 h 174"/>
                  <a:gd name="T82" fmla="*/ 6 w 135"/>
                  <a:gd name="T83" fmla="*/ 1 h 174"/>
                  <a:gd name="T84" fmla="*/ 11 w 135"/>
                  <a:gd name="T85" fmla="*/ 0 h 174"/>
                  <a:gd name="T86" fmla="*/ 17 w 135"/>
                  <a:gd name="T87" fmla="*/ 0 h 174"/>
                  <a:gd name="T88" fmla="*/ 35 w 135"/>
                  <a:gd name="T89" fmla="*/ 15 h 17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74"/>
                  <a:gd name="T137" fmla="*/ 135 w 135"/>
                  <a:gd name="T138" fmla="*/ 174 h 17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74">
                    <a:moveTo>
                      <a:pt x="35" y="15"/>
                    </a:moveTo>
                    <a:lnTo>
                      <a:pt x="36" y="16"/>
                    </a:lnTo>
                    <a:lnTo>
                      <a:pt x="37" y="20"/>
                    </a:lnTo>
                    <a:lnTo>
                      <a:pt x="39" y="25"/>
                    </a:lnTo>
                    <a:lnTo>
                      <a:pt x="41" y="32"/>
                    </a:lnTo>
                    <a:lnTo>
                      <a:pt x="43" y="39"/>
                    </a:lnTo>
                    <a:lnTo>
                      <a:pt x="45" y="46"/>
                    </a:lnTo>
                    <a:lnTo>
                      <a:pt x="46" y="53"/>
                    </a:lnTo>
                    <a:lnTo>
                      <a:pt x="47" y="58"/>
                    </a:lnTo>
                    <a:lnTo>
                      <a:pt x="48" y="63"/>
                    </a:lnTo>
                    <a:lnTo>
                      <a:pt x="50" y="70"/>
                    </a:lnTo>
                    <a:lnTo>
                      <a:pt x="52" y="77"/>
                    </a:lnTo>
                    <a:lnTo>
                      <a:pt x="55" y="85"/>
                    </a:lnTo>
                    <a:lnTo>
                      <a:pt x="58" y="93"/>
                    </a:lnTo>
                    <a:lnTo>
                      <a:pt x="61" y="99"/>
                    </a:lnTo>
                    <a:lnTo>
                      <a:pt x="64" y="104"/>
                    </a:lnTo>
                    <a:lnTo>
                      <a:pt x="66" y="106"/>
                    </a:lnTo>
                    <a:lnTo>
                      <a:pt x="69" y="109"/>
                    </a:lnTo>
                    <a:lnTo>
                      <a:pt x="72" y="114"/>
                    </a:lnTo>
                    <a:lnTo>
                      <a:pt x="76" y="121"/>
                    </a:lnTo>
                    <a:lnTo>
                      <a:pt x="81" y="129"/>
                    </a:lnTo>
                    <a:lnTo>
                      <a:pt x="84" y="137"/>
                    </a:lnTo>
                    <a:lnTo>
                      <a:pt x="87" y="143"/>
                    </a:lnTo>
                    <a:lnTo>
                      <a:pt x="89" y="148"/>
                    </a:lnTo>
                    <a:lnTo>
                      <a:pt x="90" y="149"/>
                    </a:lnTo>
                    <a:lnTo>
                      <a:pt x="91" y="149"/>
                    </a:lnTo>
                    <a:lnTo>
                      <a:pt x="93" y="149"/>
                    </a:lnTo>
                    <a:lnTo>
                      <a:pt x="95" y="149"/>
                    </a:lnTo>
                    <a:lnTo>
                      <a:pt x="98" y="149"/>
                    </a:lnTo>
                    <a:lnTo>
                      <a:pt x="100" y="149"/>
                    </a:lnTo>
                    <a:lnTo>
                      <a:pt x="104" y="148"/>
                    </a:lnTo>
                    <a:lnTo>
                      <a:pt x="106" y="149"/>
                    </a:lnTo>
                    <a:lnTo>
                      <a:pt x="109" y="149"/>
                    </a:lnTo>
                    <a:lnTo>
                      <a:pt x="111" y="150"/>
                    </a:lnTo>
                    <a:lnTo>
                      <a:pt x="115" y="151"/>
                    </a:lnTo>
                    <a:lnTo>
                      <a:pt x="118" y="154"/>
                    </a:lnTo>
                    <a:lnTo>
                      <a:pt x="122" y="156"/>
                    </a:lnTo>
                    <a:lnTo>
                      <a:pt x="126" y="159"/>
                    </a:lnTo>
                    <a:lnTo>
                      <a:pt x="129" y="161"/>
                    </a:lnTo>
                    <a:lnTo>
                      <a:pt x="132" y="164"/>
                    </a:lnTo>
                    <a:lnTo>
                      <a:pt x="134" y="167"/>
                    </a:lnTo>
                    <a:lnTo>
                      <a:pt x="134" y="168"/>
                    </a:lnTo>
                    <a:lnTo>
                      <a:pt x="132" y="169"/>
                    </a:lnTo>
                    <a:lnTo>
                      <a:pt x="129" y="171"/>
                    </a:lnTo>
                    <a:lnTo>
                      <a:pt x="125" y="172"/>
                    </a:lnTo>
                    <a:lnTo>
                      <a:pt x="121" y="173"/>
                    </a:lnTo>
                    <a:lnTo>
                      <a:pt x="116" y="173"/>
                    </a:lnTo>
                    <a:lnTo>
                      <a:pt x="110" y="172"/>
                    </a:lnTo>
                    <a:lnTo>
                      <a:pt x="106" y="172"/>
                    </a:lnTo>
                    <a:lnTo>
                      <a:pt x="102" y="170"/>
                    </a:lnTo>
                    <a:lnTo>
                      <a:pt x="99" y="169"/>
                    </a:lnTo>
                    <a:lnTo>
                      <a:pt x="96" y="168"/>
                    </a:lnTo>
                    <a:lnTo>
                      <a:pt x="93" y="168"/>
                    </a:lnTo>
                    <a:lnTo>
                      <a:pt x="92" y="167"/>
                    </a:lnTo>
                    <a:lnTo>
                      <a:pt x="91" y="167"/>
                    </a:lnTo>
                    <a:lnTo>
                      <a:pt x="90" y="167"/>
                    </a:lnTo>
                    <a:lnTo>
                      <a:pt x="88" y="168"/>
                    </a:lnTo>
                    <a:lnTo>
                      <a:pt x="87" y="167"/>
                    </a:lnTo>
                    <a:lnTo>
                      <a:pt x="81" y="163"/>
                    </a:lnTo>
                    <a:lnTo>
                      <a:pt x="75" y="157"/>
                    </a:lnTo>
                    <a:lnTo>
                      <a:pt x="69" y="150"/>
                    </a:lnTo>
                    <a:lnTo>
                      <a:pt x="61" y="143"/>
                    </a:lnTo>
                    <a:lnTo>
                      <a:pt x="54" y="136"/>
                    </a:lnTo>
                    <a:lnTo>
                      <a:pt x="48" y="130"/>
                    </a:lnTo>
                    <a:lnTo>
                      <a:pt x="44" y="125"/>
                    </a:lnTo>
                    <a:lnTo>
                      <a:pt x="40" y="121"/>
                    </a:lnTo>
                    <a:lnTo>
                      <a:pt x="35" y="115"/>
                    </a:lnTo>
                    <a:lnTo>
                      <a:pt x="29" y="109"/>
                    </a:lnTo>
                    <a:lnTo>
                      <a:pt x="24" y="102"/>
                    </a:lnTo>
                    <a:lnTo>
                      <a:pt x="19" y="95"/>
                    </a:lnTo>
                    <a:lnTo>
                      <a:pt x="14" y="87"/>
                    </a:lnTo>
                    <a:lnTo>
                      <a:pt x="10" y="79"/>
                    </a:lnTo>
                    <a:lnTo>
                      <a:pt x="7" y="71"/>
                    </a:lnTo>
                    <a:lnTo>
                      <a:pt x="5" y="63"/>
                    </a:lnTo>
                    <a:lnTo>
                      <a:pt x="4" y="53"/>
                    </a:lnTo>
                    <a:lnTo>
                      <a:pt x="2" y="43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35" y="15"/>
                    </a:lnTo>
                  </a:path>
                </a:pathLst>
              </a:cu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7" name="Freeform 314">
                <a:extLst>
                  <a:ext uri="{FF2B5EF4-FFF2-40B4-BE49-F238E27FC236}">
                    <a16:creationId xmlns:a16="http://schemas.microsoft.com/office/drawing/2014/main" id="{CCA46B4C-6425-FC2D-1700-B311143DF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1258"/>
                <a:ext cx="192" cy="92"/>
              </a:xfrm>
              <a:custGeom>
                <a:avLst/>
                <a:gdLst>
                  <a:gd name="T0" fmla="*/ 0 w 192"/>
                  <a:gd name="T1" fmla="*/ 0 h 92"/>
                  <a:gd name="T2" fmla="*/ 0 w 192"/>
                  <a:gd name="T3" fmla="*/ 50 h 92"/>
                  <a:gd name="T4" fmla="*/ 191 w 192"/>
                  <a:gd name="T5" fmla="*/ 91 h 92"/>
                  <a:gd name="T6" fmla="*/ 191 w 192"/>
                  <a:gd name="T7" fmla="*/ 40 h 92"/>
                  <a:gd name="T8" fmla="*/ 0 w 192"/>
                  <a:gd name="T9" fmla="*/ 0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92"/>
                  <a:gd name="T17" fmla="*/ 192 w 192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92">
                    <a:moveTo>
                      <a:pt x="0" y="0"/>
                    </a:moveTo>
                    <a:lnTo>
                      <a:pt x="0" y="50"/>
                    </a:lnTo>
                    <a:lnTo>
                      <a:pt x="191" y="91"/>
                    </a:lnTo>
                    <a:lnTo>
                      <a:pt x="191" y="4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8" name="Freeform 315">
                <a:extLst>
                  <a:ext uri="{FF2B5EF4-FFF2-40B4-BE49-F238E27FC236}">
                    <a16:creationId xmlns:a16="http://schemas.microsoft.com/office/drawing/2014/main" id="{0890AC3A-DCFF-FEFD-1E93-C18072B57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1251"/>
                <a:ext cx="60" cy="99"/>
              </a:xfrm>
              <a:custGeom>
                <a:avLst/>
                <a:gdLst>
                  <a:gd name="T0" fmla="*/ 0 w 60"/>
                  <a:gd name="T1" fmla="*/ 47 h 99"/>
                  <a:gd name="T2" fmla="*/ 0 w 60"/>
                  <a:gd name="T3" fmla="*/ 98 h 99"/>
                  <a:gd name="T4" fmla="*/ 59 w 60"/>
                  <a:gd name="T5" fmla="*/ 43 h 99"/>
                  <a:gd name="T6" fmla="*/ 59 w 60"/>
                  <a:gd name="T7" fmla="*/ 0 h 99"/>
                  <a:gd name="T8" fmla="*/ 0 w 60"/>
                  <a:gd name="T9" fmla="*/ 47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99"/>
                  <a:gd name="T17" fmla="*/ 60 w 60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99">
                    <a:moveTo>
                      <a:pt x="0" y="47"/>
                    </a:moveTo>
                    <a:lnTo>
                      <a:pt x="0" y="98"/>
                    </a:lnTo>
                    <a:lnTo>
                      <a:pt x="59" y="43"/>
                    </a:lnTo>
                    <a:lnTo>
                      <a:pt x="59" y="0"/>
                    </a:lnTo>
                    <a:lnTo>
                      <a:pt x="0" y="4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299" name="Freeform 316">
                <a:extLst>
                  <a:ext uri="{FF2B5EF4-FFF2-40B4-BE49-F238E27FC236}">
                    <a16:creationId xmlns:a16="http://schemas.microsoft.com/office/drawing/2014/main" id="{F4D9DF84-33AC-A0CD-C16D-2AE455C6F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1212"/>
                <a:ext cx="250" cy="87"/>
              </a:xfrm>
              <a:custGeom>
                <a:avLst/>
                <a:gdLst>
                  <a:gd name="T0" fmla="*/ 79 w 250"/>
                  <a:gd name="T1" fmla="*/ 0 h 87"/>
                  <a:gd name="T2" fmla="*/ 0 w 250"/>
                  <a:gd name="T3" fmla="*/ 45 h 87"/>
                  <a:gd name="T4" fmla="*/ 191 w 250"/>
                  <a:gd name="T5" fmla="*/ 86 h 87"/>
                  <a:gd name="T6" fmla="*/ 249 w 250"/>
                  <a:gd name="T7" fmla="*/ 39 h 87"/>
                  <a:gd name="T8" fmla="*/ 79 w 250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87"/>
                  <a:gd name="T17" fmla="*/ 250 w 250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87">
                    <a:moveTo>
                      <a:pt x="79" y="0"/>
                    </a:moveTo>
                    <a:lnTo>
                      <a:pt x="0" y="45"/>
                    </a:lnTo>
                    <a:lnTo>
                      <a:pt x="191" y="86"/>
                    </a:lnTo>
                    <a:lnTo>
                      <a:pt x="249" y="39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0" name="Freeform 317">
                <a:extLst>
                  <a:ext uri="{FF2B5EF4-FFF2-40B4-BE49-F238E27FC236}">
                    <a16:creationId xmlns:a16="http://schemas.microsoft.com/office/drawing/2014/main" id="{F3B93659-BAB8-36A7-608E-C3EA22956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1093"/>
                <a:ext cx="31" cy="134"/>
              </a:xfrm>
              <a:custGeom>
                <a:avLst/>
                <a:gdLst>
                  <a:gd name="T0" fmla="*/ 30 w 31"/>
                  <a:gd name="T1" fmla="*/ 0 h 134"/>
                  <a:gd name="T2" fmla="*/ 29 w 31"/>
                  <a:gd name="T3" fmla="*/ 0 h 134"/>
                  <a:gd name="T4" fmla="*/ 27 w 31"/>
                  <a:gd name="T5" fmla="*/ 3 h 134"/>
                  <a:gd name="T6" fmla="*/ 24 w 31"/>
                  <a:gd name="T7" fmla="*/ 6 h 134"/>
                  <a:gd name="T8" fmla="*/ 21 w 31"/>
                  <a:gd name="T9" fmla="*/ 12 h 134"/>
                  <a:gd name="T10" fmla="*/ 17 w 31"/>
                  <a:gd name="T11" fmla="*/ 21 h 134"/>
                  <a:gd name="T12" fmla="*/ 13 w 31"/>
                  <a:gd name="T13" fmla="*/ 31 h 134"/>
                  <a:gd name="T14" fmla="*/ 9 w 31"/>
                  <a:gd name="T15" fmla="*/ 44 h 134"/>
                  <a:gd name="T16" fmla="*/ 6 w 31"/>
                  <a:gd name="T17" fmla="*/ 60 h 134"/>
                  <a:gd name="T18" fmla="*/ 2 w 31"/>
                  <a:gd name="T19" fmla="*/ 76 h 134"/>
                  <a:gd name="T20" fmla="*/ 0 w 31"/>
                  <a:gd name="T21" fmla="*/ 91 h 134"/>
                  <a:gd name="T22" fmla="*/ 0 w 31"/>
                  <a:gd name="T23" fmla="*/ 104 h 134"/>
                  <a:gd name="T24" fmla="*/ 0 w 31"/>
                  <a:gd name="T25" fmla="*/ 114 h 134"/>
                  <a:gd name="T26" fmla="*/ 0 w 31"/>
                  <a:gd name="T27" fmla="*/ 122 h 134"/>
                  <a:gd name="T28" fmla="*/ 1 w 31"/>
                  <a:gd name="T29" fmla="*/ 128 h 134"/>
                  <a:gd name="T30" fmla="*/ 2 w 31"/>
                  <a:gd name="T31" fmla="*/ 132 h 134"/>
                  <a:gd name="T32" fmla="*/ 2 w 31"/>
                  <a:gd name="T33" fmla="*/ 133 h 134"/>
                  <a:gd name="T34" fmla="*/ 30 w 31"/>
                  <a:gd name="T35" fmla="*/ 0 h 1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134"/>
                  <a:gd name="T56" fmla="*/ 31 w 31"/>
                  <a:gd name="T57" fmla="*/ 134 h 1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134">
                    <a:moveTo>
                      <a:pt x="30" y="0"/>
                    </a:moveTo>
                    <a:lnTo>
                      <a:pt x="29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21" y="12"/>
                    </a:lnTo>
                    <a:lnTo>
                      <a:pt x="17" y="21"/>
                    </a:lnTo>
                    <a:lnTo>
                      <a:pt x="13" y="31"/>
                    </a:lnTo>
                    <a:lnTo>
                      <a:pt x="9" y="44"/>
                    </a:lnTo>
                    <a:lnTo>
                      <a:pt x="6" y="60"/>
                    </a:lnTo>
                    <a:lnTo>
                      <a:pt x="2" y="76"/>
                    </a:lnTo>
                    <a:lnTo>
                      <a:pt x="0" y="91"/>
                    </a:lnTo>
                    <a:lnTo>
                      <a:pt x="0" y="104"/>
                    </a:lnTo>
                    <a:lnTo>
                      <a:pt x="0" y="114"/>
                    </a:lnTo>
                    <a:lnTo>
                      <a:pt x="0" y="122"/>
                    </a:lnTo>
                    <a:lnTo>
                      <a:pt x="1" y="128"/>
                    </a:lnTo>
                    <a:lnTo>
                      <a:pt x="2" y="132"/>
                    </a:lnTo>
                    <a:lnTo>
                      <a:pt x="2" y="133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1" name="Freeform 318">
                <a:extLst>
                  <a:ext uri="{FF2B5EF4-FFF2-40B4-BE49-F238E27FC236}">
                    <a16:creationId xmlns:a16="http://schemas.microsoft.com/office/drawing/2014/main" id="{E9512738-6DC9-B2B1-BADA-2A0259271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1156"/>
                <a:ext cx="117" cy="117"/>
              </a:xfrm>
              <a:custGeom>
                <a:avLst/>
                <a:gdLst>
                  <a:gd name="T0" fmla="*/ 58 w 117"/>
                  <a:gd name="T1" fmla="*/ 116 h 117"/>
                  <a:gd name="T2" fmla="*/ 69 w 117"/>
                  <a:gd name="T3" fmla="*/ 116 h 117"/>
                  <a:gd name="T4" fmla="*/ 81 w 117"/>
                  <a:gd name="T5" fmla="*/ 113 h 117"/>
                  <a:gd name="T6" fmla="*/ 90 w 117"/>
                  <a:gd name="T7" fmla="*/ 109 h 117"/>
                  <a:gd name="T8" fmla="*/ 98 w 117"/>
                  <a:gd name="T9" fmla="*/ 102 h 117"/>
                  <a:gd name="T10" fmla="*/ 105 w 117"/>
                  <a:gd name="T11" fmla="*/ 94 h 117"/>
                  <a:gd name="T12" fmla="*/ 111 w 117"/>
                  <a:gd name="T13" fmla="*/ 85 h 117"/>
                  <a:gd name="T14" fmla="*/ 115 w 117"/>
                  <a:gd name="T15" fmla="*/ 74 h 117"/>
                  <a:gd name="T16" fmla="*/ 116 w 117"/>
                  <a:gd name="T17" fmla="*/ 63 h 117"/>
                  <a:gd name="T18" fmla="*/ 115 w 117"/>
                  <a:gd name="T19" fmla="*/ 51 h 117"/>
                  <a:gd name="T20" fmla="*/ 111 w 117"/>
                  <a:gd name="T21" fmla="*/ 40 h 117"/>
                  <a:gd name="T22" fmla="*/ 105 w 117"/>
                  <a:gd name="T23" fmla="*/ 29 h 117"/>
                  <a:gd name="T24" fmla="*/ 98 w 117"/>
                  <a:gd name="T25" fmla="*/ 20 h 117"/>
                  <a:gd name="T26" fmla="*/ 90 w 117"/>
                  <a:gd name="T27" fmla="*/ 12 h 117"/>
                  <a:gd name="T28" fmla="*/ 81 w 117"/>
                  <a:gd name="T29" fmla="*/ 6 h 117"/>
                  <a:gd name="T30" fmla="*/ 69 w 117"/>
                  <a:gd name="T31" fmla="*/ 2 h 117"/>
                  <a:gd name="T32" fmla="*/ 58 w 117"/>
                  <a:gd name="T33" fmla="*/ 0 h 117"/>
                  <a:gd name="T34" fmla="*/ 46 w 117"/>
                  <a:gd name="T35" fmla="*/ 0 h 117"/>
                  <a:gd name="T36" fmla="*/ 35 w 117"/>
                  <a:gd name="T37" fmla="*/ 2 h 117"/>
                  <a:gd name="T38" fmla="*/ 25 w 117"/>
                  <a:gd name="T39" fmla="*/ 6 h 117"/>
                  <a:gd name="T40" fmla="*/ 17 w 117"/>
                  <a:gd name="T41" fmla="*/ 13 h 117"/>
                  <a:gd name="T42" fmla="*/ 10 w 117"/>
                  <a:gd name="T43" fmla="*/ 21 h 117"/>
                  <a:gd name="T44" fmla="*/ 5 w 117"/>
                  <a:gd name="T45" fmla="*/ 30 h 117"/>
                  <a:gd name="T46" fmla="*/ 1 w 117"/>
                  <a:gd name="T47" fmla="*/ 41 h 117"/>
                  <a:gd name="T48" fmla="*/ 0 w 117"/>
                  <a:gd name="T49" fmla="*/ 52 h 117"/>
                  <a:gd name="T50" fmla="*/ 1 w 117"/>
                  <a:gd name="T51" fmla="*/ 64 h 117"/>
                  <a:gd name="T52" fmla="*/ 5 w 117"/>
                  <a:gd name="T53" fmla="*/ 75 h 117"/>
                  <a:gd name="T54" fmla="*/ 10 w 117"/>
                  <a:gd name="T55" fmla="*/ 86 h 117"/>
                  <a:gd name="T56" fmla="*/ 17 w 117"/>
                  <a:gd name="T57" fmla="*/ 95 h 117"/>
                  <a:gd name="T58" fmla="*/ 25 w 117"/>
                  <a:gd name="T59" fmla="*/ 103 h 117"/>
                  <a:gd name="T60" fmla="*/ 35 w 117"/>
                  <a:gd name="T61" fmla="*/ 109 h 117"/>
                  <a:gd name="T62" fmla="*/ 46 w 117"/>
                  <a:gd name="T63" fmla="*/ 113 h 117"/>
                  <a:gd name="T64" fmla="*/ 58 w 117"/>
                  <a:gd name="T65" fmla="*/ 116 h 11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7"/>
                  <a:gd name="T100" fmla="*/ 0 h 117"/>
                  <a:gd name="T101" fmla="*/ 117 w 117"/>
                  <a:gd name="T102" fmla="*/ 117 h 11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7" h="117">
                    <a:moveTo>
                      <a:pt x="58" y="116"/>
                    </a:moveTo>
                    <a:lnTo>
                      <a:pt x="69" y="116"/>
                    </a:lnTo>
                    <a:lnTo>
                      <a:pt x="81" y="113"/>
                    </a:lnTo>
                    <a:lnTo>
                      <a:pt x="90" y="109"/>
                    </a:lnTo>
                    <a:lnTo>
                      <a:pt x="98" y="102"/>
                    </a:lnTo>
                    <a:lnTo>
                      <a:pt x="105" y="94"/>
                    </a:lnTo>
                    <a:lnTo>
                      <a:pt x="111" y="85"/>
                    </a:lnTo>
                    <a:lnTo>
                      <a:pt x="115" y="74"/>
                    </a:lnTo>
                    <a:lnTo>
                      <a:pt x="116" y="63"/>
                    </a:lnTo>
                    <a:lnTo>
                      <a:pt x="115" y="51"/>
                    </a:lnTo>
                    <a:lnTo>
                      <a:pt x="111" y="40"/>
                    </a:lnTo>
                    <a:lnTo>
                      <a:pt x="105" y="29"/>
                    </a:lnTo>
                    <a:lnTo>
                      <a:pt x="98" y="20"/>
                    </a:lnTo>
                    <a:lnTo>
                      <a:pt x="90" y="12"/>
                    </a:lnTo>
                    <a:lnTo>
                      <a:pt x="81" y="6"/>
                    </a:lnTo>
                    <a:lnTo>
                      <a:pt x="69" y="2"/>
                    </a:lnTo>
                    <a:lnTo>
                      <a:pt x="58" y="0"/>
                    </a:lnTo>
                    <a:lnTo>
                      <a:pt x="46" y="0"/>
                    </a:lnTo>
                    <a:lnTo>
                      <a:pt x="35" y="2"/>
                    </a:lnTo>
                    <a:lnTo>
                      <a:pt x="25" y="6"/>
                    </a:lnTo>
                    <a:lnTo>
                      <a:pt x="17" y="13"/>
                    </a:lnTo>
                    <a:lnTo>
                      <a:pt x="10" y="21"/>
                    </a:lnTo>
                    <a:lnTo>
                      <a:pt x="5" y="30"/>
                    </a:lnTo>
                    <a:lnTo>
                      <a:pt x="1" y="41"/>
                    </a:lnTo>
                    <a:lnTo>
                      <a:pt x="0" y="52"/>
                    </a:lnTo>
                    <a:lnTo>
                      <a:pt x="1" y="64"/>
                    </a:lnTo>
                    <a:lnTo>
                      <a:pt x="5" y="75"/>
                    </a:lnTo>
                    <a:lnTo>
                      <a:pt x="10" y="86"/>
                    </a:lnTo>
                    <a:lnTo>
                      <a:pt x="17" y="95"/>
                    </a:lnTo>
                    <a:lnTo>
                      <a:pt x="25" y="103"/>
                    </a:lnTo>
                    <a:lnTo>
                      <a:pt x="35" y="109"/>
                    </a:lnTo>
                    <a:lnTo>
                      <a:pt x="46" y="113"/>
                    </a:lnTo>
                    <a:lnTo>
                      <a:pt x="58" y="116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2" name="Freeform 319">
                <a:extLst>
                  <a:ext uri="{FF2B5EF4-FFF2-40B4-BE49-F238E27FC236}">
                    <a16:creationId xmlns:a16="http://schemas.microsoft.com/office/drawing/2014/main" id="{BA90B2A6-B19B-A6DE-2498-C4DD0CD90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1078"/>
                <a:ext cx="164" cy="191"/>
              </a:xfrm>
              <a:custGeom>
                <a:avLst/>
                <a:gdLst>
                  <a:gd name="T0" fmla="*/ 124 w 164"/>
                  <a:gd name="T1" fmla="*/ 47 h 191"/>
                  <a:gd name="T2" fmla="*/ 73 w 164"/>
                  <a:gd name="T3" fmla="*/ 11 h 191"/>
                  <a:gd name="T4" fmla="*/ 35 w 164"/>
                  <a:gd name="T5" fmla="*/ 0 h 191"/>
                  <a:gd name="T6" fmla="*/ 0 w 164"/>
                  <a:gd name="T7" fmla="*/ 178 h 191"/>
                  <a:gd name="T8" fmla="*/ 38 w 164"/>
                  <a:gd name="T9" fmla="*/ 190 h 191"/>
                  <a:gd name="T10" fmla="*/ 98 w 164"/>
                  <a:gd name="T11" fmla="*/ 174 h 191"/>
                  <a:gd name="T12" fmla="*/ 138 w 164"/>
                  <a:gd name="T13" fmla="*/ 185 h 191"/>
                  <a:gd name="T14" fmla="*/ 163 w 164"/>
                  <a:gd name="T15" fmla="*/ 60 h 191"/>
                  <a:gd name="T16" fmla="*/ 124 w 164"/>
                  <a:gd name="T17" fmla="*/ 47 h 19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191"/>
                  <a:gd name="T29" fmla="*/ 164 w 164"/>
                  <a:gd name="T30" fmla="*/ 191 h 19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191">
                    <a:moveTo>
                      <a:pt x="124" y="47"/>
                    </a:moveTo>
                    <a:lnTo>
                      <a:pt x="73" y="11"/>
                    </a:lnTo>
                    <a:lnTo>
                      <a:pt x="35" y="0"/>
                    </a:lnTo>
                    <a:lnTo>
                      <a:pt x="0" y="178"/>
                    </a:lnTo>
                    <a:lnTo>
                      <a:pt x="38" y="190"/>
                    </a:lnTo>
                    <a:lnTo>
                      <a:pt x="98" y="174"/>
                    </a:lnTo>
                    <a:lnTo>
                      <a:pt x="138" y="185"/>
                    </a:lnTo>
                    <a:lnTo>
                      <a:pt x="163" y="60"/>
                    </a:lnTo>
                    <a:lnTo>
                      <a:pt x="124" y="47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3" name="Freeform 320">
                <a:extLst>
                  <a:ext uri="{FF2B5EF4-FFF2-40B4-BE49-F238E27FC236}">
                    <a16:creationId xmlns:a16="http://schemas.microsoft.com/office/drawing/2014/main" id="{DC428137-60B4-07B9-85A6-9775CA43B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1125"/>
                <a:ext cx="60" cy="139"/>
              </a:xfrm>
              <a:custGeom>
                <a:avLst/>
                <a:gdLst>
                  <a:gd name="T0" fmla="*/ 24 w 60"/>
                  <a:gd name="T1" fmla="*/ 13 h 139"/>
                  <a:gd name="T2" fmla="*/ 0 w 60"/>
                  <a:gd name="T3" fmla="*/ 138 h 139"/>
                  <a:gd name="T4" fmla="*/ 40 w 60"/>
                  <a:gd name="T5" fmla="*/ 109 h 139"/>
                  <a:gd name="T6" fmla="*/ 59 w 60"/>
                  <a:gd name="T7" fmla="*/ 0 h 139"/>
                  <a:gd name="T8" fmla="*/ 24 w 60"/>
                  <a:gd name="T9" fmla="*/ 13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139"/>
                  <a:gd name="T17" fmla="*/ 60 w 60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139">
                    <a:moveTo>
                      <a:pt x="24" y="13"/>
                    </a:moveTo>
                    <a:lnTo>
                      <a:pt x="0" y="138"/>
                    </a:lnTo>
                    <a:lnTo>
                      <a:pt x="40" y="109"/>
                    </a:lnTo>
                    <a:lnTo>
                      <a:pt x="59" y="0"/>
                    </a:lnTo>
                    <a:lnTo>
                      <a:pt x="24" y="13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4" name="Freeform 321">
                <a:extLst>
                  <a:ext uri="{FF2B5EF4-FFF2-40B4-BE49-F238E27FC236}">
                    <a16:creationId xmlns:a16="http://schemas.microsoft.com/office/drawing/2014/main" id="{FD0D25F6-FE6E-CC10-37D9-140CAE880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1135"/>
                <a:ext cx="54" cy="123"/>
              </a:xfrm>
              <a:custGeom>
                <a:avLst/>
                <a:gdLst>
                  <a:gd name="T0" fmla="*/ 53 w 54"/>
                  <a:gd name="T1" fmla="*/ 7 h 123"/>
                  <a:gd name="T2" fmla="*/ 24 w 54"/>
                  <a:gd name="T3" fmla="*/ 0 h 123"/>
                  <a:gd name="T4" fmla="*/ 0 w 54"/>
                  <a:gd name="T5" fmla="*/ 111 h 123"/>
                  <a:gd name="T6" fmla="*/ 32 w 54"/>
                  <a:gd name="T7" fmla="*/ 122 h 123"/>
                  <a:gd name="T8" fmla="*/ 53 w 54"/>
                  <a:gd name="T9" fmla="*/ 7 h 1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23"/>
                  <a:gd name="T17" fmla="*/ 54 w 54"/>
                  <a:gd name="T18" fmla="*/ 123 h 1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23">
                    <a:moveTo>
                      <a:pt x="53" y="7"/>
                    </a:moveTo>
                    <a:lnTo>
                      <a:pt x="24" y="0"/>
                    </a:lnTo>
                    <a:lnTo>
                      <a:pt x="0" y="111"/>
                    </a:lnTo>
                    <a:lnTo>
                      <a:pt x="32" y="122"/>
                    </a:lnTo>
                    <a:lnTo>
                      <a:pt x="53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5" name="Freeform 322">
                <a:extLst>
                  <a:ext uri="{FF2B5EF4-FFF2-40B4-BE49-F238E27FC236}">
                    <a16:creationId xmlns:a16="http://schemas.microsoft.com/office/drawing/2014/main" id="{CE25C9D4-1313-538F-7DD6-2EB751E4A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099"/>
                <a:ext cx="79" cy="160"/>
              </a:xfrm>
              <a:custGeom>
                <a:avLst/>
                <a:gdLst>
                  <a:gd name="T0" fmla="*/ 78 w 79"/>
                  <a:gd name="T1" fmla="*/ 30 h 160"/>
                  <a:gd name="T2" fmla="*/ 35 w 79"/>
                  <a:gd name="T3" fmla="*/ 0 h 160"/>
                  <a:gd name="T4" fmla="*/ 0 w 79"/>
                  <a:gd name="T5" fmla="*/ 159 h 160"/>
                  <a:gd name="T6" fmla="*/ 54 w 79"/>
                  <a:gd name="T7" fmla="*/ 146 h 160"/>
                  <a:gd name="T8" fmla="*/ 78 w 79"/>
                  <a:gd name="T9" fmla="*/ 30 h 1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160"/>
                  <a:gd name="T17" fmla="*/ 79 w 79"/>
                  <a:gd name="T18" fmla="*/ 160 h 1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160">
                    <a:moveTo>
                      <a:pt x="78" y="30"/>
                    </a:moveTo>
                    <a:lnTo>
                      <a:pt x="35" y="0"/>
                    </a:lnTo>
                    <a:lnTo>
                      <a:pt x="0" y="159"/>
                    </a:lnTo>
                    <a:lnTo>
                      <a:pt x="54" y="146"/>
                    </a:lnTo>
                    <a:lnTo>
                      <a:pt x="78" y="3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6" name="Freeform 323">
                <a:extLst>
                  <a:ext uri="{FF2B5EF4-FFF2-40B4-BE49-F238E27FC236}">
                    <a16:creationId xmlns:a16="http://schemas.microsoft.com/office/drawing/2014/main" id="{8D6C5837-3B73-A8E7-28E5-BFB7F75CB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086"/>
                <a:ext cx="60" cy="172"/>
              </a:xfrm>
              <a:custGeom>
                <a:avLst/>
                <a:gdLst>
                  <a:gd name="T0" fmla="*/ 59 w 60"/>
                  <a:gd name="T1" fmla="*/ 7 h 172"/>
                  <a:gd name="T2" fmla="*/ 32 w 60"/>
                  <a:gd name="T3" fmla="*/ 0 h 172"/>
                  <a:gd name="T4" fmla="*/ 0 w 60"/>
                  <a:gd name="T5" fmla="*/ 163 h 172"/>
                  <a:gd name="T6" fmla="*/ 26 w 60"/>
                  <a:gd name="T7" fmla="*/ 171 h 172"/>
                  <a:gd name="T8" fmla="*/ 59 w 60"/>
                  <a:gd name="T9" fmla="*/ 7 h 1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172"/>
                  <a:gd name="T17" fmla="*/ 60 w 60"/>
                  <a:gd name="T18" fmla="*/ 172 h 1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172">
                    <a:moveTo>
                      <a:pt x="59" y="7"/>
                    </a:moveTo>
                    <a:lnTo>
                      <a:pt x="32" y="0"/>
                    </a:lnTo>
                    <a:lnTo>
                      <a:pt x="0" y="163"/>
                    </a:lnTo>
                    <a:lnTo>
                      <a:pt x="26" y="171"/>
                    </a:lnTo>
                    <a:lnTo>
                      <a:pt x="59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07" name="Freeform 324">
                <a:extLst>
                  <a:ext uri="{FF2B5EF4-FFF2-40B4-BE49-F238E27FC236}">
                    <a16:creationId xmlns:a16="http://schemas.microsoft.com/office/drawing/2014/main" id="{0D920E60-BD42-B22F-891B-31B2E2504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059"/>
                <a:ext cx="162" cy="79"/>
              </a:xfrm>
              <a:custGeom>
                <a:avLst/>
                <a:gdLst>
                  <a:gd name="T0" fmla="*/ 0 w 162"/>
                  <a:gd name="T1" fmla="*/ 18 h 79"/>
                  <a:gd name="T2" fmla="*/ 41 w 162"/>
                  <a:gd name="T3" fmla="*/ 0 h 79"/>
                  <a:gd name="T4" fmla="*/ 74 w 162"/>
                  <a:gd name="T5" fmla="*/ 11 h 79"/>
                  <a:gd name="T6" fmla="*/ 115 w 162"/>
                  <a:gd name="T7" fmla="*/ 49 h 79"/>
                  <a:gd name="T8" fmla="*/ 161 w 162"/>
                  <a:gd name="T9" fmla="*/ 66 h 79"/>
                  <a:gd name="T10" fmla="*/ 126 w 162"/>
                  <a:gd name="T11" fmla="*/ 78 h 79"/>
                  <a:gd name="T12" fmla="*/ 88 w 162"/>
                  <a:gd name="T13" fmla="*/ 66 h 79"/>
                  <a:gd name="T14" fmla="*/ 38 w 162"/>
                  <a:gd name="T15" fmla="*/ 29 h 79"/>
                  <a:gd name="T16" fmla="*/ 0 w 162"/>
                  <a:gd name="T17" fmla="*/ 18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2"/>
                  <a:gd name="T28" fmla="*/ 0 h 79"/>
                  <a:gd name="T29" fmla="*/ 162 w 162"/>
                  <a:gd name="T30" fmla="*/ 79 h 7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2" h="79">
                    <a:moveTo>
                      <a:pt x="0" y="18"/>
                    </a:moveTo>
                    <a:lnTo>
                      <a:pt x="41" y="0"/>
                    </a:lnTo>
                    <a:lnTo>
                      <a:pt x="74" y="11"/>
                    </a:lnTo>
                    <a:lnTo>
                      <a:pt x="115" y="49"/>
                    </a:lnTo>
                    <a:lnTo>
                      <a:pt x="161" y="66"/>
                    </a:lnTo>
                    <a:lnTo>
                      <a:pt x="126" y="78"/>
                    </a:lnTo>
                    <a:lnTo>
                      <a:pt x="88" y="66"/>
                    </a:lnTo>
                    <a:lnTo>
                      <a:pt x="38" y="29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39308" name="Group 325">
              <a:extLst>
                <a:ext uri="{FF2B5EF4-FFF2-40B4-BE49-F238E27FC236}">
                  <a16:creationId xmlns:a16="http://schemas.microsoft.com/office/drawing/2014/main" id="{6DD524F6-8EE8-8259-0775-883C815FC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4323" y="1910623"/>
              <a:ext cx="1098550" cy="1277938"/>
              <a:chOff x="4747" y="938"/>
              <a:chExt cx="692" cy="805"/>
            </a:xfrm>
          </p:grpSpPr>
          <p:sp>
            <p:nvSpPr>
              <p:cNvPr id="39309" name="Freeform 326">
                <a:extLst>
                  <a:ext uri="{FF2B5EF4-FFF2-40B4-BE49-F238E27FC236}">
                    <a16:creationId xmlns:a16="http://schemas.microsoft.com/office/drawing/2014/main" id="{E14DBCF6-D913-7D88-8F66-A5751B7D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5" y="938"/>
                <a:ext cx="332" cy="622"/>
              </a:xfrm>
              <a:custGeom>
                <a:avLst/>
                <a:gdLst>
                  <a:gd name="T0" fmla="*/ 147 w 332"/>
                  <a:gd name="T1" fmla="*/ 193 h 622"/>
                  <a:gd name="T2" fmla="*/ 139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4 h 622"/>
                  <a:gd name="T10" fmla="*/ 118 w 332"/>
                  <a:gd name="T11" fmla="*/ 115 h 622"/>
                  <a:gd name="T12" fmla="*/ 127 w 332"/>
                  <a:gd name="T13" fmla="*/ 103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6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1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2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7 w 332"/>
                  <a:gd name="T51" fmla="*/ 385 h 622"/>
                  <a:gd name="T52" fmla="*/ 79 w 332"/>
                  <a:gd name="T53" fmla="*/ 402 h 622"/>
                  <a:gd name="T54" fmla="*/ 118 w 332"/>
                  <a:gd name="T55" fmla="*/ 405 h 622"/>
                  <a:gd name="T56" fmla="*/ 170 w 332"/>
                  <a:gd name="T57" fmla="*/ 408 h 622"/>
                  <a:gd name="T58" fmla="*/ 217 w 332"/>
                  <a:gd name="T59" fmla="*/ 425 h 622"/>
                  <a:gd name="T60" fmla="*/ 232 w 332"/>
                  <a:gd name="T61" fmla="*/ 437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3 w 332"/>
                  <a:gd name="T73" fmla="*/ 610 h 622"/>
                  <a:gd name="T74" fmla="*/ 300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2 h 622"/>
                  <a:gd name="T84" fmla="*/ 274 w 332"/>
                  <a:gd name="T85" fmla="*/ 542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1 w 332"/>
                  <a:gd name="T91" fmla="*/ 444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2 w 332"/>
                  <a:gd name="T97" fmla="*/ 371 h 622"/>
                  <a:gd name="T98" fmla="*/ 203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2" y="231"/>
                    </a:moveTo>
                    <a:lnTo>
                      <a:pt x="143" y="229"/>
                    </a:lnTo>
                    <a:lnTo>
                      <a:pt x="144" y="220"/>
                    </a:lnTo>
                    <a:lnTo>
                      <a:pt x="145" y="207"/>
                    </a:lnTo>
                    <a:lnTo>
                      <a:pt x="147" y="193"/>
                    </a:lnTo>
                    <a:lnTo>
                      <a:pt x="148" y="178"/>
                    </a:lnTo>
                    <a:lnTo>
                      <a:pt x="148" y="165"/>
                    </a:lnTo>
                    <a:lnTo>
                      <a:pt x="147" y="153"/>
                    </a:lnTo>
                    <a:lnTo>
                      <a:pt x="145" y="146"/>
                    </a:lnTo>
                    <a:lnTo>
                      <a:pt x="139" y="142"/>
                    </a:lnTo>
                    <a:lnTo>
                      <a:pt x="133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6" y="121"/>
                    </a:lnTo>
                    <a:lnTo>
                      <a:pt x="107" y="120"/>
                    </a:lnTo>
                    <a:lnTo>
                      <a:pt x="108" y="118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0" y="114"/>
                    </a:lnTo>
                    <a:lnTo>
                      <a:pt x="110" y="115"/>
                    </a:lnTo>
                    <a:lnTo>
                      <a:pt x="111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2" y="113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7" y="103"/>
                    </a:lnTo>
                    <a:lnTo>
                      <a:pt x="128" y="99"/>
                    </a:lnTo>
                    <a:lnTo>
                      <a:pt x="129" y="95"/>
                    </a:lnTo>
                    <a:lnTo>
                      <a:pt x="130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6" y="85"/>
                    </a:lnTo>
                    <a:lnTo>
                      <a:pt x="137" y="84"/>
                    </a:lnTo>
                    <a:lnTo>
                      <a:pt x="138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6" y="42"/>
                    </a:lnTo>
                    <a:lnTo>
                      <a:pt x="124" y="36"/>
                    </a:lnTo>
                    <a:lnTo>
                      <a:pt x="121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2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1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1" y="20"/>
                    </a:lnTo>
                    <a:lnTo>
                      <a:pt x="40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7" y="76"/>
                    </a:lnTo>
                    <a:lnTo>
                      <a:pt x="49" y="81"/>
                    </a:lnTo>
                    <a:lnTo>
                      <a:pt x="51" y="87"/>
                    </a:lnTo>
                    <a:lnTo>
                      <a:pt x="52" y="94"/>
                    </a:lnTo>
                    <a:lnTo>
                      <a:pt x="52" y="99"/>
                    </a:lnTo>
                    <a:lnTo>
                      <a:pt x="53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9" y="138"/>
                    </a:lnTo>
                    <a:lnTo>
                      <a:pt x="7" y="142"/>
                    </a:lnTo>
                    <a:lnTo>
                      <a:pt x="5" y="145"/>
                    </a:lnTo>
                    <a:lnTo>
                      <a:pt x="4" y="149"/>
                    </a:lnTo>
                    <a:lnTo>
                      <a:pt x="2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6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8" y="280"/>
                    </a:lnTo>
                    <a:lnTo>
                      <a:pt x="18" y="290"/>
                    </a:lnTo>
                    <a:lnTo>
                      <a:pt x="17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6" y="364"/>
                    </a:lnTo>
                    <a:lnTo>
                      <a:pt x="31" y="376"/>
                    </a:lnTo>
                    <a:lnTo>
                      <a:pt x="37" y="385"/>
                    </a:lnTo>
                    <a:lnTo>
                      <a:pt x="45" y="391"/>
                    </a:lnTo>
                    <a:lnTo>
                      <a:pt x="53" y="396"/>
                    </a:lnTo>
                    <a:lnTo>
                      <a:pt x="63" y="398"/>
                    </a:lnTo>
                    <a:lnTo>
                      <a:pt x="71" y="401"/>
                    </a:lnTo>
                    <a:lnTo>
                      <a:pt x="79" y="402"/>
                    </a:lnTo>
                    <a:lnTo>
                      <a:pt x="85" y="402"/>
                    </a:lnTo>
                    <a:lnTo>
                      <a:pt x="89" y="402"/>
                    </a:lnTo>
                    <a:lnTo>
                      <a:pt x="97" y="403"/>
                    </a:lnTo>
                    <a:lnTo>
                      <a:pt x="107" y="404"/>
                    </a:lnTo>
                    <a:lnTo>
                      <a:pt x="118" y="405"/>
                    </a:lnTo>
                    <a:lnTo>
                      <a:pt x="130" y="406"/>
                    </a:lnTo>
                    <a:lnTo>
                      <a:pt x="142" y="406"/>
                    </a:lnTo>
                    <a:lnTo>
                      <a:pt x="153" y="407"/>
                    </a:lnTo>
                    <a:lnTo>
                      <a:pt x="162" y="408"/>
                    </a:lnTo>
                    <a:lnTo>
                      <a:pt x="170" y="408"/>
                    </a:lnTo>
                    <a:lnTo>
                      <a:pt x="178" y="410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8" y="421"/>
                    </a:lnTo>
                    <a:lnTo>
                      <a:pt x="217" y="425"/>
                    </a:lnTo>
                    <a:lnTo>
                      <a:pt x="226" y="428"/>
                    </a:lnTo>
                    <a:lnTo>
                      <a:pt x="231" y="431"/>
                    </a:lnTo>
                    <a:lnTo>
                      <a:pt x="233" y="431"/>
                    </a:lnTo>
                    <a:lnTo>
                      <a:pt x="232" y="433"/>
                    </a:lnTo>
                    <a:lnTo>
                      <a:pt x="232" y="437"/>
                    </a:lnTo>
                    <a:lnTo>
                      <a:pt x="232" y="444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6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7" y="552"/>
                    </a:lnTo>
                    <a:lnTo>
                      <a:pt x="237" y="562"/>
                    </a:lnTo>
                    <a:lnTo>
                      <a:pt x="236" y="568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7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8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7" y="609"/>
                    </a:lnTo>
                    <a:lnTo>
                      <a:pt x="273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0" y="618"/>
                    </a:lnTo>
                    <a:lnTo>
                      <a:pt x="306" y="619"/>
                    </a:lnTo>
                    <a:lnTo>
                      <a:pt x="312" y="620"/>
                    </a:lnTo>
                    <a:lnTo>
                      <a:pt x="316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7"/>
                    </a:lnTo>
                    <a:lnTo>
                      <a:pt x="327" y="615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8" y="607"/>
                    </a:lnTo>
                    <a:lnTo>
                      <a:pt x="324" y="604"/>
                    </a:lnTo>
                    <a:lnTo>
                      <a:pt x="318" y="601"/>
                    </a:lnTo>
                    <a:lnTo>
                      <a:pt x="309" y="598"/>
                    </a:lnTo>
                    <a:lnTo>
                      <a:pt x="301" y="594"/>
                    </a:lnTo>
                    <a:lnTo>
                      <a:pt x="292" y="590"/>
                    </a:lnTo>
                    <a:lnTo>
                      <a:pt x="284" y="586"/>
                    </a:lnTo>
                    <a:lnTo>
                      <a:pt x="278" y="581"/>
                    </a:lnTo>
                    <a:lnTo>
                      <a:pt x="273" y="576"/>
                    </a:lnTo>
                    <a:lnTo>
                      <a:pt x="272" y="572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2" y="557"/>
                    </a:lnTo>
                    <a:lnTo>
                      <a:pt x="273" y="550"/>
                    </a:lnTo>
                    <a:lnTo>
                      <a:pt x="274" y="542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19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4" y="481"/>
                    </a:lnTo>
                    <a:lnTo>
                      <a:pt x="286" y="471"/>
                    </a:lnTo>
                    <a:lnTo>
                      <a:pt x="286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8" y="450"/>
                    </a:lnTo>
                    <a:lnTo>
                      <a:pt x="290" y="448"/>
                    </a:lnTo>
                    <a:lnTo>
                      <a:pt x="291" y="444"/>
                    </a:lnTo>
                    <a:lnTo>
                      <a:pt x="293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89" y="408"/>
                    </a:lnTo>
                    <a:lnTo>
                      <a:pt x="285" y="402"/>
                    </a:lnTo>
                    <a:lnTo>
                      <a:pt x="279" y="397"/>
                    </a:lnTo>
                    <a:lnTo>
                      <a:pt x="272" y="391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5"/>
                    </a:lnTo>
                    <a:lnTo>
                      <a:pt x="232" y="371"/>
                    </a:lnTo>
                    <a:lnTo>
                      <a:pt x="226" y="366"/>
                    </a:lnTo>
                    <a:lnTo>
                      <a:pt x="220" y="362"/>
                    </a:lnTo>
                    <a:lnTo>
                      <a:pt x="215" y="358"/>
                    </a:lnTo>
                    <a:lnTo>
                      <a:pt x="210" y="356"/>
                    </a:lnTo>
                    <a:lnTo>
                      <a:pt x="203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6" y="341"/>
                    </a:lnTo>
                    <a:lnTo>
                      <a:pt x="171" y="338"/>
                    </a:lnTo>
                    <a:lnTo>
                      <a:pt x="167" y="335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2" y="23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0" name="Freeform 327">
                <a:extLst>
                  <a:ext uri="{FF2B5EF4-FFF2-40B4-BE49-F238E27FC236}">
                    <a16:creationId xmlns:a16="http://schemas.microsoft.com/office/drawing/2014/main" id="{FF34ED38-E374-F8F1-9FD0-E7FB54CB2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1081"/>
                <a:ext cx="117" cy="201"/>
              </a:xfrm>
              <a:custGeom>
                <a:avLst/>
                <a:gdLst>
                  <a:gd name="T0" fmla="*/ 49 w 117"/>
                  <a:gd name="T1" fmla="*/ 200 h 201"/>
                  <a:gd name="T2" fmla="*/ 64 w 117"/>
                  <a:gd name="T3" fmla="*/ 199 h 201"/>
                  <a:gd name="T4" fmla="*/ 87 w 117"/>
                  <a:gd name="T5" fmla="*/ 194 h 201"/>
                  <a:gd name="T6" fmla="*/ 107 w 117"/>
                  <a:gd name="T7" fmla="*/ 183 h 201"/>
                  <a:gd name="T8" fmla="*/ 116 w 117"/>
                  <a:gd name="T9" fmla="*/ 166 h 201"/>
                  <a:gd name="T10" fmla="*/ 110 w 117"/>
                  <a:gd name="T11" fmla="*/ 146 h 201"/>
                  <a:gd name="T12" fmla="*/ 95 w 117"/>
                  <a:gd name="T13" fmla="*/ 124 h 201"/>
                  <a:gd name="T14" fmla="*/ 80 w 117"/>
                  <a:gd name="T15" fmla="*/ 100 h 201"/>
                  <a:gd name="T16" fmla="*/ 73 w 117"/>
                  <a:gd name="T17" fmla="*/ 72 h 201"/>
                  <a:gd name="T18" fmla="*/ 80 w 117"/>
                  <a:gd name="T19" fmla="*/ 45 h 201"/>
                  <a:gd name="T20" fmla="*/ 92 w 117"/>
                  <a:gd name="T21" fmla="*/ 25 h 201"/>
                  <a:gd name="T22" fmla="*/ 98 w 117"/>
                  <a:gd name="T23" fmla="*/ 11 h 201"/>
                  <a:gd name="T24" fmla="*/ 88 w 117"/>
                  <a:gd name="T25" fmla="*/ 4 h 201"/>
                  <a:gd name="T26" fmla="*/ 63 w 117"/>
                  <a:gd name="T27" fmla="*/ 0 h 201"/>
                  <a:gd name="T28" fmla="*/ 35 w 117"/>
                  <a:gd name="T29" fmla="*/ 0 h 201"/>
                  <a:gd name="T30" fmla="*/ 13 w 117"/>
                  <a:gd name="T31" fmla="*/ 4 h 201"/>
                  <a:gd name="T32" fmla="*/ 5 w 117"/>
                  <a:gd name="T33" fmla="*/ 11 h 201"/>
                  <a:gd name="T34" fmla="*/ 1 w 117"/>
                  <a:gd name="T35" fmla="*/ 18 h 201"/>
                  <a:gd name="T36" fmla="*/ 0 w 117"/>
                  <a:gd name="T37" fmla="*/ 26 h 201"/>
                  <a:gd name="T38" fmla="*/ 2 w 117"/>
                  <a:gd name="T39" fmla="*/ 39 h 201"/>
                  <a:gd name="T40" fmla="*/ 9 w 117"/>
                  <a:gd name="T41" fmla="*/ 57 h 201"/>
                  <a:gd name="T42" fmla="*/ 14 w 117"/>
                  <a:gd name="T43" fmla="*/ 70 h 201"/>
                  <a:gd name="T44" fmla="*/ 17 w 117"/>
                  <a:gd name="T45" fmla="*/ 80 h 201"/>
                  <a:gd name="T46" fmla="*/ 19 w 117"/>
                  <a:gd name="T47" fmla="*/ 94 h 201"/>
                  <a:gd name="T48" fmla="*/ 20 w 117"/>
                  <a:gd name="T49" fmla="*/ 116 h 201"/>
                  <a:gd name="T50" fmla="*/ 19 w 117"/>
                  <a:gd name="T51" fmla="*/ 132 h 201"/>
                  <a:gd name="T52" fmla="*/ 17 w 117"/>
                  <a:gd name="T53" fmla="*/ 144 h 201"/>
                  <a:gd name="T54" fmla="*/ 17 w 117"/>
                  <a:gd name="T55" fmla="*/ 155 h 201"/>
                  <a:gd name="T56" fmla="*/ 17 w 117"/>
                  <a:gd name="T57" fmla="*/ 171 h 201"/>
                  <a:gd name="T58" fmla="*/ 21 w 117"/>
                  <a:gd name="T59" fmla="*/ 182 h 201"/>
                  <a:gd name="T60" fmla="*/ 24 w 117"/>
                  <a:gd name="T61" fmla="*/ 188 h 201"/>
                  <a:gd name="T62" fmla="*/ 29 w 117"/>
                  <a:gd name="T63" fmla="*/ 192 h 201"/>
                  <a:gd name="T64" fmla="*/ 33 w 117"/>
                  <a:gd name="T65" fmla="*/ 195 h 201"/>
                  <a:gd name="T66" fmla="*/ 38 w 117"/>
                  <a:gd name="T67" fmla="*/ 197 h 201"/>
                  <a:gd name="T68" fmla="*/ 43 w 117"/>
                  <a:gd name="T69" fmla="*/ 199 h 201"/>
                  <a:gd name="T70" fmla="*/ 46 w 117"/>
                  <a:gd name="T71" fmla="*/ 200 h 20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01"/>
                  <a:gd name="T110" fmla="*/ 117 w 117"/>
                  <a:gd name="T111" fmla="*/ 201 h 20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01">
                    <a:moveTo>
                      <a:pt x="46" y="200"/>
                    </a:moveTo>
                    <a:lnTo>
                      <a:pt x="49" y="200"/>
                    </a:lnTo>
                    <a:lnTo>
                      <a:pt x="55" y="199"/>
                    </a:lnTo>
                    <a:lnTo>
                      <a:pt x="64" y="199"/>
                    </a:lnTo>
                    <a:lnTo>
                      <a:pt x="75" y="196"/>
                    </a:lnTo>
                    <a:lnTo>
                      <a:pt x="87" y="194"/>
                    </a:lnTo>
                    <a:lnTo>
                      <a:pt x="98" y="189"/>
                    </a:lnTo>
                    <a:lnTo>
                      <a:pt x="107" y="183"/>
                    </a:lnTo>
                    <a:lnTo>
                      <a:pt x="113" y="176"/>
                    </a:lnTo>
                    <a:lnTo>
                      <a:pt x="116" y="166"/>
                    </a:lnTo>
                    <a:lnTo>
                      <a:pt x="114" y="156"/>
                    </a:lnTo>
                    <a:lnTo>
                      <a:pt x="110" y="146"/>
                    </a:lnTo>
                    <a:lnTo>
                      <a:pt x="103" y="135"/>
                    </a:lnTo>
                    <a:lnTo>
                      <a:pt x="95" y="124"/>
                    </a:lnTo>
                    <a:lnTo>
                      <a:pt x="87" y="113"/>
                    </a:lnTo>
                    <a:lnTo>
                      <a:pt x="80" y="100"/>
                    </a:lnTo>
                    <a:lnTo>
                      <a:pt x="75" y="87"/>
                    </a:lnTo>
                    <a:lnTo>
                      <a:pt x="73" y="72"/>
                    </a:lnTo>
                    <a:lnTo>
                      <a:pt x="75" y="58"/>
                    </a:lnTo>
                    <a:lnTo>
                      <a:pt x="80" y="45"/>
                    </a:lnTo>
                    <a:lnTo>
                      <a:pt x="87" y="34"/>
                    </a:lnTo>
                    <a:lnTo>
                      <a:pt x="92" y="25"/>
                    </a:lnTo>
                    <a:lnTo>
                      <a:pt x="97" y="17"/>
                    </a:lnTo>
                    <a:lnTo>
                      <a:pt x="98" y="11"/>
                    </a:lnTo>
                    <a:lnTo>
                      <a:pt x="96" y="6"/>
                    </a:lnTo>
                    <a:lnTo>
                      <a:pt x="88" y="4"/>
                    </a:lnTo>
                    <a:lnTo>
                      <a:pt x="77" y="2"/>
                    </a:lnTo>
                    <a:lnTo>
                      <a:pt x="63" y="0"/>
                    </a:lnTo>
                    <a:lnTo>
                      <a:pt x="49" y="0"/>
                    </a:lnTo>
                    <a:lnTo>
                      <a:pt x="35" y="0"/>
                    </a:lnTo>
                    <a:lnTo>
                      <a:pt x="23" y="1"/>
                    </a:lnTo>
                    <a:lnTo>
                      <a:pt x="13" y="4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4" y="15"/>
                    </a:lnTo>
                    <a:lnTo>
                      <a:pt x="1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2" y="39"/>
                    </a:lnTo>
                    <a:lnTo>
                      <a:pt x="5" y="48"/>
                    </a:lnTo>
                    <a:lnTo>
                      <a:pt x="9" y="57"/>
                    </a:lnTo>
                    <a:lnTo>
                      <a:pt x="11" y="65"/>
                    </a:lnTo>
                    <a:lnTo>
                      <a:pt x="14" y="70"/>
                    </a:lnTo>
                    <a:lnTo>
                      <a:pt x="16" y="74"/>
                    </a:lnTo>
                    <a:lnTo>
                      <a:pt x="17" y="80"/>
                    </a:lnTo>
                    <a:lnTo>
                      <a:pt x="18" y="85"/>
                    </a:lnTo>
                    <a:lnTo>
                      <a:pt x="19" y="94"/>
                    </a:lnTo>
                    <a:lnTo>
                      <a:pt x="20" y="105"/>
                    </a:lnTo>
                    <a:lnTo>
                      <a:pt x="20" y="116"/>
                    </a:lnTo>
                    <a:lnTo>
                      <a:pt x="20" y="125"/>
                    </a:lnTo>
                    <a:lnTo>
                      <a:pt x="19" y="132"/>
                    </a:lnTo>
                    <a:lnTo>
                      <a:pt x="18" y="138"/>
                    </a:lnTo>
                    <a:lnTo>
                      <a:pt x="17" y="144"/>
                    </a:lnTo>
                    <a:lnTo>
                      <a:pt x="17" y="149"/>
                    </a:lnTo>
                    <a:lnTo>
                      <a:pt x="17" y="155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19" y="177"/>
                    </a:lnTo>
                    <a:lnTo>
                      <a:pt x="21" y="182"/>
                    </a:lnTo>
                    <a:lnTo>
                      <a:pt x="23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1" y="194"/>
                    </a:lnTo>
                    <a:lnTo>
                      <a:pt x="33" y="195"/>
                    </a:lnTo>
                    <a:lnTo>
                      <a:pt x="35" y="196"/>
                    </a:lnTo>
                    <a:lnTo>
                      <a:pt x="38" y="197"/>
                    </a:lnTo>
                    <a:lnTo>
                      <a:pt x="40" y="198"/>
                    </a:lnTo>
                    <a:lnTo>
                      <a:pt x="43" y="199"/>
                    </a:lnTo>
                    <a:lnTo>
                      <a:pt x="45" y="200"/>
                    </a:lnTo>
                    <a:lnTo>
                      <a:pt x="46" y="200"/>
                    </a:lnTo>
                  </a:path>
                </a:pathLst>
              </a:custGeom>
              <a:solidFill>
                <a:srgbClr val="00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1" name="Freeform 328">
                <a:extLst>
                  <a:ext uri="{FF2B5EF4-FFF2-40B4-BE49-F238E27FC236}">
                    <a16:creationId xmlns:a16="http://schemas.microsoft.com/office/drawing/2014/main" id="{038EDA56-18B2-94F5-28BE-D6843621F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3" y="940"/>
                <a:ext cx="332" cy="622"/>
              </a:xfrm>
              <a:custGeom>
                <a:avLst/>
                <a:gdLst>
                  <a:gd name="T0" fmla="*/ 147 w 332"/>
                  <a:gd name="T1" fmla="*/ 196 h 622"/>
                  <a:gd name="T2" fmla="*/ 140 w 332"/>
                  <a:gd name="T3" fmla="*/ 142 h 622"/>
                  <a:gd name="T4" fmla="*/ 110 w 332"/>
                  <a:gd name="T5" fmla="*/ 126 h 622"/>
                  <a:gd name="T6" fmla="*/ 109 w 332"/>
                  <a:gd name="T7" fmla="*/ 117 h 622"/>
                  <a:gd name="T8" fmla="*/ 110 w 332"/>
                  <a:gd name="T9" fmla="*/ 115 h 622"/>
                  <a:gd name="T10" fmla="*/ 118 w 332"/>
                  <a:gd name="T11" fmla="*/ 115 h 622"/>
                  <a:gd name="T12" fmla="*/ 127 w 332"/>
                  <a:gd name="T13" fmla="*/ 104 h 622"/>
                  <a:gd name="T14" fmla="*/ 131 w 332"/>
                  <a:gd name="T15" fmla="*/ 86 h 622"/>
                  <a:gd name="T16" fmla="*/ 134 w 332"/>
                  <a:gd name="T17" fmla="*/ 86 h 622"/>
                  <a:gd name="T18" fmla="*/ 138 w 332"/>
                  <a:gd name="T19" fmla="*/ 80 h 622"/>
                  <a:gd name="T20" fmla="*/ 131 w 332"/>
                  <a:gd name="T21" fmla="*/ 61 h 622"/>
                  <a:gd name="T22" fmla="*/ 127 w 332"/>
                  <a:gd name="T23" fmla="*/ 42 h 622"/>
                  <a:gd name="T24" fmla="*/ 111 w 332"/>
                  <a:gd name="T25" fmla="*/ 16 h 622"/>
                  <a:gd name="T26" fmla="*/ 87 w 332"/>
                  <a:gd name="T27" fmla="*/ 0 h 622"/>
                  <a:gd name="T28" fmla="*/ 58 w 332"/>
                  <a:gd name="T29" fmla="*/ 5 h 622"/>
                  <a:gd name="T30" fmla="*/ 42 w 332"/>
                  <a:gd name="T31" fmla="*/ 20 h 622"/>
                  <a:gd name="T32" fmla="*/ 40 w 332"/>
                  <a:gd name="T33" fmla="*/ 50 h 622"/>
                  <a:gd name="T34" fmla="*/ 46 w 332"/>
                  <a:gd name="T35" fmla="*/ 71 h 622"/>
                  <a:gd name="T36" fmla="*/ 53 w 332"/>
                  <a:gd name="T37" fmla="*/ 99 h 622"/>
                  <a:gd name="T38" fmla="*/ 40 w 332"/>
                  <a:gd name="T39" fmla="*/ 120 h 622"/>
                  <a:gd name="T40" fmla="*/ 7 w 332"/>
                  <a:gd name="T41" fmla="*/ 142 h 622"/>
                  <a:gd name="T42" fmla="*/ 0 w 332"/>
                  <a:gd name="T43" fmla="*/ 163 h 622"/>
                  <a:gd name="T44" fmla="*/ 13 w 332"/>
                  <a:gd name="T45" fmla="*/ 221 h 622"/>
                  <a:gd name="T46" fmla="*/ 18 w 332"/>
                  <a:gd name="T47" fmla="*/ 290 h 622"/>
                  <a:gd name="T48" fmla="*/ 18 w 332"/>
                  <a:gd name="T49" fmla="*/ 330 h 622"/>
                  <a:gd name="T50" fmla="*/ 38 w 332"/>
                  <a:gd name="T51" fmla="*/ 385 h 622"/>
                  <a:gd name="T52" fmla="*/ 80 w 332"/>
                  <a:gd name="T53" fmla="*/ 413 h 622"/>
                  <a:gd name="T54" fmla="*/ 119 w 332"/>
                  <a:gd name="T55" fmla="*/ 414 h 622"/>
                  <a:gd name="T56" fmla="*/ 170 w 332"/>
                  <a:gd name="T57" fmla="*/ 408 h 622"/>
                  <a:gd name="T58" fmla="*/ 218 w 332"/>
                  <a:gd name="T59" fmla="*/ 425 h 622"/>
                  <a:gd name="T60" fmla="*/ 232 w 332"/>
                  <a:gd name="T61" fmla="*/ 438 h 622"/>
                  <a:gd name="T62" fmla="*/ 228 w 332"/>
                  <a:gd name="T63" fmla="*/ 481 h 622"/>
                  <a:gd name="T64" fmla="*/ 234 w 332"/>
                  <a:gd name="T65" fmla="*/ 530 h 622"/>
                  <a:gd name="T66" fmla="*/ 234 w 332"/>
                  <a:gd name="T67" fmla="*/ 573 h 622"/>
                  <a:gd name="T68" fmla="*/ 232 w 332"/>
                  <a:gd name="T69" fmla="*/ 590 h 622"/>
                  <a:gd name="T70" fmla="*/ 243 w 332"/>
                  <a:gd name="T71" fmla="*/ 609 h 622"/>
                  <a:gd name="T72" fmla="*/ 274 w 332"/>
                  <a:gd name="T73" fmla="*/ 610 h 622"/>
                  <a:gd name="T74" fmla="*/ 301 w 332"/>
                  <a:gd name="T75" fmla="*/ 618 h 622"/>
                  <a:gd name="T76" fmla="*/ 322 w 332"/>
                  <a:gd name="T77" fmla="*/ 619 h 622"/>
                  <a:gd name="T78" fmla="*/ 331 w 332"/>
                  <a:gd name="T79" fmla="*/ 609 h 622"/>
                  <a:gd name="T80" fmla="*/ 301 w 332"/>
                  <a:gd name="T81" fmla="*/ 594 h 622"/>
                  <a:gd name="T82" fmla="*/ 272 w 332"/>
                  <a:gd name="T83" fmla="*/ 573 h 622"/>
                  <a:gd name="T84" fmla="*/ 274 w 332"/>
                  <a:gd name="T85" fmla="*/ 543 h 622"/>
                  <a:gd name="T86" fmla="*/ 282 w 332"/>
                  <a:gd name="T87" fmla="*/ 501 h 622"/>
                  <a:gd name="T88" fmla="*/ 287 w 332"/>
                  <a:gd name="T89" fmla="*/ 458 h 622"/>
                  <a:gd name="T90" fmla="*/ 292 w 332"/>
                  <a:gd name="T91" fmla="*/ 445 h 622"/>
                  <a:gd name="T92" fmla="*/ 294 w 332"/>
                  <a:gd name="T93" fmla="*/ 424 h 622"/>
                  <a:gd name="T94" fmla="*/ 279 w 332"/>
                  <a:gd name="T95" fmla="*/ 397 h 622"/>
                  <a:gd name="T96" fmla="*/ 233 w 332"/>
                  <a:gd name="T97" fmla="*/ 371 h 622"/>
                  <a:gd name="T98" fmla="*/ 204 w 332"/>
                  <a:gd name="T99" fmla="*/ 354 h 622"/>
                  <a:gd name="T100" fmla="*/ 171 w 332"/>
                  <a:gd name="T101" fmla="*/ 338 h 6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332"/>
                  <a:gd name="T154" fmla="*/ 0 h 622"/>
                  <a:gd name="T155" fmla="*/ 332 w 332"/>
                  <a:gd name="T156" fmla="*/ 622 h 62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332" h="622">
                    <a:moveTo>
                      <a:pt x="143" y="236"/>
                    </a:moveTo>
                    <a:lnTo>
                      <a:pt x="143" y="233"/>
                    </a:lnTo>
                    <a:lnTo>
                      <a:pt x="145" y="224"/>
                    </a:lnTo>
                    <a:lnTo>
                      <a:pt x="145" y="212"/>
                    </a:lnTo>
                    <a:lnTo>
                      <a:pt x="147" y="196"/>
                    </a:lnTo>
                    <a:lnTo>
                      <a:pt x="148" y="180"/>
                    </a:lnTo>
                    <a:lnTo>
                      <a:pt x="148" y="166"/>
                    </a:lnTo>
                    <a:lnTo>
                      <a:pt x="147" y="154"/>
                    </a:lnTo>
                    <a:lnTo>
                      <a:pt x="145" y="146"/>
                    </a:lnTo>
                    <a:lnTo>
                      <a:pt x="140" y="142"/>
                    </a:lnTo>
                    <a:lnTo>
                      <a:pt x="134" y="138"/>
                    </a:lnTo>
                    <a:lnTo>
                      <a:pt x="127" y="134"/>
                    </a:lnTo>
                    <a:lnTo>
                      <a:pt x="121" y="131"/>
                    </a:lnTo>
                    <a:lnTo>
                      <a:pt x="115" y="128"/>
                    </a:lnTo>
                    <a:lnTo>
                      <a:pt x="110" y="126"/>
                    </a:lnTo>
                    <a:lnTo>
                      <a:pt x="107" y="123"/>
                    </a:lnTo>
                    <a:lnTo>
                      <a:pt x="107" y="121"/>
                    </a:lnTo>
                    <a:lnTo>
                      <a:pt x="108" y="120"/>
                    </a:lnTo>
                    <a:lnTo>
                      <a:pt x="109" y="119"/>
                    </a:lnTo>
                    <a:lnTo>
                      <a:pt x="109" y="117"/>
                    </a:lnTo>
                    <a:lnTo>
                      <a:pt x="110" y="116"/>
                    </a:lnTo>
                    <a:lnTo>
                      <a:pt x="110" y="115"/>
                    </a:lnTo>
                    <a:lnTo>
                      <a:pt x="112" y="115"/>
                    </a:lnTo>
                    <a:lnTo>
                      <a:pt x="114" y="115"/>
                    </a:lnTo>
                    <a:lnTo>
                      <a:pt x="116" y="115"/>
                    </a:lnTo>
                    <a:lnTo>
                      <a:pt x="118" y="115"/>
                    </a:lnTo>
                    <a:lnTo>
                      <a:pt x="121" y="115"/>
                    </a:lnTo>
                    <a:lnTo>
                      <a:pt x="123" y="114"/>
                    </a:lnTo>
                    <a:lnTo>
                      <a:pt x="124" y="112"/>
                    </a:lnTo>
                    <a:lnTo>
                      <a:pt x="127" y="109"/>
                    </a:lnTo>
                    <a:lnTo>
                      <a:pt x="127" y="104"/>
                    </a:lnTo>
                    <a:lnTo>
                      <a:pt x="129" y="100"/>
                    </a:lnTo>
                    <a:lnTo>
                      <a:pt x="130" y="95"/>
                    </a:lnTo>
                    <a:lnTo>
                      <a:pt x="131" y="92"/>
                    </a:lnTo>
                    <a:lnTo>
                      <a:pt x="131" y="88"/>
                    </a:lnTo>
                    <a:lnTo>
                      <a:pt x="131" y="86"/>
                    </a:lnTo>
                    <a:lnTo>
                      <a:pt x="132" y="86"/>
                    </a:lnTo>
                    <a:lnTo>
                      <a:pt x="133" y="86"/>
                    </a:lnTo>
                    <a:lnTo>
                      <a:pt x="134" y="86"/>
                    </a:lnTo>
                    <a:lnTo>
                      <a:pt x="135" y="86"/>
                    </a:lnTo>
                    <a:lnTo>
                      <a:pt x="137" y="86"/>
                    </a:lnTo>
                    <a:lnTo>
                      <a:pt x="138" y="85"/>
                    </a:lnTo>
                    <a:lnTo>
                      <a:pt x="139" y="83"/>
                    </a:lnTo>
                    <a:lnTo>
                      <a:pt x="138" y="80"/>
                    </a:lnTo>
                    <a:lnTo>
                      <a:pt x="137" y="77"/>
                    </a:lnTo>
                    <a:lnTo>
                      <a:pt x="136" y="74"/>
                    </a:lnTo>
                    <a:lnTo>
                      <a:pt x="134" y="69"/>
                    </a:lnTo>
                    <a:lnTo>
                      <a:pt x="133" y="65"/>
                    </a:lnTo>
                    <a:lnTo>
                      <a:pt x="131" y="61"/>
                    </a:lnTo>
                    <a:lnTo>
                      <a:pt x="130" y="57"/>
                    </a:lnTo>
                    <a:lnTo>
                      <a:pt x="129" y="55"/>
                    </a:lnTo>
                    <a:lnTo>
                      <a:pt x="128" y="51"/>
                    </a:lnTo>
                    <a:lnTo>
                      <a:pt x="127" y="47"/>
                    </a:lnTo>
                    <a:lnTo>
                      <a:pt x="127" y="42"/>
                    </a:lnTo>
                    <a:lnTo>
                      <a:pt x="125" y="36"/>
                    </a:lnTo>
                    <a:lnTo>
                      <a:pt x="122" y="30"/>
                    </a:lnTo>
                    <a:lnTo>
                      <a:pt x="119" y="24"/>
                    </a:lnTo>
                    <a:lnTo>
                      <a:pt x="116" y="19"/>
                    </a:lnTo>
                    <a:lnTo>
                      <a:pt x="111" y="16"/>
                    </a:lnTo>
                    <a:lnTo>
                      <a:pt x="107" y="12"/>
                    </a:lnTo>
                    <a:lnTo>
                      <a:pt x="103" y="9"/>
                    </a:lnTo>
                    <a:lnTo>
                      <a:pt x="98" y="5"/>
                    </a:lnTo>
                    <a:lnTo>
                      <a:pt x="92" y="3"/>
                    </a:lnTo>
                    <a:lnTo>
                      <a:pt x="87" y="0"/>
                    </a:lnTo>
                    <a:lnTo>
                      <a:pt x="82" y="0"/>
                    </a:lnTo>
                    <a:lnTo>
                      <a:pt x="75" y="0"/>
                    </a:lnTo>
                    <a:lnTo>
                      <a:pt x="69" y="1"/>
                    </a:lnTo>
                    <a:lnTo>
                      <a:pt x="63" y="4"/>
                    </a:lnTo>
                    <a:lnTo>
                      <a:pt x="58" y="5"/>
                    </a:lnTo>
                    <a:lnTo>
                      <a:pt x="53" y="8"/>
                    </a:lnTo>
                    <a:lnTo>
                      <a:pt x="49" y="10"/>
                    </a:lnTo>
                    <a:lnTo>
                      <a:pt x="46" y="12"/>
                    </a:lnTo>
                    <a:lnTo>
                      <a:pt x="43" y="16"/>
                    </a:lnTo>
                    <a:lnTo>
                      <a:pt x="42" y="20"/>
                    </a:lnTo>
                    <a:lnTo>
                      <a:pt x="41" y="26"/>
                    </a:lnTo>
                    <a:lnTo>
                      <a:pt x="40" y="32"/>
                    </a:lnTo>
                    <a:lnTo>
                      <a:pt x="40" y="38"/>
                    </a:lnTo>
                    <a:lnTo>
                      <a:pt x="40" y="44"/>
                    </a:lnTo>
                    <a:lnTo>
                      <a:pt x="40" y="50"/>
                    </a:lnTo>
                    <a:lnTo>
                      <a:pt x="40" y="55"/>
                    </a:lnTo>
                    <a:lnTo>
                      <a:pt x="40" y="60"/>
                    </a:lnTo>
                    <a:lnTo>
                      <a:pt x="42" y="64"/>
                    </a:lnTo>
                    <a:lnTo>
                      <a:pt x="44" y="68"/>
                    </a:lnTo>
                    <a:lnTo>
                      <a:pt x="46" y="71"/>
                    </a:lnTo>
                    <a:lnTo>
                      <a:pt x="48" y="76"/>
                    </a:lnTo>
                    <a:lnTo>
                      <a:pt x="50" y="81"/>
                    </a:lnTo>
                    <a:lnTo>
                      <a:pt x="51" y="88"/>
                    </a:lnTo>
                    <a:lnTo>
                      <a:pt x="52" y="94"/>
                    </a:lnTo>
                    <a:lnTo>
                      <a:pt x="53" y="99"/>
                    </a:lnTo>
                    <a:lnTo>
                      <a:pt x="54" y="104"/>
                    </a:lnTo>
                    <a:lnTo>
                      <a:pt x="54" y="108"/>
                    </a:lnTo>
                    <a:lnTo>
                      <a:pt x="52" y="111"/>
                    </a:lnTo>
                    <a:lnTo>
                      <a:pt x="47" y="115"/>
                    </a:lnTo>
                    <a:lnTo>
                      <a:pt x="40" y="120"/>
                    </a:lnTo>
                    <a:lnTo>
                      <a:pt x="31" y="124"/>
                    </a:lnTo>
                    <a:lnTo>
                      <a:pt x="23" y="129"/>
                    </a:lnTo>
                    <a:lnTo>
                      <a:pt x="15" y="133"/>
                    </a:lnTo>
                    <a:lnTo>
                      <a:pt x="10" y="138"/>
                    </a:lnTo>
                    <a:lnTo>
                      <a:pt x="7" y="142"/>
                    </a:lnTo>
                    <a:lnTo>
                      <a:pt x="6" y="145"/>
                    </a:lnTo>
                    <a:lnTo>
                      <a:pt x="5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0" y="163"/>
                    </a:lnTo>
                    <a:lnTo>
                      <a:pt x="0" y="171"/>
                    </a:lnTo>
                    <a:lnTo>
                      <a:pt x="1" y="180"/>
                    </a:lnTo>
                    <a:lnTo>
                      <a:pt x="5" y="192"/>
                    </a:lnTo>
                    <a:lnTo>
                      <a:pt x="10" y="206"/>
                    </a:lnTo>
                    <a:lnTo>
                      <a:pt x="13" y="221"/>
                    </a:lnTo>
                    <a:lnTo>
                      <a:pt x="16" y="237"/>
                    </a:lnTo>
                    <a:lnTo>
                      <a:pt x="17" y="253"/>
                    </a:lnTo>
                    <a:lnTo>
                      <a:pt x="18" y="267"/>
                    </a:lnTo>
                    <a:lnTo>
                      <a:pt x="19" y="280"/>
                    </a:lnTo>
                    <a:lnTo>
                      <a:pt x="18" y="290"/>
                    </a:lnTo>
                    <a:lnTo>
                      <a:pt x="18" y="297"/>
                    </a:lnTo>
                    <a:lnTo>
                      <a:pt x="17" y="304"/>
                    </a:lnTo>
                    <a:lnTo>
                      <a:pt x="17" y="311"/>
                    </a:lnTo>
                    <a:lnTo>
                      <a:pt x="17" y="320"/>
                    </a:lnTo>
                    <a:lnTo>
                      <a:pt x="18" y="330"/>
                    </a:lnTo>
                    <a:lnTo>
                      <a:pt x="20" y="341"/>
                    </a:lnTo>
                    <a:lnTo>
                      <a:pt x="23" y="352"/>
                    </a:lnTo>
                    <a:lnTo>
                      <a:pt x="27" y="364"/>
                    </a:lnTo>
                    <a:lnTo>
                      <a:pt x="32" y="376"/>
                    </a:lnTo>
                    <a:lnTo>
                      <a:pt x="38" y="385"/>
                    </a:lnTo>
                    <a:lnTo>
                      <a:pt x="46" y="393"/>
                    </a:lnTo>
                    <a:lnTo>
                      <a:pt x="54" y="400"/>
                    </a:lnTo>
                    <a:lnTo>
                      <a:pt x="63" y="405"/>
                    </a:lnTo>
                    <a:lnTo>
                      <a:pt x="72" y="409"/>
                    </a:lnTo>
                    <a:lnTo>
                      <a:pt x="80" y="413"/>
                    </a:lnTo>
                    <a:lnTo>
                      <a:pt x="86" y="414"/>
                    </a:lnTo>
                    <a:lnTo>
                      <a:pt x="90" y="415"/>
                    </a:lnTo>
                    <a:lnTo>
                      <a:pt x="98" y="416"/>
                    </a:lnTo>
                    <a:lnTo>
                      <a:pt x="108" y="415"/>
                    </a:lnTo>
                    <a:lnTo>
                      <a:pt x="119" y="414"/>
                    </a:lnTo>
                    <a:lnTo>
                      <a:pt x="131" y="412"/>
                    </a:lnTo>
                    <a:lnTo>
                      <a:pt x="143" y="410"/>
                    </a:lnTo>
                    <a:lnTo>
                      <a:pt x="154" y="409"/>
                    </a:lnTo>
                    <a:lnTo>
                      <a:pt x="163" y="408"/>
                    </a:lnTo>
                    <a:lnTo>
                      <a:pt x="170" y="408"/>
                    </a:lnTo>
                    <a:lnTo>
                      <a:pt x="178" y="411"/>
                    </a:lnTo>
                    <a:lnTo>
                      <a:pt x="187" y="414"/>
                    </a:lnTo>
                    <a:lnTo>
                      <a:pt x="197" y="417"/>
                    </a:lnTo>
                    <a:lnTo>
                      <a:pt x="209" y="421"/>
                    </a:lnTo>
                    <a:lnTo>
                      <a:pt x="218" y="425"/>
                    </a:lnTo>
                    <a:lnTo>
                      <a:pt x="226" y="428"/>
                    </a:lnTo>
                    <a:lnTo>
                      <a:pt x="232" y="431"/>
                    </a:lnTo>
                    <a:lnTo>
                      <a:pt x="233" y="431"/>
                    </a:lnTo>
                    <a:lnTo>
                      <a:pt x="233" y="433"/>
                    </a:lnTo>
                    <a:lnTo>
                      <a:pt x="232" y="438"/>
                    </a:lnTo>
                    <a:lnTo>
                      <a:pt x="232" y="445"/>
                    </a:lnTo>
                    <a:lnTo>
                      <a:pt x="231" y="453"/>
                    </a:lnTo>
                    <a:lnTo>
                      <a:pt x="230" y="462"/>
                    </a:lnTo>
                    <a:lnTo>
                      <a:pt x="229" y="471"/>
                    </a:lnTo>
                    <a:lnTo>
                      <a:pt x="228" y="481"/>
                    </a:lnTo>
                    <a:lnTo>
                      <a:pt x="228" y="488"/>
                    </a:lnTo>
                    <a:lnTo>
                      <a:pt x="229" y="497"/>
                    </a:lnTo>
                    <a:lnTo>
                      <a:pt x="230" y="507"/>
                    </a:lnTo>
                    <a:lnTo>
                      <a:pt x="232" y="518"/>
                    </a:lnTo>
                    <a:lnTo>
                      <a:pt x="234" y="530"/>
                    </a:lnTo>
                    <a:lnTo>
                      <a:pt x="236" y="542"/>
                    </a:lnTo>
                    <a:lnTo>
                      <a:pt x="238" y="553"/>
                    </a:lnTo>
                    <a:lnTo>
                      <a:pt x="238" y="562"/>
                    </a:lnTo>
                    <a:lnTo>
                      <a:pt x="236" y="569"/>
                    </a:lnTo>
                    <a:lnTo>
                      <a:pt x="234" y="573"/>
                    </a:lnTo>
                    <a:lnTo>
                      <a:pt x="233" y="577"/>
                    </a:lnTo>
                    <a:lnTo>
                      <a:pt x="232" y="581"/>
                    </a:lnTo>
                    <a:lnTo>
                      <a:pt x="232" y="585"/>
                    </a:lnTo>
                    <a:lnTo>
                      <a:pt x="232" y="588"/>
                    </a:lnTo>
                    <a:lnTo>
                      <a:pt x="232" y="590"/>
                    </a:lnTo>
                    <a:lnTo>
                      <a:pt x="232" y="592"/>
                    </a:lnTo>
                    <a:lnTo>
                      <a:pt x="238" y="609"/>
                    </a:lnTo>
                    <a:lnTo>
                      <a:pt x="239" y="609"/>
                    </a:lnTo>
                    <a:lnTo>
                      <a:pt x="243" y="609"/>
                    </a:lnTo>
                    <a:lnTo>
                      <a:pt x="249" y="609"/>
                    </a:lnTo>
                    <a:lnTo>
                      <a:pt x="255" y="609"/>
                    </a:lnTo>
                    <a:lnTo>
                      <a:pt x="261" y="609"/>
                    </a:lnTo>
                    <a:lnTo>
                      <a:pt x="268" y="609"/>
                    </a:lnTo>
                    <a:lnTo>
                      <a:pt x="274" y="610"/>
                    </a:lnTo>
                    <a:lnTo>
                      <a:pt x="278" y="612"/>
                    </a:lnTo>
                    <a:lnTo>
                      <a:pt x="283" y="613"/>
                    </a:lnTo>
                    <a:lnTo>
                      <a:pt x="288" y="615"/>
                    </a:lnTo>
                    <a:lnTo>
                      <a:pt x="294" y="616"/>
                    </a:lnTo>
                    <a:lnTo>
                      <a:pt x="301" y="618"/>
                    </a:lnTo>
                    <a:lnTo>
                      <a:pt x="307" y="619"/>
                    </a:lnTo>
                    <a:lnTo>
                      <a:pt x="312" y="620"/>
                    </a:lnTo>
                    <a:lnTo>
                      <a:pt x="317" y="621"/>
                    </a:lnTo>
                    <a:lnTo>
                      <a:pt x="319" y="620"/>
                    </a:lnTo>
                    <a:lnTo>
                      <a:pt x="322" y="619"/>
                    </a:lnTo>
                    <a:lnTo>
                      <a:pt x="325" y="618"/>
                    </a:lnTo>
                    <a:lnTo>
                      <a:pt x="327" y="616"/>
                    </a:lnTo>
                    <a:lnTo>
                      <a:pt x="330" y="614"/>
                    </a:lnTo>
                    <a:lnTo>
                      <a:pt x="331" y="611"/>
                    </a:lnTo>
                    <a:lnTo>
                      <a:pt x="331" y="609"/>
                    </a:lnTo>
                    <a:lnTo>
                      <a:pt x="329" y="607"/>
                    </a:lnTo>
                    <a:lnTo>
                      <a:pt x="325" y="604"/>
                    </a:lnTo>
                    <a:lnTo>
                      <a:pt x="318" y="602"/>
                    </a:lnTo>
                    <a:lnTo>
                      <a:pt x="310" y="598"/>
                    </a:lnTo>
                    <a:lnTo>
                      <a:pt x="301" y="594"/>
                    </a:lnTo>
                    <a:lnTo>
                      <a:pt x="293" y="590"/>
                    </a:lnTo>
                    <a:lnTo>
                      <a:pt x="285" y="586"/>
                    </a:lnTo>
                    <a:lnTo>
                      <a:pt x="278" y="581"/>
                    </a:lnTo>
                    <a:lnTo>
                      <a:pt x="274" y="577"/>
                    </a:lnTo>
                    <a:lnTo>
                      <a:pt x="272" y="573"/>
                    </a:lnTo>
                    <a:lnTo>
                      <a:pt x="272" y="568"/>
                    </a:lnTo>
                    <a:lnTo>
                      <a:pt x="272" y="563"/>
                    </a:lnTo>
                    <a:lnTo>
                      <a:pt x="273" y="557"/>
                    </a:lnTo>
                    <a:lnTo>
                      <a:pt x="273" y="550"/>
                    </a:lnTo>
                    <a:lnTo>
                      <a:pt x="274" y="543"/>
                    </a:lnTo>
                    <a:lnTo>
                      <a:pt x="275" y="535"/>
                    </a:lnTo>
                    <a:lnTo>
                      <a:pt x="277" y="528"/>
                    </a:lnTo>
                    <a:lnTo>
                      <a:pt x="278" y="520"/>
                    </a:lnTo>
                    <a:lnTo>
                      <a:pt x="280" y="511"/>
                    </a:lnTo>
                    <a:lnTo>
                      <a:pt x="282" y="501"/>
                    </a:lnTo>
                    <a:lnTo>
                      <a:pt x="284" y="491"/>
                    </a:lnTo>
                    <a:lnTo>
                      <a:pt x="285" y="481"/>
                    </a:lnTo>
                    <a:lnTo>
                      <a:pt x="286" y="471"/>
                    </a:lnTo>
                    <a:lnTo>
                      <a:pt x="287" y="464"/>
                    </a:lnTo>
                    <a:lnTo>
                      <a:pt x="287" y="458"/>
                    </a:lnTo>
                    <a:lnTo>
                      <a:pt x="287" y="454"/>
                    </a:lnTo>
                    <a:lnTo>
                      <a:pt x="287" y="453"/>
                    </a:lnTo>
                    <a:lnTo>
                      <a:pt x="289" y="451"/>
                    </a:lnTo>
                    <a:lnTo>
                      <a:pt x="290" y="448"/>
                    </a:lnTo>
                    <a:lnTo>
                      <a:pt x="292" y="445"/>
                    </a:lnTo>
                    <a:lnTo>
                      <a:pt x="294" y="441"/>
                    </a:lnTo>
                    <a:lnTo>
                      <a:pt x="295" y="437"/>
                    </a:lnTo>
                    <a:lnTo>
                      <a:pt x="296" y="433"/>
                    </a:lnTo>
                    <a:lnTo>
                      <a:pt x="295" y="429"/>
                    </a:lnTo>
                    <a:lnTo>
                      <a:pt x="294" y="424"/>
                    </a:lnTo>
                    <a:lnTo>
                      <a:pt x="293" y="419"/>
                    </a:lnTo>
                    <a:lnTo>
                      <a:pt x="291" y="414"/>
                    </a:lnTo>
                    <a:lnTo>
                      <a:pt x="290" y="408"/>
                    </a:lnTo>
                    <a:lnTo>
                      <a:pt x="285" y="403"/>
                    </a:lnTo>
                    <a:lnTo>
                      <a:pt x="279" y="397"/>
                    </a:lnTo>
                    <a:lnTo>
                      <a:pt x="272" y="392"/>
                    </a:lnTo>
                    <a:lnTo>
                      <a:pt x="261" y="386"/>
                    </a:lnTo>
                    <a:lnTo>
                      <a:pt x="249" y="381"/>
                    </a:lnTo>
                    <a:lnTo>
                      <a:pt x="240" y="376"/>
                    </a:lnTo>
                    <a:lnTo>
                      <a:pt x="233" y="371"/>
                    </a:lnTo>
                    <a:lnTo>
                      <a:pt x="226" y="366"/>
                    </a:lnTo>
                    <a:lnTo>
                      <a:pt x="221" y="362"/>
                    </a:lnTo>
                    <a:lnTo>
                      <a:pt x="216" y="359"/>
                    </a:lnTo>
                    <a:lnTo>
                      <a:pt x="210" y="356"/>
                    </a:lnTo>
                    <a:lnTo>
                      <a:pt x="204" y="354"/>
                    </a:lnTo>
                    <a:lnTo>
                      <a:pt x="197" y="351"/>
                    </a:lnTo>
                    <a:lnTo>
                      <a:pt x="190" y="349"/>
                    </a:lnTo>
                    <a:lnTo>
                      <a:pt x="183" y="345"/>
                    </a:lnTo>
                    <a:lnTo>
                      <a:pt x="177" y="341"/>
                    </a:lnTo>
                    <a:lnTo>
                      <a:pt x="171" y="338"/>
                    </a:lnTo>
                    <a:lnTo>
                      <a:pt x="167" y="334"/>
                    </a:lnTo>
                    <a:lnTo>
                      <a:pt x="164" y="333"/>
                    </a:lnTo>
                    <a:lnTo>
                      <a:pt x="163" y="332"/>
                    </a:lnTo>
                    <a:lnTo>
                      <a:pt x="143" y="236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2" name="Freeform 329">
                <a:extLst>
                  <a:ext uri="{FF2B5EF4-FFF2-40B4-BE49-F238E27FC236}">
                    <a16:creationId xmlns:a16="http://schemas.microsoft.com/office/drawing/2014/main" id="{E1FEED68-474A-1BB3-ECF0-683D4BABA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1134"/>
                <a:ext cx="32" cy="135"/>
              </a:xfrm>
              <a:custGeom>
                <a:avLst/>
                <a:gdLst>
                  <a:gd name="T0" fmla="*/ 15 w 32"/>
                  <a:gd name="T1" fmla="*/ 111 h 135"/>
                  <a:gd name="T2" fmla="*/ 13 w 32"/>
                  <a:gd name="T3" fmla="*/ 101 h 135"/>
                  <a:gd name="T4" fmla="*/ 12 w 32"/>
                  <a:gd name="T5" fmla="*/ 87 h 135"/>
                  <a:gd name="T6" fmla="*/ 13 w 32"/>
                  <a:gd name="T7" fmla="*/ 71 h 135"/>
                  <a:gd name="T8" fmla="*/ 16 w 32"/>
                  <a:gd name="T9" fmla="*/ 58 h 135"/>
                  <a:gd name="T10" fmla="*/ 17 w 32"/>
                  <a:gd name="T11" fmla="*/ 48 h 135"/>
                  <a:gd name="T12" fmla="*/ 17 w 32"/>
                  <a:gd name="T13" fmla="*/ 39 h 135"/>
                  <a:gd name="T14" fmla="*/ 15 w 32"/>
                  <a:gd name="T15" fmla="*/ 29 h 135"/>
                  <a:gd name="T16" fmla="*/ 12 w 32"/>
                  <a:gd name="T17" fmla="*/ 22 h 135"/>
                  <a:gd name="T18" fmla="*/ 10 w 32"/>
                  <a:gd name="T19" fmla="*/ 17 h 135"/>
                  <a:gd name="T20" fmla="*/ 6 w 32"/>
                  <a:gd name="T21" fmla="*/ 10 h 135"/>
                  <a:gd name="T22" fmla="*/ 2 w 32"/>
                  <a:gd name="T23" fmla="*/ 3 h 135"/>
                  <a:gd name="T24" fmla="*/ 1 w 32"/>
                  <a:gd name="T25" fmla="*/ 5 h 135"/>
                  <a:gd name="T26" fmla="*/ 5 w 32"/>
                  <a:gd name="T27" fmla="*/ 14 h 135"/>
                  <a:gd name="T28" fmla="*/ 7 w 32"/>
                  <a:gd name="T29" fmla="*/ 22 h 135"/>
                  <a:gd name="T30" fmla="*/ 8 w 32"/>
                  <a:gd name="T31" fmla="*/ 34 h 135"/>
                  <a:gd name="T32" fmla="*/ 9 w 32"/>
                  <a:gd name="T33" fmla="*/ 55 h 135"/>
                  <a:gd name="T34" fmla="*/ 8 w 32"/>
                  <a:gd name="T35" fmla="*/ 70 h 135"/>
                  <a:gd name="T36" fmla="*/ 6 w 32"/>
                  <a:gd name="T37" fmla="*/ 81 h 135"/>
                  <a:gd name="T38" fmla="*/ 6 w 32"/>
                  <a:gd name="T39" fmla="*/ 93 h 135"/>
                  <a:gd name="T40" fmla="*/ 7 w 32"/>
                  <a:gd name="T41" fmla="*/ 106 h 135"/>
                  <a:gd name="T42" fmla="*/ 10 w 32"/>
                  <a:gd name="T43" fmla="*/ 116 h 135"/>
                  <a:gd name="T44" fmla="*/ 12 w 32"/>
                  <a:gd name="T45" fmla="*/ 123 h 135"/>
                  <a:gd name="T46" fmla="*/ 15 w 32"/>
                  <a:gd name="T47" fmla="*/ 127 h 135"/>
                  <a:gd name="T48" fmla="*/ 20 w 32"/>
                  <a:gd name="T49" fmla="*/ 129 h 135"/>
                  <a:gd name="T50" fmla="*/ 24 w 32"/>
                  <a:gd name="T51" fmla="*/ 132 h 135"/>
                  <a:gd name="T52" fmla="*/ 27 w 32"/>
                  <a:gd name="T53" fmla="*/ 133 h 135"/>
                  <a:gd name="T54" fmla="*/ 30 w 32"/>
                  <a:gd name="T55" fmla="*/ 134 h 135"/>
                  <a:gd name="T56" fmla="*/ 28 w 32"/>
                  <a:gd name="T57" fmla="*/ 131 h 135"/>
                  <a:gd name="T58" fmla="*/ 23 w 32"/>
                  <a:gd name="T59" fmla="*/ 127 h 135"/>
                  <a:gd name="T60" fmla="*/ 19 w 32"/>
                  <a:gd name="T61" fmla="*/ 121 h 135"/>
                  <a:gd name="T62" fmla="*/ 15 w 32"/>
                  <a:gd name="T63" fmla="*/ 116 h 13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2"/>
                  <a:gd name="T97" fmla="*/ 0 h 135"/>
                  <a:gd name="T98" fmla="*/ 32 w 32"/>
                  <a:gd name="T99" fmla="*/ 135 h 13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2" h="135">
                    <a:moveTo>
                      <a:pt x="15" y="114"/>
                    </a:moveTo>
                    <a:lnTo>
                      <a:pt x="15" y="111"/>
                    </a:lnTo>
                    <a:lnTo>
                      <a:pt x="14" y="107"/>
                    </a:lnTo>
                    <a:lnTo>
                      <a:pt x="13" y="101"/>
                    </a:lnTo>
                    <a:lnTo>
                      <a:pt x="12" y="95"/>
                    </a:lnTo>
                    <a:lnTo>
                      <a:pt x="12" y="87"/>
                    </a:lnTo>
                    <a:lnTo>
                      <a:pt x="12" y="80"/>
                    </a:lnTo>
                    <a:lnTo>
                      <a:pt x="13" y="71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7" y="53"/>
                    </a:lnTo>
                    <a:lnTo>
                      <a:pt x="17" y="48"/>
                    </a:lnTo>
                    <a:lnTo>
                      <a:pt x="17" y="43"/>
                    </a:lnTo>
                    <a:lnTo>
                      <a:pt x="17" y="39"/>
                    </a:lnTo>
                    <a:lnTo>
                      <a:pt x="16" y="34"/>
                    </a:lnTo>
                    <a:lnTo>
                      <a:pt x="15" y="29"/>
                    </a:lnTo>
                    <a:lnTo>
                      <a:pt x="13" y="23"/>
                    </a:lnTo>
                    <a:lnTo>
                      <a:pt x="12" y="22"/>
                    </a:lnTo>
                    <a:lnTo>
                      <a:pt x="11" y="19"/>
                    </a:lnTo>
                    <a:lnTo>
                      <a:pt x="10" y="17"/>
                    </a:lnTo>
                    <a:lnTo>
                      <a:pt x="8" y="13"/>
                    </a:lnTo>
                    <a:lnTo>
                      <a:pt x="6" y="10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6" y="17"/>
                    </a:lnTo>
                    <a:lnTo>
                      <a:pt x="7" y="22"/>
                    </a:lnTo>
                    <a:lnTo>
                      <a:pt x="8" y="28"/>
                    </a:lnTo>
                    <a:lnTo>
                      <a:pt x="8" y="34"/>
                    </a:lnTo>
                    <a:lnTo>
                      <a:pt x="9" y="44"/>
                    </a:lnTo>
                    <a:lnTo>
                      <a:pt x="9" y="55"/>
                    </a:lnTo>
                    <a:lnTo>
                      <a:pt x="9" y="64"/>
                    </a:lnTo>
                    <a:lnTo>
                      <a:pt x="8" y="70"/>
                    </a:lnTo>
                    <a:lnTo>
                      <a:pt x="7" y="76"/>
                    </a:lnTo>
                    <a:lnTo>
                      <a:pt x="6" y="81"/>
                    </a:lnTo>
                    <a:lnTo>
                      <a:pt x="6" y="87"/>
                    </a:lnTo>
                    <a:lnTo>
                      <a:pt x="6" y="93"/>
                    </a:lnTo>
                    <a:lnTo>
                      <a:pt x="6" y="99"/>
                    </a:lnTo>
                    <a:lnTo>
                      <a:pt x="7" y="106"/>
                    </a:lnTo>
                    <a:lnTo>
                      <a:pt x="8" y="112"/>
                    </a:lnTo>
                    <a:lnTo>
                      <a:pt x="10" y="116"/>
                    </a:lnTo>
                    <a:lnTo>
                      <a:pt x="10" y="120"/>
                    </a:lnTo>
                    <a:lnTo>
                      <a:pt x="12" y="123"/>
                    </a:lnTo>
                    <a:lnTo>
                      <a:pt x="14" y="125"/>
                    </a:lnTo>
                    <a:lnTo>
                      <a:pt x="15" y="127"/>
                    </a:lnTo>
                    <a:lnTo>
                      <a:pt x="18" y="128"/>
                    </a:lnTo>
                    <a:lnTo>
                      <a:pt x="20" y="129"/>
                    </a:lnTo>
                    <a:lnTo>
                      <a:pt x="21" y="131"/>
                    </a:lnTo>
                    <a:lnTo>
                      <a:pt x="24" y="132"/>
                    </a:lnTo>
                    <a:lnTo>
                      <a:pt x="25" y="132"/>
                    </a:lnTo>
                    <a:lnTo>
                      <a:pt x="27" y="133"/>
                    </a:lnTo>
                    <a:lnTo>
                      <a:pt x="29" y="133"/>
                    </a:lnTo>
                    <a:lnTo>
                      <a:pt x="30" y="134"/>
                    </a:lnTo>
                    <a:lnTo>
                      <a:pt x="31" y="134"/>
                    </a:lnTo>
                    <a:lnTo>
                      <a:pt x="28" y="131"/>
                    </a:lnTo>
                    <a:lnTo>
                      <a:pt x="25" y="129"/>
                    </a:lnTo>
                    <a:lnTo>
                      <a:pt x="23" y="127"/>
                    </a:lnTo>
                    <a:lnTo>
                      <a:pt x="20" y="123"/>
                    </a:lnTo>
                    <a:lnTo>
                      <a:pt x="19" y="121"/>
                    </a:lnTo>
                    <a:lnTo>
                      <a:pt x="17" y="118"/>
                    </a:lnTo>
                    <a:lnTo>
                      <a:pt x="15" y="116"/>
                    </a:lnTo>
                    <a:lnTo>
                      <a:pt x="15" y="114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3" name="Freeform 330">
                <a:extLst>
                  <a:ext uri="{FF2B5EF4-FFF2-40B4-BE49-F238E27FC236}">
                    <a16:creationId xmlns:a16="http://schemas.microsoft.com/office/drawing/2014/main" id="{D163B282-B877-7606-0551-359CE1BB2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2" y="940"/>
                <a:ext cx="28" cy="68"/>
              </a:xfrm>
              <a:custGeom>
                <a:avLst/>
                <a:gdLst>
                  <a:gd name="T0" fmla="*/ 21 w 28"/>
                  <a:gd name="T1" fmla="*/ 0 h 68"/>
                  <a:gd name="T2" fmla="*/ 21 w 28"/>
                  <a:gd name="T3" fmla="*/ 0 h 68"/>
                  <a:gd name="T4" fmla="*/ 20 w 28"/>
                  <a:gd name="T5" fmla="*/ 2 h 68"/>
                  <a:gd name="T6" fmla="*/ 18 w 28"/>
                  <a:gd name="T7" fmla="*/ 5 h 68"/>
                  <a:gd name="T8" fmla="*/ 16 w 28"/>
                  <a:gd name="T9" fmla="*/ 9 h 68"/>
                  <a:gd name="T10" fmla="*/ 14 w 28"/>
                  <a:gd name="T11" fmla="*/ 14 h 68"/>
                  <a:gd name="T12" fmla="*/ 13 w 28"/>
                  <a:gd name="T13" fmla="*/ 19 h 68"/>
                  <a:gd name="T14" fmla="*/ 13 w 28"/>
                  <a:gd name="T15" fmla="*/ 26 h 68"/>
                  <a:gd name="T16" fmla="*/ 14 w 28"/>
                  <a:gd name="T17" fmla="*/ 32 h 68"/>
                  <a:gd name="T18" fmla="*/ 16 w 28"/>
                  <a:gd name="T19" fmla="*/ 39 h 68"/>
                  <a:gd name="T20" fmla="*/ 18 w 28"/>
                  <a:gd name="T21" fmla="*/ 44 h 68"/>
                  <a:gd name="T22" fmla="*/ 20 w 28"/>
                  <a:gd name="T23" fmla="*/ 50 h 68"/>
                  <a:gd name="T24" fmla="*/ 22 w 28"/>
                  <a:gd name="T25" fmla="*/ 55 h 68"/>
                  <a:gd name="T26" fmla="*/ 24 w 28"/>
                  <a:gd name="T27" fmla="*/ 59 h 68"/>
                  <a:gd name="T28" fmla="*/ 25 w 28"/>
                  <a:gd name="T29" fmla="*/ 61 h 68"/>
                  <a:gd name="T30" fmla="*/ 26 w 28"/>
                  <a:gd name="T31" fmla="*/ 63 h 68"/>
                  <a:gd name="T32" fmla="*/ 27 w 28"/>
                  <a:gd name="T33" fmla="*/ 64 h 68"/>
                  <a:gd name="T34" fmla="*/ 18 w 28"/>
                  <a:gd name="T35" fmla="*/ 67 h 68"/>
                  <a:gd name="T36" fmla="*/ 17 w 28"/>
                  <a:gd name="T37" fmla="*/ 66 h 68"/>
                  <a:gd name="T38" fmla="*/ 16 w 28"/>
                  <a:gd name="T39" fmla="*/ 64 h 68"/>
                  <a:gd name="T40" fmla="*/ 13 w 28"/>
                  <a:gd name="T41" fmla="*/ 61 h 68"/>
                  <a:gd name="T42" fmla="*/ 11 w 28"/>
                  <a:gd name="T43" fmla="*/ 58 h 68"/>
                  <a:gd name="T44" fmla="*/ 8 w 28"/>
                  <a:gd name="T45" fmla="*/ 54 h 68"/>
                  <a:gd name="T46" fmla="*/ 6 w 28"/>
                  <a:gd name="T47" fmla="*/ 49 h 68"/>
                  <a:gd name="T48" fmla="*/ 4 w 28"/>
                  <a:gd name="T49" fmla="*/ 44 h 68"/>
                  <a:gd name="T50" fmla="*/ 2 w 28"/>
                  <a:gd name="T51" fmla="*/ 38 h 68"/>
                  <a:gd name="T52" fmla="*/ 1 w 28"/>
                  <a:gd name="T53" fmla="*/ 31 h 68"/>
                  <a:gd name="T54" fmla="*/ 0 w 28"/>
                  <a:gd name="T55" fmla="*/ 26 h 68"/>
                  <a:gd name="T56" fmla="*/ 0 w 28"/>
                  <a:gd name="T57" fmla="*/ 21 h 68"/>
                  <a:gd name="T58" fmla="*/ 0 w 28"/>
                  <a:gd name="T59" fmla="*/ 17 h 68"/>
                  <a:gd name="T60" fmla="*/ 0 w 28"/>
                  <a:gd name="T61" fmla="*/ 13 h 68"/>
                  <a:gd name="T62" fmla="*/ 1 w 28"/>
                  <a:gd name="T63" fmla="*/ 11 h 68"/>
                  <a:gd name="T64" fmla="*/ 2 w 28"/>
                  <a:gd name="T65" fmla="*/ 8 h 68"/>
                  <a:gd name="T66" fmla="*/ 3 w 28"/>
                  <a:gd name="T67" fmla="*/ 6 h 68"/>
                  <a:gd name="T68" fmla="*/ 6 w 28"/>
                  <a:gd name="T69" fmla="*/ 4 h 68"/>
                  <a:gd name="T70" fmla="*/ 8 w 28"/>
                  <a:gd name="T71" fmla="*/ 1 h 68"/>
                  <a:gd name="T72" fmla="*/ 12 w 28"/>
                  <a:gd name="T73" fmla="*/ 0 h 68"/>
                  <a:gd name="T74" fmla="*/ 14 w 28"/>
                  <a:gd name="T75" fmla="*/ 0 h 68"/>
                  <a:gd name="T76" fmla="*/ 17 w 28"/>
                  <a:gd name="T77" fmla="*/ 0 h 68"/>
                  <a:gd name="T78" fmla="*/ 20 w 28"/>
                  <a:gd name="T79" fmla="*/ 0 h 68"/>
                  <a:gd name="T80" fmla="*/ 21 w 28"/>
                  <a:gd name="T81" fmla="*/ 0 h 68"/>
                  <a:gd name="T82" fmla="*/ 21 w 28"/>
                  <a:gd name="T83" fmla="*/ 0 h 6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68"/>
                  <a:gd name="T128" fmla="*/ 28 w 28"/>
                  <a:gd name="T129" fmla="*/ 68 h 6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68">
                    <a:moveTo>
                      <a:pt x="21" y="0"/>
                    </a:moveTo>
                    <a:lnTo>
                      <a:pt x="21" y="0"/>
                    </a:lnTo>
                    <a:lnTo>
                      <a:pt x="20" y="2"/>
                    </a:lnTo>
                    <a:lnTo>
                      <a:pt x="18" y="5"/>
                    </a:lnTo>
                    <a:lnTo>
                      <a:pt x="16" y="9"/>
                    </a:lnTo>
                    <a:lnTo>
                      <a:pt x="14" y="14"/>
                    </a:lnTo>
                    <a:lnTo>
                      <a:pt x="13" y="19"/>
                    </a:lnTo>
                    <a:lnTo>
                      <a:pt x="13" y="26"/>
                    </a:lnTo>
                    <a:lnTo>
                      <a:pt x="14" y="32"/>
                    </a:lnTo>
                    <a:lnTo>
                      <a:pt x="16" y="39"/>
                    </a:lnTo>
                    <a:lnTo>
                      <a:pt x="18" y="44"/>
                    </a:lnTo>
                    <a:lnTo>
                      <a:pt x="20" y="50"/>
                    </a:lnTo>
                    <a:lnTo>
                      <a:pt x="22" y="55"/>
                    </a:lnTo>
                    <a:lnTo>
                      <a:pt x="24" y="59"/>
                    </a:lnTo>
                    <a:lnTo>
                      <a:pt x="25" y="61"/>
                    </a:lnTo>
                    <a:lnTo>
                      <a:pt x="26" y="63"/>
                    </a:lnTo>
                    <a:lnTo>
                      <a:pt x="27" y="64"/>
                    </a:lnTo>
                    <a:lnTo>
                      <a:pt x="18" y="67"/>
                    </a:lnTo>
                    <a:lnTo>
                      <a:pt x="17" y="66"/>
                    </a:lnTo>
                    <a:lnTo>
                      <a:pt x="16" y="64"/>
                    </a:lnTo>
                    <a:lnTo>
                      <a:pt x="13" y="61"/>
                    </a:lnTo>
                    <a:lnTo>
                      <a:pt x="11" y="58"/>
                    </a:lnTo>
                    <a:lnTo>
                      <a:pt x="8" y="54"/>
                    </a:lnTo>
                    <a:lnTo>
                      <a:pt x="6" y="49"/>
                    </a:lnTo>
                    <a:lnTo>
                      <a:pt x="4" y="44"/>
                    </a:lnTo>
                    <a:lnTo>
                      <a:pt x="2" y="38"/>
                    </a:lnTo>
                    <a:lnTo>
                      <a:pt x="1" y="31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1" y="11"/>
                    </a:lnTo>
                    <a:lnTo>
                      <a:pt x="2" y="8"/>
                    </a:lnTo>
                    <a:lnTo>
                      <a:pt x="3" y="6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1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4" name="Freeform 331">
                <a:extLst>
                  <a:ext uri="{FF2B5EF4-FFF2-40B4-BE49-F238E27FC236}">
                    <a16:creationId xmlns:a16="http://schemas.microsoft.com/office/drawing/2014/main" id="{5717542C-28C9-DB06-1FFA-210D926B6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2" y="1006"/>
                <a:ext cx="67" cy="50"/>
              </a:xfrm>
              <a:custGeom>
                <a:avLst/>
                <a:gdLst>
                  <a:gd name="T0" fmla="*/ 66 w 67"/>
                  <a:gd name="T1" fmla="*/ 49 h 50"/>
                  <a:gd name="T2" fmla="*/ 64 w 67"/>
                  <a:gd name="T3" fmla="*/ 49 h 50"/>
                  <a:gd name="T4" fmla="*/ 62 w 67"/>
                  <a:gd name="T5" fmla="*/ 49 h 50"/>
                  <a:gd name="T6" fmla="*/ 59 w 67"/>
                  <a:gd name="T7" fmla="*/ 49 h 50"/>
                  <a:gd name="T8" fmla="*/ 55 w 67"/>
                  <a:gd name="T9" fmla="*/ 49 h 50"/>
                  <a:gd name="T10" fmla="*/ 49 w 67"/>
                  <a:gd name="T11" fmla="*/ 47 h 50"/>
                  <a:gd name="T12" fmla="*/ 44 w 67"/>
                  <a:gd name="T13" fmla="*/ 45 h 50"/>
                  <a:gd name="T14" fmla="*/ 37 w 67"/>
                  <a:gd name="T15" fmla="*/ 42 h 50"/>
                  <a:gd name="T16" fmla="*/ 30 w 67"/>
                  <a:gd name="T17" fmla="*/ 40 h 50"/>
                  <a:gd name="T18" fmla="*/ 23 w 67"/>
                  <a:gd name="T19" fmla="*/ 35 h 50"/>
                  <a:gd name="T20" fmla="*/ 17 w 67"/>
                  <a:gd name="T21" fmla="*/ 29 h 50"/>
                  <a:gd name="T22" fmla="*/ 12 w 67"/>
                  <a:gd name="T23" fmla="*/ 23 h 50"/>
                  <a:gd name="T24" fmla="*/ 8 w 67"/>
                  <a:gd name="T25" fmla="*/ 16 h 50"/>
                  <a:gd name="T26" fmla="*/ 5 w 67"/>
                  <a:gd name="T27" fmla="*/ 10 h 50"/>
                  <a:gd name="T28" fmla="*/ 2 w 67"/>
                  <a:gd name="T29" fmla="*/ 5 h 50"/>
                  <a:gd name="T30" fmla="*/ 0 w 67"/>
                  <a:gd name="T31" fmla="*/ 1 h 50"/>
                  <a:gd name="T32" fmla="*/ 0 w 67"/>
                  <a:gd name="T33" fmla="*/ 0 h 50"/>
                  <a:gd name="T34" fmla="*/ 1 w 67"/>
                  <a:gd name="T35" fmla="*/ 0 h 50"/>
                  <a:gd name="T36" fmla="*/ 2 w 67"/>
                  <a:gd name="T37" fmla="*/ 0 h 50"/>
                  <a:gd name="T38" fmla="*/ 4 w 67"/>
                  <a:gd name="T39" fmla="*/ 4 h 50"/>
                  <a:gd name="T40" fmla="*/ 5 w 67"/>
                  <a:gd name="T41" fmla="*/ 9 h 50"/>
                  <a:gd name="T42" fmla="*/ 9 w 67"/>
                  <a:gd name="T43" fmla="*/ 15 h 50"/>
                  <a:gd name="T44" fmla="*/ 13 w 67"/>
                  <a:gd name="T45" fmla="*/ 22 h 50"/>
                  <a:gd name="T46" fmla="*/ 18 w 67"/>
                  <a:gd name="T47" fmla="*/ 28 h 50"/>
                  <a:gd name="T48" fmla="*/ 24 w 67"/>
                  <a:gd name="T49" fmla="*/ 34 h 50"/>
                  <a:gd name="T50" fmla="*/ 31 w 67"/>
                  <a:gd name="T51" fmla="*/ 38 h 50"/>
                  <a:gd name="T52" fmla="*/ 38 w 67"/>
                  <a:gd name="T53" fmla="*/ 42 h 50"/>
                  <a:gd name="T54" fmla="*/ 44 w 67"/>
                  <a:gd name="T55" fmla="*/ 44 h 50"/>
                  <a:gd name="T56" fmla="*/ 49 w 67"/>
                  <a:gd name="T57" fmla="*/ 45 h 50"/>
                  <a:gd name="T58" fmla="*/ 55 w 67"/>
                  <a:gd name="T59" fmla="*/ 47 h 50"/>
                  <a:gd name="T60" fmla="*/ 59 w 67"/>
                  <a:gd name="T61" fmla="*/ 47 h 50"/>
                  <a:gd name="T62" fmla="*/ 61 w 67"/>
                  <a:gd name="T63" fmla="*/ 47 h 50"/>
                  <a:gd name="T64" fmla="*/ 64 w 67"/>
                  <a:gd name="T65" fmla="*/ 47 h 50"/>
                  <a:gd name="T66" fmla="*/ 65 w 67"/>
                  <a:gd name="T67" fmla="*/ 47 h 50"/>
                  <a:gd name="T68" fmla="*/ 66 w 67"/>
                  <a:gd name="T69" fmla="*/ 49 h 5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67"/>
                  <a:gd name="T106" fmla="*/ 0 h 50"/>
                  <a:gd name="T107" fmla="*/ 67 w 67"/>
                  <a:gd name="T108" fmla="*/ 50 h 5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67" h="50">
                    <a:moveTo>
                      <a:pt x="66" y="49"/>
                    </a:moveTo>
                    <a:lnTo>
                      <a:pt x="64" y="49"/>
                    </a:lnTo>
                    <a:lnTo>
                      <a:pt x="62" y="49"/>
                    </a:lnTo>
                    <a:lnTo>
                      <a:pt x="59" y="49"/>
                    </a:lnTo>
                    <a:lnTo>
                      <a:pt x="55" y="49"/>
                    </a:lnTo>
                    <a:lnTo>
                      <a:pt x="49" y="47"/>
                    </a:lnTo>
                    <a:lnTo>
                      <a:pt x="44" y="45"/>
                    </a:lnTo>
                    <a:lnTo>
                      <a:pt x="37" y="42"/>
                    </a:lnTo>
                    <a:lnTo>
                      <a:pt x="30" y="40"/>
                    </a:lnTo>
                    <a:lnTo>
                      <a:pt x="23" y="35"/>
                    </a:lnTo>
                    <a:lnTo>
                      <a:pt x="17" y="29"/>
                    </a:lnTo>
                    <a:lnTo>
                      <a:pt x="12" y="23"/>
                    </a:lnTo>
                    <a:lnTo>
                      <a:pt x="8" y="16"/>
                    </a:lnTo>
                    <a:lnTo>
                      <a:pt x="5" y="10"/>
                    </a:lnTo>
                    <a:lnTo>
                      <a:pt x="2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4"/>
                    </a:lnTo>
                    <a:lnTo>
                      <a:pt x="5" y="9"/>
                    </a:lnTo>
                    <a:lnTo>
                      <a:pt x="9" y="15"/>
                    </a:lnTo>
                    <a:lnTo>
                      <a:pt x="13" y="22"/>
                    </a:lnTo>
                    <a:lnTo>
                      <a:pt x="18" y="28"/>
                    </a:lnTo>
                    <a:lnTo>
                      <a:pt x="24" y="34"/>
                    </a:lnTo>
                    <a:lnTo>
                      <a:pt x="31" y="38"/>
                    </a:lnTo>
                    <a:lnTo>
                      <a:pt x="38" y="42"/>
                    </a:lnTo>
                    <a:lnTo>
                      <a:pt x="44" y="44"/>
                    </a:lnTo>
                    <a:lnTo>
                      <a:pt x="49" y="45"/>
                    </a:lnTo>
                    <a:lnTo>
                      <a:pt x="55" y="47"/>
                    </a:lnTo>
                    <a:lnTo>
                      <a:pt x="59" y="47"/>
                    </a:lnTo>
                    <a:lnTo>
                      <a:pt x="61" y="47"/>
                    </a:lnTo>
                    <a:lnTo>
                      <a:pt x="64" y="47"/>
                    </a:lnTo>
                    <a:lnTo>
                      <a:pt x="65" y="47"/>
                    </a:lnTo>
                    <a:lnTo>
                      <a:pt x="66" y="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5" name="Freeform 332">
                <a:extLst>
                  <a:ext uri="{FF2B5EF4-FFF2-40B4-BE49-F238E27FC236}">
                    <a16:creationId xmlns:a16="http://schemas.microsoft.com/office/drawing/2014/main" id="{C491BE29-DB16-D663-3EE2-6F93D2062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" y="1050"/>
                <a:ext cx="17" cy="17"/>
              </a:xfrm>
              <a:custGeom>
                <a:avLst/>
                <a:gdLst>
                  <a:gd name="T0" fmla="*/ 3 w 17"/>
                  <a:gd name="T1" fmla="*/ 2 h 17"/>
                  <a:gd name="T2" fmla="*/ 3 w 17"/>
                  <a:gd name="T3" fmla="*/ 2 h 17"/>
                  <a:gd name="T4" fmla="*/ 3 w 17"/>
                  <a:gd name="T5" fmla="*/ 2 h 17"/>
                  <a:gd name="T6" fmla="*/ 4 w 17"/>
                  <a:gd name="T7" fmla="*/ 2 h 17"/>
                  <a:gd name="T8" fmla="*/ 4 w 17"/>
                  <a:gd name="T9" fmla="*/ 2 h 17"/>
                  <a:gd name="T10" fmla="*/ 6 w 17"/>
                  <a:gd name="T11" fmla="*/ 2 h 17"/>
                  <a:gd name="T12" fmla="*/ 6 w 17"/>
                  <a:gd name="T13" fmla="*/ 2 h 17"/>
                  <a:gd name="T14" fmla="*/ 8 w 17"/>
                  <a:gd name="T15" fmla="*/ 2 h 17"/>
                  <a:gd name="T16" fmla="*/ 8 w 17"/>
                  <a:gd name="T17" fmla="*/ 2 h 17"/>
                  <a:gd name="T18" fmla="*/ 9 w 17"/>
                  <a:gd name="T19" fmla="*/ 0 h 17"/>
                  <a:gd name="T20" fmla="*/ 9 w 17"/>
                  <a:gd name="T21" fmla="*/ 0 h 17"/>
                  <a:gd name="T22" fmla="*/ 11 w 17"/>
                  <a:gd name="T23" fmla="*/ 0 h 17"/>
                  <a:gd name="T24" fmla="*/ 11 w 17"/>
                  <a:gd name="T25" fmla="*/ 2 h 17"/>
                  <a:gd name="T26" fmla="*/ 12 w 17"/>
                  <a:gd name="T27" fmla="*/ 2 h 17"/>
                  <a:gd name="T28" fmla="*/ 12 w 17"/>
                  <a:gd name="T29" fmla="*/ 2 h 17"/>
                  <a:gd name="T30" fmla="*/ 14 w 17"/>
                  <a:gd name="T31" fmla="*/ 2 h 17"/>
                  <a:gd name="T32" fmla="*/ 14 w 17"/>
                  <a:gd name="T33" fmla="*/ 4 h 17"/>
                  <a:gd name="T34" fmla="*/ 14 w 17"/>
                  <a:gd name="T35" fmla="*/ 6 h 17"/>
                  <a:gd name="T36" fmla="*/ 14 w 17"/>
                  <a:gd name="T37" fmla="*/ 6 h 17"/>
                  <a:gd name="T38" fmla="*/ 16 w 17"/>
                  <a:gd name="T39" fmla="*/ 8 h 17"/>
                  <a:gd name="T40" fmla="*/ 16 w 17"/>
                  <a:gd name="T41" fmla="*/ 10 h 17"/>
                  <a:gd name="T42" fmla="*/ 14 w 17"/>
                  <a:gd name="T43" fmla="*/ 10 h 17"/>
                  <a:gd name="T44" fmla="*/ 14 w 17"/>
                  <a:gd name="T45" fmla="*/ 12 h 17"/>
                  <a:gd name="T46" fmla="*/ 12 w 17"/>
                  <a:gd name="T47" fmla="*/ 12 h 17"/>
                  <a:gd name="T48" fmla="*/ 12 w 17"/>
                  <a:gd name="T49" fmla="*/ 14 h 17"/>
                  <a:gd name="T50" fmla="*/ 11 w 17"/>
                  <a:gd name="T51" fmla="*/ 14 h 17"/>
                  <a:gd name="T52" fmla="*/ 9 w 17"/>
                  <a:gd name="T53" fmla="*/ 14 h 17"/>
                  <a:gd name="T54" fmla="*/ 9 w 17"/>
                  <a:gd name="T55" fmla="*/ 14 h 17"/>
                  <a:gd name="T56" fmla="*/ 8 w 17"/>
                  <a:gd name="T57" fmla="*/ 16 h 17"/>
                  <a:gd name="T58" fmla="*/ 6 w 17"/>
                  <a:gd name="T59" fmla="*/ 16 h 17"/>
                  <a:gd name="T60" fmla="*/ 6 w 17"/>
                  <a:gd name="T61" fmla="*/ 16 h 17"/>
                  <a:gd name="T62" fmla="*/ 4 w 17"/>
                  <a:gd name="T63" fmla="*/ 14 h 17"/>
                  <a:gd name="T64" fmla="*/ 4 w 17"/>
                  <a:gd name="T65" fmla="*/ 14 h 17"/>
                  <a:gd name="T66" fmla="*/ 3 w 17"/>
                  <a:gd name="T67" fmla="*/ 14 h 17"/>
                  <a:gd name="T68" fmla="*/ 1 w 17"/>
                  <a:gd name="T69" fmla="*/ 12 h 17"/>
                  <a:gd name="T70" fmla="*/ 1 w 17"/>
                  <a:gd name="T71" fmla="*/ 10 h 17"/>
                  <a:gd name="T72" fmla="*/ 1 w 17"/>
                  <a:gd name="T73" fmla="*/ 8 h 17"/>
                  <a:gd name="T74" fmla="*/ 0 w 17"/>
                  <a:gd name="T75" fmla="*/ 8 h 17"/>
                  <a:gd name="T76" fmla="*/ 0 w 17"/>
                  <a:gd name="T77" fmla="*/ 6 h 17"/>
                  <a:gd name="T78" fmla="*/ 0 w 17"/>
                  <a:gd name="T79" fmla="*/ 6 h 17"/>
                  <a:gd name="T80" fmla="*/ 0 w 17"/>
                  <a:gd name="T81" fmla="*/ 6 h 17"/>
                  <a:gd name="T82" fmla="*/ 3 w 17"/>
                  <a:gd name="T83" fmla="*/ 2 h 1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7"/>
                  <a:gd name="T127" fmla="*/ 0 h 17"/>
                  <a:gd name="T128" fmla="*/ 17 w 17"/>
                  <a:gd name="T129" fmla="*/ 17 h 1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7" h="17">
                    <a:moveTo>
                      <a:pt x="3" y="2"/>
                    </a:moveTo>
                    <a:lnTo>
                      <a:pt x="3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12" y="2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6" y="8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1" y="14"/>
                    </a:lnTo>
                    <a:lnTo>
                      <a:pt x="9" y="14"/>
                    </a:lnTo>
                    <a:lnTo>
                      <a:pt x="8" y="16"/>
                    </a:lnTo>
                    <a:lnTo>
                      <a:pt x="6" y="16"/>
                    </a:lnTo>
                    <a:lnTo>
                      <a:pt x="4" y="14"/>
                    </a:lnTo>
                    <a:lnTo>
                      <a:pt x="3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3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6" name="Freeform 333">
                <a:extLst>
                  <a:ext uri="{FF2B5EF4-FFF2-40B4-BE49-F238E27FC236}">
                    <a16:creationId xmlns:a16="http://schemas.microsoft.com/office/drawing/2014/main" id="{0C8C326B-31BE-B996-61BA-2D71C1FD1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" y="1320"/>
                <a:ext cx="446" cy="402"/>
              </a:xfrm>
              <a:custGeom>
                <a:avLst/>
                <a:gdLst>
                  <a:gd name="T0" fmla="*/ 0 w 446"/>
                  <a:gd name="T1" fmla="*/ 401 h 402"/>
                  <a:gd name="T2" fmla="*/ 0 w 446"/>
                  <a:gd name="T3" fmla="*/ 106 h 402"/>
                  <a:gd name="T4" fmla="*/ 445 w 446"/>
                  <a:gd name="T5" fmla="*/ 0 h 402"/>
                  <a:gd name="T6" fmla="*/ 445 w 446"/>
                  <a:gd name="T7" fmla="*/ 303 h 402"/>
                  <a:gd name="T8" fmla="*/ 0 w 446"/>
                  <a:gd name="T9" fmla="*/ 401 h 4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6"/>
                  <a:gd name="T16" fmla="*/ 0 h 402"/>
                  <a:gd name="T17" fmla="*/ 446 w 446"/>
                  <a:gd name="T18" fmla="*/ 402 h 4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6" h="402">
                    <a:moveTo>
                      <a:pt x="0" y="401"/>
                    </a:moveTo>
                    <a:lnTo>
                      <a:pt x="0" y="106"/>
                    </a:lnTo>
                    <a:lnTo>
                      <a:pt x="445" y="0"/>
                    </a:lnTo>
                    <a:lnTo>
                      <a:pt x="445" y="303"/>
                    </a:lnTo>
                    <a:lnTo>
                      <a:pt x="0" y="401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7" name="Freeform 334">
                <a:extLst>
                  <a:ext uri="{FF2B5EF4-FFF2-40B4-BE49-F238E27FC236}">
                    <a16:creationId xmlns:a16="http://schemas.microsoft.com/office/drawing/2014/main" id="{8A2FE96F-1BF0-4FD7-9438-992A3D1A4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8" name="Freeform 335">
                <a:extLst>
                  <a:ext uri="{FF2B5EF4-FFF2-40B4-BE49-F238E27FC236}">
                    <a16:creationId xmlns:a16="http://schemas.microsoft.com/office/drawing/2014/main" id="{6C8FFFD2-9D46-4F82-3D6E-E4C43EBE1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19" name="Freeform 336">
                <a:extLst>
                  <a:ext uri="{FF2B5EF4-FFF2-40B4-BE49-F238E27FC236}">
                    <a16:creationId xmlns:a16="http://schemas.microsoft.com/office/drawing/2014/main" id="{E5347C4E-654E-8F51-759E-9D3B10455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5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0" name="Freeform 337">
                <a:extLst>
                  <a:ext uri="{FF2B5EF4-FFF2-40B4-BE49-F238E27FC236}">
                    <a16:creationId xmlns:a16="http://schemas.microsoft.com/office/drawing/2014/main" id="{F2127AF5-87F4-A61B-4AAD-1083274D3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6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1" name="Freeform 338">
                <a:extLst>
                  <a:ext uri="{FF2B5EF4-FFF2-40B4-BE49-F238E27FC236}">
                    <a16:creationId xmlns:a16="http://schemas.microsoft.com/office/drawing/2014/main" id="{813AF8CF-F43E-1377-30A2-616E662A9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9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2" name="Freeform 339">
                <a:extLst>
                  <a:ext uri="{FF2B5EF4-FFF2-40B4-BE49-F238E27FC236}">
                    <a16:creationId xmlns:a16="http://schemas.microsoft.com/office/drawing/2014/main" id="{E57975CC-55B9-BD0E-A97E-48EDCF8CC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3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3" name="Freeform 340">
                <a:extLst>
                  <a:ext uri="{FF2B5EF4-FFF2-40B4-BE49-F238E27FC236}">
                    <a16:creationId xmlns:a16="http://schemas.microsoft.com/office/drawing/2014/main" id="{5F054286-96DB-D1B4-D287-2D7C832F5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4" name="Freeform 341">
                <a:extLst>
                  <a:ext uri="{FF2B5EF4-FFF2-40B4-BE49-F238E27FC236}">
                    <a16:creationId xmlns:a16="http://schemas.microsoft.com/office/drawing/2014/main" id="{94EA2B30-3473-1595-9A4F-BA4F49AD7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0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5" name="Freeform 342">
                <a:extLst>
                  <a:ext uri="{FF2B5EF4-FFF2-40B4-BE49-F238E27FC236}">
                    <a16:creationId xmlns:a16="http://schemas.microsoft.com/office/drawing/2014/main" id="{E3161688-1A40-5114-312C-C88E5889E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7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6" name="Freeform 343">
                <a:extLst>
                  <a:ext uri="{FF2B5EF4-FFF2-40B4-BE49-F238E27FC236}">
                    <a16:creationId xmlns:a16="http://schemas.microsoft.com/office/drawing/2014/main" id="{A8D88C22-EABB-D45D-153B-19E8BEB53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7" name="Freeform 344">
                <a:extLst>
                  <a:ext uri="{FF2B5EF4-FFF2-40B4-BE49-F238E27FC236}">
                    <a16:creationId xmlns:a16="http://schemas.microsoft.com/office/drawing/2014/main" id="{B77F68B6-BC54-4C2E-22EF-513978CD9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9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8" name="Freeform 345">
                <a:extLst>
                  <a:ext uri="{FF2B5EF4-FFF2-40B4-BE49-F238E27FC236}">
                    <a16:creationId xmlns:a16="http://schemas.microsoft.com/office/drawing/2014/main" id="{CD0B9183-B9D5-D185-83C9-42B64CD74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" y="1437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5 w 24"/>
                  <a:gd name="T5" fmla="*/ 22 h 24"/>
                  <a:gd name="T6" fmla="*/ 17 w 24"/>
                  <a:gd name="T7" fmla="*/ 22 h 24"/>
                  <a:gd name="T8" fmla="*/ 19 w 24"/>
                  <a:gd name="T9" fmla="*/ 20 h 24"/>
                  <a:gd name="T10" fmla="*/ 20 w 24"/>
                  <a:gd name="T11" fmla="*/ 19 h 24"/>
                  <a:gd name="T12" fmla="*/ 22 w 24"/>
                  <a:gd name="T13" fmla="*/ 17 h 24"/>
                  <a:gd name="T14" fmla="*/ 22 w 24"/>
                  <a:gd name="T15" fmla="*/ 15 h 24"/>
                  <a:gd name="T16" fmla="*/ 23 w 24"/>
                  <a:gd name="T17" fmla="*/ 12 h 24"/>
                  <a:gd name="T18" fmla="*/ 22 w 24"/>
                  <a:gd name="T19" fmla="*/ 11 h 24"/>
                  <a:gd name="T20" fmla="*/ 22 w 24"/>
                  <a:gd name="T21" fmla="*/ 8 h 24"/>
                  <a:gd name="T22" fmla="*/ 20 w 24"/>
                  <a:gd name="T23" fmla="*/ 6 h 24"/>
                  <a:gd name="T24" fmla="*/ 19 w 24"/>
                  <a:gd name="T25" fmla="*/ 4 h 24"/>
                  <a:gd name="T26" fmla="*/ 17 w 24"/>
                  <a:gd name="T27" fmla="*/ 2 h 24"/>
                  <a:gd name="T28" fmla="*/ 15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1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6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3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5" y="22"/>
                    </a:lnTo>
                    <a:lnTo>
                      <a:pt x="17" y="22"/>
                    </a:lnTo>
                    <a:lnTo>
                      <a:pt x="19" y="20"/>
                    </a:lnTo>
                    <a:lnTo>
                      <a:pt x="20" y="19"/>
                    </a:lnTo>
                    <a:lnTo>
                      <a:pt x="22" y="17"/>
                    </a:lnTo>
                    <a:lnTo>
                      <a:pt x="22" y="15"/>
                    </a:lnTo>
                    <a:lnTo>
                      <a:pt x="23" y="12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9" y="4"/>
                    </a:lnTo>
                    <a:lnTo>
                      <a:pt x="17" y="2"/>
                    </a:lnTo>
                    <a:lnTo>
                      <a:pt x="15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29" name="Freeform 346">
                <a:extLst>
                  <a:ext uri="{FF2B5EF4-FFF2-40B4-BE49-F238E27FC236}">
                    <a16:creationId xmlns:a16="http://schemas.microsoft.com/office/drawing/2014/main" id="{5E42B81F-4E61-A736-663A-1B05B3CF7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1411"/>
                <a:ext cx="24" cy="24"/>
              </a:xfrm>
              <a:custGeom>
                <a:avLst/>
                <a:gdLst>
                  <a:gd name="T0" fmla="*/ 11 w 24"/>
                  <a:gd name="T1" fmla="*/ 23 h 24"/>
                  <a:gd name="T2" fmla="*/ 13 w 24"/>
                  <a:gd name="T3" fmla="*/ 23 h 24"/>
                  <a:gd name="T4" fmla="*/ 16 w 24"/>
                  <a:gd name="T5" fmla="*/ 23 h 24"/>
                  <a:gd name="T6" fmla="*/ 17 w 24"/>
                  <a:gd name="T7" fmla="*/ 22 h 24"/>
                  <a:gd name="T8" fmla="*/ 19 w 24"/>
                  <a:gd name="T9" fmla="*/ 21 h 24"/>
                  <a:gd name="T10" fmla="*/ 21 w 24"/>
                  <a:gd name="T11" fmla="*/ 19 h 24"/>
                  <a:gd name="T12" fmla="*/ 22 w 24"/>
                  <a:gd name="T13" fmla="*/ 17 h 24"/>
                  <a:gd name="T14" fmla="*/ 23 w 24"/>
                  <a:gd name="T15" fmla="*/ 16 h 24"/>
                  <a:gd name="T16" fmla="*/ 23 w 24"/>
                  <a:gd name="T17" fmla="*/ 13 h 24"/>
                  <a:gd name="T18" fmla="*/ 23 w 24"/>
                  <a:gd name="T19" fmla="*/ 11 h 24"/>
                  <a:gd name="T20" fmla="*/ 22 w 24"/>
                  <a:gd name="T21" fmla="*/ 9 h 24"/>
                  <a:gd name="T22" fmla="*/ 21 w 24"/>
                  <a:gd name="T23" fmla="*/ 6 h 24"/>
                  <a:gd name="T24" fmla="*/ 19 w 24"/>
                  <a:gd name="T25" fmla="*/ 5 h 24"/>
                  <a:gd name="T26" fmla="*/ 17 w 24"/>
                  <a:gd name="T27" fmla="*/ 3 h 24"/>
                  <a:gd name="T28" fmla="*/ 16 w 24"/>
                  <a:gd name="T29" fmla="*/ 1 h 24"/>
                  <a:gd name="T30" fmla="*/ 13 w 24"/>
                  <a:gd name="T31" fmla="*/ 0 h 24"/>
                  <a:gd name="T32" fmla="*/ 11 w 24"/>
                  <a:gd name="T33" fmla="*/ 0 h 24"/>
                  <a:gd name="T34" fmla="*/ 9 w 24"/>
                  <a:gd name="T35" fmla="*/ 0 h 24"/>
                  <a:gd name="T36" fmla="*/ 6 w 24"/>
                  <a:gd name="T37" fmla="*/ 0 h 24"/>
                  <a:gd name="T38" fmla="*/ 5 w 24"/>
                  <a:gd name="T39" fmla="*/ 0 h 24"/>
                  <a:gd name="T40" fmla="*/ 3 w 24"/>
                  <a:gd name="T41" fmla="*/ 2 h 24"/>
                  <a:gd name="T42" fmla="*/ 1 w 24"/>
                  <a:gd name="T43" fmla="*/ 3 h 24"/>
                  <a:gd name="T44" fmla="*/ 0 w 24"/>
                  <a:gd name="T45" fmla="*/ 5 h 24"/>
                  <a:gd name="T46" fmla="*/ 0 w 24"/>
                  <a:gd name="T47" fmla="*/ 7 h 24"/>
                  <a:gd name="T48" fmla="*/ 0 w 24"/>
                  <a:gd name="T49" fmla="*/ 9 h 24"/>
                  <a:gd name="T50" fmla="*/ 0 w 24"/>
                  <a:gd name="T51" fmla="*/ 11 h 24"/>
                  <a:gd name="T52" fmla="*/ 0 w 24"/>
                  <a:gd name="T53" fmla="*/ 14 h 24"/>
                  <a:gd name="T54" fmla="*/ 1 w 24"/>
                  <a:gd name="T55" fmla="*/ 16 h 24"/>
                  <a:gd name="T56" fmla="*/ 3 w 24"/>
                  <a:gd name="T57" fmla="*/ 17 h 24"/>
                  <a:gd name="T58" fmla="*/ 5 w 24"/>
                  <a:gd name="T59" fmla="*/ 19 h 24"/>
                  <a:gd name="T60" fmla="*/ 6 w 24"/>
                  <a:gd name="T61" fmla="*/ 21 h 24"/>
                  <a:gd name="T62" fmla="*/ 9 w 24"/>
                  <a:gd name="T63" fmla="*/ 22 h 24"/>
                  <a:gd name="T64" fmla="*/ 11 w 24"/>
                  <a:gd name="T65" fmla="*/ 23 h 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"/>
                  <a:gd name="T100" fmla="*/ 0 h 24"/>
                  <a:gd name="T101" fmla="*/ 24 w 24"/>
                  <a:gd name="T102" fmla="*/ 24 h 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" h="24">
                    <a:moveTo>
                      <a:pt x="11" y="23"/>
                    </a:moveTo>
                    <a:lnTo>
                      <a:pt x="13" y="23"/>
                    </a:lnTo>
                    <a:lnTo>
                      <a:pt x="16" y="23"/>
                    </a:lnTo>
                    <a:lnTo>
                      <a:pt x="17" y="22"/>
                    </a:lnTo>
                    <a:lnTo>
                      <a:pt x="19" y="21"/>
                    </a:lnTo>
                    <a:lnTo>
                      <a:pt x="21" y="19"/>
                    </a:lnTo>
                    <a:lnTo>
                      <a:pt x="22" y="17"/>
                    </a:lnTo>
                    <a:lnTo>
                      <a:pt x="23" y="16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9" y="5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7"/>
                    </a:lnTo>
                    <a:lnTo>
                      <a:pt x="5" y="19"/>
                    </a:lnTo>
                    <a:lnTo>
                      <a:pt x="6" y="21"/>
                    </a:lnTo>
                    <a:lnTo>
                      <a:pt x="9" y="22"/>
                    </a:lnTo>
                    <a:lnTo>
                      <a:pt x="11" y="23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0" name="Freeform 347">
                <a:extLst>
                  <a:ext uri="{FF2B5EF4-FFF2-40B4-BE49-F238E27FC236}">
                    <a16:creationId xmlns:a16="http://schemas.microsoft.com/office/drawing/2014/main" id="{9A24D4FB-F862-A775-71AD-EC477C133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5" y="1351"/>
                <a:ext cx="17" cy="99"/>
              </a:xfrm>
              <a:custGeom>
                <a:avLst/>
                <a:gdLst>
                  <a:gd name="T0" fmla="*/ 16 w 17"/>
                  <a:gd name="T1" fmla="*/ 98 h 99"/>
                  <a:gd name="T2" fmla="*/ 16 w 17"/>
                  <a:gd name="T3" fmla="*/ 2 h 99"/>
                  <a:gd name="T4" fmla="*/ 0 w 17"/>
                  <a:gd name="T5" fmla="*/ 0 h 99"/>
                  <a:gd name="T6" fmla="*/ 0 w 17"/>
                  <a:gd name="T7" fmla="*/ 95 h 99"/>
                  <a:gd name="T8" fmla="*/ 16 w 17"/>
                  <a:gd name="T9" fmla="*/ 98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9"/>
                  <a:gd name="T17" fmla="*/ 17 w 1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9">
                    <a:moveTo>
                      <a:pt x="16" y="98"/>
                    </a:moveTo>
                    <a:lnTo>
                      <a:pt x="16" y="2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16" y="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1" name="Freeform 348">
                <a:extLst>
                  <a:ext uri="{FF2B5EF4-FFF2-40B4-BE49-F238E27FC236}">
                    <a16:creationId xmlns:a16="http://schemas.microsoft.com/office/drawing/2014/main" id="{BE3F3FD9-B1C2-C950-CDB0-7EB274C75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6" y="1437"/>
                <a:ext cx="68" cy="67"/>
              </a:xfrm>
              <a:custGeom>
                <a:avLst/>
                <a:gdLst>
                  <a:gd name="T0" fmla="*/ 10 w 68"/>
                  <a:gd name="T1" fmla="*/ 0 h 67"/>
                  <a:gd name="T2" fmla="*/ 67 w 68"/>
                  <a:gd name="T3" fmla="*/ 58 h 67"/>
                  <a:gd name="T4" fmla="*/ 67 w 68"/>
                  <a:gd name="T5" fmla="*/ 66 h 67"/>
                  <a:gd name="T6" fmla="*/ 0 w 68"/>
                  <a:gd name="T7" fmla="*/ 13 h 67"/>
                  <a:gd name="T8" fmla="*/ 10 w 68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"/>
                  <a:gd name="T16" fmla="*/ 0 h 67"/>
                  <a:gd name="T17" fmla="*/ 68 w 6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" h="67">
                    <a:moveTo>
                      <a:pt x="10" y="0"/>
                    </a:moveTo>
                    <a:lnTo>
                      <a:pt x="67" y="58"/>
                    </a:lnTo>
                    <a:lnTo>
                      <a:pt x="67" y="66"/>
                    </a:lnTo>
                    <a:lnTo>
                      <a:pt x="0" y="1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2" name="Freeform 349">
                <a:extLst>
                  <a:ext uri="{FF2B5EF4-FFF2-40B4-BE49-F238E27FC236}">
                    <a16:creationId xmlns:a16="http://schemas.microsoft.com/office/drawing/2014/main" id="{C1B442A7-F807-833A-567E-427A782D7F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9" y="1441"/>
                <a:ext cx="47" cy="66"/>
              </a:xfrm>
              <a:custGeom>
                <a:avLst/>
                <a:gdLst>
                  <a:gd name="T0" fmla="*/ 36 w 47"/>
                  <a:gd name="T1" fmla="*/ 0 h 66"/>
                  <a:gd name="T2" fmla="*/ 0 w 47"/>
                  <a:gd name="T3" fmla="*/ 52 h 66"/>
                  <a:gd name="T4" fmla="*/ 0 w 47"/>
                  <a:gd name="T5" fmla="*/ 65 h 66"/>
                  <a:gd name="T6" fmla="*/ 46 w 47"/>
                  <a:gd name="T7" fmla="*/ 13 h 66"/>
                  <a:gd name="T8" fmla="*/ 36 w 47"/>
                  <a:gd name="T9" fmla="*/ 0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66"/>
                  <a:gd name="T17" fmla="*/ 47 w 47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66">
                    <a:moveTo>
                      <a:pt x="36" y="0"/>
                    </a:moveTo>
                    <a:lnTo>
                      <a:pt x="0" y="52"/>
                    </a:lnTo>
                    <a:lnTo>
                      <a:pt x="0" y="65"/>
                    </a:lnTo>
                    <a:lnTo>
                      <a:pt x="46" y="13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3" name="Freeform 350">
                <a:extLst>
                  <a:ext uri="{FF2B5EF4-FFF2-40B4-BE49-F238E27FC236}">
                    <a16:creationId xmlns:a16="http://schemas.microsoft.com/office/drawing/2014/main" id="{46743D90-2E45-3209-F0D9-26AE1FA56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3" y="1438"/>
                <a:ext cx="75" cy="17"/>
              </a:xfrm>
              <a:custGeom>
                <a:avLst/>
                <a:gdLst>
                  <a:gd name="T0" fmla="*/ 68 w 75"/>
                  <a:gd name="T1" fmla="*/ 2 h 17"/>
                  <a:gd name="T2" fmla="*/ 0 w 75"/>
                  <a:gd name="T3" fmla="*/ 0 h 17"/>
                  <a:gd name="T4" fmla="*/ 0 w 75"/>
                  <a:gd name="T5" fmla="*/ 5 h 17"/>
                  <a:gd name="T6" fmla="*/ 74 w 75"/>
                  <a:gd name="T7" fmla="*/ 16 h 17"/>
                  <a:gd name="T8" fmla="*/ 68 w 75"/>
                  <a:gd name="T9" fmla="*/ 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17"/>
                  <a:gd name="T17" fmla="*/ 75 w 7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17">
                    <a:moveTo>
                      <a:pt x="68" y="2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74" y="16"/>
                    </a:lnTo>
                    <a:lnTo>
                      <a:pt x="68" y="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4" name="Freeform 351">
                <a:extLst>
                  <a:ext uri="{FF2B5EF4-FFF2-40B4-BE49-F238E27FC236}">
                    <a16:creationId xmlns:a16="http://schemas.microsoft.com/office/drawing/2014/main" id="{47F2D267-1D2A-76E8-9484-6C9F0ADB4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" y="1432"/>
                <a:ext cx="53" cy="19"/>
              </a:xfrm>
              <a:custGeom>
                <a:avLst/>
                <a:gdLst>
                  <a:gd name="T0" fmla="*/ 0 w 53"/>
                  <a:gd name="T1" fmla="*/ 8 h 19"/>
                  <a:gd name="T2" fmla="*/ 52 w 53"/>
                  <a:gd name="T3" fmla="*/ 0 h 19"/>
                  <a:gd name="T4" fmla="*/ 52 w 53"/>
                  <a:gd name="T5" fmla="*/ 4 h 19"/>
                  <a:gd name="T6" fmla="*/ 0 w 53"/>
                  <a:gd name="T7" fmla="*/ 18 h 19"/>
                  <a:gd name="T8" fmla="*/ 0 w 53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19"/>
                  <a:gd name="T17" fmla="*/ 53 w 53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19">
                    <a:moveTo>
                      <a:pt x="0" y="8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0" y="1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5" name="Freeform 352">
                <a:extLst>
                  <a:ext uri="{FF2B5EF4-FFF2-40B4-BE49-F238E27FC236}">
                    <a16:creationId xmlns:a16="http://schemas.microsoft.com/office/drawing/2014/main" id="{9D35ACC1-F7E9-9C11-4D66-7B0DD56A5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0" y="1404"/>
                <a:ext cx="29" cy="44"/>
              </a:xfrm>
              <a:custGeom>
                <a:avLst/>
                <a:gdLst>
                  <a:gd name="T0" fmla="*/ 28 w 29"/>
                  <a:gd name="T1" fmla="*/ 33 h 44"/>
                  <a:gd name="T2" fmla="*/ 0 w 29"/>
                  <a:gd name="T3" fmla="*/ 0 h 44"/>
                  <a:gd name="T4" fmla="*/ 0 w 29"/>
                  <a:gd name="T5" fmla="*/ 5 h 44"/>
                  <a:gd name="T6" fmla="*/ 23 w 29"/>
                  <a:gd name="T7" fmla="*/ 43 h 44"/>
                  <a:gd name="T8" fmla="*/ 28 w 29"/>
                  <a:gd name="T9" fmla="*/ 33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44"/>
                  <a:gd name="T17" fmla="*/ 29 w 29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44">
                    <a:moveTo>
                      <a:pt x="28" y="33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23" y="43"/>
                    </a:lnTo>
                    <a:lnTo>
                      <a:pt x="28" y="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6" name="Freeform 353">
                <a:extLst>
                  <a:ext uri="{FF2B5EF4-FFF2-40B4-BE49-F238E27FC236}">
                    <a16:creationId xmlns:a16="http://schemas.microsoft.com/office/drawing/2014/main" id="{2E6CBC90-17F9-7FE3-F4C0-3092DC76F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7" y="1500"/>
                <a:ext cx="29" cy="30"/>
              </a:xfrm>
              <a:custGeom>
                <a:avLst/>
                <a:gdLst>
                  <a:gd name="T0" fmla="*/ 13 w 29"/>
                  <a:gd name="T1" fmla="*/ 29 h 30"/>
                  <a:gd name="T2" fmla="*/ 16 w 29"/>
                  <a:gd name="T3" fmla="*/ 29 h 30"/>
                  <a:gd name="T4" fmla="*/ 19 w 29"/>
                  <a:gd name="T5" fmla="*/ 29 h 30"/>
                  <a:gd name="T6" fmla="*/ 22 w 29"/>
                  <a:gd name="T7" fmla="*/ 28 h 30"/>
                  <a:gd name="T8" fmla="*/ 23 w 29"/>
                  <a:gd name="T9" fmla="*/ 26 h 30"/>
                  <a:gd name="T10" fmla="*/ 25 w 29"/>
                  <a:gd name="T11" fmla="*/ 24 h 30"/>
                  <a:gd name="T12" fmla="*/ 27 w 29"/>
                  <a:gd name="T13" fmla="*/ 21 h 30"/>
                  <a:gd name="T14" fmla="*/ 28 w 29"/>
                  <a:gd name="T15" fmla="*/ 19 h 30"/>
                  <a:gd name="T16" fmla="*/ 28 w 29"/>
                  <a:gd name="T17" fmla="*/ 16 h 30"/>
                  <a:gd name="T18" fmla="*/ 28 w 29"/>
                  <a:gd name="T19" fmla="*/ 14 h 30"/>
                  <a:gd name="T20" fmla="*/ 27 w 29"/>
                  <a:gd name="T21" fmla="*/ 11 h 30"/>
                  <a:gd name="T22" fmla="*/ 25 w 29"/>
                  <a:gd name="T23" fmla="*/ 7 h 30"/>
                  <a:gd name="T24" fmla="*/ 23 w 29"/>
                  <a:gd name="T25" fmla="*/ 6 h 30"/>
                  <a:gd name="T26" fmla="*/ 22 w 29"/>
                  <a:gd name="T27" fmla="*/ 3 h 30"/>
                  <a:gd name="T28" fmla="*/ 19 w 29"/>
                  <a:gd name="T29" fmla="*/ 1 h 30"/>
                  <a:gd name="T30" fmla="*/ 16 w 29"/>
                  <a:gd name="T31" fmla="*/ 0 h 30"/>
                  <a:gd name="T32" fmla="*/ 13 w 29"/>
                  <a:gd name="T33" fmla="*/ 0 h 30"/>
                  <a:gd name="T34" fmla="*/ 11 w 29"/>
                  <a:gd name="T35" fmla="*/ 0 h 30"/>
                  <a:gd name="T36" fmla="*/ 8 w 29"/>
                  <a:gd name="T37" fmla="*/ 0 h 30"/>
                  <a:gd name="T38" fmla="*/ 5 w 29"/>
                  <a:gd name="T39" fmla="*/ 0 h 30"/>
                  <a:gd name="T40" fmla="*/ 4 w 29"/>
                  <a:gd name="T41" fmla="*/ 2 h 30"/>
                  <a:gd name="T42" fmla="*/ 2 w 29"/>
                  <a:gd name="T43" fmla="*/ 4 h 30"/>
                  <a:gd name="T44" fmla="*/ 0 w 29"/>
                  <a:gd name="T45" fmla="*/ 6 h 30"/>
                  <a:gd name="T46" fmla="*/ 0 w 29"/>
                  <a:gd name="T47" fmla="*/ 8 h 30"/>
                  <a:gd name="T48" fmla="*/ 0 w 29"/>
                  <a:gd name="T49" fmla="*/ 11 h 30"/>
                  <a:gd name="T50" fmla="*/ 0 w 29"/>
                  <a:gd name="T51" fmla="*/ 14 h 30"/>
                  <a:gd name="T52" fmla="*/ 0 w 29"/>
                  <a:gd name="T53" fmla="*/ 17 h 30"/>
                  <a:gd name="T54" fmla="*/ 2 w 29"/>
                  <a:gd name="T55" fmla="*/ 20 h 30"/>
                  <a:gd name="T56" fmla="*/ 4 w 29"/>
                  <a:gd name="T57" fmla="*/ 22 h 30"/>
                  <a:gd name="T58" fmla="*/ 5 w 29"/>
                  <a:gd name="T59" fmla="*/ 24 h 30"/>
                  <a:gd name="T60" fmla="*/ 8 w 29"/>
                  <a:gd name="T61" fmla="*/ 26 h 30"/>
                  <a:gd name="T62" fmla="*/ 11 w 29"/>
                  <a:gd name="T63" fmla="*/ 28 h 30"/>
                  <a:gd name="T64" fmla="*/ 13 w 29"/>
                  <a:gd name="T65" fmla="*/ 29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"/>
                  <a:gd name="T100" fmla="*/ 0 h 30"/>
                  <a:gd name="T101" fmla="*/ 29 w 29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" h="30">
                    <a:moveTo>
                      <a:pt x="13" y="29"/>
                    </a:moveTo>
                    <a:lnTo>
                      <a:pt x="16" y="29"/>
                    </a:lnTo>
                    <a:lnTo>
                      <a:pt x="19" y="29"/>
                    </a:lnTo>
                    <a:lnTo>
                      <a:pt x="22" y="28"/>
                    </a:lnTo>
                    <a:lnTo>
                      <a:pt x="23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7" y="11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2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8" y="26"/>
                    </a:lnTo>
                    <a:lnTo>
                      <a:pt x="11" y="28"/>
                    </a:lnTo>
                    <a:lnTo>
                      <a:pt x="13" y="29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7" name="Freeform 354">
                <a:extLst>
                  <a:ext uri="{FF2B5EF4-FFF2-40B4-BE49-F238E27FC236}">
                    <a16:creationId xmlns:a16="http://schemas.microsoft.com/office/drawing/2014/main" id="{1189B5E6-940F-5B1F-A7BE-97897C25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1442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3 h 29"/>
                  <a:gd name="T28" fmla="*/ 20 w 30"/>
                  <a:gd name="T29" fmla="*/ 1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5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8" name="Freeform 355">
                <a:extLst>
                  <a:ext uri="{FF2B5EF4-FFF2-40B4-BE49-F238E27FC236}">
                    <a16:creationId xmlns:a16="http://schemas.microsoft.com/office/drawing/2014/main" id="{7B8E22A6-C912-40F1-59F8-F069CAF9C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9" y="1501"/>
                <a:ext cx="30" cy="29"/>
              </a:xfrm>
              <a:custGeom>
                <a:avLst/>
                <a:gdLst>
                  <a:gd name="T0" fmla="*/ 14 w 30"/>
                  <a:gd name="T1" fmla="*/ 28 h 29"/>
                  <a:gd name="T2" fmla="*/ 17 w 30"/>
                  <a:gd name="T3" fmla="*/ 28 h 29"/>
                  <a:gd name="T4" fmla="*/ 20 w 30"/>
                  <a:gd name="T5" fmla="*/ 28 h 29"/>
                  <a:gd name="T6" fmla="*/ 22 w 30"/>
                  <a:gd name="T7" fmla="*/ 27 h 29"/>
                  <a:gd name="T8" fmla="*/ 24 w 30"/>
                  <a:gd name="T9" fmla="*/ 25 h 29"/>
                  <a:gd name="T10" fmla="*/ 26 w 30"/>
                  <a:gd name="T11" fmla="*/ 23 h 29"/>
                  <a:gd name="T12" fmla="*/ 28 w 30"/>
                  <a:gd name="T13" fmla="*/ 22 h 29"/>
                  <a:gd name="T14" fmla="*/ 29 w 30"/>
                  <a:gd name="T15" fmla="*/ 19 h 29"/>
                  <a:gd name="T16" fmla="*/ 29 w 30"/>
                  <a:gd name="T17" fmla="*/ 16 h 29"/>
                  <a:gd name="T18" fmla="*/ 29 w 30"/>
                  <a:gd name="T19" fmla="*/ 13 h 29"/>
                  <a:gd name="T20" fmla="*/ 28 w 30"/>
                  <a:gd name="T21" fmla="*/ 11 h 29"/>
                  <a:gd name="T22" fmla="*/ 26 w 30"/>
                  <a:gd name="T23" fmla="*/ 8 h 29"/>
                  <a:gd name="T24" fmla="*/ 24 w 30"/>
                  <a:gd name="T25" fmla="*/ 5 h 29"/>
                  <a:gd name="T26" fmla="*/ 22 w 30"/>
                  <a:gd name="T27" fmla="*/ 4 h 29"/>
                  <a:gd name="T28" fmla="*/ 20 w 30"/>
                  <a:gd name="T29" fmla="*/ 2 h 29"/>
                  <a:gd name="T30" fmla="*/ 17 w 30"/>
                  <a:gd name="T31" fmla="*/ 0 h 29"/>
                  <a:gd name="T32" fmla="*/ 14 w 30"/>
                  <a:gd name="T33" fmla="*/ 0 h 29"/>
                  <a:gd name="T34" fmla="*/ 11 w 30"/>
                  <a:gd name="T35" fmla="*/ 0 h 29"/>
                  <a:gd name="T36" fmla="*/ 8 w 30"/>
                  <a:gd name="T37" fmla="*/ 0 h 29"/>
                  <a:gd name="T38" fmla="*/ 6 w 30"/>
                  <a:gd name="T39" fmla="*/ 0 h 29"/>
                  <a:gd name="T40" fmla="*/ 4 w 30"/>
                  <a:gd name="T41" fmla="*/ 2 h 29"/>
                  <a:gd name="T42" fmla="*/ 2 w 30"/>
                  <a:gd name="T43" fmla="*/ 4 h 29"/>
                  <a:gd name="T44" fmla="*/ 0 w 30"/>
                  <a:gd name="T45" fmla="*/ 6 h 29"/>
                  <a:gd name="T46" fmla="*/ 0 w 30"/>
                  <a:gd name="T47" fmla="*/ 8 h 29"/>
                  <a:gd name="T48" fmla="*/ 0 w 30"/>
                  <a:gd name="T49" fmla="*/ 11 h 29"/>
                  <a:gd name="T50" fmla="*/ 0 w 30"/>
                  <a:gd name="T51" fmla="*/ 14 h 29"/>
                  <a:gd name="T52" fmla="*/ 0 w 30"/>
                  <a:gd name="T53" fmla="*/ 16 h 29"/>
                  <a:gd name="T54" fmla="*/ 2 w 30"/>
                  <a:gd name="T55" fmla="*/ 19 h 29"/>
                  <a:gd name="T56" fmla="*/ 4 w 30"/>
                  <a:gd name="T57" fmla="*/ 22 h 29"/>
                  <a:gd name="T58" fmla="*/ 6 w 30"/>
                  <a:gd name="T59" fmla="*/ 24 h 29"/>
                  <a:gd name="T60" fmla="*/ 8 w 30"/>
                  <a:gd name="T61" fmla="*/ 26 h 29"/>
                  <a:gd name="T62" fmla="*/ 11 w 30"/>
                  <a:gd name="T63" fmla="*/ 27 h 29"/>
                  <a:gd name="T64" fmla="*/ 14 w 30"/>
                  <a:gd name="T65" fmla="*/ 28 h 2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0"/>
                  <a:gd name="T100" fmla="*/ 0 h 29"/>
                  <a:gd name="T101" fmla="*/ 30 w 30"/>
                  <a:gd name="T102" fmla="*/ 29 h 2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0" h="29">
                    <a:moveTo>
                      <a:pt x="14" y="28"/>
                    </a:moveTo>
                    <a:lnTo>
                      <a:pt x="17" y="28"/>
                    </a:lnTo>
                    <a:lnTo>
                      <a:pt x="20" y="28"/>
                    </a:lnTo>
                    <a:lnTo>
                      <a:pt x="22" y="27"/>
                    </a:lnTo>
                    <a:lnTo>
                      <a:pt x="24" y="25"/>
                    </a:lnTo>
                    <a:lnTo>
                      <a:pt x="26" y="23"/>
                    </a:lnTo>
                    <a:lnTo>
                      <a:pt x="28" y="22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6" y="8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1" y="27"/>
                    </a:lnTo>
                    <a:lnTo>
                      <a:pt x="14" y="28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39" name="Freeform 356">
                <a:extLst>
                  <a:ext uri="{FF2B5EF4-FFF2-40B4-BE49-F238E27FC236}">
                    <a16:creationId xmlns:a16="http://schemas.microsoft.com/office/drawing/2014/main" id="{AD131E2E-A971-2BE8-0696-218F206E1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1" y="1253"/>
                <a:ext cx="52" cy="96"/>
              </a:xfrm>
              <a:custGeom>
                <a:avLst/>
                <a:gdLst>
                  <a:gd name="T0" fmla="*/ 9 w 52"/>
                  <a:gd name="T1" fmla="*/ 0 h 96"/>
                  <a:gd name="T2" fmla="*/ 8 w 52"/>
                  <a:gd name="T3" fmla="*/ 0 h 96"/>
                  <a:gd name="T4" fmla="*/ 7 w 52"/>
                  <a:gd name="T5" fmla="*/ 3 h 96"/>
                  <a:gd name="T6" fmla="*/ 6 w 52"/>
                  <a:gd name="T7" fmla="*/ 7 h 96"/>
                  <a:gd name="T8" fmla="*/ 5 w 52"/>
                  <a:gd name="T9" fmla="*/ 12 h 96"/>
                  <a:gd name="T10" fmla="*/ 3 w 52"/>
                  <a:gd name="T11" fmla="*/ 18 h 96"/>
                  <a:gd name="T12" fmla="*/ 1 w 52"/>
                  <a:gd name="T13" fmla="*/ 25 h 96"/>
                  <a:gd name="T14" fmla="*/ 0 w 52"/>
                  <a:gd name="T15" fmla="*/ 33 h 96"/>
                  <a:gd name="T16" fmla="*/ 0 w 52"/>
                  <a:gd name="T17" fmla="*/ 40 h 96"/>
                  <a:gd name="T18" fmla="*/ 0 w 52"/>
                  <a:gd name="T19" fmla="*/ 47 h 96"/>
                  <a:gd name="T20" fmla="*/ 1 w 52"/>
                  <a:gd name="T21" fmla="*/ 54 h 96"/>
                  <a:gd name="T22" fmla="*/ 5 w 52"/>
                  <a:gd name="T23" fmla="*/ 61 h 96"/>
                  <a:gd name="T24" fmla="*/ 9 w 52"/>
                  <a:gd name="T25" fmla="*/ 68 h 96"/>
                  <a:gd name="T26" fmla="*/ 13 w 52"/>
                  <a:gd name="T27" fmla="*/ 74 h 96"/>
                  <a:gd name="T28" fmla="*/ 17 w 52"/>
                  <a:gd name="T29" fmla="*/ 79 h 96"/>
                  <a:gd name="T30" fmla="*/ 20 w 52"/>
                  <a:gd name="T31" fmla="*/ 84 h 96"/>
                  <a:gd name="T32" fmla="*/ 22 w 52"/>
                  <a:gd name="T33" fmla="*/ 89 h 96"/>
                  <a:gd name="T34" fmla="*/ 24 w 52"/>
                  <a:gd name="T35" fmla="*/ 92 h 96"/>
                  <a:gd name="T36" fmla="*/ 28 w 52"/>
                  <a:gd name="T37" fmla="*/ 94 h 96"/>
                  <a:gd name="T38" fmla="*/ 33 w 52"/>
                  <a:gd name="T39" fmla="*/ 95 h 96"/>
                  <a:gd name="T40" fmla="*/ 38 w 52"/>
                  <a:gd name="T41" fmla="*/ 95 h 96"/>
                  <a:gd name="T42" fmla="*/ 43 w 52"/>
                  <a:gd name="T43" fmla="*/ 94 h 96"/>
                  <a:gd name="T44" fmla="*/ 46 w 52"/>
                  <a:gd name="T45" fmla="*/ 93 h 96"/>
                  <a:gd name="T46" fmla="*/ 50 w 52"/>
                  <a:gd name="T47" fmla="*/ 92 h 96"/>
                  <a:gd name="T48" fmla="*/ 51 w 52"/>
                  <a:gd name="T49" fmla="*/ 91 h 96"/>
                  <a:gd name="T50" fmla="*/ 50 w 52"/>
                  <a:gd name="T51" fmla="*/ 91 h 96"/>
                  <a:gd name="T52" fmla="*/ 48 w 52"/>
                  <a:gd name="T53" fmla="*/ 91 h 96"/>
                  <a:gd name="T54" fmla="*/ 46 w 52"/>
                  <a:gd name="T55" fmla="*/ 91 h 96"/>
                  <a:gd name="T56" fmla="*/ 44 w 52"/>
                  <a:gd name="T57" fmla="*/ 90 h 96"/>
                  <a:gd name="T58" fmla="*/ 40 w 52"/>
                  <a:gd name="T59" fmla="*/ 89 h 96"/>
                  <a:gd name="T60" fmla="*/ 38 w 52"/>
                  <a:gd name="T61" fmla="*/ 88 h 96"/>
                  <a:gd name="T62" fmla="*/ 35 w 52"/>
                  <a:gd name="T63" fmla="*/ 85 h 96"/>
                  <a:gd name="T64" fmla="*/ 34 w 52"/>
                  <a:gd name="T65" fmla="*/ 83 h 96"/>
                  <a:gd name="T66" fmla="*/ 30 w 52"/>
                  <a:gd name="T67" fmla="*/ 78 h 96"/>
                  <a:gd name="T68" fmla="*/ 27 w 52"/>
                  <a:gd name="T69" fmla="*/ 74 h 96"/>
                  <a:gd name="T70" fmla="*/ 22 w 52"/>
                  <a:gd name="T71" fmla="*/ 68 h 96"/>
                  <a:gd name="T72" fmla="*/ 17 w 52"/>
                  <a:gd name="T73" fmla="*/ 61 h 96"/>
                  <a:gd name="T74" fmla="*/ 11 w 52"/>
                  <a:gd name="T75" fmla="*/ 53 h 96"/>
                  <a:gd name="T76" fmla="*/ 8 w 52"/>
                  <a:gd name="T77" fmla="*/ 46 h 96"/>
                  <a:gd name="T78" fmla="*/ 5 w 52"/>
                  <a:gd name="T79" fmla="*/ 36 h 96"/>
                  <a:gd name="T80" fmla="*/ 6 w 52"/>
                  <a:gd name="T81" fmla="*/ 28 h 96"/>
                  <a:gd name="T82" fmla="*/ 8 w 52"/>
                  <a:gd name="T83" fmla="*/ 22 h 96"/>
                  <a:gd name="T84" fmla="*/ 10 w 52"/>
                  <a:gd name="T85" fmla="*/ 17 h 96"/>
                  <a:gd name="T86" fmla="*/ 11 w 52"/>
                  <a:gd name="T87" fmla="*/ 13 h 96"/>
                  <a:gd name="T88" fmla="*/ 12 w 52"/>
                  <a:gd name="T89" fmla="*/ 10 h 96"/>
                  <a:gd name="T90" fmla="*/ 13 w 52"/>
                  <a:gd name="T91" fmla="*/ 7 h 96"/>
                  <a:gd name="T92" fmla="*/ 14 w 52"/>
                  <a:gd name="T93" fmla="*/ 5 h 96"/>
                  <a:gd name="T94" fmla="*/ 14 w 52"/>
                  <a:gd name="T95" fmla="*/ 4 h 96"/>
                  <a:gd name="T96" fmla="*/ 15 w 52"/>
                  <a:gd name="T97" fmla="*/ 4 h 96"/>
                  <a:gd name="T98" fmla="*/ 9 w 52"/>
                  <a:gd name="T99" fmla="*/ 0 h 9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52"/>
                  <a:gd name="T151" fmla="*/ 0 h 96"/>
                  <a:gd name="T152" fmla="*/ 52 w 52"/>
                  <a:gd name="T153" fmla="*/ 96 h 9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52" h="96">
                    <a:moveTo>
                      <a:pt x="9" y="0"/>
                    </a:moveTo>
                    <a:lnTo>
                      <a:pt x="8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5" y="12"/>
                    </a:lnTo>
                    <a:lnTo>
                      <a:pt x="3" y="18"/>
                    </a:lnTo>
                    <a:lnTo>
                      <a:pt x="1" y="25"/>
                    </a:lnTo>
                    <a:lnTo>
                      <a:pt x="0" y="33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1" y="54"/>
                    </a:lnTo>
                    <a:lnTo>
                      <a:pt x="5" y="61"/>
                    </a:lnTo>
                    <a:lnTo>
                      <a:pt x="9" y="68"/>
                    </a:lnTo>
                    <a:lnTo>
                      <a:pt x="13" y="74"/>
                    </a:lnTo>
                    <a:lnTo>
                      <a:pt x="17" y="79"/>
                    </a:lnTo>
                    <a:lnTo>
                      <a:pt x="20" y="84"/>
                    </a:lnTo>
                    <a:lnTo>
                      <a:pt x="22" y="89"/>
                    </a:lnTo>
                    <a:lnTo>
                      <a:pt x="24" y="92"/>
                    </a:lnTo>
                    <a:lnTo>
                      <a:pt x="28" y="94"/>
                    </a:lnTo>
                    <a:lnTo>
                      <a:pt x="33" y="95"/>
                    </a:lnTo>
                    <a:lnTo>
                      <a:pt x="38" y="95"/>
                    </a:lnTo>
                    <a:lnTo>
                      <a:pt x="43" y="94"/>
                    </a:lnTo>
                    <a:lnTo>
                      <a:pt x="46" y="93"/>
                    </a:lnTo>
                    <a:lnTo>
                      <a:pt x="50" y="92"/>
                    </a:lnTo>
                    <a:lnTo>
                      <a:pt x="51" y="91"/>
                    </a:lnTo>
                    <a:lnTo>
                      <a:pt x="50" y="91"/>
                    </a:lnTo>
                    <a:lnTo>
                      <a:pt x="48" y="91"/>
                    </a:lnTo>
                    <a:lnTo>
                      <a:pt x="46" y="91"/>
                    </a:lnTo>
                    <a:lnTo>
                      <a:pt x="44" y="90"/>
                    </a:lnTo>
                    <a:lnTo>
                      <a:pt x="40" y="89"/>
                    </a:lnTo>
                    <a:lnTo>
                      <a:pt x="38" y="88"/>
                    </a:lnTo>
                    <a:lnTo>
                      <a:pt x="35" y="85"/>
                    </a:lnTo>
                    <a:lnTo>
                      <a:pt x="34" y="83"/>
                    </a:lnTo>
                    <a:lnTo>
                      <a:pt x="30" y="78"/>
                    </a:lnTo>
                    <a:lnTo>
                      <a:pt x="27" y="74"/>
                    </a:lnTo>
                    <a:lnTo>
                      <a:pt x="22" y="68"/>
                    </a:lnTo>
                    <a:lnTo>
                      <a:pt x="17" y="61"/>
                    </a:lnTo>
                    <a:lnTo>
                      <a:pt x="11" y="53"/>
                    </a:lnTo>
                    <a:lnTo>
                      <a:pt x="8" y="46"/>
                    </a:lnTo>
                    <a:lnTo>
                      <a:pt x="5" y="36"/>
                    </a:lnTo>
                    <a:lnTo>
                      <a:pt x="6" y="28"/>
                    </a:lnTo>
                    <a:lnTo>
                      <a:pt x="8" y="22"/>
                    </a:lnTo>
                    <a:lnTo>
                      <a:pt x="10" y="17"/>
                    </a:lnTo>
                    <a:lnTo>
                      <a:pt x="11" y="13"/>
                    </a:lnTo>
                    <a:lnTo>
                      <a:pt x="12" y="10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4"/>
                    </a:lnTo>
                    <a:lnTo>
                      <a:pt x="15" y="4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0" name="Freeform 357">
                <a:extLst>
                  <a:ext uri="{FF2B5EF4-FFF2-40B4-BE49-F238E27FC236}">
                    <a16:creationId xmlns:a16="http://schemas.microsoft.com/office/drawing/2014/main" id="{82C8DB75-0F3D-318C-9582-3F3B5E554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7" y="1311"/>
                <a:ext cx="182" cy="103"/>
              </a:xfrm>
              <a:custGeom>
                <a:avLst/>
                <a:gdLst>
                  <a:gd name="T0" fmla="*/ 22 w 182"/>
                  <a:gd name="T1" fmla="*/ 78 h 103"/>
                  <a:gd name="T2" fmla="*/ 154 w 182"/>
                  <a:gd name="T3" fmla="*/ 102 h 103"/>
                  <a:gd name="T4" fmla="*/ 155 w 182"/>
                  <a:gd name="T5" fmla="*/ 101 h 103"/>
                  <a:gd name="T6" fmla="*/ 158 w 182"/>
                  <a:gd name="T7" fmla="*/ 98 h 103"/>
                  <a:gd name="T8" fmla="*/ 164 w 182"/>
                  <a:gd name="T9" fmla="*/ 95 h 103"/>
                  <a:gd name="T10" fmla="*/ 169 w 182"/>
                  <a:gd name="T11" fmla="*/ 90 h 103"/>
                  <a:gd name="T12" fmla="*/ 174 w 182"/>
                  <a:gd name="T13" fmla="*/ 85 h 103"/>
                  <a:gd name="T14" fmla="*/ 178 w 182"/>
                  <a:gd name="T15" fmla="*/ 80 h 103"/>
                  <a:gd name="T16" fmla="*/ 181 w 182"/>
                  <a:gd name="T17" fmla="*/ 75 h 103"/>
                  <a:gd name="T18" fmla="*/ 181 w 182"/>
                  <a:gd name="T19" fmla="*/ 71 h 103"/>
                  <a:gd name="T20" fmla="*/ 180 w 182"/>
                  <a:gd name="T21" fmla="*/ 65 h 103"/>
                  <a:gd name="T22" fmla="*/ 179 w 182"/>
                  <a:gd name="T23" fmla="*/ 61 h 103"/>
                  <a:gd name="T24" fmla="*/ 178 w 182"/>
                  <a:gd name="T25" fmla="*/ 56 h 103"/>
                  <a:gd name="T26" fmla="*/ 176 w 182"/>
                  <a:gd name="T27" fmla="*/ 53 h 103"/>
                  <a:gd name="T28" fmla="*/ 175 w 182"/>
                  <a:gd name="T29" fmla="*/ 51 h 103"/>
                  <a:gd name="T30" fmla="*/ 171 w 182"/>
                  <a:gd name="T31" fmla="*/ 48 h 103"/>
                  <a:gd name="T32" fmla="*/ 165 w 182"/>
                  <a:gd name="T33" fmla="*/ 46 h 103"/>
                  <a:gd name="T34" fmla="*/ 158 w 182"/>
                  <a:gd name="T35" fmla="*/ 44 h 103"/>
                  <a:gd name="T36" fmla="*/ 149 w 182"/>
                  <a:gd name="T37" fmla="*/ 41 h 103"/>
                  <a:gd name="T38" fmla="*/ 141 w 182"/>
                  <a:gd name="T39" fmla="*/ 35 h 103"/>
                  <a:gd name="T40" fmla="*/ 134 w 182"/>
                  <a:gd name="T41" fmla="*/ 28 h 103"/>
                  <a:gd name="T42" fmla="*/ 125 w 182"/>
                  <a:gd name="T43" fmla="*/ 20 h 103"/>
                  <a:gd name="T44" fmla="*/ 117 w 182"/>
                  <a:gd name="T45" fmla="*/ 12 h 103"/>
                  <a:gd name="T46" fmla="*/ 108 w 182"/>
                  <a:gd name="T47" fmla="*/ 6 h 103"/>
                  <a:gd name="T48" fmla="*/ 99 w 182"/>
                  <a:gd name="T49" fmla="*/ 1 h 103"/>
                  <a:gd name="T50" fmla="*/ 88 w 182"/>
                  <a:gd name="T51" fmla="*/ 0 h 103"/>
                  <a:gd name="T52" fmla="*/ 76 w 182"/>
                  <a:gd name="T53" fmla="*/ 0 h 103"/>
                  <a:gd name="T54" fmla="*/ 62 w 182"/>
                  <a:gd name="T55" fmla="*/ 4 h 103"/>
                  <a:gd name="T56" fmla="*/ 49 w 182"/>
                  <a:gd name="T57" fmla="*/ 8 h 103"/>
                  <a:gd name="T58" fmla="*/ 36 w 182"/>
                  <a:gd name="T59" fmla="*/ 14 h 103"/>
                  <a:gd name="T60" fmla="*/ 25 w 182"/>
                  <a:gd name="T61" fmla="*/ 20 h 103"/>
                  <a:gd name="T62" fmla="*/ 15 w 182"/>
                  <a:gd name="T63" fmla="*/ 26 h 103"/>
                  <a:gd name="T64" fmla="*/ 8 w 182"/>
                  <a:gd name="T65" fmla="*/ 32 h 103"/>
                  <a:gd name="T66" fmla="*/ 5 w 182"/>
                  <a:gd name="T67" fmla="*/ 36 h 103"/>
                  <a:gd name="T68" fmla="*/ 3 w 182"/>
                  <a:gd name="T69" fmla="*/ 39 h 103"/>
                  <a:gd name="T70" fmla="*/ 2 w 182"/>
                  <a:gd name="T71" fmla="*/ 43 h 103"/>
                  <a:gd name="T72" fmla="*/ 0 w 182"/>
                  <a:gd name="T73" fmla="*/ 46 h 103"/>
                  <a:gd name="T74" fmla="*/ 0 w 182"/>
                  <a:gd name="T75" fmla="*/ 50 h 103"/>
                  <a:gd name="T76" fmla="*/ 0 w 182"/>
                  <a:gd name="T77" fmla="*/ 52 h 103"/>
                  <a:gd name="T78" fmla="*/ 0 w 182"/>
                  <a:gd name="T79" fmla="*/ 55 h 103"/>
                  <a:gd name="T80" fmla="*/ 1 w 182"/>
                  <a:gd name="T81" fmla="*/ 57 h 103"/>
                  <a:gd name="T82" fmla="*/ 3 w 182"/>
                  <a:gd name="T83" fmla="*/ 60 h 103"/>
                  <a:gd name="T84" fmla="*/ 5 w 182"/>
                  <a:gd name="T85" fmla="*/ 63 h 103"/>
                  <a:gd name="T86" fmla="*/ 8 w 182"/>
                  <a:gd name="T87" fmla="*/ 66 h 103"/>
                  <a:gd name="T88" fmla="*/ 11 w 182"/>
                  <a:gd name="T89" fmla="*/ 68 h 103"/>
                  <a:gd name="T90" fmla="*/ 14 w 182"/>
                  <a:gd name="T91" fmla="*/ 72 h 103"/>
                  <a:gd name="T92" fmla="*/ 16 w 182"/>
                  <a:gd name="T93" fmla="*/ 74 h 103"/>
                  <a:gd name="T94" fmla="*/ 19 w 182"/>
                  <a:gd name="T95" fmla="*/ 76 h 103"/>
                  <a:gd name="T96" fmla="*/ 21 w 182"/>
                  <a:gd name="T97" fmla="*/ 78 h 103"/>
                  <a:gd name="T98" fmla="*/ 22 w 182"/>
                  <a:gd name="T99" fmla="*/ 78 h 1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82"/>
                  <a:gd name="T151" fmla="*/ 0 h 103"/>
                  <a:gd name="T152" fmla="*/ 182 w 182"/>
                  <a:gd name="T153" fmla="*/ 103 h 1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82" h="103">
                    <a:moveTo>
                      <a:pt x="22" y="78"/>
                    </a:moveTo>
                    <a:lnTo>
                      <a:pt x="154" y="102"/>
                    </a:lnTo>
                    <a:lnTo>
                      <a:pt x="155" y="101"/>
                    </a:lnTo>
                    <a:lnTo>
                      <a:pt x="158" y="98"/>
                    </a:lnTo>
                    <a:lnTo>
                      <a:pt x="164" y="95"/>
                    </a:lnTo>
                    <a:lnTo>
                      <a:pt x="169" y="90"/>
                    </a:lnTo>
                    <a:lnTo>
                      <a:pt x="174" y="85"/>
                    </a:lnTo>
                    <a:lnTo>
                      <a:pt x="178" y="80"/>
                    </a:lnTo>
                    <a:lnTo>
                      <a:pt x="181" y="75"/>
                    </a:lnTo>
                    <a:lnTo>
                      <a:pt x="181" y="71"/>
                    </a:lnTo>
                    <a:lnTo>
                      <a:pt x="180" y="65"/>
                    </a:lnTo>
                    <a:lnTo>
                      <a:pt x="179" y="61"/>
                    </a:lnTo>
                    <a:lnTo>
                      <a:pt x="178" y="56"/>
                    </a:lnTo>
                    <a:lnTo>
                      <a:pt x="176" y="53"/>
                    </a:lnTo>
                    <a:lnTo>
                      <a:pt x="175" y="51"/>
                    </a:lnTo>
                    <a:lnTo>
                      <a:pt x="171" y="48"/>
                    </a:lnTo>
                    <a:lnTo>
                      <a:pt x="165" y="46"/>
                    </a:lnTo>
                    <a:lnTo>
                      <a:pt x="158" y="44"/>
                    </a:lnTo>
                    <a:lnTo>
                      <a:pt x="149" y="41"/>
                    </a:lnTo>
                    <a:lnTo>
                      <a:pt x="141" y="35"/>
                    </a:lnTo>
                    <a:lnTo>
                      <a:pt x="134" y="28"/>
                    </a:lnTo>
                    <a:lnTo>
                      <a:pt x="125" y="20"/>
                    </a:lnTo>
                    <a:lnTo>
                      <a:pt x="117" y="12"/>
                    </a:lnTo>
                    <a:lnTo>
                      <a:pt x="108" y="6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2" y="4"/>
                    </a:lnTo>
                    <a:lnTo>
                      <a:pt x="49" y="8"/>
                    </a:lnTo>
                    <a:lnTo>
                      <a:pt x="36" y="14"/>
                    </a:lnTo>
                    <a:lnTo>
                      <a:pt x="25" y="20"/>
                    </a:lnTo>
                    <a:lnTo>
                      <a:pt x="15" y="26"/>
                    </a:lnTo>
                    <a:lnTo>
                      <a:pt x="8" y="32"/>
                    </a:lnTo>
                    <a:lnTo>
                      <a:pt x="5" y="36"/>
                    </a:lnTo>
                    <a:lnTo>
                      <a:pt x="3" y="39"/>
                    </a:lnTo>
                    <a:lnTo>
                      <a:pt x="2" y="43"/>
                    </a:lnTo>
                    <a:lnTo>
                      <a:pt x="0" y="46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1" y="57"/>
                    </a:lnTo>
                    <a:lnTo>
                      <a:pt x="3" y="60"/>
                    </a:lnTo>
                    <a:lnTo>
                      <a:pt x="5" y="63"/>
                    </a:lnTo>
                    <a:lnTo>
                      <a:pt x="8" y="66"/>
                    </a:lnTo>
                    <a:lnTo>
                      <a:pt x="11" y="68"/>
                    </a:lnTo>
                    <a:lnTo>
                      <a:pt x="14" y="72"/>
                    </a:lnTo>
                    <a:lnTo>
                      <a:pt x="16" y="74"/>
                    </a:lnTo>
                    <a:lnTo>
                      <a:pt x="19" y="76"/>
                    </a:lnTo>
                    <a:lnTo>
                      <a:pt x="21" y="78"/>
                    </a:lnTo>
                    <a:lnTo>
                      <a:pt x="22" y="78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1" name="Freeform 358">
                <a:extLst>
                  <a:ext uri="{FF2B5EF4-FFF2-40B4-BE49-F238E27FC236}">
                    <a16:creationId xmlns:a16="http://schemas.microsoft.com/office/drawing/2014/main" id="{595DCC8C-9114-2F89-B721-A619D936E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" y="1187"/>
                <a:ext cx="682" cy="242"/>
              </a:xfrm>
              <a:custGeom>
                <a:avLst/>
                <a:gdLst>
                  <a:gd name="T0" fmla="*/ 475 w 682"/>
                  <a:gd name="T1" fmla="*/ 0 h 242"/>
                  <a:gd name="T2" fmla="*/ 0 w 682"/>
                  <a:gd name="T3" fmla="*/ 129 h 242"/>
                  <a:gd name="T4" fmla="*/ 236 w 682"/>
                  <a:gd name="T5" fmla="*/ 241 h 242"/>
                  <a:gd name="T6" fmla="*/ 681 w 682"/>
                  <a:gd name="T7" fmla="*/ 129 h 242"/>
                  <a:gd name="T8" fmla="*/ 475 w 682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2"/>
                  <a:gd name="T16" fmla="*/ 0 h 242"/>
                  <a:gd name="T17" fmla="*/ 682 w 682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2" h="242">
                    <a:moveTo>
                      <a:pt x="475" y="0"/>
                    </a:moveTo>
                    <a:lnTo>
                      <a:pt x="0" y="129"/>
                    </a:lnTo>
                    <a:lnTo>
                      <a:pt x="236" y="241"/>
                    </a:lnTo>
                    <a:lnTo>
                      <a:pt x="681" y="129"/>
                    </a:lnTo>
                    <a:lnTo>
                      <a:pt x="475" y="0"/>
                    </a:lnTo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2" name="Freeform 359">
                <a:extLst>
                  <a:ext uri="{FF2B5EF4-FFF2-40B4-BE49-F238E27FC236}">
                    <a16:creationId xmlns:a16="http://schemas.microsoft.com/office/drawing/2014/main" id="{BF272C71-ED93-34C7-7FB8-E1D10C291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8" y="1070"/>
                <a:ext cx="198" cy="213"/>
              </a:xfrm>
              <a:custGeom>
                <a:avLst/>
                <a:gdLst>
                  <a:gd name="T0" fmla="*/ 29 w 198"/>
                  <a:gd name="T1" fmla="*/ 20 h 213"/>
                  <a:gd name="T2" fmla="*/ 36 w 198"/>
                  <a:gd name="T3" fmla="*/ 33 h 213"/>
                  <a:gd name="T4" fmla="*/ 45 w 198"/>
                  <a:gd name="T5" fmla="*/ 54 h 213"/>
                  <a:gd name="T6" fmla="*/ 54 w 198"/>
                  <a:gd name="T7" fmla="*/ 73 h 213"/>
                  <a:gd name="T8" fmla="*/ 58 w 198"/>
                  <a:gd name="T9" fmla="*/ 88 h 213"/>
                  <a:gd name="T10" fmla="*/ 64 w 198"/>
                  <a:gd name="T11" fmla="*/ 103 h 213"/>
                  <a:gd name="T12" fmla="*/ 70 w 198"/>
                  <a:gd name="T13" fmla="*/ 117 h 213"/>
                  <a:gd name="T14" fmla="*/ 77 w 198"/>
                  <a:gd name="T15" fmla="*/ 128 h 213"/>
                  <a:gd name="T16" fmla="*/ 84 w 198"/>
                  <a:gd name="T17" fmla="*/ 133 h 213"/>
                  <a:gd name="T18" fmla="*/ 105 w 198"/>
                  <a:gd name="T19" fmla="*/ 148 h 213"/>
                  <a:gd name="T20" fmla="*/ 129 w 198"/>
                  <a:gd name="T21" fmla="*/ 167 h 213"/>
                  <a:gd name="T22" fmla="*/ 146 w 198"/>
                  <a:gd name="T23" fmla="*/ 181 h 213"/>
                  <a:gd name="T24" fmla="*/ 149 w 198"/>
                  <a:gd name="T25" fmla="*/ 184 h 213"/>
                  <a:gd name="T26" fmla="*/ 152 w 198"/>
                  <a:gd name="T27" fmla="*/ 183 h 213"/>
                  <a:gd name="T28" fmla="*/ 157 w 198"/>
                  <a:gd name="T29" fmla="*/ 182 h 213"/>
                  <a:gd name="T30" fmla="*/ 163 w 198"/>
                  <a:gd name="T31" fmla="*/ 183 h 213"/>
                  <a:gd name="T32" fmla="*/ 169 w 198"/>
                  <a:gd name="T33" fmla="*/ 185 h 213"/>
                  <a:gd name="T34" fmla="*/ 178 w 198"/>
                  <a:gd name="T35" fmla="*/ 189 h 213"/>
                  <a:gd name="T36" fmla="*/ 187 w 198"/>
                  <a:gd name="T37" fmla="*/ 195 h 213"/>
                  <a:gd name="T38" fmla="*/ 195 w 198"/>
                  <a:gd name="T39" fmla="*/ 201 h 213"/>
                  <a:gd name="T40" fmla="*/ 197 w 198"/>
                  <a:gd name="T41" fmla="*/ 206 h 213"/>
                  <a:gd name="T42" fmla="*/ 193 w 198"/>
                  <a:gd name="T43" fmla="*/ 210 h 213"/>
                  <a:gd name="T44" fmla="*/ 184 w 198"/>
                  <a:gd name="T45" fmla="*/ 212 h 213"/>
                  <a:gd name="T46" fmla="*/ 173 w 198"/>
                  <a:gd name="T47" fmla="*/ 211 h 213"/>
                  <a:gd name="T48" fmla="*/ 161 w 198"/>
                  <a:gd name="T49" fmla="*/ 207 h 213"/>
                  <a:gd name="T50" fmla="*/ 153 w 198"/>
                  <a:gd name="T51" fmla="*/ 204 h 213"/>
                  <a:gd name="T52" fmla="*/ 148 w 198"/>
                  <a:gd name="T53" fmla="*/ 202 h 213"/>
                  <a:gd name="T54" fmla="*/ 145 w 198"/>
                  <a:gd name="T55" fmla="*/ 202 h 213"/>
                  <a:gd name="T56" fmla="*/ 140 w 198"/>
                  <a:gd name="T57" fmla="*/ 202 h 213"/>
                  <a:gd name="T58" fmla="*/ 126 w 198"/>
                  <a:gd name="T59" fmla="*/ 197 h 213"/>
                  <a:gd name="T60" fmla="*/ 106 w 198"/>
                  <a:gd name="T61" fmla="*/ 189 h 213"/>
                  <a:gd name="T62" fmla="*/ 89 w 198"/>
                  <a:gd name="T63" fmla="*/ 179 h 213"/>
                  <a:gd name="T64" fmla="*/ 77 w 198"/>
                  <a:gd name="T65" fmla="*/ 171 h 213"/>
                  <a:gd name="T66" fmla="*/ 61 w 198"/>
                  <a:gd name="T67" fmla="*/ 157 h 213"/>
                  <a:gd name="T68" fmla="*/ 45 w 198"/>
                  <a:gd name="T69" fmla="*/ 139 h 213"/>
                  <a:gd name="T70" fmla="*/ 29 w 198"/>
                  <a:gd name="T71" fmla="*/ 119 h 213"/>
                  <a:gd name="T72" fmla="*/ 18 w 198"/>
                  <a:gd name="T73" fmla="*/ 99 h 213"/>
                  <a:gd name="T74" fmla="*/ 12 w 198"/>
                  <a:gd name="T75" fmla="*/ 78 h 213"/>
                  <a:gd name="T76" fmla="*/ 9 w 198"/>
                  <a:gd name="T77" fmla="*/ 59 h 213"/>
                  <a:gd name="T78" fmla="*/ 7 w 198"/>
                  <a:gd name="T79" fmla="*/ 44 h 213"/>
                  <a:gd name="T80" fmla="*/ 6 w 198"/>
                  <a:gd name="T81" fmla="*/ 33 h 213"/>
                  <a:gd name="T82" fmla="*/ 4 w 198"/>
                  <a:gd name="T83" fmla="*/ 22 h 213"/>
                  <a:gd name="T84" fmla="*/ 1 w 198"/>
                  <a:gd name="T85" fmla="*/ 11 h 213"/>
                  <a:gd name="T86" fmla="*/ 0 w 198"/>
                  <a:gd name="T87" fmla="*/ 2 h 213"/>
                  <a:gd name="T88" fmla="*/ 28 w 198"/>
                  <a:gd name="T89" fmla="*/ 17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8"/>
                  <a:gd name="T136" fmla="*/ 0 h 213"/>
                  <a:gd name="T137" fmla="*/ 198 w 198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8" h="213">
                    <a:moveTo>
                      <a:pt x="28" y="17"/>
                    </a:moveTo>
                    <a:lnTo>
                      <a:pt x="29" y="20"/>
                    </a:lnTo>
                    <a:lnTo>
                      <a:pt x="32" y="25"/>
                    </a:lnTo>
                    <a:lnTo>
                      <a:pt x="36" y="33"/>
                    </a:lnTo>
                    <a:lnTo>
                      <a:pt x="40" y="43"/>
                    </a:lnTo>
                    <a:lnTo>
                      <a:pt x="45" y="54"/>
                    </a:lnTo>
                    <a:lnTo>
                      <a:pt x="50" y="64"/>
                    </a:lnTo>
                    <a:lnTo>
                      <a:pt x="54" y="73"/>
                    </a:lnTo>
                    <a:lnTo>
                      <a:pt x="56" y="81"/>
                    </a:lnTo>
                    <a:lnTo>
                      <a:pt x="58" y="88"/>
                    </a:lnTo>
                    <a:lnTo>
                      <a:pt x="61" y="94"/>
                    </a:lnTo>
                    <a:lnTo>
                      <a:pt x="64" y="103"/>
                    </a:lnTo>
                    <a:lnTo>
                      <a:pt x="67" y="111"/>
                    </a:lnTo>
                    <a:lnTo>
                      <a:pt x="70" y="117"/>
                    </a:lnTo>
                    <a:lnTo>
                      <a:pt x="73" y="123"/>
                    </a:lnTo>
                    <a:lnTo>
                      <a:pt x="77" y="128"/>
                    </a:lnTo>
                    <a:lnTo>
                      <a:pt x="79" y="129"/>
                    </a:lnTo>
                    <a:lnTo>
                      <a:pt x="84" y="133"/>
                    </a:lnTo>
                    <a:lnTo>
                      <a:pt x="94" y="139"/>
                    </a:lnTo>
                    <a:lnTo>
                      <a:pt x="105" y="148"/>
                    </a:lnTo>
                    <a:lnTo>
                      <a:pt x="117" y="157"/>
                    </a:lnTo>
                    <a:lnTo>
                      <a:pt x="129" y="167"/>
                    </a:lnTo>
                    <a:lnTo>
                      <a:pt x="139" y="175"/>
                    </a:lnTo>
                    <a:lnTo>
                      <a:pt x="146" y="181"/>
                    </a:lnTo>
                    <a:lnTo>
                      <a:pt x="149" y="184"/>
                    </a:lnTo>
                    <a:lnTo>
                      <a:pt x="151" y="183"/>
                    </a:lnTo>
                    <a:lnTo>
                      <a:pt x="152" y="183"/>
                    </a:lnTo>
                    <a:lnTo>
                      <a:pt x="155" y="182"/>
                    </a:lnTo>
                    <a:lnTo>
                      <a:pt x="157" y="182"/>
                    </a:lnTo>
                    <a:lnTo>
                      <a:pt x="160" y="182"/>
                    </a:lnTo>
                    <a:lnTo>
                      <a:pt x="163" y="183"/>
                    </a:lnTo>
                    <a:lnTo>
                      <a:pt x="166" y="184"/>
                    </a:lnTo>
                    <a:lnTo>
                      <a:pt x="169" y="185"/>
                    </a:lnTo>
                    <a:lnTo>
                      <a:pt x="174" y="187"/>
                    </a:lnTo>
                    <a:lnTo>
                      <a:pt x="178" y="189"/>
                    </a:lnTo>
                    <a:lnTo>
                      <a:pt x="183" y="192"/>
                    </a:lnTo>
                    <a:lnTo>
                      <a:pt x="187" y="195"/>
                    </a:lnTo>
                    <a:lnTo>
                      <a:pt x="191" y="198"/>
                    </a:lnTo>
                    <a:lnTo>
                      <a:pt x="195" y="201"/>
                    </a:lnTo>
                    <a:lnTo>
                      <a:pt x="197" y="205"/>
                    </a:lnTo>
                    <a:lnTo>
                      <a:pt x="197" y="206"/>
                    </a:lnTo>
                    <a:lnTo>
                      <a:pt x="196" y="209"/>
                    </a:lnTo>
                    <a:lnTo>
                      <a:pt x="193" y="210"/>
                    </a:lnTo>
                    <a:lnTo>
                      <a:pt x="189" y="211"/>
                    </a:lnTo>
                    <a:lnTo>
                      <a:pt x="184" y="212"/>
                    </a:lnTo>
                    <a:lnTo>
                      <a:pt x="179" y="212"/>
                    </a:lnTo>
                    <a:lnTo>
                      <a:pt x="173" y="211"/>
                    </a:lnTo>
                    <a:lnTo>
                      <a:pt x="167" y="209"/>
                    </a:lnTo>
                    <a:lnTo>
                      <a:pt x="161" y="207"/>
                    </a:lnTo>
                    <a:lnTo>
                      <a:pt x="157" y="206"/>
                    </a:lnTo>
                    <a:lnTo>
                      <a:pt x="153" y="204"/>
                    </a:lnTo>
                    <a:lnTo>
                      <a:pt x="151" y="203"/>
                    </a:lnTo>
                    <a:lnTo>
                      <a:pt x="148" y="202"/>
                    </a:lnTo>
                    <a:lnTo>
                      <a:pt x="146" y="202"/>
                    </a:lnTo>
                    <a:lnTo>
                      <a:pt x="145" y="202"/>
                    </a:lnTo>
                    <a:lnTo>
                      <a:pt x="143" y="202"/>
                    </a:lnTo>
                    <a:lnTo>
                      <a:pt x="140" y="202"/>
                    </a:lnTo>
                    <a:lnTo>
                      <a:pt x="134" y="200"/>
                    </a:lnTo>
                    <a:lnTo>
                      <a:pt x="126" y="197"/>
                    </a:lnTo>
                    <a:lnTo>
                      <a:pt x="117" y="193"/>
                    </a:lnTo>
                    <a:lnTo>
                      <a:pt x="106" y="189"/>
                    </a:lnTo>
                    <a:lnTo>
                      <a:pt x="97" y="184"/>
                    </a:lnTo>
                    <a:lnTo>
                      <a:pt x="89" y="179"/>
                    </a:lnTo>
                    <a:lnTo>
                      <a:pt x="83" y="175"/>
                    </a:lnTo>
                    <a:lnTo>
                      <a:pt x="77" y="171"/>
                    </a:lnTo>
                    <a:lnTo>
                      <a:pt x="69" y="165"/>
                    </a:lnTo>
                    <a:lnTo>
                      <a:pt x="61" y="157"/>
                    </a:lnTo>
                    <a:lnTo>
                      <a:pt x="53" y="149"/>
                    </a:lnTo>
                    <a:lnTo>
                      <a:pt x="45" y="139"/>
                    </a:lnTo>
                    <a:lnTo>
                      <a:pt x="36" y="129"/>
                    </a:lnTo>
                    <a:lnTo>
                      <a:pt x="29" y="119"/>
                    </a:lnTo>
                    <a:lnTo>
                      <a:pt x="23" y="109"/>
                    </a:lnTo>
                    <a:lnTo>
                      <a:pt x="18" y="99"/>
                    </a:lnTo>
                    <a:lnTo>
                      <a:pt x="15" y="88"/>
                    </a:lnTo>
                    <a:lnTo>
                      <a:pt x="12" y="78"/>
                    </a:lnTo>
                    <a:lnTo>
                      <a:pt x="10" y="68"/>
                    </a:lnTo>
                    <a:lnTo>
                      <a:pt x="9" y="59"/>
                    </a:lnTo>
                    <a:lnTo>
                      <a:pt x="7" y="50"/>
                    </a:lnTo>
                    <a:lnTo>
                      <a:pt x="7" y="44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5" y="27"/>
                    </a:lnTo>
                    <a:lnTo>
                      <a:pt x="4" y="22"/>
                    </a:lnTo>
                    <a:lnTo>
                      <a:pt x="2" y="16"/>
                    </a:lnTo>
                    <a:lnTo>
                      <a:pt x="1" y="11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3" name="Freeform 360">
                <a:extLst>
                  <a:ext uri="{FF2B5EF4-FFF2-40B4-BE49-F238E27FC236}">
                    <a16:creationId xmlns:a16="http://schemas.microsoft.com/office/drawing/2014/main" id="{AA823CBF-6F5E-19B8-2FDD-99A9D0544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9" y="1068"/>
                <a:ext cx="213" cy="211"/>
              </a:xfrm>
              <a:custGeom>
                <a:avLst/>
                <a:gdLst>
                  <a:gd name="T0" fmla="*/ 39 w 213"/>
                  <a:gd name="T1" fmla="*/ 19 h 211"/>
                  <a:gd name="T2" fmla="*/ 44 w 213"/>
                  <a:gd name="T3" fmla="*/ 32 h 211"/>
                  <a:gd name="T4" fmla="*/ 51 w 213"/>
                  <a:gd name="T5" fmla="*/ 51 h 211"/>
                  <a:gd name="T6" fmla="*/ 57 w 213"/>
                  <a:gd name="T7" fmla="*/ 71 h 211"/>
                  <a:gd name="T8" fmla="*/ 62 w 213"/>
                  <a:gd name="T9" fmla="*/ 85 h 211"/>
                  <a:gd name="T10" fmla="*/ 70 w 213"/>
                  <a:gd name="T11" fmla="*/ 101 h 211"/>
                  <a:gd name="T12" fmla="*/ 81 w 213"/>
                  <a:gd name="T13" fmla="*/ 115 h 211"/>
                  <a:gd name="T14" fmla="*/ 91 w 213"/>
                  <a:gd name="T15" fmla="*/ 125 h 211"/>
                  <a:gd name="T16" fmla="*/ 99 w 213"/>
                  <a:gd name="T17" fmla="*/ 130 h 211"/>
                  <a:gd name="T18" fmla="*/ 120 w 213"/>
                  <a:gd name="T19" fmla="*/ 146 h 211"/>
                  <a:gd name="T20" fmla="*/ 143 w 213"/>
                  <a:gd name="T21" fmla="*/ 165 h 211"/>
                  <a:gd name="T22" fmla="*/ 160 w 213"/>
                  <a:gd name="T23" fmla="*/ 180 h 211"/>
                  <a:gd name="T24" fmla="*/ 164 w 213"/>
                  <a:gd name="T25" fmla="*/ 181 h 211"/>
                  <a:gd name="T26" fmla="*/ 167 w 213"/>
                  <a:gd name="T27" fmla="*/ 181 h 211"/>
                  <a:gd name="T28" fmla="*/ 172 w 213"/>
                  <a:gd name="T29" fmla="*/ 181 h 211"/>
                  <a:gd name="T30" fmla="*/ 177 w 213"/>
                  <a:gd name="T31" fmla="*/ 181 h 211"/>
                  <a:gd name="T32" fmla="*/ 184 w 213"/>
                  <a:gd name="T33" fmla="*/ 183 h 211"/>
                  <a:gd name="T34" fmla="*/ 193 w 213"/>
                  <a:gd name="T35" fmla="*/ 187 h 211"/>
                  <a:gd name="T36" fmla="*/ 202 w 213"/>
                  <a:gd name="T37" fmla="*/ 193 h 211"/>
                  <a:gd name="T38" fmla="*/ 210 w 213"/>
                  <a:gd name="T39" fmla="*/ 199 h 211"/>
                  <a:gd name="T40" fmla="*/ 212 w 213"/>
                  <a:gd name="T41" fmla="*/ 205 h 211"/>
                  <a:gd name="T42" fmla="*/ 207 w 213"/>
                  <a:gd name="T43" fmla="*/ 209 h 211"/>
                  <a:gd name="T44" fmla="*/ 199 w 213"/>
                  <a:gd name="T45" fmla="*/ 210 h 211"/>
                  <a:gd name="T46" fmla="*/ 188 w 213"/>
                  <a:gd name="T47" fmla="*/ 209 h 211"/>
                  <a:gd name="T48" fmla="*/ 176 w 213"/>
                  <a:gd name="T49" fmla="*/ 205 h 211"/>
                  <a:gd name="T50" fmla="*/ 168 w 213"/>
                  <a:gd name="T51" fmla="*/ 202 h 211"/>
                  <a:gd name="T52" fmla="*/ 163 w 213"/>
                  <a:gd name="T53" fmla="*/ 200 h 211"/>
                  <a:gd name="T54" fmla="*/ 160 w 213"/>
                  <a:gd name="T55" fmla="*/ 200 h 211"/>
                  <a:gd name="T56" fmla="*/ 154 w 213"/>
                  <a:gd name="T57" fmla="*/ 200 h 211"/>
                  <a:gd name="T58" fmla="*/ 141 w 213"/>
                  <a:gd name="T59" fmla="*/ 196 h 211"/>
                  <a:gd name="T60" fmla="*/ 121 w 213"/>
                  <a:gd name="T61" fmla="*/ 187 h 211"/>
                  <a:gd name="T62" fmla="*/ 103 w 213"/>
                  <a:gd name="T63" fmla="*/ 178 h 211"/>
                  <a:gd name="T64" fmla="*/ 91 w 213"/>
                  <a:gd name="T65" fmla="*/ 170 h 211"/>
                  <a:gd name="T66" fmla="*/ 76 w 213"/>
                  <a:gd name="T67" fmla="*/ 156 h 211"/>
                  <a:gd name="T68" fmla="*/ 59 w 213"/>
                  <a:gd name="T69" fmla="*/ 137 h 211"/>
                  <a:gd name="T70" fmla="*/ 44 w 213"/>
                  <a:gd name="T71" fmla="*/ 118 h 211"/>
                  <a:gd name="T72" fmla="*/ 32 w 213"/>
                  <a:gd name="T73" fmla="*/ 96 h 211"/>
                  <a:gd name="T74" fmla="*/ 19 w 213"/>
                  <a:gd name="T75" fmla="*/ 68 h 211"/>
                  <a:gd name="T76" fmla="*/ 8 w 213"/>
                  <a:gd name="T77" fmla="*/ 40 h 211"/>
                  <a:gd name="T78" fmla="*/ 1 w 213"/>
                  <a:gd name="T79" fmla="*/ 19 h 211"/>
                  <a:gd name="T80" fmla="*/ 0 w 213"/>
                  <a:gd name="T81" fmla="*/ 8 h 211"/>
                  <a:gd name="T82" fmla="*/ 2 w 213"/>
                  <a:gd name="T83" fmla="*/ 4 h 211"/>
                  <a:gd name="T84" fmla="*/ 5 w 213"/>
                  <a:gd name="T85" fmla="*/ 2 h 211"/>
                  <a:gd name="T86" fmla="*/ 10 w 213"/>
                  <a:gd name="T87" fmla="*/ 1 h 211"/>
                  <a:gd name="T88" fmla="*/ 38 w 213"/>
                  <a:gd name="T89" fmla="*/ 17 h 21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1"/>
                  <a:gd name="T137" fmla="*/ 213 w 213"/>
                  <a:gd name="T138" fmla="*/ 211 h 21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1">
                    <a:moveTo>
                      <a:pt x="38" y="17"/>
                    </a:moveTo>
                    <a:lnTo>
                      <a:pt x="39" y="19"/>
                    </a:lnTo>
                    <a:lnTo>
                      <a:pt x="40" y="24"/>
                    </a:lnTo>
                    <a:lnTo>
                      <a:pt x="44" y="32"/>
                    </a:lnTo>
                    <a:lnTo>
                      <a:pt x="47" y="41"/>
                    </a:lnTo>
                    <a:lnTo>
                      <a:pt x="51" y="51"/>
                    </a:lnTo>
                    <a:lnTo>
                      <a:pt x="54" y="62"/>
                    </a:lnTo>
                    <a:lnTo>
                      <a:pt x="57" y="71"/>
                    </a:lnTo>
                    <a:lnTo>
                      <a:pt x="59" y="79"/>
                    </a:lnTo>
                    <a:lnTo>
                      <a:pt x="62" y="85"/>
                    </a:lnTo>
                    <a:lnTo>
                      <a:pt x="66" y="92"/>
                    </a:lnTo>
                    <a:lnTo>
                      <a:pt x="70" y="101"/>
                    </a:lnTo>
                    <a:lnTo>
                      <a:pt x="76" y="108"/>
                    </a:lnTo>
                    <a:lnTo>
                      <a:pt x="81" y="115"/>
                    </a:lnTo>
                    <a:lnTo>
                      <a:pt x="86" y="121"/>
                    </a:lnTo>
                    <a:lnTo>
                      <a:pt x="91" y="125"/>
                    </a:lnTo>
                    <a:lnTo>
                      <a:pt x="94" y="128"/>
                    </a:lnTo>
                    <a:lnTo>
                      <a:pt x="99" y="130"/>
                    </a:lnTo>
                    <a:lnTo>
                      <a:pt x="108" y="137"/>
                    </a:lnTo>
                    <a:lnTo>
                      <a:pt x="120" y="146"/>
                    </a:lnTo>
                    <a:lnTo>
                      <a:pt x="131" y="156"/>
                    </a:lnTo>
                    <a:lnTo>
                      <a:pt x="143" y="165"/>
                    </a:lnTo>
                    <a:lnTo>
                      <a:pt x="154" y="174"/>
                    </a:lnTo>
                    <a:lnTo>
                      <a:pt x="160" y="180"/>
                    </a:lnTo>
                    <a:lnTo>
                      <a:pt x="164" y="181"/>
                    </a:lnTo>
                    <a:lnTo>
                      <a:pt x="166" y="181"/>
                    </a:lnTo>
                    <a:lnTo>
                      <a:pt x="167" y="181"/>
                    </a:lnTo>
                    <a:lnTo>
                      <a:pt x="169" y="181"/>
                    </a:lnTo>
                    <a:lnTo>
                      <a:pt x="172" y="181"/>
                    </a:lnTo>
                    <a:lnTo>
                      <a:pt x="175" y="181"/>
                    </a:lnTo>
                    <a:lnTo>
                      <a:pt x="177" y="181"/>
                    </a:lnTo>
                    <a:lnTo>
                      <a:pt x="181" y="181"/>
                    </a:lnTo>
                    <a:lnTo>
                      <a:pt x="184" y="183"/>
                    </a:lnTo>
                    <a:lnTo>
                      <a:pt x="189" y="186"/>
                    </a:lnTo>
                    <a:lnTo>
                      <a:pt x="193" y="187"/>
                    </a:lnTo>
                    <a:lnTo>
                      <a:pt x="198" y="191"/>
                    </a:lnTo>
                    <a:lnTo>
                      <a:pt x="202" y="193"/>
                    </a:lnTo>
                    <a:lnTo>
                      <a:pt x="206" y="197"/>
                    </a:lnTo>
                    <a:lnTo>
                      <a:pt x="210" y="199"/>
                    </a:lnTo>
                    <a:lnTo>
                      <a:pt x="212" y="203"/>
                    </a:lnTo>
                    <a:lnTo>
                      <a:pt x="212" y="205"/>
                    </a:lnTo>
                    <a:lnTo>
                      <a:pt x="210" y="207"/>
                    </a:lnTo>
                    <a:lnTo>
                      <a:pt x="207" y="209"/>
                    </a:lnTo>
                    <a:lnTo>
                      <a:pt x="204" y="210"/>
                    </a:lnTo>
                    <a:lnTo>
                      <a:pt x="199" y="210"/>
                    </a:lnTo>
                    <a:lnTo>
                      <a:pt x="194" y="210"/>
                    </a:lnTo>
                    <a:lnTo>
                      <a:pt x="188" y="209"/>
                    </a:lnTo>
                    <a:lnTo>
                      <a:pt x="182" y="207"/>
                    </a:lnTo>
                    <a:lnTo>
                      <a:pt x="176" y="205"/>
                    </a:lnTo>
                    <a:lnTo>
                      <a:pt x="171" y="204"/>
                    </a:lnTo>
                    <a:lnTo>
                      <a:pt x="168" y="202"/>
                    </a:lnTo>
                    <a:lnTo>
                      <a:pt x="165" y="201"/>
                    </a:lnTo>
                    <a:lnTo>
                      <a:pt x="163" y="200"/>
                    </a:lnTo>
                    <a:lnTo>
                      <a:pt x="160" y="200"/>
                    </a:lnTo>
                    <a:lnTo>
                      <a:pt x="158" y="201"/>
                    </a:lnTo>
                    <a:lnTo>
                      <a:pt x="154" y="200"/>
                    </a:lnTo>
                    <a:lnTo>
                      <a:pt x="148" y="198"/>
                    </a:lnTo>
                    <a:lnTo>
                      <a:pt x="141" y="196"/>
                    </a:lnTo>
                    <a:lnTo>
                      <a:pt x="131" y="192"/>
                    </a:lnTo>
                    <a:lnTo>
                      <a:pt x="121" y="187"/>
                    </a:lnTo>
                    <a:lnTo>
                      <a:pt x="112" y="182"/>
                    </a:lnTo>
                    <a:lnTo>
                      <a:pt x="103" y="178"/>
                    </a:lnTo>
                    <a:lnTo>
                      <a:pt x="97" y="174"/>
                    </a:lnTo>
                    <a:lnTo>
                      <a:pt x="91" y="170"/>
                    </a:lnTo>
                    <a:lnTo>
                      <a:pt x="84" y="163"/>
                    </a:lnTo>
                    <a:lnTo>
                      <a:pt x="76" y="156"/>
                    </a:lnTo>
                    <a:lnTo>
                      <a:pt x="68" y="147"/>
                    </a:lnTo>
                    <a:lnTo>
                      <a:pt x="59" y="137"/>
                    </a:lnTo>
                    <a:lnTo>
                      <a:pt x="51" y="128"/>
                    </a:lnTo>
                    <a:lnTo>
                      <a:pt x="44" y="118"/>
                    </a:lnTo>
                    <a:lnTo>
                      <a:pt x="38" y="107"/>
                    </a:lnTo>
                    <a:lnTo>
                      <a:pt x="32" y="96"/>
                    </a:lnTo>
                    <a:lnTo>
                      <a:pt x="26" y="83"/>
                    </a:lnTo>
                    <a:lnTo>
                      <a:pt x="19" y="68"/>
                    </a:lnTo>
                    <a:lnTo>
                      <a:pt x="13" y="54"/>
                    </a:lnTo>
                    <a:lnTo>
                      <a:pt x="8" y="40"/>
                    </a:lnTo>
                    <a:lnTo>
                      <a:pt x="4" y="28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38" y="17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4" name="Freeform 361">
                <a:extLst>
                  <a:ext uri="{FF2B5EF4-FFF2-40B4-BE49-F238E27FC236}">
                    <a16:creationId xmlns:a16="http://schemas.microsoft.com/office/drawing/2014/main" id="{8AD16C71-ABC4-0DEC-2E29-C43CCA83C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1331"/>
                <a:ext cx="220" cy="406"/>
              </a:xfrm>
              <a:custGeom>
                <a:avLst/>
                <a:gdLst>
                  <a:gd name="T0" fmla="*/ 219 w 220"/>
                  <a:gd name="T1" fmla="*/ 405 h 406"/>
                  <a:gd name="T2" fmla="*/ 219 w 220"/>
                  <a:gd name="T3" fmla="*/ 109 h 406"/>
                  <a:gd name="T4" fmla="*/ 0 w 220"/>
                  <a:gd name="T5" fmla="*/ 0 h 406"/>
                  <a:gd name="T6" fmla="*/ 0 w 220"/>
                  <a:gd name="T7" fmla="*/ 276 h 406"/>
                  <a:gd name="T8" fmla="*/ 219 w 220"/>
                  <a:gd name="T9" fmla="*/ 405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406"/>
                  <a:gd name="T17" fmla="*/ 220 w 220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406">
                    <a:moveTo>
                      <a:pt x="219" y="405"/>
                    </a:moveTo>
                    <a:lnTo>
                      <a:pt x="219" y="109"/>
                    </a:lnTo>
                    <a:lnTo>
                      <a:pt x="0" y="0"/>
                    </a:lnTo>
                    <a:lnTo>
                      <a:pt x="0" y="276"/>
                    </a:lnTo>
                    <a:lnTo>
                      <a:pt x="219" y="40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5" name="Freeform 362">
                <a:extLst>
                  <a:ext uri="{FF2B5EF4-FFF2-40B4-BE49-F238E27FC236}">
                    <a16:creationId xmlns:a16="http://schemas.microsoft.com/office/drawing/2014/main" id="{1EF28B52-5A04-7B34-0080-96A94FD7F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0" y="1582"/>
                <a:ext cx="239" cy="161"/>
              </a:xfrm>
              <a:custGeom>
                <a:avLst/>
                <a:gdLst>
                  <a:gd name="T0" fmla="*/ 238 w 239"/>
                  <a:gd name="T1" fmla="*/ 160 h 161"/>
                  <a:gd name="T2" fmla="*/ 238 w 239"/>
                  <a:gd name="T3" fmla="*/ 129 h 161"/>
                  <a:gd name="T4" fmla="*/ 0 w 239"/>
                  <a:gd name="T5" fmla="*/ 0 h 161"/>
                  <a:gd name="T6" fmla="*/ 0 w 239"/>
                  <a:gd name="T7" fmla="*/ 28 h 161"/>
                  <a:gd name="T8" fmla="*/ 238 w 239"/>
                  <a:gd name="T9" fmla="*/ 160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1"/>
                  <a:gd name="T17" fmla="*/ 239 w 239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1">
                    <a:moveTo>
                      <a:pt x="238" y="160"/>
                    </a:moveTo>
                    <a:lnTo>
                      <a:pt x="238" y="129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8" y="160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6" name="Freeform 363">
                <a:extLst>
                  <a:ext uri="{FF2B5EF4-FFF2-40B4-BE49-F238E27FC236}">
                    <a16:creationId xmlns:a16="http://schemas.microsoft.com/office/drawing/2014/main" id="{2C0B04A3-2A7F-655B-F509-FB1755DF0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7" y="1315"/>
                <a:ext cx="242" cy="144"/>
              </a:xfrm>
              <a:custGeom>
                <a:avLst/>
                <a:gdLst>
                  <a:gd name="T0" fmla="*/ 241 w 242"/>
                  <a:gd name="T1" fmla="*/ 143 h 144"/>
                  <a:gd name="T2" fmla="*/ 241 w 242"/>
                  <a:gd name="T3" fmla="*/ 113 h 144"/>
                  <a:gd name="T4" fmla="*/ 0 w 242"/>
                  <a:gd name="T5" fmla="*/ 0 h 144"/>
                  <a:gd name="T6" fmla="*/ 0 w 242"/>
                  <a:gd name="T7" fmla="*/ 29 h 144"/>
                  <a:gd name="T8" fmla="*/ 241 w 242"/>
                  <a:gd name="T9" fmla="*/ 143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44"/>
                  <a:gd name="T17" fmla="*/ 242 w 242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44">
                    <a:moveTo>
                      <a:pt x="241" y="143"/>
                    </a:moveTo>
                    <a:lnTo>
                      <a:pt x="241" y="113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241" y="143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7" name="Freeform 364">
                <a:extLst>
                  <a:ext uri="{FF2B5EF4-FFF2-40B4-BE49-F238E27FC236}">
                    <a16:creationId xmlns:a16="http://schemas.microsoft.com/office/drawing/2014/main" id="{146DE220-1A7D-0C58-B917-E9D264603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8" y="1595"/>
                <a:ext cx="451" cy="148"/>
              </a:xfrm>
              <a:custGeom>
                <a:avLst/>
                <a:gdLst>
                  <a:gd name="T0" fmla="*/ 0 w 451"/>
                  <a:gd name="T1" fmla="*/ 147 h 148"/>
                  <a:gd name="T2" fmla="*/ 0 w 451"/>
                  <a:gd name="T3" fmla="*/ 116 h 148"/>
                  <a:gd name="T4" fmla="*/ 450 w 451"/>
                  <a:gd name="T5" fmla="*/ 0 h 148"/>
                  <a:gd name="T6" fmla="*/ 450 w 451"/>
                  <a:gd name="T7" fmla="*/ 28 h 148"/>
                  <a:gd name="T8" fmla="*/ 0 w 451"/>
                  <a:gd name="T9" fmla="*/ 147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8"/>
                  <a:gd name="T17" fmla="*/ 451 w 451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8">
                    <a:moveTo>
                      <a:pt x="0" y="147"/>
                    </a:moveTo>
                    <a:lnTo>
                      <a:pt x="0" y="116"/>
                    </a:lnTo>
                    <a:lnTo>
                      <a:pt x="450" y="0"/>
                    </a:lnTo>
                    <a:lnTo>
                      <a:pt x="450" y="28"/>
                    </a:lnTo>
                    <a:lnTo>
                      <a:pt x="0" y="147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8" name="Freeform 365">
                <a:extLst>
                  <a:ext uri="{FF2B5EF4-FFF2-40B4-BE49-F238E27FC236}">
                    <a16:creationId xmlns:a16="http://schemas.microsoft.com/office/drawing/2014/main" id="{BB3D4A22-A4AA-73CC-871E-A3984E754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" y="1312"/>
                <a:ext cx="451" cy="149"/>
              </a:xfrm>
              <a:custGeom>
                <a:avLst/>
                <a:gdLst>
                  <a:gd name="T0" fmla="*/ 0 w 451"/>
                  <a:gd name="T1" fmla="*/ 148 h 149"/>
                  <a:gd name="T2" fmla="*/ 0 w 451"/>
                  <a:gd name="T3" fmla="*/ 118 h 149"/>
                  <a:gd name="T4" fmla="*/ 450 w 451"/>
                  <a:gd name="T5" fmla="*/ 0 h 149"/>
                  <a:gd name="T6" fmla="*/ 450 w 451"/>
                  <a:gd name="T7" fmla="*/ 27 h 149"/>
                  <a:gd name="T8" fmla="*/ 0 w 451"/>
                  <a:gd name="T9" fmla="*/ 148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1"/>
                  <a:gd name="T16" fmla="*/ 0 h 149"/>
                  <a:gd name="T17" fmla="*/ 451 w 451"/>
                  <a:gd name="T18" fmla="*/ 149 h 1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1" h="149">
                    <a:moveTo>
                      <a:pt x="0" y="148"/>
                    </a:moveTo>
                    <a:lnTo>
                      <a:pt x="0" y="118"/>
                    </a:lnTo>
                    <a:lnTo>
                      <a:pt x="450" y="0"/>
                    </a:lnTo>
                    <a:lnTo>
                      <a:pt x="450" y="27"/>
                    </a:lnTo>
                    <a:lnTo>
                      <a:pt x="0" y="148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49" name="Freeform 366">
                <a:extLst>
                  <a:ext uri="{FF2B5EF4-FFF2-40B4-BE49-F238E27FC236}">
                    <a16:creationId xmlns:a16="http://schemas.microsoft.com/office/drawing/2014/main" id="{63381204-1850-F8F3-4853-582251FE2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" y="1346"/>
                <a:ext cx="452" cy="355"/>
              </a:xfrm>
              <a:custGeom>
                <a:avLst/>
                <a:gdLst>
                  <a:gd name="T0" fmla="*/ 0 w 452"/>
                  <a:gd name="T1" fmla="*/ 354 h 355"/>
                  <a:gd name="T2" fmla="*/ 0 w 452"/>
                  <a:gd name="T3" fmla="*/ 122 h 355"/>
                  <a:gd name="T4" fmla="*/ 451 w 452"/>
                  <a:gd name="T5" fmla="*/ 0 h 355"/>
                  <a:gd name="T6" fmla="*/ 451 w 452"/>
                  <a:gd name="T7" fmla="*/ 243 h 355"/>
                  <a:gd name="T8" fmla="*/ 0 w 452"/>
                  <a:gd name="T9" fmla="*/ 354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2"/>
                  <a:gd name="T16" fmla="*/ 0 h 355"/>
                  <a:gd name="T17" fmla="*/ 452 w 452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2" h="355">
                    <a:moveTo>
                      <a:pt x="0" y="354"/>
                    </a:moveTo>
                    <a:lnTo>
                      <a:pt x="0" y="122"/>
                    </a:lnTo>
                    <a:lnTo>
                      <a:pt x="451" y="0"/>
                    </a:lnTo>
                    <a:lnTo>
                      <a:pt x="451" y="243"/>
                    </a:lnTo>
                    <a:lnTo>
                      <a:pt x="0" y="354"/>
                    </a:lnTo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0" name="Freeform 367">
                <a:extLst>
                  <a:ext uri="{FF2B5EF4-FFF2-40B4-BE49-F238E27FC236}">
                    <a16:creationId xmlns:a16="http://schemas.microsoft.com/office/drawing/2014/main" id="{9E5BBBDD-703A-A65E-9F50-F32C77ABB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8" y="1083"/>
                <a:ext cx="131" cy="173"/>
              </a:xfrm>
              <a:custGeom>
                <a:avLst/>
                <a:gdLst>
                  <a:gd name="T0" fmla="*/ 31 w 131"/>
                  <a:gd name="T1" fmla="*/ 17 h 173"/>
                  <a:gd name="T2" fmla="*/ 35 w 131"/>
                  <a:gd name="T3" fmla="*/ 26 h 173"/>
                  <a:gd name="T4" fmla="*/ 39 w 131"/>
                  <a:gd name="T5" fmla="*/ 40 h 173"/>
                  <a:gd name="T6" fmla="*/ 42 w 131"/>
                  <a:gd name="T7" fmla="*/ 52 h 173"/>
                  <a:gd name="T8" fmla="*/ 43 w 131"/>
                  <a:gd name="T9" fmla="*/ 63 h 173"/>
                  <a:gd name="T10" fmla="*/ 47 w 131"/>
                  <a:gd name="T11" fmla="*/ 78 h 173"/>
                  <a:gd name="T12" fmla="*/ 53 w 131"/>
                  <a:gd name="T13" fmla="*/ 92 h 173"/>
                  <a:gd name="T14" fmla="*/ 59 w 131"/>
                  <a:gd name="T15" fmla="*/ 103 h 173"/>
                  <a:gd name="T16" fmla="*/ 65 w 131"/>
                  <a:gd name="T17" fmla="*/ 108 h 173"/>
                  <a:gd name="T18" fmla="*/ 71 w 131"/>
                  <a:gd name="T19" fmla="*/ 121 h 173"/>
                  <a:gd name="T20" fmla="*/ 80 w 131"/>
                  <a:gd name="T21" fmla="*/ 137 h 173"/>
                  <a:gd name="T22" fmla="*/ 85 w 131"/>
                  <a:gd name="T23" fmla="*/ 148 h 173"/>
                  <a:gd name="T24" fmla="*/ 87 w 131"/>
                  <a:gd name="T25" fmla="*/ 149 h 173"/>
                  <a:gd name="T26" fmla="*/ 90 w 131"/>
                  <a:gd name="T27" fmla="*/ 149 h 173"/>
                  <a:gd name="T28" fmla="*/ 96 w 131"/>
                  <a:gd name="T29" fmla="*/ 148 h 173"/>
                  <a:gd name="T30" fmla="*/ 102 w 131"/>
                  <a:gd name="T31" fmla="*/ 148 h 173"/>
                  <a:gd name="T32" fmla="*/ 106 w 131"/>
                  <a:gd name="T33" fmla="*/ 149 h 173"/>
                  <a:gd name="T34" fmla="*/ 114 w 131"/>
                  <a:gd name="T35" fmla="*/ 153 h 173"/>
                  <a:gd name="T36" fmla="*/ 122 w 131"/>
                  <a:gd name="T37" fmla="*/ 158 h 173"/>
                  <a:gd name="T38" fmla="*/ 128 w 131"/>
                  <a:gd name="T39" fmla="*/ 163 h 173"/>
                  <a:gd name="T40" fmla="*/ 129 w 131"/>
                  <a:gd name="T41" fmla="*/ 167 h 173"/>
                  <a:gd name="T42" fmla="*/ 124 w 131"/>
                  <a:gd name="T43" fmla="*/ 170 h 173"/>
                  <a:gd name="T44" fmla="*/ 116 w 131"/>
                  <a:gd name="T45" fmla="*/ 172 h 173"/>
                  <a:gd name="T46" fmla="*/ 106 w 131"/>
                  <a:gd name="T47" fmla="*/ 172 h 173"/>
                  <a:gd name="T48" fmla="*/ 97 w 131"/>
                  <a:gd name="T49" fmla="*/ 170 h 173"/>
                  <a:gd name="T50" fmla="*/ 91 w 131"/>
                  <a:gd name="T51" fmla="*/ 168 h 173"/>
                  <a:gd name="T52" fmla="*/ 88 w 131"/>
                  <a:gd name="T53" fmla="*/ 167 h 173"/>
                  <a:gd name="T54" fmla="*/ 85 w 131"/>
                  <a:gd name="T55" fmla="*/ 166 h 173"/>
                  <a:gd name="T56" fmla="*/ 82 w 131"/>
                  <a:gd name="T57" fmla="*/ 166 h 173"/>
                  <a:gd name="T58" fmla="*/ 70 w 131"/>
                  <a:gd name="T59" fmla="*/ 157 h 173"/>
                  <a:gd name="T60" fmla="*/ 56 w 131"/>
                  <a:gd name="T61" fmla="*/ 143 h 173"/>
                  <a:gd name="T62" fmla="*/ 43 w 131"/>
                  <a:gd name="T63" fmla="*/ 129 h 173"/>
                  <a:gd name="T64" fmla="*/ 36 w 131"/>
                  <a:gd name="T65" fmla="*/ 121 h 173"/>
                  <a:gd name="T66" fmla="*/ 33 w 131"/>
                  <a:gd name="T67" fmla="*/ 114 h 173"/>
                  <a:gd name="T68" fmla="*/ 32 w 131"/>
                  <a:gd name="T69" fmla="*/ 107 h 173"/>
                  <a:gd name="T70" fmla="*/ 30 w 131"/>
                  <a:gd name="T71" fmla="*/ 96 h 173"/>
                  <a:gd name="T72" fmla="*/ 25 w 131"/>
                  <a:gd name="T73" fmla="*/ 80 h 173"/>
                  <a:gd name="T74" fmla="*/ 16 w 131"/>
                  <a:gd name="T75" fmla="*/ 56 h 173"/>
                  <a:gd name="T76" fmla="*/ 5 w 131"/>
                  <a:gd name="T77" fmla="*/ 32 h 173"/>
                  <a:gd name="T78" fmla="*/ 0 w 131"/>
                  <a:gd name="T79" fmla="*/ 13 h 173"/>
                  <a:gd name="T80" fmla="*/ 0 w 131"/>
                  <a:gd name="T81" fmla="*/ 5 h 173"/>
                  <a:gd name="T82" fmla="*/ 4 w 131"/>
                  <a:gd name="T83" fmla="*/ 3 h 173"/>
                  <a:gd name="T84" fmla="*/ 8 w 131"/>
                  <a:gd name="T85" fmla="*/ 1 h 173"/>
                  <a:gd name="T86" fmla="*/ 12 w 131"/>
                  <a:gd name="T87" fmla="*/ 0 h 173"/>
                  <a:gd name="T88" fmla="*/ 31 w 131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1"/>
                  <a:gd name="T136" fmla="*/ 0 h 173"/>
                  <a:gd name="T137" fmla="*/ 131 w 131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1" h="173">
                    <a:moveTo>
                      <a:pt x="31" y="15"/>
                    </a:moveTo>
                    <a:lnTo>
                      <a:pt x="31" y="17"/>
                    </a:lnTo>
                    <a:lnTo>
                      <a:pt x="33" y="20"/>
                    </a:lnTo>
                    <a:lnTo>
                      <a:pt x="35" y="26"/>
                    </a:lnTo>
                    <a:lnTo>
                      <a:pt x="36" y="32"/>
                    </a:lnTo>
                    <a:lnTo>
                      <a:pt x="39" y="40"/>
                    </a:lnTo>
                    <a:lnTo>
                      <a:pt x="41" y="46"/>
                    </a:lnTo>
                    <a:lnTo>
                      <a:pt x="42" y="52"/>
                    </a:lnTo>
                    <a:lnTo>
                      <a:pt x="43" y="57"/>
                    </a:lnTo>
                    <a:lnTo>
                      <a:pt x="43" y="63"/>
                    </a:lnTo>
                    <a:lnTo>
                      <a:pt x="46" y="70"/>
                    </a:lnTo>
                    <a:lnTo>
                      <a:pt x="47" y="78"/>
                    </a:lnTo>
                    <a:lnTo>
                      <a:pt x="51" y="86"/>
                    </a:lnTo>
                    <a:lnTo>
                      <a:pt x="53" y="92"/>
                    </a:lnTo>
                    <a:lnTo>
                      <a:pt x="57" y="99"/>
                    </a:lnTo>
                    <a:lnTo>
                      <a:pt x="59" y="103"/>
                    </a:lnTo>
                    <a:lnTo>
                      <a:pt x="62" y="106"/>
                    </a:lnTo>
                    <a:lnTo>
                      <a:pt x="65" y="108"/>
                    </a:lnTo>
                    <a:lnTo>
                      <a:pt x="68" y="114"/>
                    </a:lnTo>
                    <a:lnTo>
                      <a:pt x="71" y="121"/>
                    </a:lnTo>
                    <a:lnTo>
                      <a:pt x="76" y="129"/>
                    </a:lnTo>
                    <a:lnTo>
                      <a:pt x="80" y="137"/>
                    </a:lnTo>
                    <a:lnTo>
                      <a:pt x="82" y="143"/>
                    </a:lnTo>
                    <a:lnTo>
                      <a:pt x="85" y="148"/>
                    </a:lnTo>
                    <a:lnTo>
                      <a:pt x="86" y="149"/>
                    </a:lnTo>
                    <a:lnTo>
                      <a:pt x="87" y="149"/>
                    </a:lnTo>
                    <a:lnTo>
                      <a:pt x="88" y="149"/>
                    </a:lnTo>
                    <a:lnTo>
                      <a:pt x="90" y="149"/>
                    </a:lnTo>
                    <a:lnTo>
                      <a:pt x="93" y="148"/>
                    </a:lnTo>
                    <a:lnTo>
                      <a:pt x="96" y="148"/>
                    </a:lnTo>
                    <a:lnTo>
                      <a:pt x="99" y="148"/>
                    </a:lnTo>
                    <a:lnTo>
                      <a:pt x="102" y="148"/>
                    </a:lnTo>
                    <a:lnTo>
                      <a:pt x="104" y="149"/>
                    </a:lnTo>
                    <a:lnTo>
                      <a:pt x="106" y="149"/>
                    </a:lnTo>
                    <a:lnTo>
                      <a:pt x="110" y="151"/>
                    </a:lnTo>
                    <a:lnTo>
                      <a:pt x="114" y="153"/>
                    </a:lnTo>
                    <a:lnTo>
                      <a:pt x="118" y="155"/>
                    </a:lnTo>
                    <a:lnTo>
                      <a:pt x="122" y="158"/>
                    </a:lnTo>
                    <a:lnTo>
                      <a:pt x="124" y="160"/>
                    </a:lnTo>
                    <a:lnTo>
                      <a:pt x="128" y="163"/>
                    </a:lnTo>
                    <a:lnTo>
                      <a:pt x="130" y="166"/>
                    </a:lnTo>
                    <a:lnTo>
                      <a:pt x="129" y="167"/>
                    </a:lnTo>
                    <a:lnTo>
                      <a:pt x="128" y="169"/>
                    </a:lnTo>
                    <a:lnTo>
                      <a:pt x="124" y="170"/>
                    </a:lnTo>
                    <a:lnTo>
                      <a:pt x="121" y="171"/>
                    </a:lnTo>
                    <a:lnTo>
                      <a:pt x="116" y="172"/>
                    </a:lnTo>
                    <a:lnTo>
                      <a:pt x="112" y="172"/>
                    </a:lnTo>
                    <a:lnTo>
                      <a:pt x="106" y="172"/>
                    </a:lnTo>
                    <a:lnTo>
                      <a:pt x="101" y="171"/>
                    </a:lnTo>
                    <a:lnTo>
                      <a:pt x="97" y="170"/>
                    </a:lnTo>
                    <a:lnTo>
                      <a:pt x="94" y="169"/>
                    </a:lnTo>
                    <a:lnTo>
                      <a:pt x="91" y="168"/>
                    </a:lnTo>
                    <a:lnTo>
                      <a:pt x="89" y="167"/>
                    </a:lnTo>
                    <a:lnTo>
                      <a:pt x="88" y="167"/>
                    </a:lnTo>
                    <a:lnTo>
                      <a:pt x="86" y="166"/>
                    </a:lnTo>
                    <a:lnTo>
                      <a:pt x="85" y="166"/>
                    </a:lnTo>
                    <a:lnTo>
                      <a:pt x="84" y="167"/>
                    </a:lnTo>
                    <a:lnTo>
                      <a:pt x="82" y="166"/>
                    </a:lnTo>
                    <a:lnTo>
                      <a:pt x="77" y="162"/>
                    </a:lnTo>
                    <a:lnTo>
                      <a:pt x="70" y="157"/>
                    </a:lnTo>
                    <a:lnTo>
                      <a:pt x="64" y="150"/>
                    </a:lnTo>
                    <a:lnTo>
                      <a:pt x="56" y="143"/>
                    </a:lnTo>
                    <a:lnTo>
                      <a:pt x="49" y="135"/>
                    </a:lnTo>
                    <a:lnTo>
                      <a:pt x="43" y="129"/>
                    </a:lnTo>
                    <a:lnTo>
                      <a:pt x="39" y="125"/>
                    </a:lnTo>
                    <a:lnTo>
                      <a:pt x="36" y="121"/>
                    </a:lnTo>
                    <a:lnTo>
                      <a:pt x="35" y="118"/>
                    </a:lnTo>
                    <a:lnTo>
                      <a:pt x="33" y="114"/>
                    </a:lnTo>
                    <a:lnTo>
                      <a:pt x="33" y="111"/>
                    </a:lnTo>
                    <a:lnTo>
                      <a:pt x="32" y="107"/>
                    </a:lnTo>
                    <a:lnTo>
                      <a:pt x="31" y="102"/>
                    </a:lnTo>
                    <a:lnTo>
                      <a:pt x="30" y="96"/>
                    </a:lnTo>
                    <a:lnTo>
                      <a:pt x="29" y="88"/>
                    </a:lnTo>
                    <a:lnTo>
                      <a:pt x="25" y="80"/>
                    </a:lnTo>
                    <a:lnTo>
                      <a:pt x="21" y="68"/>
                    </a:lnTo>
                    <a:lnTo>
                      <a:pt x="16" y="56"/>
                    </a:lnTo>
                    <a:lnTo>
                      <a:pt x="11" y="44"/>
                    </a:lnTo>
                    <a:lnTo>
                      <a:pt x="5" y="32"/>
                    </a:lnTo>
                    <a:lnTo>
                      <a:pt x="2" y="22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31" y="15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1" name="Freeform 368">
                <a:extLst>
                  <a:ext uri="{FF2B5EF4-FFF2-40B4-BE49-F238E27FC236}">
                    <a16:creationId xmlns:a16="http://schemas.microsoft.com/office/drawing/2014/main" id="{38426D3E-0D89-E10B-4025-4A423910C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7" y="1083"/>
                <a:ext cx="135" cy="169"/>
              </a:xfrm>
              <a:custGeom>
                <a:avLst/>
                <a:gdLst>
                  <a:gd name="T0" fmla="*/ 35 w 135"/>
                  <a:gd name="T1" fmla="*/ 15 h 169"/>
                  <a:gd name="T2" fmla="*/ 39 w 135"/>
                  <a:gd name="T3" fmla="*/ 23 h 169"/>
                  <a:gd name="T4" fmla="*/ 43 w 135"/>
                  <a:gd name="T5" fmla="*/ 36 h 169"/>
                  <a:gd name="T6" fmla="*/ 46 w 135"/>
                  <a:gd name="T7" fmla="*/ 48 h 169"/>
                  <a:gd name="T8" fmla="*/ 48 w 135"/>
                  <a:gd name="T9" fmla="*/ 59 h 169"/>
                  <a:gd name="T10" fmla="*/ 52 w 135"/>
                  <a:gd name="T11" fmla="*/ 74 h 169"/>
                  <a:gd name="T12" fmla="*/ 58 w 135"/>
                  <a:gd name="T13" fmla="*/ 88 h 169"/>
                  <a:gd name="T14" fmla="*/ 64 w 135"/>
                  <a:gd name="T15" fmla="*/ 99 h 169"/>
                  <a:gd name="T16" fmla="*/ 69 w 135"/>
                  <a:gd name="T17" fmla="*/ 104 h 169"/>
                  <a:gd name="T18" fmla="*/ 76 w 135"/>
                  <a:gd name="T19" fmla="*/ 117 h 169"/>
                  <a:gd name="T20" fmla="*/ 84 w 135"/>
                  <a:gd name="T21" fmla="*/ 133 h 169"/>
                  <a:gd name="T22" fmla="*/ 89 w 135"/>
                  <a:gd name="T23" fmla="*/ 144 h 169"/>
                  <a:gd name="T24" fmla="*/ 91 w 135"/>
                  <a:gd name="T25" fmla="*/ 145 h 169"/>
                  <a:gd name="T26" fmla="*/ 95 w 135"/>
                  <a:gd name="T27" fmla="*/ 144 h 169"/>
                  <a:gd name="T28" fmla="*/ 100 w 135"/>
                  <a:gd name="T29" fmla="*/ 144 h 169"/>
                  <a:gd name="T30" fmla="*/ 106 w 135"/>
                  <a:gd name="T31" fmla="*/ 144 h 169"/>
                  <a:gd name="T32" fmla="*/ 111 w 135"/>
                  <a:gd name="T33" fmla="*/ 145 h 169"/>
                  <a:gd name="T34" fmla="*/ 118 w 135"/>
                  <a:gd name="T35" fmla="*/ 149 h 169"/>
                  <a:gd name="T36" fmla="*/ 126 w 135"/>
                  <a:gd name="T37" fmla="*/ 154 h 169"/>
                  <a:gd name="T38" fmla="*/ 132 w 135"/>
                  <a:gd name="T39" fmla="*/ 159 h 169"/>
                  <a:gd name="T40" fmla="*/ 134 w 135"/>
                  <a:gd name="T41" fmla="*/ 163 h 169"/>
                  <a:gd name="T42" fmla="*/ 129 w 135"/>
                  <a:gd name="T43" fmla="*/ 166 h 169"/>
                  <a:gd name="T44" fmla="*/ 121 w 135"/>
                  <a:gd name="T45" fmla="*/ 168 h 169"/>
                  <a:gd name="T46" fmla="*/ 110 w 135"/>
                  <a:gd name="T47" fmla="*/ 168 h 169"/>
                  <a:gd name="T48" fmla="*/ 102 w 135"/>
                  <a:gd name="T49" fmla="*/ 166 h 169"/>
                  <a:gd name="T50" fmla="*/ 96 w 135"/>
                  <a:gd name="T51" fmla="*/ 164 h 169"/>
                  <a:gd name="T52" fmla="*/ 93 w 135"/>
                  <a:gd name="T53" fmla="*/ 163 h 169"/>
                  <a:gd name="T54" fmla="*/ 90 w 135"/>
                  <a:gd name="T55" fmla="*/ 163 h 169"/>
                  <a:gd name="T56" fmla="*/ 87 w 135"/>
                  <a:gd name="T57" fmla="*/ 162 h 169"/>
                  <a:gd name="T58" fmla="*/ 75 w 135"/>
                  <a:gd name="T59" fmla="*/ 153 h 169"/>
                  <a:gd name="T60" fmla="*/ 61 w 135"/>
                  <a:gd name="T61" fmla="*/ 139 h 169"/>
                  <a:gd name="T62" fmla="*/ 48 w 135"/>
                  <a:gd name="T63" fmla="*/ 125 h 169"/>
                  <a:gd name="T64" fmla="*/ 40 w 135"/>
                  <a:gd name="T65" fmla="*/ 116 h 169"/>
                  <a:gd name="T66" fmla="*/ 30 w 135"/>
                  <a:gd name="T67" fmla="*/ 105 h 169"/>
                  <a:gd name="T68" fmla="*/ 19 w 135"/>
                  <a:gd name="T69" fmla="*/ 91 h 169"/>
                  <a:gd name="T70" fmla="*/ 11 w 135"/>
                  <a:gd name="T71" fmla="*/ 75 h 169"/>
                  <a:gd name="T72" fmla="*/ 5 w 135"/>
                  <a:gd name="T73" fmla="*/ 58 h 169"/>
                  <a:gd name="T74" fmla="*/ 2 w 135"/>
                  <a:gd name="T75" fmla="*/ 40 h 169"/>
                  <a:gd name="T76" fmla="*/ 0 w 135"/>
                  <a:gd name="T77" fmla="*/ 21 h 169"/>
                  <a:gd name="T78" fmla="*/ 0 w 135"/>
                  <a:gd name="T79" fmla="*/ 7 h 169"/>
                  <a:gd name="T80" fmla="*/ 1 w 135"/>
                  <a:gd name="T81" fmla="*/ 0 h 169"/>
                  <a:gd name="T82" fmla="*/ 5 w 135"/>
                  <a:gd name="T83" fmla="*/ 0 h 169"/>
                  <a:gd name="T84" fmla="*/ 8 w 135"/>
                  <a:gd name="T85" fmla="*/ 3 h 169"/>
                  <a:gd name="T86" fmla="*/ 11 w 135"/>
                  <a:gd name="T87" fmla="*/ 5 h 169"/>
                  <a:gd name="T88" fmla="*/ 35 w 135"/>
                  <a:gd name="T89" fmla="*/ 14 h 1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69"/>
                  <a:gd name="T137" fmla="*/ 135 w 135"/>
                  <a:gd name="T138" fmla="*/ 169 h 16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69">
                    <a:moveTo>
                      <a:pt x="35" y="14"/>
                    </a:moveTo>
                    <a:lnTo>
                      <a:pt x="35" y="15"/>
                    </a:lnTo>
                    <a:lnTo>
                      <a:pt x="37" y="18"/>
                    </a:lnTo>
                    <a:lnTo>
                      <a:pt x="39" y="23"/>
                    </a:lnTo>
                    <a:lnTo>
                      <a:pt x="41" y="29"/>
                    </a:lnTo>
                    <a:lnTo>
                      <a:pt x="43" y="36"/>
                    </a:lnTo>
                    <a:lnTo>
                      <a:pt x="45" y="42"/>
                    </a:lnTo>
                    <a:lnTo>
                      <a:pt x="46" y="48"/>
                    </a:lnTo>
                    <a:lnTo>
                      <a:pt x="47" y="54"/>
                    </a:lnTo>
                    <a:lnTo>
                      <a:pt x="48" y="59"/>
                    </a:lnTo>
                    <a:lnTo>
                      <a:pt x="50" y="66"/>
                    </a:lnTo>
                    <a:lnTo>
                      <a:pt x="52" y="74"/>
                    </a:lnTo>
                    <a:lnTo>
                      <a:pt x="55" y="81"/>
                    </a:lnTo>
                    <a:lnTo>
                      <a:pt x="58" y="88"/>
                    </a:lnTo>
                    <a:lnTo>
                      <a:pt x="61" y="95"/>
                    </a:lnTo>
                    <a:lnTo>
                      <a:pt x="64" y="99"/>
                    </a:lnTo>
                    <a:lnTo>
                      <a:pt x="66" y="102"/>
                    </a:lnTo>
                    <a:lnTo>
                      <a:pt x="69" y="104"/>
                    </a:lnTo>
                    <a:lnTo>
                      <a:pt x="72" y="110"/>
                    </a:lnTo>
                    <a:lnTo>
                      <a:pt x="76" y="117"/>
                    </a:lnTo>
                    <a:lnTo>
                      <a:pt x="81" y="125"/>
                    </a:lnTo>
                    <a:lnTo>
                      <a:pt x="84" y="133"/>
                    </a:lnTo>
                    <a:lnTo>
                      <a:pt x="87" y="139"/>
                    </a:lnTo>
                    <a:lnTo>
                      <a:pt x="89" y="144"/>
                    </a:lnTo>
                    <a:lnTo>
                      <a:pt x="91" y="145"/>
                    </a:lnTo>
                    <a:lnTo>
                      <a:pt x="93" y="145"/>
                    </a:lnTo>
                    <a:lnTo>
                      <a:pt x="95" y="144"/>
                    </a:lnTo>
                    <a:lnTo>
                      <a:pt x="98" y="144"/>
                    </a:lnTo>
                    <a:lnTo>
                      <a:pt x="100" y="144"/>
                    </a:lnTo>
                    <a:lnTo>
                      <a:pt x="104" y="144"/>
                    </a:lnTo>
                    <a:lnTo>
                      <a:pt x="106" y="144"/>
                    </a:lnTo>
                    <a:lnTo>
                      <a:pt x="109" y="144"/>
                    </a:lnTo>
                    <a:lnTo>
                      <a:pt x="111" y="145"/>
                    </a:lnTo>
                    <a:lnTo>
                      <a:pt x="115" y="147"/>
                    </a:lnTo>
                    <a:lnTo>
                      <a:pt x="118" y="149"/>
                    </a:lnTo>
                    <a:lnTo>
                      <a:pt x="122" y="151"/>
                    </a:lnTo>
                    <a:lnTo>
                      <a:pt x="126" y="154"/>
                    </a:lnTo>
                    <a:lnTo>
                      <a:pt x="129" y="156"/>
                    </a:lnTo>
                    <a:lnTo>
                      <a:pt x="132" y="159"/>
                    </a:lnTo>
                    <a:lnTo>
                      <a:pt x="134" y="162"/>
                    </a:lnTo>
                    <a:lnTo>
                      <a:pt x="134" y="163"/>
                    </a:lnTo>
                    <a:lnTo>
                      <a:pt x="132" y="165"/>
                    </a:lnTo>
                    <a:lnTo>
                      <a:pt x="129" y="166"/>
                    </a:lnTo>
                    <a:lnTo>
                      <a:pt x="125" y="167"/>
                    </a:lnTo>
                    <a:lnTo>
                      <a:pt x="121" y="168"/>
                    </a:lnTo>
                    <a:lnTo>
                      <a:pt x="116" y="168"/>
                    </a:lnTo>
                    <a:lnTo>
                      <a:pt x="110" y="168"/>
                    </a:lnTo>
                    <a:lnTo>
                      <a:pt x="106" y="167"/>
                    </a:lnTo>
                    <a:lnTo>
                      <a:pt x="102" y="166"/>
                    </a:lnTo>
                    <a:lnTo>
                      <a:pt x="99" y="165"/>
                    </a:lnTo>
                    <a:lnTo>
                      <a:pt x="96" y="164"/>
                    </a:lnTo>
                    <a:lnTo>
                      <a:pt x="94" y="163"/>
                    </a:lnTo>
                    <a:lnTo>
                      <a:pt x="93" y="163"/>
                    </a:lnTo>
                    <a:lnTo>
                      <a:pt x="91" y="162"/>
                    </a:lnTo>
                    <a:lnTo>
                      <a:pt x="90" y="163"/>
                    </a:lnTo>
                    <a:lnTo>
                      <a:pt x="89" y="163"/>
                    </a:lnTo>
                    <a:lnTo>
                      <a:pt x="87" y="162"/>
                    </a:lnTo>
                    <a:lnTo>
                      <a:pt x="81" y="159"/>
                    </a:lnTo>
                    <a:lnTo>
                      <a:pt x="75" y="153"/>
                    </a:lnTo>
                    <a:lnTo>
                      <a:pt x="69" y="146"/>
                    </a:lnTo>
                    <a:lnTo>
                      <a:pt x="61" y="139"/>
                    </a:lnTo>
                    <a:lnTo>
                      <a:pt x="54" y="131"/>
                    </a:lnTo>
                    <a:lnTo>
                      <a:pt x="48" y="125"/>
                    </a:lnTo>
                    <a:lnTo>
                      <a:pt x="44" y="121"/>
                    </a:lnTo>
                    <a:lnTo>
                      <a:pt x="40" y="116"/>
                    </a:lnTo>
                    <a:lnTo>
                      <a:pt x="35" y="111"/>
                    </a:lnTo>
                    <a:lnTo>
                      <a:pt x="30" y="105"/>
                    </a:lnTo>
                    <a:lnTo>
                      <a:pt x="24" y="98"/>
                    </a:lnTo>
                    <a:lnTo>
                      <a:pt x="19" y="91"/>
                    </a:lnTo>
                    <a:lnTo>
                      <a:pt x="14" y="83"/>
                    </a:lnTo>
                    <a:lnTo>
                      <a:pt x="11" y="75"/>
                    </a:lnTo>
                    <a:lnTo>
                      <a:pt x="7" y="67"/>
                    </a:lnTo>
                    <a:lnTo>
                      <a:pt x="5" y="58"/>
                    </a:lnTo>
                    <a:lnTo>
                      <a:pt x="4" y="49"/>
                    </a:lnTo>
                    <a:lnTo>
                      <a:pt x="2" y="40"/>
                    </a:lnTo>
                    <a:lnTo>
                      <a:pt x="1" y="30"/>
                    </a:lnTo>
                    <a:lnTo>
                      <a:pt x="0" y="21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2" y="5"/>
                    </a:lnTo>
                    <a:lnTo>
                      <a:pt x="35" y="14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2" name="Freeform 369">
                <a:extLst>
                  <a:ext uri="{FF2B5EF4-FFF2-40B4-BE49-F238E27FC236}">
                    <a16:creationId xmlns:a16="http://schemas.microsoft.com/office/drawing/2014/main" id="{6C1BF18F-E591-C1AA-3606-08DBBC0BD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9" y="1355"/>
                <a:ext cx="239" cy="345"/>
              </a:xfrm>
              <a:custGeom>
                <a:avLst/>
                <a:gdLst>
                  <a:gd name="T0" fmla="*/ 238 w 239"/>
                  <a:gd name="T1" fmla="*/ 344 h 345"/>
                  <a:gd name="T2" fmla="*/ 238 w 239"/>
                  <a:gd name="T3" fmla="*/ 113 h 345"/>
                  <a:gd name="T4" fmla="*/ 0 w 239"/>
                  <a:gd name="T5" fmla="*/ 0 h 345"/>
                  <a:gd name="T6" fmla="*/ 0 w 239"/>
                  <a:gd name="T7" fmla="*/ 215 h 345"/>
                  <a:gd name="T8" fmla="*/ 238 w 239"/>
                  <a:gd name="T9" fmla="*/ 344 h 3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345"/>
                  <a:gd name="T17" fmla="*/ 239 w 239"/>
                  <a:gd name="T18" fmla="*/ 345 h 3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345">
                    <a:moveTo>
                      <a:pt x="238" y="344"/>
                    </a:moveTo>
                    <a:lnTo>
                      <a:pt x="238" y="113"/>
                    </a:lnTo>
                    <a:lnTo>
                      <a:pt x="0" y="0"/>
                    </a:lnTo>
                    <a:lnTo>
                      <a:pt x="0" y="215"/>
                    </a:lnTo>
                    <a:lnTo>
                      <a:pt x="238" y="344"/>
                    </a:lnTo>
                  </a:path>
                </a:pathLst>
              </a:custGeom>
              <a:solidFill>
                <a:srgbClr val="CC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3" name="Freeform 370">
                <a:extLst>
                  <a:ext uri="{FF2B5EF4-FFF2-40B4-BE49-F238E27FC236}">
                    <a16:creationId xmlns:a16="http://schemas.microsoft.com/office/drawing/2014/main" id="{48FF69AC-7800-6A8D-0132-1F3815F4B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3" y="1233"/>
                <a:ext cx="193" cy="82"/>
              </a:xfrm>
              <a:custGeom>
                <a:avLst/>
                <a:gdLst>
                  <a:gd name="T0" fmla="*/ 192 w 193"/>
                  <a:gd name="T1" fmla="*/ 14 h 82"/>
                  <a:gd name="T2" fmla="*/ 67 w 193"/>
                  <a:gd name="T3" fmla="*/ 81 h 82"/>
                  <a:gd name="T4" fmla="*/ 0 w 193"/>
                  <a:gd name="T5" fmla="*/ 66 h 82"/>
                  <a:gd name="T6" fmla="*/ 124 w 193"/>
                  <a:gd name="T7" fmla="*/ 0 h 82"/>
                  <a:gd name="T8" fmla="*/ 192 w 193"/>
                  <a:gd name="T9" fmla="*/ 14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82"/>
                  <a:gd name="T17" fmla="*/ 193 w 193"/>
                  <a:gd name="T18" fmla="*/ 82 h 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82">
                    <a:moveTo>
                      <a:pt x="192" y="14"/>
                    </a:moveTo>
                    <a:lnTo>
                      <a:pt x="67" y="81"/>
                    </a:lnTo>
                    <a:lnTo>
                      <a:pt x="0" y="66"/>
                    </a:lnTo>
                    <a:lnTo>
                      <a:pt x="124" y="0"/>
                    </a:lnTo>
                    <a:lnTo>
                      <a:pt x="192" y="14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4" name="Freeform 371">
                <a:extLst>
                  <a:ext uri="{FF2B5EF4-FFF2-40B4-BE49-F238E27FC236}">
                    <a16:creationId xmlns:a16="http://schemas.microsoft.com/office/drawing/2014/main" id="{FDD1CA8A-D091-32EB-4095-BFCF184F3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8" y="1067"/>
                <a:ext cx="213" cy="213"/>
              </a:xfrm>
              <a:custGeom>
                <a:avLst/>
                <a:gdLst>
                  <a:gd name="T0" fmla="*/ 44 w 213"/>
                  <a:gd name="T1" fmla="*/ 20 h 213"/>
                  <a:gd name="T2" fmla="*/ 50 w 213"/>
                  <a:gd name="T3" fmla="*/ 33 h 213"/>
                  <a:gd name="T4" fmla="*/ 59 w 213"/>
                  <a:gd name="T5" fmla="*/ 54 h 213"/>
                  <a:gd name="T6" fmla="*/ 68 w 213"/>
                  <a:gd name="T7" fmla="*/ 74 h 213"/>
                  <a:gd name="T8" fmla="*/ 73 w 213"/>
                  <a:gd name="T9" fmla="*/ 88 h 213"/>
                  <a:gd name="T10" fmla="*/ 78 w 213"/>
                  <a:gd name="T11" fmla="*/ 103 h 213"/>
                  <a:gd name="T12" fmla="*/ 85 w 213"/>
                  <a:gd name="T13" fmla="*/ 118 h 213"/>
                  <a:gd name="T14" fmla="*/ 91 w 213"/>
                  <a:gd name="T15" fmla="*/ 128 h 213"/>
                  <a:gd name="T16" fmla="*/ 99 w 213"/>
                  <a:gd name="T17" fmla="*/ 133 h 213"/>
                  <a:gd name="T18" fmla="*/ 120 w 213"/>
                  <a:gd name="T19" fmla="*/ 148 h 213"/>
                  <a:gd name="T20" fmla="*/ 143 w 213"/>
                  <a:gd name="T21" fmla="*/ 167 h 213"/>
                  <a:gd name="T22" fmla="*/ 160 w 213"/>
                  <a:gd name="T23" fmla="*/ 182 h 213"/>
                  <a:gd name="T24" fmla="*/ 164 w 213"/>
                  <a:gd name="T25" fmla="*/ 184 h 213"/>
                  <a:gd name="T26" fmla="*/ 167 w 213"/>
                  <a:gd name="T27" fmla="*/ 183 h 213"/>
                  <a:gd name="T28" fmla="*/ 171 w 213"/>
                  <a:gd name="T29" fmla="*/ 183 h 213"/>
                  <a:gd name="T30" fmla="*/ 177 w 213"/>
                  <a:gd name="T31" fmla="*/ 183 h 213"/>
                  <a:gd name="T32" fmla="*/ 184 w 213"/>
                  <a:gd name="T33" fmla="*/ 185 h 213"/>
                  <a:gd name="T34" fmla="*/ 193 w 213"/>
                  <a:gd name="T35" fmla="*/ 189 h 213"/>
                  <a:gd name="T36" fmla="*/ 202 w 213"/>
                  <a:gd name="T37" fmla="*/ 195 h 213"/>
                  <a:gd name="T38" fmla="*/ 209 w 213"/>
                  <a:gd name="T39" fmla="*/ 201 h 213"/>
                  <a:gd name="T40" fmla="*/ 212 w 213"/>
                  <a:gd name="T41" fmla="*/ 207 h 213"/>
                  <a:gd name="T42" fmla="*/ 207 w 213"/>
                  <a:gd name="T43" fmla="*/ 211 h 213"/>
                  <a:gd name="T44" fmla="*/ 199 w 213"/>
                  <a:gd name="T45" fmla="*/ 212 h 213"/>
                  <a:gd name="T46" fmla="*/ 188 w 213"/>
                  <a:gd name="T47" fmla="*/ 211 h 213"/>
                  <a:gd name="T48" fmla="*/ 176 w 213"/>
                  <a:gd name="T49" fmla="*/ 207 h 213"/>
                  <a:gd name="T50" fmla="*/ 168 w 213"/>
                  <a:gd name="T51" fmla="*/ 205 h 213"/>
                  <a:gd name="T52" fmla="*/ 163 w 213"/>
                  <a:gd name="T53" fmla="*/ 203 h 213"/>
                  <a:gd name="T54" fmla="*/ 160 w 213"/>
                  <a:gd name="T55" fmla="*/ 202 h 213"/>
                  <a:gd name="T56" fmla="*/ 154 w 213"/>
                  <a:gd name="T57" fmla="*/ 202 h 213"/>
                  <a:gd name="T58" fmla="*/ 140 w 213"/>
                  <a:gd name="T59" fmla="*/ 198 h 213"/>
                  <a:gd name="T60" fmla="*/ 121 w 213"/>
                  <a:gd name="T61" fmla="*/ 189 h 213"/>
                  <a:gd name="T62" fmla="*/ 103 w 213"/>
                  <a:gd name="T63" fmla="*/ 180 h 213"/>
                  <a:gd name="T64" fmla="*/ 91 w 213"/>
                  <a:gd name="T65" fmla="*/ 172 h 213"/>
                  <a:gd name="T66" fmla="*/ 75 w 213"/>
                  <a:gd name="T67" fmla="*/ 158 h 213"/>
                  <a:gd name="T68" fmla="*/ 58 w 213"/>
                  <a:gd name="T69" fmla="*/ 140 h 213"/>
                  <a:gd name="T70" fmla="*/ 44 w 213"/>
                  <a:gd name="T71" fmla="*/ 120 h 213"/>
                  <a:gd name="T72" fmla="*/ 32 w 213"/>
                  <a:gd name="T73" fmla="*/ 98 h 213"/>
                  <a:gd name="T74" fmla="*/ 19 w 213"/>
                  <a:gd name="T75" fmla="*/ 71 h 213"/>
                  <a:gd name="T76" fmla="*/ 8 w 213"/>
                  <a:gd name="T77" fmla="*/ 43 h 213"/>
                  <a:gd name="T78" fmla="*/ 0 w 213"/>
                  <a:gd name="T79" fmla="*/ 22 h 213"/>
                  <a:gd name="T80" fmla="*/ 0 w 213"/>
                  <a:gd name="T81" fmla="*/ 11 h 213"/>
                  <a:gd name="T82" fmla="*/ 2 w 213"/>
                  <a:gd name="T83" fmla="*/ 5 h 213"/>
                  <a:gd name="T84" fmla="*/ 6 w 213"/>
                  <a:gd name="T85" fmla="*/ 3 h 213"/>
                  <a:gd name="T86" fmla="*/ 11 w 213"/>
                  <a:gd name="T87" fmla="*/ 1 h 213"/>
                  <a:gd name="T88" fmla="*/ 42 w 213"/>
                  <a:gd name="T89" fmla="*/ 18 h 2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3"/>
                  <a:gd name="T136" fmla="*/ 0 h 213"/>
                  <a:gd name="T137" fmla="*/ 213 w 213"/>
                  <a:gd name="T138" fmla="*/ 213 h 2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3" h="213">
                    <a:moveTo>
                      <a:pt x="42" y="18"/>
                    </a:moveTo>
                    <a:lnTo>
                      <a:pt x="44" y="20"/>
                    </a:lnTo>
                    <a:lnTo>
                      <a:pt x="46" y="26"/>
                    </a:lnTo>
                    <a:lnTo>
                      <a:pt x="50" y="33"/>
                    </a:lnTo>
                    <a:lnTo>
                      <a:pt x="55" y="44"/>
                    </a:lnTo>
                    <a:lnTo>
                      <a:pt x="59" y="54"/>
                    </a:lnTo>
                    <a:lnTo>
                      <a:pt x="64" y="65"/>
                    </a:lnTo>
                    <a:lnTo>
                      <a:pt x="68" y="74"/>
                    </a:lnTo>
                    <a:lnTo>
                      <a:pt x="71" y="81"/>
                    </a:lnTo>
                    <a:lnTo>
                      <a:pt x="73" y="88"/>
                    </a:lnTo>
                    <a:lnTo>
                      <a:pt x="75" y="95"/>
                    </a:lnTo>
                    <a:lnTo>
                      <a:pt x="78" y="103"/>
                    </a:lnTo>
                    <a:lnTo>
                      <a:pt x="81" y="111"/>
                    </a:lnTo>
                    <a:lnTo>
                      <a:pt x="85" y="118"/>
                    </a:lnTo>
                    <a:lnTo>
                      <a:pt x="88" y="124"/>
                    </a:lnTo>
                    <a:lnTo>
                      <a:pt x="91" y="128"/>
                    </a:lnTo>
                    <a:lnTo>
                      <a:pt x="94" y="130"/>
                    </a:lnTo>
                    <a:lnTo>
                      <a:pt x="99" y="133"/>
                    </a:lnTo>
                    <a:lnTo>
                      <a:pt x="108" y="139"/>
                    </a:lnTo>
                    <a:lnTo>
                      <a:pt x="120" y="148"/>
                    </a:lnTo>
                    <a:lnTo>
                      <a:pt x="131" y="158"/>
                    </a:lnTo>
                    <a:lnTo>
                      <a:pt x="143" y="167"/>
                    </a:lnTo>
                    <a:lnTo>
                      <a:pt x="154" y="176"/>
                    </a:lnTo>
                    <a:lnTo>
                      <a:pt x="160" y="182"/>
                    </a:lnTo>
                    <a:lnTo>
                      <a:pt x="164" y="184"/>
                    </a:lnTo>
                    <a:lnTo>
                      <a:pt x="165" y="184"/>
                    </a:lnTo>
                    <a:lnTo>
                      <a:pt x="167" y="183"/>
                    </a:lnTo>
                    <a:lnTo>
                      <a:pt x="169" y="183"/>
                    </a:lnTo>
                    <a:lnTo>
                      <a:pt x="171" y="183"/>
                    </a:lnTo>
                    <a:lnTo>
                      <a:pt x="175" y="183"/>
                    </a:lnTo>
                    <a:lnTo>
                      <a:pt x="177" y="183"/>
                    </a:lnTo>
                    <a:lnTo>
                      <a:pt x="181" y="184"/>
                    </a:lnTo>
                    <a:lnTo>
                      <a:pt x="184" y="185"/>
                    </a:lnTo>
                    <a:lnTo>
                      <a:pt x="189" y="188"/>
                    </a:lnTo>
                    <a:lnTo>
                      <a:pt x="193" y="189"/>
                    </a:lnTo>
                    <a:lnTo>
                      <a:pt x="198" y="193"/>
                    </a:lnTo>
                    <a:lnTo>
                      <a:pt x="202" y="195"/>
                    </a:lnTo>
                    <a:lnTo>
                      <a:pt x="206" y="199"/>
                    </a:lnTo>
                    <a:lnTo>
                      <a:pt x="209" y="201"/>
                    </a:lnTo>
                    <a:lnTo>
                      <a:pt x="212" y="205"/>
                    </a:lnTo>
                    <a:lnTo>
                      <a:pt x="212" y="207"/>
                    </a:lnTo>
                    <a:lnTo>
                      <a:pt x="210" y="209"/>
                    </a:lnTo>
                    <a:lnTo>
                      <a:pt x="207" y="211"/>
                    </a:lnTo>
                    <a:lnTo>
                      <a:pt x="204" y="212"/>
                    </a:lnTo>
                    <a:lnTo>
                      <a:pt x="199" y="212"/>
                    </a:lnTo>
                    <a:lnTo>
                      <a:pt x="194" y="212"/>
                    </a:lnTo>
                    <a:lnTo>
                      <a:pt x="188" y="211"/>
                    </a:lnTo>
                    <a:lnTo>
                      <a:pt x="182" y="209"/>
                    </a:lnTo>
                    <a:lnTo>
                      <a:pt x="176" y="207"/>
                    </a:lnTo>
                    <a:lnTo>
                      <a:pt x="171" y="206"/>
                    </a:lnTo>
                    <a:lnTo>
                      <a:pt x="168" y="205"/>
                    </a:lnTo>
                    <a:lnTo>
                      <a:pt x="165" y="203"/>
                    </a:lnTo>
                    <a:lnTo>
                      <a:pt x="163" y="203"/>
                    </a:lnTo>
                    <a:lnTo>
                      <a:pt x="160" y="202"/>
                    </a:lnTo>
                    <a:lnTo>
                      <a:pt x="158" y="203"/>
                    </a:lnTo>
                    <a:lnTo>
                      <a:pt x="154" y="202"/>
                    </a:lnTo>
                    <a:lnTo>
                      <a:pt x="148" y="200"/>
                    </a:lnTo>
                    <a:lnTo>
                      <a:pt x="140" y="198"/>
                    </a:lnTo>
                    <a:lnTo>
                      <a:pt x="131" y="194"/>
                    </a:lnTo>
                    <a:lnTo>
                      <a:pt x="121" y="189"/>
                    </a:lnTo>
                    <a:lnTo>
                      <a:pt x="112" y="184"/>
                    </a:lnTo>
                    <a:lnTo>
                      <a:pt x="103" y="180"/>
                    </a:lnTo>
                    <a:lnTo>
                      <a:pt x="97" y="176"/>
                    </a:lnTo>
                    <a:lnTo>
                      <a:pt x="91" y="172"/>
                    </a:lnTo>
                    <a:lnTo>
                      <a:pt x="84" y="165"/>
                    </a:lnTo>
                    <a:lnTo>
                      <a:pt x="75" y="158"/>
                    </a:lnTo>
                    <a:lnTo>
                      <a:pt x="67" y="150"/>
                    </a:lnTo>
                    <a:lnTo>
                      <a:pt x="58" y="140"/>
                    </a:lnTo>
                    <a:lnTo>
                      <a:pt x="51" y="130"/>
                    </a:lnTo>
                    <a:lnTo>
                      <a:pt x="44" y="120"/>
                    </a:lnTo>
                    <a:lnTo>
                      <a:pt x="38" y="110"/>
                    </a:lnTo>
                    <a:lnTo>
                      <a:pt x="32" y="98"/>
                    </a:lnTo>
                    <a:lnTo>
                      <a:pt x="26" y="85"/>
                    </a:lnTo>
                    <a:lnTo>
                      <a:pt x="19" y="71"/>
                    </a:lnTo>
                    <a:lnTo>
                      <a:pt x="13" y="56"/>
                    </a:lnTo>
                    <a:lnTo>
                      <a:pt x="8" y="43"/>
                    </a:lnTo>
                    <a:lnTo>
                      <a:pt x="4" y="31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1" y="1"/>
                    </a:lnTo>
                    <a:lnTo>
                      <a:pt x="13" y="0"/>
                    </a:lnTo>
                    <a:lnTo>
                      <a:pt x="42" y="18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5" name="Freeform 372">
                <a:extLst>
                  <a:ext uri="{FF2B5EF4-FFF2-40B4-BE49-F238E27FC236}">
                    <a16:creationId xmlns:a16="http://schemas.microsoft.com/office/drawing/2014/main" id="{A1DE0A06-C4A6-BA0B-9591-A93CCB27A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" y="1081"/>
                <a:ext cx="135" cy="173"/>
              </a:xfrm>
              <a:custGeom>
                <a:avLst/>
                <a:gdLst>
                  <a:gd name="T0" fmla="*/ 36 w 135"/>
                  <a:gd name="T1" fmla="*/ 16 h 173"/>
                  <a:gd name="T2" fmla="*/ 39 w 135"/>
                  <a:gd name="T3" fmla="*/ 25 h 173"/>
                  <a:gd name="T4" fmla="*/ 43 w 135"/>
                  <a:gd name="T5" fmla="*/ 39 h 173"/>
                  <a:gd name="T6" fmla="*/ 46 w 135"/>
                  <a:gd name="T7" fmla="*/ 52 h 173"/>
                  <a:gd name="T8" fmla="*/ 48 w 135"/>
                  <a:gd name="T9" fmla="*/ 63 h 173"/>
                  <a:gd name="T10" fmla="*/ 52 w 135"/>
                  <a:gd name="T11" fmla="*/ 77 h 173"/>
                  <a:gd name="T12" fmla="*/ 58 w 135"/>
                  <a:gd name="T13" fmla="*/ 92 h 173"/>
                  <a:gd name="T14" fmla="*/ 64 w 135"/>
                  <a:gd name="T15" fmla="*/ 103 h 173"/>
                  <a:gd name="T16" fmla="*/ 69 w 135"/>
                  <a:gd name="T17" fmla="*/ 108 h 173"/>
                  <a:gd name="T18" fmla="*/ 76 w 135"/>
                  <a:gd name="T19" fmla="*/ 120 h 173"/>
                  <a:gd name="T20" fmla="*/ 84 w 135"/>
                  <a:gd name="T21" fmla="*/ 136 h 173"/>
                  <a:gd name="T22" fmla="*/ 89 w 135"/>
                  <a:gd name="T23" fmla="*/ 147 h 173"/>
                  <a:gd name="T24" fmla="*/ 91 w 135"/>
                  <a:gd name="T25" fmla="*/ 149 h 173"/>
                  <a:gd name="T26" fmla="*/ 95 w 135"/>
                  <a:gd name="T27" fmla="*/ 148 h 173"/>
                  <a:gd name="T28" fmla="*/ 100 w 135"/>
                  <a:gd name="T29" fmla="*/ 148 h 173"/>
                  <a:gd name="T30" fmla="*/ 106 w 135"/>
                  <a:gd name="T31" fmla="*/ 148 h 173"/>
                  <a:gd name="T32" fmla="*/ 111 w 135"/>
                  <a:gd name="T33" fmla="*/ 149 h 173"/>
                  <a:gd name="T34" fmla="*/ 118 w 135"/>
                  <a:gd name="T35" fmla="*/ 153 h 173"/>
                  <a:gd name="T36" fmla="*/ 126 w 135"/>
                  <a:gd name="T37" fmla="*/ 158 h 173"/>
                  <a:gd name="T38" fmla="*/ 132 w 135"/>
                  <a:gd name="T39" fmla="*/ 163 h 173"/>
                  <a:gd name="T40" fmla="*/ 134 w 135"/>
                  <a:gd name="T41" fmla="*/ 167 h 173"/>
                  <a:gd name="T42" fmla="*/ 129 w 135"/>
                  <a:gd name="T43" fmla="*/ 170 h 173"/>
                  <a:gd name="T44" fmla="*/ 121 w 135"/>
                  <a:gd name="T45" fmla="*/ 172 h 173"/>
                  <a:gd name="T46" fmla="*/ 110 w 135"/>
                  <a:gd name="T47" fmla="*/ 171 h 173"/>
                  <a:gd name="T48" fmla="*/ 102 w 135"/>
                  <a:gd name="T49" fmla="*/ 169 h 173"/>
                  <a:gd name="T50" fmla="*/ 96 w 135"/>
                  <a:gd name="T51" fmla="*/ 167 h 173"/>
                  <a:gd name="T52" fmla="*/ 92 w 135"/>
                  <a:gd name="T53" fmla="*/ 166 h 173"/>
                  <a:gd name="T54" fmla="*/ 90 w 135"/>
                  <a:gd name="T55" fmla="*/ 166 h 173"/>
                  <a:gd name="T56" fmla="*/ 87 w 135"/>
                  <a:gd name="T57" fmla="*/ 166 h 173"/>
                  <a:gd name="T58" fmla="*/ 75 w 135"/>
                  <a:gd name="T59" fmla="*/ 156 h 173"/>
                  <a:gd name="T60" fmla="*/ 61 w 135"/>
                  <a:gd name="T61" fmla="*/ 142 h 173"/>
                  <a:gd name="T62" fmla="*/ 48 w 135"/>
                  <a:gd name="T63" fmla="*/ 129 h 173"/>
                  <a:gd name="T64" fmla="*/ 40 w 135"/>
                  <a:gd name="T65" fmla="*/ 120 h 173"/>
                  <a:gd name="T66" fmla="*/ 29 w 135"/>
                  <a:gd name="T67" fmla="*/ 108 h 173"/>
                  <a:gd name="T68" fmla="*/ 19 w 135"/>
                  <a:gd name="T69" fmla="*/ 95 h 173"/>
                  <a:gd name="T70" fmla="*/ 10 w 135"/>
                  <a:gd name="T71" fmla="*/ 79 h 173"/>
                  <a:gd name="T72" fmla="*/ 5 w 135"/>
                  <a:gd name="T73" fmla="*/ 63 h 173"/>
                  <a:gd name="T74" fmla="*/ 2 w 135"/>
                  <a:gd name="T75" fmla="*/ 43 h 173"/>
                  <a:gd name="T76" fmla="*/ 0 w 135"/>
                  <a:gd name="T77" fmla="*/ 25 h 173"/>
                  <a:gd name="T78" fmla="*/ 0 w 135"/>
                  <a:gd name="T79" fmla="*/ 11 h 173"/>
                  <a:gd name="T80" fmla="*/ 2 w 135"/>
                  <a:gd name="T81" fmla="*/ 4 h 173"/>
                  <a:gd name="T82" fmla="*/ 6 w 135"/>
                  <a:gd name="T83" fmla="*/ 1 h 173"/>
                  <a:gd name="T84" fmla="*/ 11 w 135"/>
                  <a:gd name="T85" fmla="*/ 0 h 173"/>
                  <a:gd name="T86" fmla="*/ 17 w 135"/>
                  <a:gd name="T87" fmla="*/ 0 h 173"/>
                  <a:gd name="T88" fmla="*/ 35 w 135"/>
                  <a:gd name="T89" fmla="*/ 15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5"/>
                  <a:gd name="T136" fmla="*/ 0 h 173"/>
                  <a:gd name="T137" fmla="*/ 135 w 135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5" h="173">
                    <a:moveTo>
                      <a:pt x="35" y="15"/>
                    </a:moveTo>
                    <a:lnTo>
                      <a:pt x="36" y="16"/>
                    </a:lnTo>
                    <a:lnTo>
                      <a:pt x="37" y="20"/>
                    </a:lnTo>
                    <a:lnTo>
                      <a:pt x="39" y="25"/>
                    </a:lnTo>
                    <a:lnTo>
                      <a:pt x="41" y="32"/>
                    </a:lnTo>
                    <a:lnTo>
                      <a:pt x="43" y="39"/>
                    </a:lnTo>
                    <a:lnTo>
                      <a:pt x="45" y="45"/>
                    </a:lnTo>
                    <a:lnTo>
                      <a:pt x="46" y="52"/>
                    </a:lnTo>
                    <a:lnTo>
                      <a:pt x="47" y="57"/>
                    </a:lnTo>
                    <a:lnTo>
                      <a:pt x="48" y="63"/>
                    </a:lnTo>
                    <a:lnTo>
                      <a:pt x="50" y="69"/>
                    </a:lnTo>
                    <a:lnTo>
                      <a:pt x="52" y="77"/>
                    </a:lnTo>
                    <a:lnTo>
                      <a:pt x="55" y="85"/>
                    </a:lnTo>
                    <a:lnTo>
                      <a:pt x="58" y="92"/>
                    </a:lnTo>
                    <a:lnTo>
                      <a:pt x="61" y="98"/>
                    </a:lnTo>
                    <a:lnTo>
                      <a:pt x="64" y="103"/>
                    </a:lnTo>
                    <a:lnTo>
                      <a:pt x="66" y="105"/>
                    </a:lnTo>
                    <a:lnTo>
                      <a:pt x="69" y="108"/>
                    </a:lnTo>
                    <a:lnTo>
                      <a:pt x="72" y="114"/>
                    </a:lnTo>
                    <a:lnTo>
                      <a:pt x="76" y="120"/>
                    </a:lnTo>
                    <a:lnTo>
                      <a:pt x="81" y="128"/>
                    </a:lnTo>
                    <a:lnTo>
                      <a:pt x="84" y="136"/>
                    </a:lnTo>
                    <a:lnTo>
                      <a:pt x="87" y="143"/>
                    </a:lnTo>
                    <a:lnTo>
                      <a:pt x="89" y="147"/>
                    </a:lnTo>
                    <a:lnTo>
                      <a:pt x="90" y="149"/>
                    </a:lnTo>
                    <a:lnTo>
                      <a:pt x="91" y="149"/>
                    </a:lnTo>
                    <a:lnTo>
                      <a:pt x="93" y="149"/>
                    </a:lnTo>
                    <a:lnTo>
                      <a:pt x="95" y="148"/>
                    </a:lnTo>
                    <a:lnTo>
                      <a:pt x="98" y="148"/>
                    </a:lnTo>
                    <a:lnTo>
                      <a:pt x="100" y="148"/>
                    </a:lnTo>
                    <a:lnTo>
                      <a:pt x="104" y="147"/>
                    </a:lnTo>
                    <a:lnTo>
                      <a:pt x="106" y="148"/>
                    </a:lnTo>
                    <a:lnTo>
                      <a:pt x="109" y="148"/>
                    </a:lnTo>
                    <a:lnTo>
                      <a:pt x="111" y="149"/>
                    </a:lnTo>
                    <a:lnTo>
                      <a:pt x="115" y="150"/>
                    </a:lnTo>
                    <a:lnTo>
                      <a:pt x="118" y="153"/>
                    </a:lnTo>
                    <a:lnTo>
                      <a:pt x="122" y="155"/>
                    </a:lnTo>
                    <a:lnTo>
                      <a:pt x="126" y="158"/>
                    </a:lnTo>
                    <a:lnTo>
                      <a:pt x="129" y="160"/>
                    </a:lnTo>
                    <a:lnTo>
                      <a:pt x="132" y="163"/>
                    </a:lnTo>
                    <a:lnTo>
                      <a:pt x="134" y="166"/>
                    </a:lnTo>
                    <a:lnTo>
                      <a:pt x="134" y="167"/>
                    </a:lnTo>
                    <a:lnTo>
                      <a:pt x="132" y="168"/>
                    </a:lnTo>
                    <a:lnTo>
                      <a:pt x="129" y="170"/>
                    </a:lnTo>
                    <a:lnTo>
                      <a:pt x="125" y="171"/>
                    </a:lnTo>
                    <a:lnTo>
                      <a:pt x="121" y="172"/>
                    </a:lnTo>
                    <a:lnTo>
                      <a:pt x="116" y="172"/>
                    </a:lnTo>
                    <a:lnTo>
                      <a:pt x="110" y="171"/>
                    </a:lnTo>
                    <a:lnTo>
                      <a:pt x="106" y="171"/>
                    </a:lnTo>
                    <a:lnTo>
                      <a:pt x="102" y="169"/>
                    </a:lnTo>
                    <a:lnTo>
                      <a:pt x="99" y="168"/>
                    </a:lnTo>
                    <a:lnTo>
                      <a:pt x="96" y="167"/>
                    </a:lnTo>
                    <a:lnTo>
                      <a:pt x="93" y="167"/>
                    </a:lnTo>
                    <a:lnTo>
                      <a:pt x="92" y="166"/>
                    </a:lnTo>
                    <a:lnTo>
                      <a:pt x="91" y="166"/>
                    </a:lnTo>
                    <a:lnTo>
                      <a:pt x="90" y="166"/>
                    </a:lnTo>
                    <a:lnTo>
                      <a:pt x="88" y="167"/>
                    </a:lnTo>
                    <a:lnTo>
                      <a:pt x="87" y="166"/>
                    </a:lnTo>
                    <a:lnTo>
                      <a:pt x="81" y="162"/>
                    </a:lnTo>
                    <a:lnTo>
                      <a:pt x="75" y="156"/>
                    </a:lnTo>
                    <a:lnTo>
                      <a:pt x="69" y="149"/>
                    </a:lnTo>
                    <a:lnTo>
                      <a:pt x="61" y="142"/>
                    </a:lnTo>
                    <a:lnTo>
                      <a:pt x="54" y="135"/>
                    </a:lnTo>
                    <a:lnTo>
                      <a:pt x="48" y="129"/>
                    </a:lnTo>
                    <a:lnTo>
                      <a:pt x="44" y="124"/>
                    </a:lnTo>
                    <a:lnTo>
                      <a:pt x="40" y="120"/>
                    </a:lnTo>
                    <a:lnTo>
                      <a:pt x="35" y="114"/>
                    </a:lnTo>
                    <a:lnTo>
                      <a:pt x="29" y="108"/>
                    </a:lnTo>
                    <a:lnTo>
                      <a:pt x="24" y="102"/>
                    </a:lnTo>
                    <a:lnTo>
                      <a:pt x="19" y="95"/>
                    </a:lnTo>
                    <a:lnTo>
                      <a:pt x="14" y="86"/>
                    </a:lnTo>
                    <a:lnTo>
                      <a:pt x="10" y="79"/>
                    </a:lnTo>
                    <a:lnTo>
                      <a:pt x="7" y="71"/>
                    </a:lnTo>
                    <a:lnTo>
                      <a:pt x="5" y="63"/>
                    </a:lnTo>
                    <a:lnTo>
                      <a:pt x="4" y="53"/>
                    </a:lnTo>
                    <a:lnTo>
                      <a:pt x="2" y="43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35" y="15"/>
                    </a:lnTo>
                  </a:path>
                </a:pathLst>
              </a:custGeom>
              <a:solidFill>
                <a:srgbClr val="99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6" name="Freeform 373">
                <a:extLst>
                  <a:ext uri="{FF2B5EF4-FFF2-40B4-BE49-F238E27FC236}">
                    <a16:creationId xmlns:a16="http://schemas.microsoft.com/office/drawing/2014/main" id="{5C761544-1A53-B4F9-59B9-9D8A7C597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9" y="1264"/>
                <a:ext cx="193" cy="93"/>
              </a:xfrm>
              <a:custGeom>
                <a:avLst/>
                <a:gdLst>
                  <a:gd name="T0" fmla="*/ 0 w 193"/>
                  <a:gd name="T1" fmla="*/ 0 h 93"/>
                  <a:gd name="T2" fmla="*/ 0 w 193"/>
                  <a:gd name="T3" fmla="*/ 50 h 93"/>
                  <a:gd name="T4" fmla="*/ 192 w 193"/>
                  <a:gd name="T5" fmla="*/ 92 h 93"/>
                  <a:gd name="T6" fmla="*/ 192 w 193"/>
                  <a:gd name="T7" fmla="*/ 41 h 93"/>
                  <a:gd name="T8" fmla="*/ 0 w 193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93"/>
                  <a:gd name="T17" fmla="*/ 193 w 193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93">
                    <a:moveTo>
                      <a:pt x="0" y="0"/>
                    </a:moveTo>
                    <a:lnTo>
                      <a:pt x="0" y="50"/>
                    </a:lnTo>
                    <a:lnTo>
                      <a:pt x="192" y="92"/>
                    </a:lnTo>
                    <a:lnTo>
                      <a:pt x="192" y="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7" name="Freeform 374">
                <a:extLst>
                  <a:ext uri="{FF2B5EF4-FFF2-40B4-BE49-F238E27FC236}">
                    <a16:creationId xmlns:a16="http://schemas.microsoft.com/office/drawing/2014/main" id="{0399AAD6-C852-D986-D093-8E5968C75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1" y="1258"/>
                <a:ext cx="59" cy="99"/>
              </a:xfrm>
              <a:custGeom>
                <a:avLst/>
                <a:gdLst>
                  <a:gd name="T0" fmla="*/ 0 w 59"/>
                  <a:gd name="T1" fmla="*/ 47 h 99"/>
                  <a:gd name="T2" fmla="*/ 0 w 59"/>
                  <a:gd name="T3" fmla="*/ 98 h 99"/>
                  <a:gd name="T4" fmla="*/ 58 w 59"/>
                  <a:gd name="T5" fmla="*/ 43 h 99"/>
                  <a:gd name="T6" fmla="*/ 58 w 59"/>
                  <a:gd name="T7" fmla="*/ 0 h 99"/>
                  <a:gd name="T8" fmla="*/ 0 w 59"/>
                  <a:gd name="T9" fmla="*/ 47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"/>
                  <a:gd name="T16" fmla="*/ 0 h 99"/>
                  <a:gd name="T17" fmla="*/ 59 w 59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" h="99">
                    <a:moveTo>
                      <a:pt x="0" y="47"/>
                    </a:moveTo>
                    <a:lnTo>
                      <a:pt x="0" y="98"/>
                    </a:lnTo>
                    <a:lnTo>
                      <a:pt x="58" y="43"/>
                    </a:lnTo>
                    <a:lnTo>
                      <a:pt x="58" y="0"/>
                    </a:lnTo>
                    <a:lnTo>
                      <a:pt x="0" y="4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8" name="Freeform 375">
                <a:extLst>
                  <a:ext uri="{FF2B5EF4-FFF2-40B4-BE49-F238E27FC236}">
                    <a16:creationId xmlns:a16="http://schemas.microsoft.com/office/drawing/2014/main" id="{370DD57C-01E7-0429-D2FA-9429782CC7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9" y="1218"/>
                <a:ext cx="250" cy="88"/>
              </a:xfrm>
              <a:custGeom>
                <a:avLst/>
                <a:gdLst>
                  <a:gd name="T0" fmla="*/ 79 w 250"/>
                  <a:gd name="T1" fmla="*/ 0 h 88"/>
                  <a:gd name="T2" fmla="*/ 0 w 250"/>
                  <a:gd name="T3" fmla="*/ 46 h 88"/>
                  <a:gd name="T4" fmla="*/ 191 w 250"/>
                  <a:gd name="T5" fmla="*/ 87 h 88"/>
                  <a:gd name="T6" fmla="*/ 249 w 250"/>
                  <a:gd name="T7" fmla="*/ 39 h 88"/>
                  <a:gd name="T8" fmla="*/ 79 w 250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88"/>
                  <a:gd name="T17" fmla="*/ 250 w 250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88">
                    <a:moveTo>
                      <a:pt x="79" y="0"/>
                    </a:moveTo>
                    <a:lnTo>
                      <a:pt x="0" y="46"/>
                    </a:lnTo>
                    <a:lnTo>
                      <a:pt x="191" y="87"/>
                    </a:lnTo>
                    <a:lnTo>
                      <a:pt x="249" y="39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59" name="Freeform 376">
                <a:extLst>
                  <a:ext uri="{FF2B5EF4-FFF2-40B4-BE49-F238E27FC236}">
                    <a16:creationId xmlns:a16="http://schemas.microsoft.com/office/drawing/2014/main" id="{3BA9A0CD-26D3-C08A-B711-329CEA936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" y="1101"/>
                <a:ext cx="31" cy="133"/>
              </a:xfrm>
              <a:custGeom>
                <a:avLst/>
                <a:gdLst>
                  <a:gd name="T0" fmla="*/ 30 w 31"/>
                  <a:gd name="T1" fmla="*/ 0 h 133"/>
                  <a:gd name="T2" fmla="*/ 29 w 31"/>
                  <a:gd name="T3" fmla="*/ 0 h 133"/>
                  <a:gd name="T4" fmla="*/ 27 w 31"/>
                  <a:gd name="T5" fmla="*/ 3 h 133"/>
                  <a:gd name="T6" fmla="*/ 24 w 31"/>
                  <a:gd name="T7" fmla="*/ 6 h 133"/>
                  <a:gd name="T8" fmla="*/ 21 w 31"/>
                  <a:gd name="T9" fmla="*/ 12 h 133"/>
                  <a:gd name="T10" fmla="*/ 17 w 31"/>
                  <a:gd name="T11" fmla="*/ 21 h 133"/>
                  <a:gd name="T12" fmla="*/ 13 w 31"/>
                  <a:gd name="T13" fmla="*/ 31 h 133"/>
                  <a:gd name="T14" fmla="*/ 9 w 31"/>
                  <a:gd name="T15" fmla="*/ 44 h 133"/>
                  <a:gd name="T16" fmla="*/ 6 w 31"/>
                  <a:gd name="T17" fmla="*/ 60 h 133"/>
                  <a:gd name="T18" fmla="*/ 2 w 31"/>
                  <a:gd name="T19" fmla="*/ 76 h 133"/>
                  <a:gd name="T20" fmla="*/ 0 w 31"/>
                  <a:gd name="T21" fmla="*/ 90 h 133"/>
                  <a:gd name="T22" fmla="*/ 0 w 31"/>
                  <a:gd name="T23" fmla="*/ 103 h 133"/>
                  <a:gd name="T24" fmla="*/ 0 w 31"/>
                  <a:gd name="T25" fmla="*/ 113 h 133"/>
                  <a:gd name="T26" fmla="*/ 0 w 31"/>
                  <a:gd name="T27" fmla="*/ 121 h 133"/>
                  <a:gd name="T28" fmla="*/ 1 w 31"/>
                  <a:gd name="T29" fmla="*/ 127 h 133"/>
                  <a:gd name="T30" fmla="*/ 2 w 31"/>
                  <a:gd name="T31" fmla="*/ 131 h 133"/>
                  <a:gd name="T32" fmla="*/ 2 w 31"/>
                  <a:gd name="T33" fmla="*/ 132 h 133"/>
                  <a:gd name="T34" fmla="*/ 30 w 31"/>
                  <a:gd name="T35" fmla="*/ 0 h 13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133"/>
                  <a:gd name="T56" fmla="*/ 31 w 31"/>
                  <a:gd name="T57" fmla="*/ 133 h 13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133">
                    <a:moveTo>
                      <a:pt x="30" y="0"/>
                    </a:moveTo>
                    <a:lnTo>
                      <a:pt x="29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21" y="12"/>
                    </a:lnTo>
                    <a:lnTo>
                      <a:pt x="17" y="21"/>
                    </a:lnTo>
                    <a:lnTo>
                      <a:pt x="13" y="31"/>
                    </a:lnTo>
                    <a:lnTo>
                      <a:pt x="9" y="44"/>
                    </a:lnTo>
                    <a:lnTo>
                      <a:pt x="6" y="60"/>
                    </a:lnTo>
                    <a:lnTo>
                      <a:pt x="2" y="76"/>
                    </a:lnTo>
                    <a:lnTo>
                      <a:pt x="0" y="90"/>
                    </a:lnTo>
                    <a:lnTo>
                      <a:pt x="0" y="103"/>
                    </a:lnTo>
                    <a:lnTo>
                      <a:pt x="0" y="113"/>
                    </a:lnTo>
                    <a:lnTo>
                      <a:pt x="0" y="121"/>
                    </a:lnTo>
                    <a:lnTo>
                      <a:pt x="1" y="127"/>
                    </a:lnTo>
                    <a:lnTo>
                      <a:pt x="2" y="131"/>
                    </a:lnTo>
                    <a:lnTo>
                      <a:pt x="2" y="132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0" name="Freeform 377">
                <a:extLst>
                  <a:ext uri="{FF2B5EF4-FFF2-40B4-BE49-F238E27FC236}">
                    <a16:creationId xmlns:a16="http://schemas.microsoft.com/office/drawing/2014/main" id="{2588A452-3ADA-D6CC-7C33-A8B904BC5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3" y="1162"/>
                <a:ext cx="117" cy="117"/>
              </a:xfrm>
              <a:custGeom>
                <a:avLst/>
                <a:gdLst>
                  <a:gd name="T0" fmla="*/ 58 w 117"/>
                  <a:gd name="T1" fmla="*/ 116 h 117"/>
                  <a:gd name="T2" fmla="*/ 69 w 117"/>
                  <a:gd name="T3" fmla="*/ 116 h 117"/>
                  <a:gd name="T4" fmla="*/ 81 w 117"/>
                  <a:gd name="T5" fmla="*/ 113 h 117"/>
                  <a:gd name="T6" fmla="*/ 90 w 117"/>
                  <a:gd name="T7" fmla="*/ 109 h 117"/>
                  <a:gd name="T8" fmla="*/ 98 w 117"/>
                  <a:gd name="T9" fmla="*/ 102 h 117"/>
                  <a:gd name="T10" fmla="*/ 105 w 117"/>
                  <a:gd name="T11" fmla="*/ 94 h 117"/>
                  <a:gd name="T12" fmla="*/ 111 w 117"/>
                  <a:gd name="T13" fmla="*/ 85 h 117"/>
                  <a:gd name="T14" fmla="*/ 115 w 117"/>
                  <a:gd name="T15" fmla="*/ 74 h 117"/>
                  <a:gd name="T16" fmla="*/ 116 w 117"/>
                  <a:gd name="T17" fmla="*/ 63 h 117"/>
                  <a:gd name="T18" fmla="*/ 115 w 117"/>
                  <a:gd name="T19" fmla="*/ 51 h 117"/>
                  <a:gd name="T20" fmla="*/ 111 w 117"/>
                  <a:gd name="T21" fmla="*/ 40 h 117"/>
                  <a:gd name="T22" fmla="*/ 105 w 117"/>
                  <a:gd name="T23" fmla="*/ 29 h 117"/>
                  <a:gd name="T24" fmla="*/ 98 w 117"/>
                  <a:gd name="T25" fmla="*/ 20 h 117"/>
                  <a:gd name="T26" fmla="*/ 90 w 117"/>
                  <a:gd name="T27" fmla="*/ 12 h 117"/>
                  <a:gd name="T28" fmla="*/ 81 w 117"/>
                  <a:gd name="T29" fmla="*/ 6 h 117"/>
                  <a:gd name="T30" fmla="*/ 69 w 117"/>
                  <a:gd name="T31" fmla="*/ 2 h 117"/>
                  <a:gd name="T32" fmla="*/ 58 w 117"/>
                  <a:gd name="T33" fmla="*/ 0 h 117"/>
                  <a:gd name="T34" fmla="*/ 46 w 117"/>
                  <a:gd name="T35" fmla="*/ 0 h 117"/>
                  <a:gd name="T36" fmla="*/ 35 w 117"/>
                  <a:gd name="T37" fmla="*/ 2 h 117"/>
                  <a:gd name="T38" fmla="*/ 25 w 117"/>
                  <a:gd name="T39" fmla="*/ 6 h 117"/>
                  <a:gd name="T40" fmla="*/ 17 w 117"/>
                  <a:gd name="T41" fmla="*/ 13 h 117"/>
                  <a:gd name="T42" fmla="*/ 10 w 117"/>
                  <a:gd name="T43" fmla="*/ 21 h 117"/>
                  <a:gd name="T44" fmla="*/ 5 w 117"/>
                  <a:gd name="T45" fmla="*/ 30 h 117"/>
                  <a:gd name="T46" fmla="*/ 1 w 117"/>
                  <a:gd name="T47" fmla="*/ 41 h 117"/>
                  <a:gd name="T48" fmla="*/ 0 w 117"/>
                  <a:gd name="T49" fmla="*/ 52 h 117"/>
                  <a:gd name="T50" fmla="*/ 1 w 117"/>
                  <a:gd name="T51" fmla="*/ 64 h 117"/>
                  <a:gd name="T52" fmla="*/ 5 w 117"/>
                  <a:gd name="T53" fmla="*/ 75 h 117"/>
                  <a:gd name="T54" fmla="*/ 10 w 117"/>
                  <a:gd name="T55" fmla="*/ 86 h 117"/>
                  <a:gd name="T56" fmla="*/ 17 w 117"/>
                  <a:gd name="T57" fmla="*/ 95 h 117"/>
                  <a:gd name="T58" fmla="*/ 25 w 117"/>
                  <a:gd name="T59" fmla="*/ 103 h 117"/>
                  <a:gd name="T60" fmla="*/ 35 w 117"/>
                  <a:gd name="T61" fmla="*/ 109 h 117"/>
                  <a:gd name="T62" fmla="*/ 46 w 117"/>
                  <a:gd name="T63" fmla="*/ 113 h 117"/>
                  <a:gd name="T64" fmla="*/ 58 w 117"/>
                  <a:gd name="T65" fmla="*/ 116 h 11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7"/>
                  <a:gd name="T100" fmla="*/ 0 h 117"/>
                  <a:gd name="T101" fmla="*/ 117 w 117"/>
                  <a:gd name="T102" fmla="*/ 117 h 11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7" h="117">
                    <a:moveTo>
                      <a:pt x="58" y="116"/>
                    </a:moveTo>
                    <a:lnTo>
                      <a:pt x="69" y="116"/>
                    </a:lnTo>
                    <a:lnTo>
                      <a:pt x="81" y="113"/>
                    </a:lnTo>
                    <a:lnTo>
                      <a:pt x="90" y="109"/>
                    </a:lnTo>
                    <a:lnTo>
                      <a:pt x="98" y="102"/>
                    </a:lnTo>
                    <a:lnTo>
                      <a:pt x="105" y="94"/>
                    </a:lnTo>
                    <a:lnTo>
                      <a:pt x="111" y="85"/>
                    </a:lnTo>
                    <a:lnTo>
                      <a:pt x="115" y="74"/>
                    </a:lnTo>
                    <a:lnTo>
                      <a:pt x="116" y="63"/>
                    </a:lnTo>
                    <a:lnTo>
                      <a:pt x="115" y="51"/>
                    </a:lnTo>
                    <a:lnTo>
                      <a:pt x="111" y="40"/>
                    </a:lnTo>
                    <a:lnTo>
                      <a:pt x="105" y="29"/>
                    </a:lnTo>
                    <a:lnTo>
                      <a:pt x="98" y="20"/>
                    </a:lnTo>
                    <a:lnTo>
                      <a:pt x="90" y="12"/>
                    </a:lnTo>
                    <a:lnTo>
                      <a:pt x="81" y="6"/>
                    </a:lnTo>
                    <a:lnTo>
                      <a:pt x="69" y="2"/>
                    </a:lnTo>
                    <a:lnTo>
                      <a:pt x="58" y="0"/>
                    </a:lnTo>
                    <a:lnTo>
                      <a:pt x="46" y="0"/>
                    </a:lnTo>
                    <a:lnTo>
                      <a:pt x="35" y="2"/>
                    </a:lnTo>
                    <a:lnTo>
                      <a:pt x="25" y="6"/>
                    </a:lnTo>
                    <a:lnTo>
                      <a:pt x="17" y="13"/>
                    </a:lnTo>
                    <a:lnTo>
                      <a:pt x="10" y="21"/>
                    </a:lnTo>
                    <a:lnTo>
                      <a:pt x="5" y="30"/>
                    </a:lnTo>
                    <a:lnTo>
                      <a:pt x="1" y="41"/>
                    </a:lnTo>
                    <a:lnTo>
                      <a:pt x="0" y="52"/>
                    </a:lnTo>
                    <a:lnTo>
                      <a:pt x="1" y="64"/>
                    </a:lnTo>
                    <a:lnTo>
                      <a:pt x="5" y="75"/>
                    </a:lnTo>
                    <a:lnTo>
                      <a:pt x="10" y="86"/>
                    </a:lnTo>
                    <a:lnTo>
                      <a:pt x="17" y="95"/>
                    </a:lnTo>
                    <a:lnTo>
                      <a:pt x="25" y="103"/>
                    </a:lnTo>
                    <a:lnTo>
                      <a:pt x="35" y="109"/>
                    </a:lnTo>
                    <a:lnTo>
                      <a:pt x="46" y="113"/>
                    </a:lnTo>
                    <a:lnTo>
                      <a:pt x="58" y="116"/>
                    </a:lnTo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1" name="Freeform 378">
                <a:extLst>
                  <a:ext uri="{FF2B5EF4-FFF2-40B4-BE49-F238E27FC236}">
                    <a16:creationId xmlns:a16="http://schemas.microsoft.com/office/drawing/2014/main" id="{152117BB-9A9D-2160-E5D5-A3E295DBC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0" y="1085"/>
                <a:ext cx="164" cy="190"/>
              </a:xfrm>
              <a:custGeom>
                <a:avLst/>
                <a:gdLst>
                  <a:gd name="T0" fmla="*/ 124 w 164"/>
                  <a:gd name="T1" fmla="*/ 47 h 190"/>
                  <a:gd name="T2" fmla="*/ 73 w 164"/>
                  <a:gd name="T3" fmla="*/ 11 h 190"/>
                  <a:gd name="T4" fmla="*/ 35 w 164"/>
                  <a:gd name="T5" fmla="*/ 0 h 190"/>
                  <a:gd name="T6" fmla="*/ 0 w 164"/>
                  <a:gd name="T7" fmla="*/ 177 h 190"/>
                  <a:gd name="T8" fmla="*/ 38 w 164"/>
                  <a:gd name="T9" fmla="*/ 189 h 190"/>
                  <a:gd name="T10" fmla="*/ 98 w 164"/>
                  <a:gd name="T11" fmla="*/ 173 h 190"/>
                  <a:gd name="T12" fmla="*/ 138 w 164"/>
                  <a:gd name="T13" fmla="*/ 184 h 190"/>
                  <a:gd name="T14" fmla="*/ 163 w 164"/>
                  <a:gd name="T15" fmla="*/ 60 h 190"/>
                  <a:gd name="T16" fmla="*/ 124 w 164"/>
                  <a:gd name="T17" fmla="*/ 47 h 19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190"/>
                  <a:gd name="T29" fmla="*/ 164 w 164"/>
                  <a:gd name="T30" fmla="*/ 190 h 19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190">
                    <a:moveTo>
                      <a:pt x="124" y="47"/>
                    </a:moveTo>
                    <a:lnTo>
                      <a:pt x="73" y="11"/>
                    </a:lnTo>
                    <a:lnTo>
                      <a:pt x="35" y="0"/>
                    </a:lnTo>
                    <a:lnTo>
                      <a:pt x="0" y="177"/>
                    </a:lnTo>
                    <a:lnTo>
                      <a:pt x="38" y="189"/>
                    </a:lnTo>
                    <a:lnTo>
                      <a:pt x="98" y="173"/>
                    </a:lnTo>
                    <a:lnTo>
                      <a:pt x="138" y="184"/>
                    </a:lnTo>
                    <a:lnTo>
                      <a:pt x="163" y="60"/>
                    </a:lnTo>
                    <a:lnTo>
                      <a:pt x="124" y="47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2" name="Freeform 379">
                <a:extLst>
                  <a:ext uri="{FF2B5EF4-FFF2-40B4-BE49-F238E27FC236}">
                    <a16:creationId xmlns:a16="http://schemas.microsoft.com/office/drawing/2014/main" id="{B3556910-0749-D526-331D-95FF09A8F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9" y="1132"/>
                <a:ext cx="61" cy="138"/>
              </a:xfrm>
              <a:custGeom>
                <a:avLst/>
                <a:gdLst>
                  <a:gd name="T0" fmla="*/ 24 w 61"/>
                  <a:gd name="T1" fmla="*/ 13 h 138"/>
                  <a:gd name="T2" fmla="*/ 0 w 61"/>
                  <a:gd name="T3" fmla="*/ 137 h 138"/>
                  <a:gd name="T4" fmla="*/ 41 w 61"/>
                  <a:gd name="T5" fmla="*/ 109 h 138"/>
                  <a:gd name="T6" fmla="*/ 60 w 61"/>
                  <a:gd name="T7" fmla="*/ 0 h 138"/>
                  <a:gd name="T8" fmla="*/ 24 w 61"/>
                  <a:gd name="T9" fmla="*/ 13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38"/>
                  <a:gd name="T17" fmla="*/ 61 w 61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38">
                    <a:moveTo>
                      <a:pt x="24" y="13"/>
                    </a:moveTo>
                    <a:lnTo>
                      <a:pt x="0" y="137"/>
                    </a:lnTo>
                    <a:lnTo>
                      <a:pt x="41" y="109"/>
                    </a:lnTo>
                    <a:lnTo>
                      <a:pt x="60" y="0"/>
                    </a:lnTo>
                    <a:lnTo>
                      <a:pt x="24" y="13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3" name="Freeform 380">
                <a:extLst>
                  <a:ext uri="{FF2B5EF4-FFF2-40B4-BE49-F238E27FC236}">
                    <a16:creationId xmlns:a16="http://schemas.microsoft.com/office/drawing/2014/main" id="{94CD16BA-6BC1-640C-CF93-D6B69659B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1" y="1141"/>
                <a:ext cx="54" cy="123"/>
              </a:xfrm>
              <a:custGeom>
                <a:avLst/>
                <a:gdLst>
                  <a:gd name="T0" fmla="*/ 53 w 54"/>
                  <a:gd name="T1" fmla="*/ 7 h 123"/>
                  <a:gd name="T2" fmla="*/ 24 w 54"/>
                  <a:gd name="T3" fmla="*/ 0 h 123"/>
                  <a:gd name="T4" fmla="*/ 0 w 54"/>
                  <a:gd name="T5" fmla="*/ 111 h 123"/>
                  <a:gd name="T6" fmla="*/ 32 w 54"/>
                  <a:gd name="T7" fmla="*/ 122 h 123"/>
                  <a:gd name="T8" fmla="*/ 53 w 54"/>
                  <a:gd name="T9" fmla="*/ 7 h 1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23"/>
                  <a:gd name="T17" fmla="*/ 54 w 54"/>
                  <a:gd name="T18" fmla="*/ 123 h 1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23">
                    <a:moveTo>
                      <a:pt x="53" y="7"/>
                    </a:moveTo>
                    <a:lnTo>
                      <a:pt x="24" y="0"/>
                    </a:lnTo>
                    <a:lnTo>
                      <a:pt x="0" y="111"/>
                    </a:lnTo>
                    <a:lnTo>
                      <a:pt x="32" y="122"/>
                    </a:lnTo>
                    <a:lnTo>
                      <a:pt x="53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4" name="Freeform 381">
                <a:extLst>
                  <a:ext uri="{FF2B5EF4-FFF2-40B4-BE49-F238E27FC236}">
                    <a16:creationId xmlns:a16="http://schemas.microsoft.com/office/drawing/2014/main" id="{E7057B82-D0BC-2158-8DDE-B4F00A906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0" y="1106"/>
                <a:ext cx="78" cy="159"/>
              </a:xfrm>
              <a:custGeom>
                <a:avLst/>
                <a:gdLst>
                  <a:gd name="T0" fmla="*/ 77 w 78"/>
                  <a:gd name="T1" fmla="*/ 30 h 159"/>
                  <a:gd name="T2" fmla="*/ 34 w 78"/>
                  <a:gd name="T3" fmla="*/ 0 h 159"/>
                  <a:gd name="T4" fmla="*/ 0 w 78"/>
                  <a:gd name="T5" fmla="*/ 158 h 159"/>
                  <a:gd name="T6" fmla="*/ 54 w 78"/>
                  <a:gd name="T7" fmla="*/ 145 h 159"/>
                  <a:gd name="T8" fmla="*/ 77 w 78"/>
                  <a:gd name="T9" fmla="*/ 30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59"/>
                  <a:gd name="T17" fmla="*/ 78 w 78"/>
                  <a:gd name="T18" fmla="*/ 159 h 1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59">
                    <a:moveTo>
                      <a:pt x="77" y="30"/>
                    </a:moveTo>
                    <a:lnTo>
                      <a:pt x="34" y="0"/>
                    </a:lnTo>
                    <a:lnTo>
                      <a:pt x="0" y="158"/>
                    </a:lnTo>
                    <a:lnTo>
                      <a:pt x="54" y="145"/>
                    </a:lnTo>
                    <a:lnTo>
                      <a:pt x="77" y="3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5" name="Freeform 382">
                <a:extLst>
                  <a:ext uri="{FF2B5EF4-FFF2-40B4-BE49-F238E27FC236}">
                    <a16:creationId xmlns:a16="http://schemas.microsoft.com/office/drawing/2014/main" id="{D3588BD1-576F-1C14-07EB-FA4D5A1E4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6" y="1094"/>
                <a:ext cx="61" cy="170"/>
              </a:xfrm>
              <a:custGeom>
                <a:avLst/>
                <a:gdLst>
                  <a:gd name="T0" fmla="*/ 60 w 61"/>
                  <a:gd name="T1" fmla="*/ 7 h 170"/>
                  <a:gd name="T2" fmla="*/ 32 w 61"/>
                  <a:gd name="T3" fmla="*/ 0 h 170"/>
                  <a:gd name="T4" fmla="*/ 0 w 61"/>
                  <a:gd name="T5" fmla="*/ 161 h 170"/>
                  <a:gd name="T6" fmla="*/ 26 w 61"/>
                  <a:gd name="T7" fmla="*/ 169 h 170"/>
                  <a:gd name="T8" fmla="*/ 60 w 61"/>
                  <a:gd name="T9" fmla="*/ 7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170"/>
                  <a:gd name="T17" fmla="*/ 61 w 61"/>
                  <a:gd name="T18" fmla="*/ 170 h 1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170">
                    <a:moveTo>
                      <a:pt x="60" y="7"/>
                    </a:moveTo>
                    <a:lnTo>
                      <a:pt x="32" y="0"/>
                    </a:lnTo>
                    <a:lnTo>
                      <a:pt x="0" y="161"/>
                    </a:lnTo>
                    <a:lnTo>
                      <a:pt x="26" y="169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366" name="Freeform 383">
                <a:extLst>
                  <a:ext uri="{FF2B5EF4-FFF2-40B4-BE49-F238E27FC236}">
                    <a16:creationId xmlns:a16="http://schemas.microsoft.com/office/drawing/2014/main" id="{B5F39DC9-B56D-5724-D4BF-CD1DD18A8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6" y="1066"/>
                <a:ext cx="164" cy="78"/>
              </a:xfrm>
              <a:custGeom>
                <a:avLst/>
                <a:gdLst>
                  <a:gd name="T0" fmla="*/ 0 w 164"/>
                  <a:gd name="T1" fmla="*/ 18 h 78"/>
                  <a:gd name="T2" fmla="*/ 42 w 164"/>
                  <a:gd name="T3" fmla="*/ 0 h 78"/>
                  <a:gd name="T4" fmla="*/ 75 w 164"/>
                  <a:gd name="T5" fmla="*/ 11 h 78"/>
                  <a:gd name="T6" fmla="*/ 116 w 164"/>
                  <a:gd name="T7" fmla="*/ 49 h 78"/>
                  <a:gd name="T8" fmla="*/ 163 w 164"/>
                  <a:gd name="T9" fmla="*/ 65 h 78"/>
                  <a:gd name="T10" fmla="*/ 127 w 164"/>
                  <a:gd name="T11" fmla="*/ 77 h 78"/>
                  <a:gd name="T12" fmla="*/ 89 w 164"/>
                  <a:gd name="T13" fmla="*/ 66 h 78"/>
                  <a:gd name="T14" fmla="*/ 39 w 164"/>
                  <a:gd name="T15" fmla="*/ 28 h 78"/>
                  <a:gd name="T16" fmla="*/ 0 w 164"/>
                  <a:gd name="T17" fmla="*/ 18 h 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"/>
                  <a:gd name="T28" fmla="*/ 0 h 78"/>
                  <a:gd name="T29" fmla="*/ 164 w 164"/>
                  <a:gd name="T30" fmla="*/ 78 h 7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" h="78">
                    <a:moveTo>
                      <a:pt x="0" y="18"/>
                    </a:moveTo>
                    <a:lnTo>
                      <a:pt x="42" y="0"/>
                    </a:lnTo>
                    <a:lnTo>
                      <a:pt x="75" y="11"/>
                    </a:lnTo>
                    <a:lnTo>
                      <a:pt x="116" y="49"/>
                    </a:lnTo>
                    <a:lnTo>
                      <a:pt x="163" y="65"/>
                    </a:lnTo>
                    <a:lnTo>
                      <a:pt x="127" y="77"/>
                    </a:lnTo>
                    <a:lnTo>
                      <a:pt x="89" y="66"/>
                    </a:lnTo>
                    <a:lnTo>
                      <a:pt x="39" y="28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</p:grpSp>
      <p:sp>
        <p:nvSpPr>
          <p:cNvPr id="39368" name="Rectangle 3">
            <a:extLst>
              <a:ext uri="{FF2B5EF4-FFF2-40B4-BE49-F238E27FC236}">
                <a16:creationId xmlns:a16="http://schemas.microsoft.com/office/drawing/2014/main" id="{484DC00C-B546-3643-D0D1-440B86546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64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role is a privilege or set of privileges that allows a user to perform certain functions in the database.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3496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197F-D74C-9A35-13C3-90CB29E2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E0269AB-B80B-24F7-A20A-CD8EDD439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and Managing a Role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81215C-76DB-DFF5-6E7B-119764FAC7D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86DDD66-579E-E860-6AA1-F4ED49FD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29A6C8B6-275F-5DF4-261D-058BF9A3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722EEAD-F36C-330C-B1A4-FFC6F2D8D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2930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grant a role to a user, use the following syntax: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 ADMIN OPTION enables a guarantee to grant the role to other users.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BDED9-59FC-F27F-65E4-E8B2979F067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4213" y="4817268"/>
            <a:ext cx="7477125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SQL&gt; GRANT role TO USER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2	      [WITH ADMIN OPTION]; 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Grant succeeded.</a:t>
            </a: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B683327-9735-1D6E-DD50-882EE35BD85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3267" y="692696"/>
            <a:ext cx="7477125" cy="754439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CREATE ROLE manager;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Role created.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94B6944-285D-F1B1-25A4-68141E082FA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3267" y="1628800"/>
            <a:ext cx="7477125" cy="106618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GRANT create table, create view 		  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2	      to manager; 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Grant succeeded.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8874D0E-60A9-87E9-9B07-6C60C85EC58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8201" y="2852936"/>
            <a:ext cx="7477125" cy="466199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GRANT manager to BLAKE, CLARK;    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6073E2C-0982-5E2B-8817-39371730700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3466649"/>
            <a:ext cx="7477125" cy="754439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DROPM ROLE manager;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Role dropped.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33165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0F4C-38EA-4C99-6B29-1826C2C1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F4710FA-E7B1-D61F-93F2-757A8016E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Standard Role Names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C43A256-2219-1D9A-E1A3-B09D6645364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7D6EF67-68C3-785E-81A4-A51ECD1B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EF030CD-991B-D516-9DCF-A77F8538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3DBA119-7A9A-5647-9CA1-92727AAE6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a) The Connect Role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Connect role is the entry-level role.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Connect role enables the user to select, insert, update, and delete records from tables belonging to other users (after the appropriate permissions have been granted).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b) The Resource Role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Resource role is an intermediate level role.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user can also create/alter database objects, procedures, functions, and triggers.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c) The DBA Role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DBA role includes all privileges.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Users with this role are able to do essentially anything they want to the database system.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13332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48CD-8533-43BA-C425-05AABBFD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8C092BF-B890-C559-311E-F19216248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Granting and Revoking a Role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80D6694-D972-4C4E-886E-6D0D83A4155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B9B7C07-CBEB-6764-9595-1FC1344D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F51E9D13-C619-63F9-DF87-B5F44723F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EF686C3-E209-7268-ACC7-3FF71F3081B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544" y="2852266"/>
            <a:ext cx="7477125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REVOKE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role_name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FROM user;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CC7C5B9-0329-EDB2-8F90-836A3F902CB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544" y="5019204"/>
            <a:ext cx="7477125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REVOKE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 table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FROM manager; 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31D8921-7121-EC9B-566D-7FB02FC20D0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544" y="3938116"/>
            <a:ext cx="7477125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REVOKE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connect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FROM manager;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8C6EF55-5091-FDD8-F0CF-46CBF874FE0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544" y="764704"/>
            <a:ext cx="7477125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GRANT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role_name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TO user; 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116BAE6-0128-6FD2-1851-64C98A743D1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544" y="1850554"/>
            <a:ext cx="7477125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GRANT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connect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TO manager; </a:t>
            </a:r>
          </a:p>
        </p:txBody>
      </p:sp>
    </p:spTree>
    <p:extLst>
      <p:ext uri="{BB962C8B-B14F-4D97-AF65-F5344CB8AC3E}">
        <p14:creationId xmlns:p14="http://schemas.microsoft.com/office/powerpoint/2010/main" val="198728329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D34EA-B159-B837-D499-75D74E9D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803FB94-45AE-7D72-B852-66716A8E3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Granting Object Privileges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0E7C9B1-D807-97B3-A6CF-A82AA299969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74B145F-C7F0-D63F-3451-7A157540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594771FB-3CAB-883C-4B78-69338AD7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261721D-DAE2-9A1D-191A-55A39DD45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After granting a roles to the users, the next step is deciding which permissions or privileges these users will have on database objects.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If you actually create an object, you can grant privileges on that object to other users.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Object privileges vary from object to object.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 owner has all the privileges on the object.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Object privileges include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SELECT, INSERT, UPDATE, DELTE, ALTER, EXECUTE,…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 ADMIN OPTION</a:t>
            </a:r>
            <a:r>
              <a:rPr lang="en-US" altLang="en-US" sz="2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enables the guarantee to grant the granted privileges to the other users.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251A92-E536-C98B-F1C6-6CA45E28EE1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77887" y="3356992"/>
            <a:ext cx="7489825" cy="146325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GRANT	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  <a:r>
              <a:rPr lang="en-US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object_priv</a:t>
            </a:r>
            <a:r>
              <a:rPr lang="en-US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| ALL}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[(</a:t>
            </a:r>
            <a:r>
              <a:rPr lang="en-US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columns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)]</a:t>
            </a: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ON		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object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TO		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  <a:r>
              <a:rPr lang="en-US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user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|</a:t>
            </a:r>
            <a:r>
              <a:rPr lang="en-US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role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|PUBLIC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[WITH GRANT OPTION];</a:t>
            </a:r>
          </a:p>
        </p:txBody>
      </p:sp>
    </p:spTree>
    <p:extLst>
      <p:ext uri="{BB962C8B-B14F-4D97-AF65-F5344CB8AC3E}">
        <p14:creationId xmlns:p14="http://schemas.microsoft.com/office/powerpoint/2010/main" val="170914942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65E93-F7E9-890B-CF6A-C2DBF6BB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CFB860-B0F6-587F-0178-6A4B1C77A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Granting Object Privileges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C48F394-83F1-69B9-6EDF-B102700E716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7947B4F-E2E4-8F48-4C80-4A684556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08926C08-38BF-40FF-5A27-759805E8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16A168-ADCB-241E-4951-E890C1E38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Grant query privileges on the EMP table.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Grant all privileges on the EMP table.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Grant privileges to update specific columns to users and roles.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EAF0F-2C1C-EEDE-C56C-CA464FFC6C2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22338" y="1230263"/>
            <a:ext cx="7491412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SQL&gt; GRANT	select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  2  ON	emp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  3  TO	boota,bala;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Grant succeeded.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0527A-3AE8-3ECE-8DC0-34509FC0FDE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33450" y="5157192"/>
            <a:ext cx="74803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SQL&gt; GRANT	update (dname, loc)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  2  ON	dept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000000"/>
                </a:solidFill>
                <a:latin typeface="Courier New" pitchFamily="49" charset="0"/>
              </a:rPr>
              <a:t>  3  TO	scott, manager;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Grant succeeded.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0D0DD-61CA-38BA-4C30-E8C2C80D4C8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00113" y="3140968"/>
            <a:ext cx="7491412" cy="10080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SQL&gt; GRANT	ALL ON	</a:t>
            </a:r>
            <a:r>
              <a:rPr lang="en-US" sz="1800" b="1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b="1" dirty="0">
              <a:solidFill>
                <a:srgbClr val="000000"/>
              </a:solidFill>
              <a:latin typeface="Courier New" pitchFamily="49" charset="0"/>
            </a:endParaRP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  3  TO	boss;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1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Grant succeeded.</a:t>
            </a:r>
          </a:p>
        </p:txBody>
      </p:sp>
    </p:spTree>
    <p:extLst>
      <p:ext uri="{BB962C8B-B14F-4D97-AF65-F5344CB8AC3E}">
        <p14:creationId xmlns:p14="http://schemas.microsoft.com/office/powerpoint/2010/main" val="422529219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C18C-B4D2-3C17-0484-426812B4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140CE0A-38B8-47A8-C487-7D13F39FA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the objects of other users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C7C6FC1-B366-6E12-4702-72E1EBF15DF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A4C545F2-F6BF-2799-91DC-A80882A0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1B6E663A-C4E9-01F2-6CAF-D0974BB4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B164381-934C-4392-7E2C-D997AB991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a table name created by user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and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has granted SELECT privilege 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to a user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User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can SELECT rows from table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using: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SELECT * FROM X.A;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If a user wants to omit the qualifier name, he/she can create a synonym for that object.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SYNONYM A for X.A;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5206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4A98-7BCC-B17A-D132-E2A866BD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1D90DBD-6DB5-33CA-7622-AEFBF59B6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Confirming Privileges Granted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2AB0662-EC20-DC87-A8DA-17590909360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E24FD49-19A2-56F8-440C-914A1078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B2EA4527-CFA2-8250-8010-6C85B01F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D7BE2-AA24-2B77-90CA-3641A9C6B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05879"/>
              </p:ext>
            </p:extLst>
          </p:nvPr>
        </p:nvGraphicFramePr>
        <p:xfrm>
          <a:off x="425450" y="785217"/>
          <a:ext cx="8467030" cy="475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8478">
                  <a:extLst>
                    <a:ext uri="{9D8B030D-6E8A-4147-A177-3AD203B41FA5}">
                      <a16:colId xmlns:a16="http://schemas.microsoft.com/office/drawing/2014/main" val="2759632180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320055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Dictionary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588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ROLE_SYS_PRIVS	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System privileges granted to roles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73404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ROLE_TAB_PRIVS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Table privileges granted to roles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370530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USER_ROLE_PRIVS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Roles accessible by the user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402655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USER_TAB_PRIVS_MADE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Object privileges granted on the user’s objects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193632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USER_TAB_PRIVS_RECD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 privileges granted to the user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267340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USER_COL_PRIVS_MADE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 privileges granted on the columns of the user’s objects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74117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USER_COL_PRIVS_RECD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 privileges granted to the user on specific columns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660882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91586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0CC34-6BD5-9C00-B914-ECB3D263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9ABE37-B6E1-3CE9-A38E-A3318329A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Revoking Object Privileges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2A8FAE2-8C6C-E990-9FB9-948C571A098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47A56979-B30A-B30B-F5DE-FB19499B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480D97F4-C0AC-31DF-1E09-81E3952F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D81499-30C2-6C0B-A422-01EA8946B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26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REVOKE statement is used to revoke the privileges granted to other users.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Privileges granted to others through 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 GRANT OPTION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will also be revoked.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295BA5-8818-E55F-48D1-E10340EF06D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00113" y="2420888"/>
            <a:ext cx="74803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REVOKE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{privilege [, privilege...]|ALL}</a:t>
            </a: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ON	  object</a:t>
            </a: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   {user[, user...]|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role|PUBLIC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AF9A6-4996-FF56-F6F5-F52BC462A3F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99592" y="3966567"/>
            <a:ext cx="74803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REVOKE	select, insert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2  ON	dept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3  FROM	scott;</a:t>
            </a:r>
          </a:p>
          <a:p>
            <a:pPr eaLnBrk="0" hangingPunct="0">
              <a:tabLst>
                <a:tab pos="682625" algn="l"/>
                <a:tab pos="1833563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Revoke succeeded.</a:t>
            </a:r>
          </a:p>
        </p:txBody>
      </p:sp>
    </p:spTree>
    <p:extLst>
      <p:ext uri="{BB962C8B-B14F-4D97-AF65-F5344CB8AC3E}">
        <p14:creationId xmlns:p14="http://schemas.microsoft.com/office/powerpoint/2010/main" val="4756924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4EF8-A279-CFB2-12E3-1D19B884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FF32422-9FD6-DE33-0A10-5E2D1721E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Auditing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B0520E6-F5C4-FDA2-7FF7-35835D54D29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926B5BD-8461-EEF7-5A95-80983602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FC389427-D13A-552D-F993-BDA64D1B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BDB224-19D2-9F8D-9821-055015117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26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Auditing enables you to keep track of database operations.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DBA is responsible for enabling auditing and monitoring the output for security violations.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auditing high-level operations, the user must have 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AUDIT SYSTEM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privilege.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tracking operations on specific database objects, the user must have 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AUDIT ANY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privilege.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B3A395-C7F7-4ABC-812D-249883DB68B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11299" y="3573016"/>
            <a:ext cx="7477125" cy="841791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GRANT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AUDIT SYSTEM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TO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scott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GRANT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AUDIT ANY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TO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scott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161440756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5E79-28EC-9774-A3F6-09CDD2C4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1D2619C-2EBF-7963-9280-23CB90381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Auditing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9F02268-B6DF-8B46-3EF8-047495C57BC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6F1989C-56BF-1FCB-5E28-CF4EB586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BD413593-510B-6907-F1C3-251EE5B7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2C34A-E5DB-C546-B1F6-188089ABA4A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08632" y="836713"/>
            <a:ext cx="7477125" cy="409744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</a:t>
            </a:r>
            <a:r>
              <a:rPr lang="en-US" altLang="en-US" sz="2000" b="1" dirty="0">
                <a:latin typeface="Courier New" panose="02070309020205020404" pitchFamily="49" charset="0"/>
              </a:rPr>
              <a:t>AUDIT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CREATE TABLE;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1B345E3-01D2-FC9A-722C-2BDA3793DED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08631" y="1390472"/>
            <a:ext cx="7477125" cy="108012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username,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extended_timestamp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audit_option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FROM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user_audit_trail</a:t>
            </a:r>
            <a:endParaRPr lang="en-US" altLang="en-US" sz="20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audit_option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='CREATE TABLE';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9F445A-398D-C537-6A22-CC1E5687626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12754" y="2654072"/>
            <a:ext cx="7477125" cy="409744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</a:t>
            </a:r>
            <a:r>
              <a:rPr lang="en-US" altLang="en-US" sz="2000" b="1" dirty="0">
                <a:latin typeface="Courier New" panose="02070309020205020404" pitchFamily="49" charset="0"/>
              </a:rPr>
              <a:t>AUDIT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SELECT TABLE, UPDATE TABLE </a:t>
            </a:r>
            <a:r>
              <a:rPr lang="en-US" altLang="en-US" sz="2000" b="1" dirty="0">
                <a:latin typeface="Courier New" panose="02070309020205020404" pitchFamily="49" charset="0"/>
              </a:rPr>
              <a:t>BY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scott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CB5A6-3F51-A13E-5294-11ACC0485CE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08630" y="3284985"/>
            <a:ext cx="7477125" cy="409744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</a:t>
            </a:r>
            <a:r>
              <a:rPr lang="en-US" altLang="en-US" sz="2000" b="1" dirty="0">
                <a:latin typeface="Courier New" panose="02070309020205020404" pitchFamily="49" charset="0"/>
              </a:rPr>
              <a:t>AUDIT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SELECT ON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scott.products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4B497F-DF90-C180-685A-AE9904A83B0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9291" y="3878207"/>
            <a:ext cx="7477125" cy="409744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</a:t>
            </a:r>
            <a:r>
              <a:rPr lang="en-US" altLang="en-US" sz="2000" b="1" dirty="0">
                <a:latin typeface="Courier New" panose="02070309020205020404" pitchFamily="49" charset="0"/>
              </a:rPr>
              <a:t>AUDIT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ALL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scott.products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074424-6CBB-A27A-303A-C1842B22925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6289" y="4530543"/>
            <a:ext cx="7477125" cy="69865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</a:t>
            </a:r>
            <a:r>
              <a:rPr lang="en-US" altLang="en-US" sz="2000" b="1" dirty="0">
                <a:latin typeface="Courier New" panose="02070309020205020404" pitchFamily="49" charset="0"/>
              </a:rPr>
              <a:t>AUDIT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UPDATE TABLE </a:t>
            </a:r>
            <a:r>
              <a:rPr lang="en-US" altLang="en-US" sz="2000" b="1" dirty="0">
                <a:latin typeface="Courier New" panose="02070309020205020404" pitchFamily="49" charset="0"/>
              </a:rPr>
              <a:t>BY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scott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WHENEVER [NOT] SUCCESSFUL;</a:t>
            </a:r>
          </a:p>
        </p:txBody>
      </p:sp>
    </p:spTree>
    <p:extLst>
      <p:ext uri="{BB962C8B-B14F-4D97-AF65-F5344CB8AC3E}">
        <p14:creationId xmlns:p14="http://schemas.microsoft.com/office/powerpoint/2010/main" val="2008984301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9357</TotalTime>
  <Words>1562</Words>
  <Application>Microsoft Office PowerPoint</Application>
  <PresentationFormat>On-screen Show (4:3)</PresentationFormat>
  <Paragraphs>388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</vt:lpstr>
      <vt:lpstr>Courier New</vt:lpstr>
      <vt:lpstr>Franklin Gothic Book</vt:lpstr>
      <vt:lpstr>Perpetua</vt:lpstr>
      <vt:lpstr>Wingdings</vt:lpstr>
      <vt:lpstr>Wingdings 2</vt:lpstr>
      <vt:lpstr>1_Equity</vt:lpstr>
      <vt:lpstr>CC-215-L Database Systems Lab</vt:lpstr>
      <vt:lpstr>  Objectives</vt:lpstr>
      <vt:lpstr>  Controlling User Access</vt:lpstr>
      <vt:lpstr>  Creating a User</vt:lpstr>
      <vt:lpstr>  Viewing All Users</vt:lpstr>
      <vt:lpstr>  User System Privileges</vt:lpstr>
      <vt:lpstr>  What is a Role?</vt:lpstr>
      <vt:lpstr>  Creating and Managing a Role</vt:lpstr>
      <vt:lpstr>  Standard Role Names</vt:lpstr>
      <vt:lpstr>  Granting and Revoking a Role</vt:lpstr>
      <vt:lpstr>  Granting Object Privileges</vt:lpstr>
      <vt:lpstr>  Granting Object Privileges</vt:lpstr>
      <vt:lpstr>  Using the objects of other users</vt:lpstr>
      <vt:lpstr>  Confirming Privileges Granted</vt:lpstr>
      <vt:lpstr>  Revoking Object Privileges</vt:lpstr>
      <vt:lpstr>  Auditing</vt:lpstr>
      <vt:lpstr>  Auditing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937</cp:revision>
  <dcterms:created xsi:type="dcterms:W3CDTF">2006-05-17T12:38:56Z</dcterms:created>
  <dcterms:modified xsi:type="dcterms:W3CDTF">2025-12-06T12:39:19Z</dcterms:modified>
</cp:coreProperties>
</file>