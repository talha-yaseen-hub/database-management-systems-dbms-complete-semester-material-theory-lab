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93" r:id="rId1"/>
    <p:sldMasterId id="2147483806" r:id="rId2"/>
    <p:sldMasterId id="2147483914" r:id="rId3"/>
    <p:sldMasterId id="2147483922" r:id="rId4"/>
  </p:sldMasterIdLst>
  <p:notesMasterIdLst>
    <p:notesMasterId r:id="rId32"/>
  </p:notesMasterIdLst>
  <p:handoutMasterIdLst>
    <p:handoutMasterId r:id="rId33"/>
  </p:handoutMasterIdLst>
  <p:sldIdLst>
    <p:sldId id="488" r:id="rId5"/>
    <p:sldId id="489" r:id="rId6"/>
    <p:sldId id="490" r:id="rId7"/>
    <p:sldId id="491" r:id="rId8"/>
    <p:sldId id="492" r:id="rId9"/>
    <p:sldId id="493" r:id="rId10"/>
    <p:sldId id="494" r:id="rId11"/>
    <p:sldId id="495" r:id="rId12"/>
    <p:sldId id="496" r:id="rId13"/>
    <p:sldId id="476" r:id="rId14"/>
    <p:sldId id="481" r:id="rId15"/>
    <p:sldId id="477" r:id="rId16"/>
    <p:sldId id="479" r:id="rId17"/>
    <p:sldId id="478" r:id="rId18"/>
    <p:sldId id="487" r:id="rId19"/>
    <p:sldId id="497" r:id="rId20"/>
    <p:sldId id="498" r:id="rId21"/>
    <p:sldId id="482" r:id="rId22"/>
    <p:sldId id="483" r:id="rId23"/>
    <p:sldId id="504" r:id="rId24"/>
    <p:sldId id="499" r:id="rId25"/>
    <p:sldId id="500" r:id="rId26"/>
    <p:sldId id="501" r:id="rId27"/>
    <p:sldId id="502" r:id="rId28"/>
    <p:sldId id="503" r:id="rId29"/>
    <p:sldId id="480" r:id="rId30"/>
    <p:sldId id="484" r:id="rId31"/>
  </p:sldIdLst>
  <p:sldSz cx="9144000" cy="6858000" type="screen4x3"/>
  <p:notesSz cx="6577013" cy="9753600"/>
  <p:defaultTextStyle>
    <a:defPPr>
      <a:defRPr lang="de-AT"/>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0033CC"/>
    <a:srgbClr val="006600"/>
    <a:srgbClr val="FFFF66"/>
    <a:srgbClr val="FF0000"/>
    <a:srgbClr val="00FF00"/>
    <a:srgbClr val="FFFFCC"/>
    <a:srgbClr val="99CCFF"/>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513" autoAdjust="0"/>
    <p:restoredTop sz="85572" autoAdjust="0"/>
  </p:normalViewPr>
  <p:slideViewPr>
    <p:cSldViewPr>
      <p:cViewPr varScale="1">
        <p:scale>
          <a:sx n="83" d="100"/>
          <a:sy n="83" d="100"/>
        </p:scale>
        <p:origin x="110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9EADA898-1DDA-B2A5-1316-BD5F04E40F02}"/>
              </a:ext>
            </a:extLst>
          </p:cNvPr>
          <p:cNvSpPr>
            <a:spLocks noGrp="1" noChangeArrowheads="1"/>
          </p:cNvSpPr>
          <p:nvPr>
            <p:ph type="hdr" sz="quarter"/>
          </p:nvPr>
        </p:nvSpPr>
        <p:spPr bwMode="auto">
          <a:xfrm>
            <a:off x="0"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7" name="Rectangle 3">
            <a:extLst>
              <a:ext uri="{FF2B5EF4-FFF2-40B4-BE49-F238E27FC236}">
                <a16:creationId xmlns:a16="http://schemas.microsoft.com/office/drawing/2014/main" id="{8838169D-73F1-3934-0F1D-BEF56FB253D7}"/>
              </a:ext>
            </a:extLst>
          </p:cNvPr>
          <p:cNvSpPr>
            <a:spLocks noGrp="1" noChangeArrowheads="1"/>
          </p:cNvSpPr>
          <p:nvPr>
            <p:ph type="dt" sz="quarter" idx="1"/>
          </p:nvPr>
        </p:nvSpPr>
        <p:spPr bwMode="auto">
          <a:xfrm>
            <a:off x="3725863"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en-GB"/>
          </a:p>
        </p:txBody>
      </p:sp>
      <p:sp>
        <p:nvSpPr>
          <p:cNvPr id="159748" name="Rectangle 4">
            <a:extLst>
              <a:ext uri="{FF2B5EF4-FFF2-40B4-BE49-F238E27FC236}">
                <a16:creationId xmlns:a16="http://schemas.microsoft.com/office/drawing/2014/main" id="{C7343092-3D76-4893-C67F-C1FE29899C1A}"/>
              </a:ext>
            </a:extLst>
          </p:cNvPr>
          <p:cNvSpPr>
            <a:spLocks noGrp="1" noChangeArrowheads="1"/>
          </p:cNvSpPr>
          <p:nvPr>
            <p:ph type="ftr" sz="quarter" idx="2"/>
          </p:nvPr>
        </p:nvSpPr>
        <p:spPr bwMode="auto">
          <a:xfrm>
            <a:off x="0" y="9266238"/>
            <a:ext cx="2851150" cy="487362"/>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9" name="Rectangle 5">
            <a:extLst>
              <a:ext uri="{FF2B5EF4-FFF2-40B4-BE49-F238E27FC236}">
                <a16:creationId xmlns:a16="http://schemas.microsoft.com/office/drawing/2014/main" id="{6A2BEC41-B07E-CE2A-6C4A-CBC92AFD8AE6}"/>
              </a:ext>
            </a:extLst>
          </p:cNvPr>
          <p:cNvSpPr>
            <a:spLocks noGrp="1" noChangeArrowheads="1"/>
          </p:cNvSpPr>
          <p:nvPr>
            <p:ph type="sldNum" sz="quarter" idx="3"/>
          </p:nvPr>
        </p:nvSpPr>
        <p:spPr bwMode="auto">
          <a:xfrm>
            <a:off x="3725863" y="9266238"/>
            <a:ext cx="2851150" cy="487362"/>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pPr>
              <a:defRPr/>
            </a:pPr>
            <a:fld id="{79E1A014-DC9B-410E-8F53-6562BCD4BA4A}"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50FD15F-0966-5F04-3527-2584C492851D}"/>
              </a:ext>
            </a:extLst>
          </p:cNvPr>
          <p:cNvSpPr>
            <a:spLocks noGrp="1" noChangeArrowheads="1"/>
          </p:cNvSpPr>
          <p:nvPr>
            <p:ph type="hdr" sz="quarter"/>
          </p:nvPr>
        </p:nvSpPr>
        <p:spPr bwMode="auto">
          <a:xfrm>
            <a:off x="0"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47" name="Rectangle 3">
            <a:extLst>
              <a:ext uri="{FF2B5EF4-FFF2-40B4-BE49-F238E27FC236}">
                <a16:creationId xmlns:a16="http://schemas.microsoft.com/office/drawing/2014/main" id="{255D75BE-2C26-EC20-0288-81F365BE9312}"/>
              </a:ext>
            </a:extLst>
          </p:cNvPr>
          <p:cNvSpPr>
            <a:spLocks noGrp="1" noChangeArrowheads="1"/>
          </p:cNvSpPr>
          <p:nvPr>
            <p:ph type="dt" idx="1"/>
          </p:nvPr>
        </p:nvSpPr>
        <p:spPr bwMode="auto">
          <a:xfrm>
            <a:off x="3724275"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de-AT"/>
          </a:p>
        </p:txBody>
      </p:sp>
      <p:sp>
        <p:nvSpPr>
          <p:cNvPr id="24580" name="Rectangle 4">
            <a:extLst>
              <a:ext uri="{FF2B5EF4-FFF2-40B4-BE49-F238E27FC236}">
                <a16:creationId xmlns:a16="http://schemas.microsoft.com/office/drawing/2014/main" id="{D454E20F-694A-E4E7-1C0F-15552AD59DB0}"/>
              </a:ext>
            </a:extLst>
          </p:cNvPr>
          <p:cNvSpPr>
            <a:spLocks noGrp="1" noRot="1" noChangeArrowheads="1" noTextEdit="1"/>
          </p:cNvSpPr>
          <p:nvPr>
            <p:ph type="sldImg" idx="2"/>
          </p:nvPr>
        </p:nvSpPr>
        <p:spPr bwMode="auto">
          <a:xfrm>
            <a:off x="850900" y="731838"/>
            <a:ext cx="4876800" cy="36576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A40DEF65-7AB5-FA00-F99C-759A0F25533E}"/>
              </a:ext>
            </a:extLst>
          </p:cNvPr>
          <p:cNvSpPr>
            <a:spLocks noGrp="1" noChangeArrowheads="1"/>
          </p:cNvSpPr>
          <p:nvPr>
            <p:ph type="body" sz="quarter" idx="3"/>
          </p:nvPr>
        </p:nvSpPr>
        <p:spPr bwMode="auto">
          <a:xfrm>
            <a:off x="657225" y="4633913"/>
            <a:ext cx="5262563" cy="4387850"/>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p>
            <a:pPr lvl="0"/>
            <a:r>
              <a:rPr lang="de-AT" noProof="0"/>
              <a:t>Click to edit Master text styles</a:t>
            </a:r>
          </a:p>
          <a:p>
            <a:pPr lvl="1"/>
            <a:r>
              <a:rPr lang="de-AT" noProof="0"/>
              <a:t>Second level</a:t>
            </a:r>
          </a:p>
          <a:p>
            <a:pPr lvl="2"/>
            <a:r>
              <a:rPr lang="de-AT" noProof="0"/>
              <a:t>Third level</a:t>
            </a:r>
          </a:p>
          <a:p>
            <a:pPr lvl="3"/>
            <a:r>
              <a:rPr lang="de-AT" noProof="0"/>
              <a:t>Fourth level</a:t>
            </a:r>
          </a:p>
          <a:p>
            <a:pPr lvl="4"/>
            <a:r>
              <a:rPr lang="de-AT" noProof="0"/>
              <a:t>Fifth level</a:t>
            </a:r>
          </a:p>
        </p:txBody>
      </p:sp>
      <p:sp>
        <p:nvSpPr>
          <p:cNvPr id="6150" name="Rectangle 6">
            <a:extLst>
              <a:ext uri="{FF2B5EF4-FFF2-40B4-BE49-F238E27FC236}">
                <a16:creationId xmlns:a16="http://schemas.microsoft.com/office/drawing/2014/main" id="{59C075D5-44CE-9472-6883-CB33BAC741F4}"/>
              </a:ext>
            </a:extLst>
          </p:cNvPr>
          <p:cNvSpPr>
            <a:spLocks noGrp="1" noChangeArrowheads="1"/>
          </p:cNvSpPr>
          <p:nvPr>
            <p:ph type="ftr" sz="quarter" idx="4"/>
          </p:nvPr>
        </p:nvSpPr>
        <p:spPr bwMode="auto">
          <a:xfrm>
            <a:off x="0" y="9264650"/>
            <a:ext cx="2851150" cy="487363"/>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51" name="Rectangle 7">
            <a:extLst>
              <a:ext uri="{FF2B5EF4-FFF2-40B4-BE49-F238E27FC236}">
                <a16:creationId xmlns:a16="http://schemas.microsoft.com/office/drawing/2014/main" id="{A4196888-8933-9813-9C61-DDEE5F804171}"/>
              </a:ext>
            </a:extLst>
          </p:cNvPr>
          <p:cNvSpPr>
            <a:spLocks noGrp="1" noChangeArrowheads="1"/>
          </p:cNvSpPr>
          <p:nvPr>
            <p:ph type="sldNum" sz="quarter" idx="5"/>
          </p:nvPr>
        </p:nvSpPr>
        <p:spPr bwMode="auto">
          <a:xfrm>
            <a:off x="3724275" y="9264650"/>
            <a:ext cx="2851150" cy="487363"/>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pPr>
              <a:defRPr/>
            </a:pPr>
            <a:fld id="{B10B0801-9929-4CF7-ABD1-3C64BD56B375}" type="slidenum">
              <a:rPr lang="de-AT" altLang="en-US"/>
              <a:pPr>
                <a:defRPr/>
              </a:pPr>
              <a:t>‹#›</a:t>
            </a:fld>
            <a:endParaRPr lang="de-AT"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FFE06C90-A539-F7CE-CFA6-2E0B44FC82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175">
              <a:spcBef>
                <a:spcPct val="30000"/>
              </a:spcBef>
              <a:defRPr sz="1200">
                <a:solidFill>
                  <a:schemeClr val="tx1"/>
                </a:solidFill>
                <a:latin typeface="Arial" panose="020B0604020202020204" pitchFamily="34" charset="0"/>
              </a:defRPr>
            </a:lvl1pPr>
            <a:lvl2pPr marL="742950" indent="-285750" defTabSz="892175">
              <a:spcBef>
                <a:spcPct val="30000"/>
              </a:spcBef>
              <a:defRPr sz="1200">
                <a:solidFill>
                  <a:schemeClr val="tx1"/>
                </a:solidFill>
                <a:latin typeface="Arial" panose="020B0604020202020204" pitchFamily="34" charset="0"/>
              </a:defRPr>
            </a:lvl2pPr>
            <a:lvl3pPr marL="1143000" indent="-228600" defTabSz="892175">
              <a:spcBef>
                <a:spcPct val="30000"/>
              </a:spcBef>
              <a:defRPr sz="1200">
                <a:solidFill>
                  <a:schemeClr val="tx1"/>
                </a:solidFill>
                <a:latin typeface="Arial" panose="020B0604020202020204" pitchFamily="34" charset="0"/>
              </a:defRPr>
            </a:lvl3pPr>
            <a:lvl4pPr marL="1600200" indent="-228600" defTabSz="892175">
              <a:spcBef>
                <a:spcPct val="30000"/>
              </a:spcBef>
              <a:defRPr sz="1200">
                <a:solidFill>
                  <a:schemeClr val="tx1"/>
                </a:solidFill>
                <a:latin typeface="Arial" panose="020B0604020202020204" pitchFamily="34" charset="0"/>
              </a:defRPr>
            </a:lvl4pPr>
            <a:lvl5pPr marL="2057400" indent="-228600" defTabSz="892175">
              <a:spcBef>
                <a:spcPct val="30000"/>
              </a:spcBef>
              <a:defRPr sz="1200">
                <a:solidFill>
                  <a:schemeClr val="tx1"/>
                </a:solidFill>
                <a:latin typeface="Arial" panose="020B0604020202020204" pitchFamily="34" charset="0"/>
              </a:defRPr>
            </a:lvl5pPr>
            <a:lvl6pPr marL="2514600" indent="-228600" defTabSz="89217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9217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9217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9217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FAA5E0F-DB48-441B-89EB-4BB96F910DCB}" type="slidenum">
              <a:rPr lang="en-US" altLang="en-US" smtClean="0">
                <a:solidFill>
                  <a:srgbClr val="000000"/>
                </a:solidFill>
              </a:rPr>
              <a:pPr>
                <a:spcBef>
                  <a:spcPct val="0"/>
                </a:spcBef>
              </a:pPr>
              <a:t>13</a:t>
            </a:fld>
            <a:endParaRPr lang="en-US" altLang="en-US">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a:extLst>
              <a:ext uri="{FF2B5EF4-FFF2-40B4-BE49-F238E27FC236}">
                <a16:creationId xmlns:a16="http://schemas.microsoft.com/office/drawing/2014/main" id="{C2DD5B5D-F1CF-D14D-67F1-959A9AC20093}"/>
              </a:ext>
            </a:extLst>
          </p:cNvPr>
          <p:cNvSpPr>
            <a:spLocks noGrp="1" noRot="1" noChangeAspect="1" noChangeArrowheads="1" noTextEdit="1"/>
          </p:cNvSpPr>
          <p:nvPr>
            <p:ph type="sldImg"/>
          </p:nvPr>
        </p:nvSpPr>
        <p:spPr>
          <a:ln/>
        </p:spPr>
      </p:sp>
      <p:sp>
        <p:nvSpPr>
          <p:cNvPr id="72707" name="Notes Placeholder 2">
            <a:extLst>
              <a:ext uri="{FF2B5EF4-FFF2-40B4-BE49-F238E27FC236}">
                <a16:creationId xmlns:a16="http://schemas.microsoft.com/office/drawing/2014/main" id="{0A4974AE-CADD-B956-7C04-7A56BAE309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72708" name="Slide Number Placeholder 3">
            <a:extLst>
              <a:ext uri="{FF2B5EF4-FFF2-40B4-BE49-F238E27FC236}">
                <a16:creationId xmlns:a16="http://schemas.microsoft.com/office/drawing/2014/main" id="{2048A0F7-36EB-8AEB-7DAC-6995A94903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defTabSz="914400"/>
            <a:fld id="{46641259-B6AB-4998-BED5-42006188C892}" type="slidenum">
              <a:rPr lang="en-US" altLang="en-US" sz="1200" smtClean="0">
                <a:solidFill>
                  <a:srgbClr val="000000"/>
                </a:solidFill>
                <a:cs typeface="Arial" panose="020B0604020202020204" pitchFamily="34" charset="0"/>
              </a:rPr>
              <a:pPr defTabSz="914400"/>
              <a:t>27</a:t>
            </a:fld>
            <a:endParaRPr lang="en-US" altLang="en-US" sz="1200">
              <a:solidFill>
                <a:srgbClr val="000000"/>
              </a:solidFill>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A2E2DB3-DDAE-2828-0AEC-8113974630F5}"/>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 name="Rounded Rectangle 4">
            <a:extLst>
              <a:ext uri="{FF2B5EF4-FFF2-40B4-BE49-F238E27FC236}">
                <a16:creationId xmlns:a16="http://schemas.microsoft.com/office/drawing/2014/main" id="{5E88305C-5237-7D59-5EF7-208EB7339B11}"/>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719E1C72-E8B4-18B5-1CC9-9BDEC0EB0D48}"/>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AD8D823C-2682-DDCB-CD92-D700A1E8BBA7}"/>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C83A2D4C-EB14-2857-E233-9D143DD15202}"/>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a:t>Click to edit Master title style</a:t>
            </a:r>
          </a:p>
        </p:txBody>
      </p:sp>
      <p:sp>
        <p:nvSpPr>
          <p:cNvPr id="7" name="Date Placeholder 27">
            <a:extLst>
              <a:ext uri="{FF2B5EF4-FFF2-40B4-BE49-F238E27FC236}">
                <a16:creationId xmlns:a16="http://schemas.microsoft.com/office/drawing/2014/main" id="{6E23B028-E662-3F35-0125-E8A51EE7FE9C}"/>
              </a:ext>
            </a:extLst>
          </p:cNvPr>
          <p:cNvSpPr>
            <a:spLocks noGrp="1"/>
          </p:cNvSpPr>
          <p:nvPr>
            <p:ph type="dt" sz="half" idx="10"/>
          </p:nvPr>
        </p:nvSpPr>
        <p:spPr/>
        <p:txBody>
          <a:bodyPr/>
          <a:lstStyle>
            <a:lvl1pPr>
              <a:defRPr/>
            </a:lvl1pPr>
          </a:lstStyle>
          <a:p>
            <a:pPr>
              <a:defRPr/>
            </a:pPr>
            <a:fld id="{6521FC4A-782F-4E16-B130-89C435F7A364}" type="datetime1">
              <a:rPr lang="en-US"/>
              <a:pPr>
                <a:defRPr/>
              </a:pPr>
              <a:t>10/2/2025</a:t>
            </a:fld>
            <a:endParaRPr lang="en-US"/>
          </a:p>
        </p:txBody>
      </p:sp>
      <p:sp>
        <p:nvSpPr>
          <p:cNvPr id="10" name="Footer Placeholder 16">
            <a:extLst>
              <a:ext uri="{FF2B5EF4-FFF2-40B4-BE49-F238E27FC236}">
                <a16:creationId xmlns:a16="http://schemas.microsoft.com/office/drawing/2014/main" id="{0DF403BA-B83F-B693-B470-98D450DF174D}"/>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11" name="Slide Number Placeholder 28">
            <a:extLst>
              <a:ext uri="{FF2B5EF4-FFF2-40B4-BE49-F238E27FC236}">
                <a16:creationId xmlns:a16="http://schemas.microsoft.com/office/drawing/2014/main" id="{61122F97-D80C-87B7-2E55-08FAC46F3CC8}"/>
              </a:ext>
            </a:extLst>
          </p:cNvPr>
          <p:cNvSpPr>
            <a:spLocks noGrp="1"/>
          </p:cNvSpPr>
          <p:nvPr>
            <p:ph type="sldNum" sz="quarter" idx="12"/>
          </p:nvPr>
        </p:nvSpPr>
        <p:spPr/>
        <p:txBody>
          <a:bodyPr/>
          <a:lstStyle>
            <a:lvl1pPr>
              <a:defRPr sz="1400">
                <a:solidFill>
                  <a:srgbClr val="FFFFFF"/>
                </a:solidFill>
              </a:defRPr>
            </a:lvl1pPr>
          </a:lstStyle>
          <a:p>
            <a:pPr>
              <a:defRPr/>
            </a:pPr>
            <a:fld id="{D6C5CE3F-CFE3-4C91-B280-37963A7E7E0B}" type="slidenum">
              <a:rPr lang="en-US"/>
              <a:pPr>
                <a:defRPr/>
              </a:pPr>
              <a:t>‹#›</a:t>
            </a:fld>
            <a:endParaRPr lang="en-US" dirty="0"/>
          </a:p>
        </p:txBody>
      </p:sp>
    </p:spTree>
    <p:extLst>
      <p:ext uri="{BB962C8B-B14F-4D97-AF65-F5344CB8AC3E}">
        <p14:creationId xmlns:p14="http://schemas.microsoft.com/office/powerpoint/2010/main" val="259539411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27400156-5F50-A414-CD18-EB2DF13A9B72}"/>
              </a:ext>
            </a:extLst>
          </p:cNvPr>
          <p:cNvSpPr>
            <a:spLocks noGrp="1"/>
          </p:cNvSpPr>
          <p:nvPr>
            <p:ph type="dt" sz="half" idx="10"/>
          </p:nvPr>
        </p:nvSpPr>
        <p:spPr/>
        <p:txBody>
          <a:bodyPr/>
          <a:lstStyle>
            <a:lvl1pPr>
              <a:defRPr/>
            </a:lvl1pPr>
          </a:lstStyle>
          <a:p>
            <a:pPr>
              <a:defRPr/>
            </a:pPr>
            <a:fld id="{A30C0B53-B65C-461D-9844-B9937C3B2908}" type="datetime1">
              <a:rPr lang="en-US"/>
              <a:pPr>
                <a:defRPr/>
              </a:pPr>
              <a:t>10/2/2025</a:t>
            </a:fld>
            <a:endParaRPr lang="en-US" dirty="0"/>
          </a:p>
        </p:txBody>
      </p:sp>
      <p:sp>
        <p:nvSpPr>
          <p:cNvPr id="4" name="Footer Placeholder 2">
            <a:extLst>
              <a:ext uri="{FF2B5EF4-FFF2-40B4-BE49-F238E27FC236}">
                <a16:creationId xmlns:a16="http://schemas.microsoft.com/office/drawing/2014/main" id="{DDD106E1-D586-E16E-4467-870EB7DC7514}"/>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5" name="Slide Number Placeholder 22">
            <a:extLst>
              <a:ext uri="{FF2B5EF4-FFF2-40B4-BE49-F238E27FC236}">
                <a16:creationId xmlns:a16="http://schemas.microsoft.com/office/drawing/2014/main" id="{9E195245-3B4F-B69D-855D-56BDB4185D8D}"/>
              </a:ext>
            </a:extLst>
          </p:cNvPr>
          <p:cNvSpPr>
            <a:spLocks noGrp="1"/>
          </p:cNvSpPr>
          <p:nvPr>
            <p:ph type="sldNum" sz="quarter" idx="12"/>
          </p:nvPr>
        </p:nvSpPr>
        <p:spPr/>
        <p:txBody>
          <a:bodyPr/>
          <a:lstStyle>
            <a:lvl1pPr>
              <a:defRPr/>
            </a:lvl1pPr>
          </a:lstStyle>
          <a:p>
            <a:pPr>
              <a:defRPr/>
            </a:pPr>
            <a:fld id="{9131A9D5-B91B-41E0-94A1-87269C2A32BB}" type="slidenum">
              <a:rPr lang="en-US"/>
              <a:pPr>
                <a:defRPr/>
              </a:pPr>
              <a:t>‹#›</a:t>
            </a:fld>
            <a:endParaRPr lang="en-US" dirty="0"/>
          </a:p>
        </p:txBody>
      </p:sp>
    </p:spTree>
    <p:extLst>
      <p:ext uri="{BB962C8B-B14F-4D97-AF65-F5344CB8AC3E}">
        <p14:creationId xmlns:p14="http://schemas.microsoft.com/office/powerpoint/2010/main" val="2715887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257D4F6-7B99-2998-FEB2-D4EFD28AFE10}"/>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4">
            <a:extLst>
              <a:ext uri="{FF2B5EF4-FFF2-40B4-BE49-F238E27FC236}">
                <a16:creationId xmlns:a16="http://schemas.microsoft.com/office/drawing/2014/main" id="{F3BAE902-9898-6751-4257-E0A3DB2F36D5}"/>
              </a:ext>
            </a:extLst>
          </p:cNvPr>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52BC0194-D645-39C7-03E4-6FF19AD91CF5}"/>
              </a:ext>
            </a:extLst>
          </p:cNvPr>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4E837A27-23B5-83F8-65D5-B7D66E5E8618}"/>
              </a:ext>
            </a:extLst>
          </p:cNvPr>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a:extLst>
              <a:ext uri="{FF2B5EF4-FFF2-40B4-BE49-F238E27FC236}">
                <a16:creationId xmlns:a16="http://schemas.microsoft.com/office/drawing/2014/main" id="{91F81893-AB45-FDCE-0E01-D0CD38389F07}"/>
              </a:ext>
            </a:extLst>
          </p:cNvPr>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9" name="Date Placeholder 3">
            <a:extLst>
              <a:ext uri="{FF2B5EF4-FFF2-40B4-BE49-F238E27FC236}">
                <a16:creationId xmlns:a16="http://schemas.microsoft.com/office/drawing/2014/main" id="{E45E22BA-ABC0-1814-3AAB-A35BFAA542E4}"/>
              </a:ext>
            </a:extLst>
          </p:cNvPr>
          <p:cNvSpPr>
            <a:spLocks noGrp="1"/>
          </p:cNvSpPr>
          <p:nvPr>
            <p:ph type="dt" sz="half" idx="10"/>
          </p:nvPr>
        </p:nvSpPr>
        <p:spPr/>
        <p:txBody>
          <a:bodyPr/>
          <a:lstStyle>
            <a:lvl1pPr>
              <a:defRPr/>
            </a:lvl1pPr>
          </a:lstStyle>
          <a:p>
            <a:pPr>
              <a:defRPr/>
            </a:pPr>
            <a:fld id="{0B76CEDD-3C17-43A4-A957-0D1FEDA3F92C}" type="datetime1">
              <a:rPr lang="en-US"/>
              <a:pPr>
                <a:defRPr/>
              </a:pPr>
              <a:t>10/2/2025</a:t>
            </a:fld>
            <a:endParaRPr lang="en-US"/>
          </a:p>
        </p:txBody>
      </p:sp>
      <p:sp>
        <p:nvSpPr>
          <p:cNvPr id="10" name="Footer Placeholder 4">
            <a:extLst>
              <a:ext uri="{FF2B5EF4-FFF2-40B4-BE49-F238E27FC236}">
                <a16:creationId xmlns:a16="http://schemas.microsoft.com/office/drawing/2014/main" id="{E9F5EC8A-DDD0-33C8-075A-69354795BB63}"/>
              </a:ext>
            </a:extLst>
          </p:cNvPr>
          <p:cNvSpPr>
            <a:spLocks noGrp="1"/>
          </p:cNvSpPr>
          <p:nvPr>
            <p:ph type="ftr" sz="quarter" idx="11"/>
          </p:nvPr>
        </p:nvSpPr>
        <p:spPr>
          <a:xfrm>
            <a:off x="800100" y="6172200"/>
            <a:ext cx="4000500" cy="457200"/>
          </a:xfrm>
        </p:spPr>
        <p:txBody>
          <a:bodyPr/>
          <a:lstStyle>
            <a:lvl1pPr>
              <a:defRPr/>
            </a:lvl1pPr>
          </a:lstStyle>
          <a:p>
            <a:pPr>
              <a:defRPr/>
            </a:pPr>
            <a:r>
              <a:rPr lang="en-US"/>
              <a:t>Autonomous Robots -- Dr. Zawar Qayyum, 2010</a:t>
            </a:r>
          </a:p>
        </p:txBody>
      </p:sp>
      <p:sp>
        <p:nvSpPr>
          <p:cNvPr id="11" name="Slide Number Placeholder 5">
            <a:extLst>
              <a:ext uri="{FF2B5EF4-FFF2-40B4-BE49-F238E27FC236}">
                <a16:creationId xmlns:a16="http://schemas.microsoft.com/office/drawing/2014/main" id="{3CE31B54-E5C0-6657-8601-497C3CACCEBB}"/>
              </a:ext>
            </a:extLst>
          </p:cNvPr>
          <p:cNvSpPr>
            <a:spLocks noGrp="1"/>
          </p:cNvSpPr>
          <p:nvPr>
            <p:ph type="sldNum" sz="quarter" idx="12"/>
          </p:nvPr>
        </p:nvSpPr>
        <p:spPr>
          <a:xfrm>
            <a:off x="146050" y="6208713"/>
            <a:ext cx="457200" cy="457200"/>
          </a:xfrm>
        </p:spPr>
        <p:txBody>
          <a:bodyPr/>
          <a:lstStyle>
            <a:lvl1pPr>
              <a:defRPr/>
            </a:lvl1pPr>
          </a:lstStyle>
          <a:p>
            <a:pPr>
              <a:defRPr/>
            </a:pPr>
            <a:fld id="{1E9831F1-4720-43BC-8F16-66AFCD8958CC}" type="slidenum">
              <a:rPr lang="en-US"/>
              <a:pPr>
                <a:defRPr/>
              </a:pPr>
              <a:t>‹#›</a:t>
            </a:fld>
            <a:endParaRPr lang="en-US" dirty="0"/>
          </a:p>
        </p:txBody>
      </p:sp>
    </p:spTree>
    <p:extLst>
      <p:ext uri="{BB962C8B-B14F-4D97-AF65-F5344CB8AC3E}">
        <p14:creationId xmlns:p14="http://schemas.microsoft.com/office/powerpoint/2010/main" val="102604435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50C12381-D461-AA22-BFB0-76DAAC9A9D05}"/>
              </a:ext>
            </a:extLst>
          </p:cNvPr>
          <p:cNvSpPr>
            <a:spLocks noGrp="1"/>
          </p:cNvSpPr>
          <p:nvPr>
            <p:ph type="dt" sz="half" idx="10"/>
          </p:nvPr>
        </p:nvSpPr>
        <p:spPr/>
        <p:txBody>
          <a:bodyPr/>
          <a:lstStyle>
            <a:lvl1pPr>
              <a:defRPr/>
            </a:lvl1pPr>
          </a:lstStyle>
          <a:p>
            <a:pPr>
              <a:defRPr/>
            </a:pPr>
            <a:fld id="{2AF2FD7E-94E2-4F06-B1FB-CB34D7E6A03F}" type="datetime1">
              <a:rPr lang="en-US"/>
              <a:pPr>
                <a:defRPr/>
              </a:pPr>
              <a:t>10/2/2025</a:t>
            </a:fld>
            <a:endParaRPr lang="en-US" dirty="0"/>
          </a:p>
        </p:txBody>
      </p:sp>
      <p:sp>
        <p:nvSpPr>
          <p:cNvPr id="4" name="Footer Placeholder 2">
            <a:extLst>
              <a:ext uri="{FF2B5EF4-FFF2-40B4-BE49-F238E27FC236}">
                <a16:creationId xmlns:a16="http://schemas.microsoft.com/office/drawing/2014/main" id="{E004AF79-1528-E6F1-8D21-2776C1209DB5}"/>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5" name="Slide Number Placeholder 22">
            <a:extLst>
              <a:ext uri="{FF2B5EF4-FFF2-40B4-BE49-F238E27FC236}">
                <a16:creationId xmlns:a16="http://schemas.microsoft.com/office/drawing/2014/main" id="{E40559BA-6AAB-440C-F023-DB56248AC077}"/>
              </a:ext>
            </a:extLst>
          </p:cNvPr>
          <p:cNvSpPr>
            <a:spLocks noGrp="1"/>
          </p:cNvSpPr>
          <p:nvPr>
            <p:ph type="sldNum" sz="quarter" idx="12"/>
          </p:nvPr>
        </p:nvSpPr>
        <p:spPr/>
        <p:txBody>
          <a:bodyPr/>
          <a:lstStyle>
            <a:lvl1pPr>
              <a:defRPr/>
            </a:lvl1pPr>
          </a:lstStyle>
          <a:p>
            <a:pPr>
              <a:defRPr/>
            </a:pPr>
            <a:fld id="{354E3DF8-2D19-4AE6-A8AF-E4C58288FEEF}" type="slidenum">
              <a:rPr lang="en-US"/>
              <a:pPr>
                <a:defRPr/>
              </a:pPr>
              <a:t>‹#›</a:t>
            </a:fld>
            <a:endParaRPr lang="en-US" dirty="0"/>
          </a:p>
        </p:txBody>
      </p:sp>
    </p:spTree>
    <p:extLst>
      <p:ext uri="{BB962C8B-B14F-4D97-AF65-F5344CB8AC3E}">
        <p14:creationId xmlns:p14="http://schemas.microsoft.com/office/powerpoint/2010/main" val="959621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CD167696-DB09-9762-782A-06C12B1EB50A}"/>
              </a:ext>
            </a:extLst>
          </p:cNvPr>
          <p:cNvSpPr>
            <a:spLocks noGrp="1"/>
          </p:cNvSpPr>
          <p:nvPr>
            <p:ph type="dt" sz="half" idx="10"/>
          </p:nvPr>
        </p:nvSpPr>
        <p:spPr/>
        <p:txBody>
          <a:bodyPr/>
          <a:lstStyle>
            <a:lvl1pPr>
              <a:defRPr/>
            </a:lvl1pPr>
          </a:lstStyle>
          <a:p>
            <a:pPr>
              <a:defRPr/>
            </a:pPr>
            <a:fld id="{EAF05D55-BE50-440D-AFBA-86BB1989BBDD}" type="datetime1">
              <a:rPr lang="en-US"/>
              <a:pPr>
                <a:defRPr/>
              </a:pPr>
              <a:t>10/2/2025</a:t>
            </a:fld>
            <a:endParaRPr lang="en-US" dirty="0"/>
          </a:p>
        </p:txBody>
      </p:sp>
      <p:sp>
        <p:nvSpPr>
          <p:cNvPr id="6" name="Footer Placeholder 2">
            <a:extLst>
              <a:ext uri="{FF2B5EF4-FFF2-40B4-BE49-F238E27FC236}">
                <a16:creationId xmlns:a16="http://schemas.microsoft.com/office/drawing/2014/main" id="{38B78925-2357-B841-6F01-468498E492F9}"/>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7" name="Slide Number Placeholder 22">
            <a:extLst>
              <a:ext uri="{FF2B5EF4-FFF2-40B4-BE49-F238E27FC236}">
                <a16:creationId xmlns:a16="http://schemas.microsoft.com/office/drawing/2014/main" id="{FB88CCA0-ECB2-A8C4-F24B-EE7F2E74467E}"/>
              </a:ext>
            </a:extLst>
          </p:cNvPr>
          <p:cNvSpPr>
            <a:spLocks noGrp="1"/>
          </p:cNvSpPr>
          <p:nvPr>
            <p:ph type="sldNum" sz="quarter" idx="12"/>
          </p:nvPr>
        </p:nvSpPr>
        <p:spPr/>
        <p:txBody>
          <a:bodyPr/>
          <a:lstStyle>
            <a:lvl1pPr>
              <a:defRPr/>
            </a:lvl1pPr>
          </a:lstStyle>
          <a:p>
            <a:pPr>
              <a:defRPr/>
            </a:pPr>
            <a:fld id="{DB204C48-19FE-4C82-9092-E5FF0E3FB6B4}" type="slidenum">
              <a:rPr lang="en-US"/>
              <a:pPr>
                <a:defRPr/>
              </a:pPr>
              <a:t>‹#›</a:t>
            </a:fld>
            <a:endParaRPr lang="en-US" dirty="0"/>
          </a:p>
        </p:txBody>
      </p:sp>
    </p:spTree>
    <p:extLst>
      <p:ext uri="{BB962C8B-B14F-4D97-AF65-F5344CB8AC3E}">
        <p14:creationId xmlns:p14="http://schemas.microsoft.com/office/powerpoint/2010/main" val="37259289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F6DA724A-1F33-CFC7-57DC-EA5B5BE469CE}"/>
              </a:ext>
            </a:extLst>
          </p:cNvPr>
          <p:cNvSpPr>
            <a:spLocks noGrp="1"/>
          </p:cNvSpPr>
          <p:nvPr>
            <p:ph type="dt" sz="half" idx="10"/>
          </p:nvPr>
        </p:nvSpPr>
        <p:spPr/>
        <p:txBody>
          <a:bodyPr/>
          <a:lstStyle>
            <a:lvl1pPr>
              <a:defRPr/>
            </a:lvl1pPr>
          </a:lstStyle>
          <a:p>
            <a:pPr>
              <a:defRPr/>
            </a:pPr>
            <a:fld id="{01C58061-3DBF-4466-87C6-95F6A20CEF60}" type="datetime1">
              <a:rPr lang="en-US"/>
              <a:pPr>
                <a:defRPr/>
              </a:pPr>
              <a:t>10/2/2025</a:t>
            </a:fld>
            <a:endParaRPr lang="en-US" dirty="0"/>
          </a:p>
        </p:txBody>
      </p:sp>
      <p:sp>
        <p:nvSpPr>
          <p:cNvPr id="4" name="Footer Placeholder 2">
            <a:extLst>
              <a:ext uri="{FF2B5EF4-FFF2-40B4-BE49-F238E27FC236}">
                <a16:creationId xmlns:a16="http://schemas.microsoft.com/office/drawing/2014/main" id="{0D1ADFC6-39D1-DD51-7E8C-07722BE8E42B}"/>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5" name="Slide Number Placeholder 22">
            <a:extLst>
              <a:ext uri="{FF2B5EF4-FFF2-40B4-BE49-F238E27FC236}">
                <a16:creationId xmlns:a16="http://schemas.microsoft.com/office/drawing/2014/main" id="{46FE8045-FA6D-7BE6-84B5-836460FEDBA7}"/>
              </a:ext>
            </a:extLst>
          </p:cNvPr>
          <p:cNvSpPr>
            <a:spLocks noGrp="1"/>
          </p:cNvSpPr>
          <p:nvPr>
            <p:ph type="sldNum" sz="quarter" idx="12"/>
          </p:nvPr>
        </p:nvSpPr>
        <p:spPr/>
        <p:txBody>
          <a:bodyPr/>
          <a:lstStyle>
            <a:lvl1pPr>
              <a:defRPr/>
            </a:lvl1pPr>
          </a:lstStyle>
          <a:p>
            <a:pPr>
              <a:defRPr/>
            </a:pPr>
            <a:fld id="{0AE90C45-F028-43EC-B2C6-21F8950C1A1E}" type="slidenum">
              <a:rPr lang="en-US"/>
              <a:pPr>
                <a:defRPr/>
              </a:pPr>
              <a:t>‹#›</a:t>
            </a:fld>
            <a:endParaRPr lang="en-US" dirty="0"/>
          </a:p>
        </p:txBody>
      </p:sp>
    </p:spTree>
    <p:extLst>
      <p:ext uri="{BB962C8B-B14F-4D97-AF65-F5344CB8AC3E}">
        <p14:creationId xmlns:p14="http://schemas.microsoft.com/office/powerpoint/2010/main" val="3466760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89A0875B-1366-F664-5072-6D249A2629F2}"/>
              </a:ext>
            </a:extLst>
          </p:cNvPr>
          <p:cNvSpPr>
            <a:spLocks noGrp="1"/>
          </p:cNvSpPr>
          <p:nvPr>
            <p:ph type="dt" sz="half" idx="10"/>
          </p:nvPr>
        </p:nvSpPr>
        <p:spPr/>
        <p:txBody>
          <a:bodyPr/>
          <a:lstStyle>
            <a:lvl1pPr>
              <a:defRPr/>
            </a:lvl1pPr>
          </a:lstStyle>
          <a:p>
            <a:pPr>
              <a:defRPr/>
            </a:pPr>
            <a:fld id="{C5952CAF-1AF8-4B36-BBFA-C947EE8737AE}" type="datetime1">
              <a:rPr lang="en-US"/>
              <a:pPr>
                <a:defRPr/>
              </a:pPr>
              <a:t>10/2/2025</a:t>
            </a:fld>
            <a:endParaRPr lang="en-US" dirty="0"/>
          </a:p>
        </p:txBody>
      </p:sp>
      <p:sp>
        <p:nvSpPr>
          <p:cNvPr id="3" name="Footer Placeholder 2">
            <a:extLst>
              <a:ext uri="{FF2B5EF4-FFF2-40B4-BE49-F238E27FC236}">
                <a16:creationId xmlns:a16="http://schemas.microsoft.com/office/drawing/2014/main" id="{C3EDE131-4B1E-9ACB-2BD2-E094B9FA862A}"/>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4" name="Slide Number Placeholder 22">
            <a:extLst>
              <a:ext uri="{FF2B5EF4-FFF2-40B4-BE49-F238E27FC236}">
                <a16:creationId xmlns:a16="http://schemas.microsoft.com/office/drawing/2014/main" id="{CA87E9CA-1E76-7855-23DC-414EA7979E5C}"/>
              </a:ext>
            </a:extLst>
          </p:cNvPr>
          <p:cNvSpPr>
            <a:spLocks noGrp="1"/>
          </p:cNvSpPr>
          <p:nvPr>
            <p:ph type="sldNum" sz="quarter" idx="12"/>
          </p:nvPr>
        </p:nvSpPr>
        <p:spPr/>
        <p:txBody>
          <a:bodyPr/>
          <a:lstStyle>
            <a:lvl1pPr>
              <a:defRPr/>
            </a:lvl1pPr>
          </a:lstStyle>
          <a:p>
            <a:pPr>
              <a:defRPr/>
            </a:pPr>
            <a:fld id="{D960FB3D-A23E-41D3-9999-2E35C0E3747A}" type="slidenum">
              <a:rPr lang="en-US"/>
              <a:pPr>
                <a:defRPr/>
              </a:pPr>
              <a:t>‹#›</a:t>
            </a:fld>
            <a:endParaRPr lang="en-US" dirty="0"/>
          </a:p>
        </p:txBody>
      </p:sp>
    </p:spTree>
    <p:extLst>
      <p:ext uri="{BB962C8B-B14F-4D97-AF65-F5344CB8AC3E}">
        <p14:creationId xmlns:p14="http://schemas.microsoft.com/office/powerpoint/2010/main" val="2431499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330CA6-2FC3-EAD6-4FDB-72E58A214955}"/>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5">
            <a:extLst>
              <a:ext uri="{FF2B5EF4-FFF2-40B4-BE49-F238E27FC236}">
                <a16:creationId xmlns:a16="http://schemas.microsoft.com/office/drawing/2014/main" id="{5E5BA95B-EDA9-3DE6-A0AB-A51E98C1883F}"/>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EFCB3100-7AB6-0968-B2C4-C6C2E34FB9F3}"/>
              </a:ext>
            </a:extLst>
          </p:cNvPr>
          <p:cNvSpPr>
            <a:spLocks noGrp="1"/>
          </p:cNvSpPr>
          <p:nvPr>
            <p:ph type="dt" sz="half" idx="10"/>
          </p:nvPr>
        </p:nvSpPr>
        <p:spPr/>
        <p:txBody>
          <a:bodyPr/>
          <a:lstStyle>
            <a:lvl1pPr>
              <a:defRPr/>
            </a:lvl1pPr>
          </a:lstStyle>
          <a:p>
            <a:pPr>
              <a:defRPr/>
            </a:pPr>
            <a:fld id="{1FA4DC6A-1215-4533-AF5E-69F0AA32022D}" type="datetime1">
              <a:rPr lang="en-US"/>
              <a:pPr>
                <a:defRPr/>
              </a:pPr>
              <a:t>10/2/2025</a:t>
            </a:fld>
            <a:endParaRPr lang="en-US"/>
          </a:p>
        </p:txBody>
      </p:sp>
      <p:sp>
        <p:nvSpPr>
          <p:cNvPr id="7" name="Footer Placeholder 5">
            <a:extLst>
              <a:ext uri="{FF2B5EF4-FFF2-40B4-BE49-F238E27FC236}">
                <a16:creationId xmlns:a16="http://schemas.microsoft.com/office/drawing/2014/main" id="{C22325C5-7B6C-963F-5FA9-AE0281F9E22D}"/>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8" name="Slide Number Placeholder 6">
            <a:extLst>
              <a:ext uri="{FF2B5EF4-FFF2-40B4-BE49-F238E27FC236}">
                <a16:creationId xmlns:a16="http://schemas.microsoft.com/office/drawing/2014/main" id="{BCC472EC-E4EC-3DFE-CE62-C30910C6E678}"/>
              </a:ext>
            </a:extLst>
          </p:cNvPr>
          <p:cNvSpPr>
            <a:spLocks noGrp="1"/>
          </p:cNvSpPr>
          <p:nvPr>
            <p:ph type="sldNum" sz="quarter" idx="12"/>
          </p:nvPr>
        </p:nvSpPr>
        <p:spPr/>
        <p:txBody>
          <a:bodyPr/>
          <a:lstStyle>
            <a:lvl1pPr>
              <a:defRPr/>
            </a:lvl1pPr>
          </a:lstStyle>
          <a:p>
            <a:pPr>
              <a:defRPr/>
            </a:pPr>
            <a:fld id="{50594427-EBC0-4BED-9782-D7353C970B14}" type="slidenum">
              <a:rPr lang="en-US"/>
              <a:pPr>
                <a:defRPr/>
              </a:pPr>
              <a:t>‹#›</a:t>
            </a:fld>
            <a:endParaRPr lang="en-US"/>
          </a:p>
        </p:txBody>
      </p:sp>
    </p:spTree>
    <p:extLst>
      <p:ext uri="{BB962C8B-B14F-4D97-AF65-F5344CB8AC3E}">
        <p14:creationId xmlns:p14="http://schemas.microsoft.com/office/powerpoint/2010/main" val="2045465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28D5E1F-392D-FC46-FEDD-D96A46D91852}"/>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E8E4E391-C9E8-823A-76C1-737C2BE6B704}"/>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4E98FCC8-C15B-6B18-0DB5-79807D27AE37}"/>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81D9217C-5784-CDDC-4A73-7AA2AEDC9A5F}"/>
              </a:ext>
            </a:extLst>
          </p:cNvPr>
          <p:cNvSpPr>
            <a:spLocks noGrp="1"/>
          </p:cNvSpPr>
          <p:nvPr>
            <p:ph type="dt" sz="half" idx="10"/>
          </p:nvPr>
        </p:nvSpPr>
        <p:spPr/>
        <p:txBody>
          <a:bodyPr/>
          <a:lstStyle>
            <a:lvl1pPr>
              <a:defRPr/>
            </a:lvl1pPr>
          </a:lstStyle>
          <a:p>
            <a:pPr>
              <a:defRPr/>
            </a:pPr>
            <a:fld id="{6CFB5FFD-1B69-4B4C-AA98-48327D27B69F}" type="datetime1">
              <a:rPr lang="en-US"/>
              <a:pPr>
                <a:defRPr/>
              </a:pPr>
              <a:t>10/2/2025</a:t>
            </a:fld>
            <a:endParaRPr lang="en-US"/>
          </a:p>
        </p:txBody>
      </p:sp>
      <p:sp>
        <p:nvSpPr>
          <p:cNvPr id="9" name="Footer Placeholder 5">
            <a:extLst>
              <a:ext uri="{FF2B5EF4-FFF2-40B4-BE49-F238E27FC236}">
                <a16:creationId xmlns:a16="http://schemas.microsoft.com/office/drawing/2014/main" id="{4FB92C19-512A-35BB-D11C-A071FF04A78D}"/>
              </a:ext>
            </a:extLst>
          </p:cNvPr>
          <p:cNvSpPr>
            <a:spLocks noGrp="1"/>
          </p:cNvSpPr>
          <p:nvPr>
            <p:ph type="ftr" sz="quarter" idx="11"/>
          </p:nvPr>
        </p:nvSpPr>
        <p:spPr>
          <a:xfrm>
            <a:off x="914400" y="6172200"/>
            <a:ext cx="3886200" cy="457200"/>
          </a:xfrm>
        </p:spPr>
        <p:txBody>
          <a:bodyPr/>
          <a:lstStyle>
            <a:lvl1pPr>
              <a:defRPr/>
            </a:lvl1pPr>
          </a:lstStyle>
          <a:p>
            <a:pPr>
              <a:defRPr/>
            </a:pPr>
            <a:r>
              <a:rPr lang="en-US"/>
              <a:t>Autonomous Robots -- Dr. Zawar Qayyum, 2010</a:t>
            </a:r>
          </a:p>
        </p:txBody>
      </p:sp>
      <p:sp>
        <p:nvSpPr>
          <p:cNvPr id="10" name="Slide Number Placeholder 6">
            <a:extLst>
              <a:ext uri="{FF2B5EF4-FFF2-40B4-BE49-F238E27FC236}">
                <a16:creationId xmlns:a16="http://schemas.microsoft.com/office/drawing/2014/main" id="{4B096F6F-6C2E-B609-CE30-48ED30DCC51D}"/>
              </a:ext>
            </a:extLst>
          </p:cNvPr>
          <p:cNvSpPr>
            <a:spLocks noGrp="1"/>
          </p:cNvSpPr>
          <p:nvPr>
            <p:ph type="sldNum" sz="quarter" idx="12"/>
          </p:nvPr>
        </p:nvSpPr>
        <p:spPr>
          <a:xfrm>
            <a:off x="146050" y="6208713"/>
            <a:ext cx="457200" cy="457200"/>
          </a:xfrm>
        </p:spPr>
        <p:txBody>
          <a:bodyPr/>
          <a:lstStyle>
            <a:lvl1pPr>
              <a:defRPr/>
            </a:lvl1pPr>
          </a:lstStyle>
          <a:p>
            <a:pPr>
              <a:defRPr/>
            </a:pPr>
            <a:fld id="{2A332954-DCD0-40A1-B11E-9ABE4E490C34}" type="slidenum">
              <a:rPr lang="en-US"/>
              <a:pPr>
                <a:defRPr/>
              </a:pPr>
              <a:t>‹#›</a:t>
            </a:fld>
            <a:endParaRPr lang="en-US" dirty="0"/>
          </a:p>
        </p:txBody>
      </p:sp>
    </p:spTree>
    <p:extLst>
      <p:ext uri="{BB962C8B-B14F-4D97-AF65-F5344CB8AC3E}">
        <p14:creationId xmlns:p14="http://schemas.microsoft.com/office/powerpoint/2010/main" val="2784310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8306F5F7-5133-A2CD-5901-89A7F1ED01FC}"/>
              </a:ext>
            </a:extLst>
          </p:cNvPr>
          <p:cNvSpPr>
            <a:spLocks noGrp="1"/>
          </p:cNvSpPr>
          <p:nvPr>
            <p:ph type="dt" sz="half" idx="10"/>
          </p:nvPr>
        </p:nvSpPr>
        <p:spPr/>
        <p:txBody>
          <a:bodyPr/>
          <a:lstStyle>
            <a:lvl1pPr>
              <a:defRPr/>
            </a:lvl1pPr>
          </a:lstStyle>
          <a:p>
            <a:pPr>
              <a:defRPr/>
            </a:pPr>
            <a:fld id="{424A2B70-143F-445D-95BE-1CE52B08F40A}" type="datetime1">
              <a:rPr lang="en-US"/>
              <a:pPr>
                <a:defRPr/>
              </a:pPr>
              <a:t>10/2/2025</a:t>
            </a:fld>
            <a:endParaRPr lang="en-US" dirty="0"/>
          </a:p>
        </p:txBody>
      </p:sp>
      <p:sp>
        <p:nvSpPr>
          <p:cNvPr id="5" name="Footer Placeholder 2">
            <a:extLst>
              <a:ext uri="{FF2B5EF4-FFF2-40B4-BE49-F238E27FC236}">
                <a16:creationId xmlns:a16="http://schemas.microsoft.com/office/drawing/2014/main" id="{B5BBADFD-9850-7007-490A-DF55675D4428}"/>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6" name="Slide Number Placeholder 22">
            <a:extLst>
              <a:ext uri="{FF2B5EF4-FFF2-40B4-BE49-F238E27FC236}">
                <a16:creationId xmlns:a16="http://schemas.microsoft.com/office/drawing/2014/main" id="{1F63C2D8-B64A-98E5-DCE1-EB0B6AD921E7}"/>
              </a:ext>
            </a:extLst>
          </p:cNvPr>
          <p:cNvSpPr>
            <a:spLocks noGrp="1"/>
          </p:cNvSpPr>
          <p:nvPr>
            <p:ph type="sldNum" sz="quarter" idx="12"/>
          </p:nvPr>
        </p:nvSpPr>
        <p:spPr/>
        <p:txBody>
          <a:bodyPr/>
          <a:lstStyle>
            <a:lvl1pPr>
              <a:defRPr/>
            </a:lvl1pPr>
          </a:lstStyle>
          <a:p>
            <a:pPr>
              <a:defRPr/>
            </a:pPr>
            <a:fld id="{9F930465-3B75-4FFB-8650-DE88426EC1CF}" type="slidenum">
              <a:rPr lang="en-US"/>
              <a:pPr>
                <a:defRPr/>
              </a:pPr>
              <a:t>‹#›</a:t>
            </a:fld>
            <a:endParaRPr lang="en-US" dirty="0"/>
          </a:p>
        </p:txBody>
      </p:sp>
    </p:spTree>
    <p:extLst>
      <p:ext uri="{BB962C8B-B14F-4D97-AF65-F5344CB8AC3E}">
        <p14:creationId xmlns:p14="http://schemas.microsoft.com/office/powerpoint/2010/main" val="41183509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08DF16D0-FD85-8D12-4EDE-624E2FEAA08A}"/>
              </a:ext>
            </a:extLst>
          </p:cNvPr>
          <p:cNvSpPr>
            <a:spLocks noGrp="1"/>
          </p:cNvSpPr>
          <p:nvPr>
            <p:ph type="dt" sz="half" idx="10"/>
          </p:nvPr>
        </p:nvSpPr>
        <p:spPr/>
        <p:txBody>
          <a:bodyPr/>
          <a:lstStyle>
            <a:lvl1pPr>
              <a:defRPr/>
            </a:lvl1pPr>
          </a:lstStyle>
          <a:p>
            <a:pPr>
              <a:defRPr/>
            </a:pPr>
            <a:fld id="{F32BE29E-0B57-42B9-8611-5F77A1B12287}" type="datetime1">
              <a:rPr lang="en-US"/>
              <a:pPr>
                <a:defRPr/>
              </a:pPr>
              <a:t>10/2/2025</a:t>
            </a:fld>
            <a:endParaRPr lang="en-US" dirty="0"/>
          </a:p>
        </p:txBody>
      </p:sp>
      <p:sp>
        <p:nvSpPr>
          <p:cNvPr id="5" name="Footer Placeholder 2">
            <a:extLst>
              <a:ext uri="{FF2B5EF4-FFF2-40B4-BE49-F238E27FC236}">
                <a16:creationId xmlns:a16="http://schemas.microsoft.com/office/drawing/2014/main" id="{2F722AFA-70FE-2B49-31BD-0D5A5172BDF3}"/>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6" name="Slide Number Placeholder 22">
            <a:extLst>
              <a:ext uri="{FF2B5EF4-FFF2-40B4-BE49-F238E27FC236}">
                <a16:creationId xmlns:a16="http://schemas.microsoft.com/office/drawing/2014/main" id="{D856C0A7-57AE-6392-2E1C-916F00BE84B3}"/>
              </a:ext>
            </a:extLst>
          </p:cNvPr>
          <p:cNvSpPr>
            <a:spLocks noGrp="1"/>
          </p:cNvSpPr>
          <p:nvPr>
            <p:ph type="sldNum" sz="quarter" idx="12"/>
          </p:nvPr>
        </p:nvSpPr>
        <p:spPr/>
        <p:txBody>
          <a:bodyPr/>
          <a:lstStyle>
            <a:lvl1pPr>
              <a:defRPr/>
            </a:lvl1pPr>
          </a:lstStyle>
          <a:p>
            <a:pPr>
              <a:defRPr/>
            </a:pPr>
            <a:fld id="{C9D6D838-40D3-44AD-B648-0B018AAB0E2E}" type="slidenum">
              <a:rPr lang="en-US"/>
              <a:pPr>
                <a:defRPr/>
              </a:pPr>
              <a:t>‹#›</a:t>
            </a:fld>
            <a:endParaRPr lang="en-US" dirty="0"/>
          </a:p>
        </p:txBody>
      </p:sp>
    </p:spTree>
    <p:extLst>
      <p:ext uri="{BB962C8B-B14F-4D97-AF65-F5344CB8AC3E}">
        <p14:creationId xmlns:p14="http://schemas.microsoft.com/office/powerpoint/2010/main" val="11119807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33388" y="228600"/>
            <a:ext cx="8277225" cy="1219200"/>
          </a:xfrm>
        </p:spPr>
        <p:txBody>
          <a:bodyPr/>
          <a:lstStyle/>
          <a:p>
            <a:r>
              <a:rPr lang="en-US"/>
              <a:t>Click to edit Master title style</a:t>
            </a:r>
          </a:p>
        </p:txBody>
      </p:sp>
      <p:sp>
        <p:nvSpPr>
          <p:cNvPr id="3" name="Table Placeholder 2"/>
          <p:cNvSpPr>
            <a:spLocks noGrp="1"/>
          </p:cNvSpPr>
          <p:nvPr>
            <p:ph type="tbl" idx="1"/>
          </p:nvPr>
        </p:nvSpPr>
        <p:spPr>
          <a:xfrm>
            <a:off x="433388" y="1524000"/>
            <a:ext cx="8277225" cy="4641850"/>
          </a:xfrm>
        </p:spPr>
        <p:txBody>
          <a:bodyPr/>
          <a:lstStyle/>
          <a:p>
            <a:pPr lvl="0"/>
            <a:endParaRPr lang="en-US" noProof="0"/>
          </a:p>
        </p:txBody>
      </p:sp>
      <p:sp>
        <p:nvSpPr>
          <p:cNvPr id="4" name="Rectangle 4">
            <a:extLst>
              <a:ext uri="{FF2B5EF4-FFF2-40B4-BE49-F238E27FC236}">
                <a16:creationId xmlns:a16="http://schemas.microsoft.com/office/drawing/2014/main" id="{C8EBC09D-3182-4B13-2378-F2B3D22B1670}"/>
              </a:ext>
            </a:extLst>
          </p:cNvPr>
          <p:cNvSpPr>
            <a:spLocks noGrp="1" noChangeArrowheads="1"/>
          </p:cNvSpPr>
          <p:nvPr>
            <p:ph type="dt" sz="half" idx="10"/>
          </p:nvPr>
        </p:nvSpPr>
        <p:spPr/>
        <p:txBody>
          <a:bodyPr/>
          <a:lstStyle>
            <a:lvl1pPr>
              <a:defRPr/>
            </a:lvl1pPr>
          </a:lstStyle>
          <a:p>
            <a:pPr>
              <a:defRPr/>
            </a:pPr>
            <a:endParaRPr lang="de-DE"/>
          </a:p>
        </p:txBody>
      </p:sp>
    </p:spTree>
    <p:extLst>
      <p:ext uri="{BB962C8B-B14F-4D97-AF65-F5344CB8AC3E}">
        <p14:creationId xmlns:p14="http://schemas.microsoft.com/office/powerpoint/2010/main" val="26754428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0A1B206-F16B-ED17-EA06-7A4CE1D975BD}"/>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 name="Rounded Rectangle 4">
            <a:extLst>
              <a:ext uri="{FF2B5EF4-FFF2-40B4-BE49-F238E27FC236}">
                <a16:creationId xmlns:a16="http://schemas.microsoft.com/office/drawing/2014/main" id="{CBD786EC-0727-F35E-8162-04EC9C0CD119}"/>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E5D85F1F-021B-99D2-75D4-A2D603DCC1DC}"/>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995FA064-AF78-F5F7-A22A-8A49E90E1140}"/>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47843A7D-B121-E984-3BDA-3BFF980DBE17}"/>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a:t>Click to edit Master title style</a:t>
            </a:r>
          </a:p>
        </p:txBody>
      </p:sp>
      <p:sp>
        <p:nvSpPr>
          <p:cNvPr id="7" name="Date Placeholder 27">
            <a:extLst>
              <a:ext uri="{FF2B5EF4-FFF2-40B4-BE49-F238E27FC236}">
                <a16:creationId xmlns:a16="http://schemas.microsoft.com/office/drawing/2014/main" id="{629CE971-79FF-564C-5C05-8C81A624BA52}"/>
              </a:ext>
            </a:extLst>
          </p:cNvPr>
          <p:cNvSpPr>
            <a:spLocks noGrp="1"/>
          </p:cNvSpPr>
          <p:nvPr>
            <p:ph type="dt" sz="half" idx="10"/>
          </p:nvPr>
        </p:nvSpPr>
        <p:spPr/>
        <p:txBody>
          <a:bodyPr/>
          <a:lstStyle>
            <a:lvl1pPr>
              <a:defRPr/>
            </a:lvl1pPr>
          </a:lstStyle>
          <a:p>
            <a:pPr>
              <a:defRPr/>
            </a:pPr>
            <a:fld id="{7ED4E013-1AC1-4FB9-9C2C-E786EF2327BE}" type="datetime1">
              <a:rPr lang="en-US"/>
              <a:pPr>
                <a:defRPr/>
              </a:pPr>
              <a:t>10/2/2025</a:t>
            </a:fld>
            <a:endParaRPr lang="en-US"/>
          </a:p>
        </p:txBody>
      </p:sp>
      <p:sp>
        <p:nvSpPr>
          <p:cNvPr id="10" name="Footer Placeholder 16">
            <a:extLst>
              <a:ext uri="{FF2B5EF4-FFF2-40B4-BE49-F238E27FC236}">
                <a16:creationId xmlns:a16="http://schemas.microsoft.com/office/drawing/2014/main" id="{6318437A-0280-B1EB-50E8-C46E4D0E2321}"/>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11" name="Slide Number Placeholder 28">
            <a:extLst>
              <a:ext uri="{FF2B5EF4-FFF2-40B4-BE49-F238E27FC236}">
                <a16:creationId xmlns:a16="http://schemas.microsoft.com/office/drawing/2014/main" id="{0A6A3AB2-F5D8-7C53-7B67-817809F4587E}"/>
              </a:ext>
            </a:extLst>
          </p:cNvPr>
          <p:cNvSpPr>
            <a:spLocks noGrp="1"/>
          </p:cNvSpPr>
          <p:nvPr>
            <p:ph type="sldNum" sz="quarter" idx="12"/>
          </p:nvPr>
        </p:nvSpPr>
        <p:spPr/>
        <p:txBody>
          <a:bodyPr/>
          <a:lstStyle>
            <a:lvl1pPr>
              <a:defRPr sz="1400">
                <a:solidFill>
                  <a:srgbClr val="FFFFFF"/>
                </a:solidFill>
              </a:defRPr>
            </a:lvl1pPr>
          </a:lstStyle>
          <a:p>
            <a:pPr>
              <a:defRPr/>
            </a:pPr>
            <a:fld id="{C2BBDE1F-D096-46AC-862E-74D034E7ED55}" type="slidenum">
              <a:rPr lang="en-US"/>
              <a:pPr>
                <a:defRPr/>
              </a:pPr>
              <a:t>‹#›</a:t>
            </a:fld>
            <a:endParaRPr lang="en-US" dirty="0"/>
          </a:p>
        </p:txBody>
      </p:sp>
    </p:spTree>
    <p:extLst>
      <p:ext uri="{BB962C8B-B14F-4D97-AF65-F5344CB8AC3E}">
        <p14:creationId xmlns:p14="http://schemas.microsoft.com/office/powerpoint/2010/main" val="3711805432"/>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720257DD-FD39-C91E-C4D3-4347ACE29797}"/>
              </a:ext>
            </a:extLst>
          </p:cNvPr>
          <p:cNvSpPr>
            <a:spLocks noGrp="1"/>
          </p:cNvSpPr>
          <p:nvPr>
            <p:ph type="dt" sz="half" idx="10"/>
          </p:nvPr>
        </p:nvSpPr>
        <p:spPr/>
        <p:txBody>
          <a:bodyPr/>
          <a:lstStyle>
            <a:lvl1pPr>
              <a:defRPr/>
            </a:lvl1pPr>
          </a:lstStyle>
          <a:p>
            <a:pPr>
              <a:defRPr/>
            </a:pPr>
            <a:fld id="{5BFA153A-CE1E-44BF-B46B-29F574BCCF8D}" type="datetime1">
              <a:rPr lang="en-US"/>
              <a:pPr>
                <a:defRPr/>
              </a:pPr>
              <a:t>10/2/2025</a:t>
            </a:fld>
            <a:endParaRPr lang="en-US" dirty="0"/>
          </a:p>
        </p:txBody>
      </p:sp>
      <p:sp>
        <p:nvSpPr>
          <p:cNvPr id="4" name="Footer Placeholder 2">
            <a:extLst>
              <a:ext uri="{FF2B5EF4-FFF2-40B4-BE49-F238E27FC236}">
                <a16:creationId xmlns:a16="http://schemas.microsoft.com/office/drawing/2014/main" id="{7213D6FF-7D1A-591E-3C98-C567B826E7F9}"/>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5" name="Slide Number Placeholder 22">
            <a:extLst>
              <a:ext uri="{FF2B5EF4-FFF2-40B4-BE49-F238E27FC236}">
                <a16:creationId xmlns:a16="http://schemas.microsoft.com/office/drawing/2014/main" id="{36488B15-C0FF-564D-3302-6D8EB8331ADF}"/>
              </a:ext>
            </a:extLst>
          </p:cNvPr>
          <p:cNvSpPr>
            <a:spLocks noGrp="1"/>
          </p:cNvSpPr>
          <p:nvPr>
            <p:ph type="sldNum" sz="quarter" idx="12"/>
          </p:nvPr>
        </p:nvSpPr>
        <p:spPr/>
        <p:txBody>
          <a:bodyPr/>
          <a:lstStyle>
            <a:lvl1pPr>
              <a:defRPr/>
            </a:lvl1pPr>
          </a:lstStyle>
          <a:p>
            <a:pPr>
              <a:defRPr/>
            </a:pPr>
            <a:fld id="{6651C04C-A25B-403C-9BA4-EAB3CEDC31B0}" type="slidenum">
              <a:rPr lang="en-US"/>
              <a:pPr>
                <a:defRPr/>
              </a:pPr>
              <a:t>‹#›</a:t>
            </a:fld>
            <a:endParaRPr lang="en-US" dirty="0"/>
          </a:p>
        </p:txBody>
      </p:sp>
    </p:spTree>
    <p:extLst>
      <p:ext uri="{BB962C8B-B14F-4D97-AF65-F5344CB8AC3E}">
        <p14:creationId xmlns:p14="http://schemas.microsoft.com/office/powerpoint/2010/main" val="21054710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6D6A4F6-4956-43C0-B935-970C63C06C23}"/>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4">
            <a:extLst>
              <a:ext uri="{FF2B5EF4-FFF2-40B4-BE49-F238E27FC236}">
                <a16:creationId xmlns:a16="http://schemas.microsoft.com/office/drawing/2014/main" id="{F470FD86-B5E5-41BB-84AA-46DB6882B819}"/>
              </a:ext>
            </a:extLst>
          </p:cNvPr>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4E618206-B1E7-3490-671F-BDB6F80979BB}"/>
              </a:ext>
            </a:extLst>
          </p:cNvPr>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5E372716-2E2E-17E9-EDD8-039C5CECDA75}"/>
              </a:ext>
            </a:extLst>
          </p:cNvPr>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a:extLst>
              <a:ext uri="{FF2B5EF4-FFF2-40B4-BE49-F238E27FC236}">
                <a16:creationId xmlns:a16="http://schemas.microsoft.com/office/drawing/2014/main" id="{B5B1BA8A-0BD2-8221-5BCA-EDC42BFF7865}"/>
              </a:ext>
            </a:extLst>
          </p:cNvPr>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9" name="Date Placeholder 3">
            <a:extLst>
              <a:ext uri="{FF2B5EF4-FFF2-40B4-BE49-F238E27FC236}">
                <a16:creationId xmlns:a16="http://schemas.microsoft.com/office/drawing/2014/main" id="{54EC01C5-C954-0799-86C9-CB6364F38998}"/>
              </a:ext>
            </a:extLst>
          </p:cNvPr>
          <p:cNvSpPr>
            <a:spLocks noGrp="1"/>
          </p:cNvSpPr>
          <p:nvPr>
            <p:ph type="dt" sz="half" idx="10"/>
          </p:nvPr>
        </p:nvSpPr>
        <p:spPr/>
        <p:txBody>
          <a:bodyPr/>
          <a:lstStyle>
            <a:lvl1pPr>
              <a:defRPr/>
            </a:lvl1pPr>
          </a:lstStyle>
          <a:p>
            <a:pPr>
              <a:defRPr/>
            </a:pPr>
            <a:fld id="{EFE9C9CA-36FB-4A1F-80DD-E0FE819F1D6D}" type="datetime1">
              <a:rPr lang="en-US"/>
              <a:pPr>
                <a:defRPr/>
              </a:pPr>
              <a:t>10/2/2025</a:t>
            </a:fld>
            <a:endParaRPr lang="en-US"/>
          </a:p>
        </p:txBody>
      </p:sp>
      <p:sp>
        <p:nvSpPr>
          <p:cNvPr id="10" name="Footer Placeholder 4">
            <a:extLst>
              <a:ext uri="{FF2B5EF4-FFF2-40B4-BE49-F238E27FC236}">
                <a16:creationId xmlns:a16="http://schemas.microsoft.com/office/drawing/2014/main" id="{C0687260-D60A-5989-0387-F861EA0D149E}"/>
              </a:ext>
            </a:extLst>
          </p:cNvPr>
          <p:cNvSpPr>
            <a:spLocks noGrp="1"/>
          </p:cNvSpPr>
          <p:nvPr>
            <p:ph type="ftr" sz="quarter" idx="11"/>
          </p:nvPr>
        </p:nvSpPr>
        <p:spPr>
          <a:xfrm>
            <a:off x="800100" y="6172200"/>
            <a:ext cx="4000500" cy="457200"/>
          </a:xfrm>
        </p:spPr>
        <p:txBody>
          <a:bodyPr/>
          <a:lstStyle>
            <a:lvl1pPr>
              <a:defRPr/>
            </a:lvl1pPr>
          </a:lstStyle>
          <a:p>
            <a:pPr>
              <a:defRPr/>
            </a:pPr>
            <a:r>
              <a:rPr lang="en-US"/>
              <a:t>Autonomous Robots -- Dr. Zawar Qayyum, 2010</a:t>
            </a:r>
          </a:p>
        </p:txBody>
      </p:sp>
      <p:sp>
        <p:nvSpPr>
          <p:cNvPr id="11" name="Slide Number Placeholder 5">
            <a:extLst>
              <a:ext uri="{FF2B5EF4-FFF2-40B4-BE49-F238E27FC236}">
                <a16:creationId xmlns:a16="http://schemas.microsoft.com/office/drawing/2014/main" id="{1E22721E-C558-1B24-D519-D4DC172BF1C4}"/>
              </a:ext>
            </a:extLst>
          </p:cNvPr>
          <p:cNvSpPr>
            <a:spLocks noGrp="1"/>
          </p:cNvSpPr>
          <p:nvPr>
            <p:ph type="sldNum" sz="quarter" idx="12"/>
          </p:nvPr>
        </p:nvSpPr>
        <p:spPr>
          <a:xfrm>
            <a:off x="146050" y="6208713"/>
            <a:ext cx="457200" cy="457200"/>
          </a:xfrm>
        </p:spPr>
        <p:txBody>
          <a:bodyPr/>
          <a:lstStyle>
            <a:lvl1pPr>
              <a:defRPr/>
            </a:lvl1pPr>
          </a:lstStyle>
          <a:p>
            <a:pPr>
              <a:defRPr/>
            </a:pPr>
            <a:fld id="{3AC77B68-E5CA-4E68-895F-E1D84088E8E0}" type="slidenum">
              <a:rPr lang="en-US"/>
              <a:pPr>
                <a:defRPr/>
              </a:pPr>
              <a:t>‹#›</a:t>
            </a:fld>
            <a:endParaRPr lang="en-US" dirty="0"/>
          </a:p>
        </p:txBody>
      </p:sp>
    </p:spTree>
    <p:extLst>
      <p:ext uri="{BB962C8B-B14F-4D97-AF65-F5344CB8AC3E}">
        <p14:creationId xmlns:p14="http://schemas.microsoft.com/office/powerpoint/2010/main" val="2405598215"/>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97ECF6F0-6B6C-6B86-826C-CF5FADA23131}"/>
              </a:ext>
            </a:extLst>
          </p:cNvPr>
          <p:cNvSpPr>
            <a:spLocks noGrp="1"/>
          </p:cNvSpPr>
          <p:nvPr>
            <p:ph type="dt" sz="half" idx="10"/>
          </p:nvPr>
        </p:nvSpPr>
        <p:spPr/>
        <p:txBody>
          <a:bodyPr/>
          <a:lstStyle>
            <a:lvl1pPr>
              <a:defRPr/>
            </a:lvl1pPr>
          </a:lstStyle>
          <a:p>
            <a:pPr>
              <a:defRPr/>
            </a:pPr>
            <a:fld id="{DD279D6F-9300-45FA-BD9C-BB20AEA0F5CA}" type="datetime1">
              <a:rPr lang="en-US"/>
              <a:pPr>
                <a:defRPr/>
              </a:pPr>
              <a:t>10/2/2025</a:t>
            </a:fld>
            <a:endParaRPr lang="en-US" dirty="0"/>
          </a:p>
        </p:txBody>
      </p:sp>
      <p:sp>
        <p:nvSpPr>
          <p:cNvPr id="4" name="Footer Placeholder 2">
            <a:extLst>
              <a:ext uri="{FF2B5EF4-FFF2-40B4-BE49-F238E27FC236}">
                <a16:creationId xmlns:a16="http://schemas.microsoft.com/office/drawing/2014/main" id="{1C565C17-3893-AE2C-972F-6634E5359828}"/>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5" name="Slide Number Placeholder 22">
            <a:extLst>
              <a:ext uri="{FF2B5EF4-FFF2-40B4-BE49-F238E27FC236}">
                <a16:creationId xmlns:a16="http://schemas.microsoft.com/office/drawing/2014/main" id="{19B3526C-8D25-81A1-5122-6D0B2D635F0B}"/>
              </a:ext>
            </a:extLst>
          </p:cNvPr>
          <p:cNvSpPr>
            <a:spLocks noGrp="1"/>
          </p:cNvSpPr>
          <p:nvPr>
            <p:ph type="sldNum" sz="quarter" idx="12"/>
          </p:nvPr>
        </p:nvSpPr>
        <p:spPr/>
        <p:txBody>
          <a:bodyPr/>
          <a:lstStyle>
            <a:lvl1pPr>
              <a:defRPr/>
            </a:lvl1pPr>
          </a:lstStyle>
          <a:p>
            <a:pPr>
              <a:defRPr/>
            </a:pPr>
            <a:fld id="{7583BE31-D6DC-45DD-A916-28AC9D39D7B6}" type="slidenum">
              <a:rPr lang="en-US"/>
              <a:pPr>
                <a:defRPr/>
              </a:pPr>
              <a:t>‹#›</a:t>
            </a:fld>
            <a:endParaRPr lang="en-US" dirty="0"/>
          </a:p>
        </p:txBody>
      </p:sp>
    </p:spTree>
    <p:extLst>
      <p:ext uri="{BB962C8B-B14F-4D97-AF65-F5344CB8AC3E}">
        <p14:creationId xmlns:p14="http://schemas.microsoft.com/office/powerpoint/2010/main" val="2913380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B4EBAAED-334F-5451-C1DC-9E8338B76923}"/>
              </a:ext>
            </a:extLst>
          </p:cNvPr>
          <p:cNvSpPr>
            <a:spLocks noGrp="1"/>
          </p:cNvSpPr>
          <p:nvPr>
            <p:ph type="dt" sz="half" idx="10"/>
          </p:nvPr>
        </p:nvSpPr>
        <p:spPr/>
        <p:txBody>
          <a:bodyPr/>
          <a:lstStyle>
            <a:lvl1pPr>
              <a:defRPr/>
            </a:lvl1pPr>
          </a:lstStyle>
          <a:p>
            <a:pPr>
              <a:defRPr/>
            </a:pPr>
            <a:fld id="{8DA70661-B8F9-4124-AC79-C988F45B55B1}" type="datetime1">
              <a:rPr lang="en-US"/>
              <a:pPr>
                <a:defRPr/>
              </a:pPr>
              <a:t>10/2/2025</a:t>
            </a:fld>
            <a:endParaRPr lang="en-US" dirty="0"/>
          </a:p>
        </p:txBody>
      </p:sp>
      <p:sp>
        <p:nvSpPr>
          <p:cNvPr id="6" name="Footer Placeholder 2">
            <a:extLst>
              <a:ext uri="{FF2B5EF4-FFF2-40B4-BE49-F238E27FC236}">
                <a16:creationId xmlns:a16="http://schemas.microsoft.com/office/drawing/2014/main" id="{3C4E0902-1362-B5F5-84DC-33974B95D970}"/>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7" name="Slide Number Placeholder 22">
            <a:extLst>
              <a:ext uri="{FF2B5EF4-FFF2-40B4-BE49-F238E27FC236}">
                <a16:creationId xmlns:a16="http://schemas.microsoft.com/office/drawing/2014/main" id="{1B242E8C-2386-757E-3602-093FB3048260}"/>
              </a:ext>
            </a:extLst>
          </p:cNvPr>
          <p:cNvSpPr>
            <a:spLocks noGrp="1"/>
          </p:cNvSpPr>
          <p:nvPr>
            <p:ph type="sldNum" sz="quarter" idx="12"/>
          </p:nvPr>
        </p:nvSpPr>
        <p:spPr/>
        <p:txBody>
          <a:bodyPr/>
          <a:lstStyle>
            <a:lvl1pPr>
              <a:defRPr/>
            </a:lvl1pPr>
          </a:lstStyle>
          <a:p>
            <a:pPr>
              <a:defRPr/>
            </a:pPr>
            <a:fld id="{63A419FB-064B-422E-89A7-81DA3CBFC0D0}" type="slidenum">
              <a:rPr lang="en-US"/>
              <a:pPr>
                <a:defRPr/>
              </a:pPr>
              <a:t>‹#›</a:t>
            </a:fld>
            <a:endParaRPr lang="en-US" dirty="0"/>
          </a:p>
        </p:txBody>
      </p:sp>
    </p:spTree>
    <p:extLst>
      <p:ext uri="{BB962C8B-B14F-4D97-AF65-F5344CB8AC3E}">
        <p14:creationId xmlns:p14="http://schemas.microsoft.com/office/powerpoint/2010/main" val="4531035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3616BD64-4EBF-116C-8FE9-52FF07B50049}"/>
              </a:ext>
            </a:extLst>
          </p:cNvPr>
          <p:cNvSpPr>
            <a:spLocks noGrp="1"/>
          </p:cNvSpPr>
          <p:nvPr>
            <p:ph type="dt" sz="half" idx="10"/>
          </p:nvPr>
        </p:nvSpPr>
        <p:spPr/>
        <p:txBody>
          <a:bodyPr/>
          <a:lstStyle>
            <a:lvl1pPr>
              <a:defRPr/>
            </a:lvl1pPr>
          </a:lstStyle>
          <a:p>
            <a:pPr>
              <a:defRPr/>
            </a:pPr>
            <a:fld id="{05256EAD-8034-401D-BE43-05EC5ACC90E5}" type="datetime1">
              <a:rPr lang="en-US"/>
              <a:pPr>
                <a:defRPr/>
              </a:pPr>
              <a:t>10/2/2025</a:t>
            </a:fld>
            <a:endParaRPr lang="en-US" dirty="0"/>
          </a:p>
        </p:txBody>
      </p:sp>
      <p:sp>
        <p:nvSpPr>
          <p:cNvPr id="4" name="Footer Placeholder 2">
            <a:extLst>
              <a:ext uri="{FF2B5EF4-FFF2-40B4-BE49-F238E27FC236}">
                <a16:creationId xmlns:a16="http://schemas.microsoft.com/office/drawing/2014/main" id="{7F3CE639-5C14-DB45-13CF-B4DC228CA5CF}"/>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5" name="Slide Number Placeholder 22">
            <a:extLst>
              <a:ext uri="{FF2B5EF4-FFF2-40B4-BE49-F238E27FC236}">
                <a16:creationId xmlns:a16="http://schemas.microsoft.com/office/drawing/2014/main" id="{E1DD43BC-4A7E-E141-6694-7EE226C24572}"/>
              </a:ext>
            </a:extLst>
          </p:cNvPr>
          <p:cNvSpPr>
            <a:spLocks noGrp="1"/>
          </p:cNvSpPr>
          <p:nvPr>
            <p:ph type="sldNum" sz="quarter" idx="12"/>
          </p:nvPr>
        </p:nvSpPr>
        <p:spPr/>
        <p:txBody>
          <a:bodyPr/>
          <a:lstStyle>
            <a:lvl1pPr>
              <a:defRPr/>
            </a:lvl1pPr>
          </a:lstStyle>
          <a:p>
            <a:pPr>
              <a:defRPr/>
            </a:pPr>
            <a:fld id="{70CB48B8-7630-4994-A569-3D338DAB79C6}" type="slidenum">
              <a:rPr lang="en-US"/>
              <a:pPr>
                <a:defRPr/>
              </a:pPr>
              <a:t>‹#›</a:t>
            </a:fld>
            <a:endParaRPr lang="en-US" dirty="0"/>
          </a:p>
        </p:txBody>
      </p:sp>
    </p:spTree>
    <p:extLst>
      <p:ext uri="{BB962C8B-B14F-4D97-AF65-F5344CB8AC3E}">
        <p14:creationId xmlns:p14="http://schemas.microsoft.com/office/powerpoint/2010/main" val="18338625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450CACA5-958C-0711-DAF3-961AF61855D5}"/>
              </a:ext>
            </a:extLst>
          </p:cNvPr>
          <p:cNvSpPr>
            <a:spLocks noGrp="1"/>
          </p:cNvSpPr>
          <p:nvPr>
            <p:ph type="dt" sz="half" idx="10"/>
          </p:nvPr>
        </p:nvSpPr>
        <p:spPr/>
        <p:txBody>
          <a:bodyPr/>
          <a:lstStyle>
            <a:lvl1pPr>
              <a:defRPr/>
            </a:lvl1pPr>
          </a:lstStyle>
          <a:p>
            <a:pPr>
              <a:defRPr/>
            </a:pPr>
            <a:fld id="{D429F59F-C4E5-494F-B7AD-D7923696BD75}" type="datetime1">
              <a:rPr lang="en-US"/>
              <a:pPr>
                <a:defRPr/>
              </a:pPr>
              <a:t>10/2/2025</a:t>
            </a:fld>
            <a:endParaRPr lang="en-US" dirty="0"/>
          </a:p>
        </p:txBody>
      </p:sp>
      <p:sp>
        <p:nvSpPr>
          <p:cNvPr id="3" name="Footer Placeholder 2">
            <a:extLst>
              <a:ext uri="{FF2B5EF4-FFF2-40B4-BE49-F238E27FC236}">
                <a16:creationId xmlns:a16="http://schemas.microsoft.com/office/drawing/2014/main" id="{5E4E8D32-E234-8E25-5D5E-02DDD35CAB68}"/>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4" name="Slide Number Placeholder 22">
            <a:extLst>
              <a:ext uri="{FF2B5EF4-FFF2-40B4-BE49-F238E27FC236}">
                <a16:creationId xmlns:a16="http://schemas.microsoft.com/office/drawing/2014/main" id="{0968BAE2-1F44-AAED-8B47-701B3F00DDBB}"/>
              </a:ext>
            </a:extLst>
          </p:cNvPr>
          <p:cNvSpPr>
            <a:spLocks noGrp="1"/>
          </p:cNvSpPr>
          <p:nvPr>
            <p:ph type="sldNum" sz="quarter" idx="12"/>
          </p:nvPr>
        </p:nvSpPr>
        <p:spPr/>
        <p:txBody>
          <a:bodyPr/>
          <a:lstStyle>
            <a:lvl1pPr>
              <a:defRPr/>
            </a:lvl1pPr>
          </a:lstStyle>
          <a:p>
            <a:pPr>
              <a:defRPr/>
            </a:pPr>
            <a:fld id="{984DF658-7B13-4461-87ED-6BBB498DAFA9}" type="slidenum">
              <a:rPr lang="en-US"/>
              <a:pPr>
                <a:defRPr/>
              </a:pPr>
              <a:t>‹#›</a:t>
            </a:fld>
            <a:endParaRPr lang="en-US" dirty="0"/>
          </a:p>
        </p:txBody>
      </p:sp>
    </p:spTree>
    <p:extLst>
      <p:ext uri="{BB962C8B-B14F-4D97-AF65-F5344CB8AC3E}">
        <p14:creationId xmlns:p14="http://schemas.microsoft.com/office/powerpoint/2010/main" val="27180282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54F5759-EC93-13DF-B611-8BBE52654970}"/>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5">
            <a:extLst>
              <a:ext uri="{FF2B5EF4-FFF2-40B4-BE49-F238E27FC236}">
                <a16:creationId xmlns:a16="http://schemas.microsoft.com/office/drawing/2014/main" id="{F97766B9-25CF-454D-1294-A7DF767BDC96}"/>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0D6A80E8-820F-9AEF-F36D-383790FD9A7F}"/>
              </a:ext>
            </a:extLst>
          </p:cNvPr>
          <p:cNvSpPr>
            <a:spLocks noGrp="1"/>
          </p:cNvSpPr>
          <p:nvPr>
            <p:ph type="dt" sz="half" idx="10"/>
          </p:nvPr>
        </p:nvSpPr>
        <p:spPr/>
        <p:txBody>
          <a:bodyPr/>
          <a:lstStyle>
            <a:lvl1pPr>
              <a:defRPr/>
            </a:lvl1pPr>
          </a:lstStyle>
          <a:p>
            <a:pPr>
              <a:defRPr/>
            </a:pPr>
            <a:fld id="{ED28D893-2488-446F-BE4E-F52C5B13F8F3}" type="datetime1">
              <a:rPr lang="en-US"/>
              <a:pPr>
                <a:defRPr/>
              </a:pPr>
              <a:t>10/2/2025</a:t>
            </a:fld>
            <a:endParaRPr lang="en-US"/>
          </a:p>
        </p:txBody>
      </p:sp>
      <p:sp>
        <p:nvSpPr>
          <p:cNvPr id="7" name="Footer Placeholder 5">
            <a:extLst>
              <a:ext uri="{FF2B5EF4-FFF2-40B4-BE49-F238E27FC236}">
                <a16:creationId xmlns:a16="http://schemas.microsoft.com/office/drawing/2014/main" id="{510B6056-5523-5A5E-4F76-5B082815C041}"/>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8" name="Slide Number Placeholder 6">
            <a:extLst>
              <a:ext uri="{FF2B5EF4-FFF2-40B4-BE49-F238E27FC236}">
                <a16:creationId xmlns:a16="http://schemas.microsoft.com/office/drawing/2014/main" id="{530FE8FE-D77D-9F8C-051C-5F45A75B42DB}"/>
              </a:ext>
            </a:extLst>
          </p:cNvPr>
          <p:cNvSpPr>
            <a:spLocks noGrp="1"/>
          </p:cNvSpPr>
          <p:nvPr>
            <p:ph type="sldNum" sz="quarter" idx="12"/>
          </p:nvPr>
        </p:nvSpPr>
        <p:spPr/>
        <p:txBody>
          <a:bodyPr/>
          <a:lstStyle>
            <a:lvl1pPr>
              <a:defRPr/>
            </a:lvl1pPr>
          </a:lstStyle>
          <a:p>
            <a:pPr>
              <a:defRPr/>
            </a:pPr>
            <a:fld id="{89EF5308-BA16-4058-BB09-C8522BA53F66}" type="slidenum">
              <a:rPr lang="en-US"/>
              <a:pPr>
                <a:defRPr/>
              </a:pPr>
              <a:t>‹#›</a:t>
            </a:fld>
            <a:endParaRPr lang="en-US"/>
          </a:p>
        </p:txBody>
      </p:sp>
    </p:spTree>
    <p:extLst>
      <p:ext uri="{BB962C8B-B14F-4D97-AF65-F5344CB8AC3E}">
        <p14:creationId xmlns:p14="http://schemas.microsoft.com/office/powerpoint/2010/main" val="11797607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7610166-74FC-E1CA-1765-AFD2E2421B0B}"/>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63138ACA-6DDD-2D71-C634-245DD5AECD0B}"/>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8F135A87-34F8-A6C4-C31B-BF5E45F7C211}"/>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AE987D02-4364-6F75-705D-3E7346F5B65E}"/>
              </a:ext>
            </a:extLst>
          </p:cNvPr>
          <p:cNvSpPr>
            <a:spLocks noGrp="1"/>
          </p:cNvSpPr>
          <p:nvPr>
            <p:ph type="dt" sz="half" idx="10"/>
          </p:nvPr>
        </p:nvSpPr>
        <p:spPr/>
        <p:txBody>
          <a:bodyPr/>
          <a:lstStyle>
            <a:lvl1pPr>
              <a:defRPr/>
            </a:lvl1pPr>
          </a:lstStyle>
          <a:p>
            <a:pPr>
              <a:defRPr/>
            </a:pPr>
            <a:fld id="{70D91A24-3B1B-490D-A116-5672120FD5CA}" type="datetime1">
              <a:rPr lang="en-US"/>
              <a:pPr>
                <a:defRPr/>
              </a:pPr>
              <a:t>10/2/2025</a:t>
            </a:fld>
            <a:endParaRPr lang="en-US"/>
          </a:p>
        </p:txBody>
      </p:sp>
      <p:sp>
        <p:nvSpPr>
          <p:cNvPr id="9" name="Footer Placeholder 5">
            <a:extLst>
              <a:ext uri="{FF2B5EF4-FFF2-40B4-BE49-F238E27FC236}">
                <a16:creationId xmlns:a16="http://schemas.microsoft.com/office/drawing/2014/main" id="{B1AA2249-DEA8-D7EC-DC42-32E95231E545}"/>
              </a:ext>
            </a:extLst>
          </p:cNvPr>
          <p:cNvSpPr>
            <a:spLocks noGrp="1"/>
          </p:cNvSpPr>
          <p:nvPr>
            <p:ph type="ftr" sz="quarter" idx="11"/>
          </p:nvPr>
        </p:nvSpPr>
        <p:spPr>
          <a:xfrm>
            <a:off x="914400" y="6172200"/>
            <a:ext cx="3886200" cy="457200"/>
          </a:xfrm>
        </p:spPr>
        <p:txBody>
          <a:bodyPr/>
          <a:lstStyle>
            <a:lvl1pPr>
              <a:defRPr/>
            </a:lvl1pPr>
          </a:lstStyle>
          <a:p>
            <a:pPr>
              <a:defRPr/>
            </a:pPr>
            <a:r>
              <a:rPr lang="en-US"/>
              <a:t>Autonomous Robots -- Dr. Zawar Qayyum, 2010</a:t>
            </a:r>
          </a:p>
        </p:txBody>
      </p:sp>
      <p:sp>
        <p:nvSpPr>
          <p:cNvPr id="10" name="Slide Number Placeholder 6">
            <a:extLst>
              <a:ext uri="{FF2B5EF4-FFF2-40B4-BE49-F238E27FC236}">
                <a16:creationId xmlns:a16="http://schemas.microsoft.com/office/drawing/2014/main" id="{3489D0D9-6222-5B15-F970-0C3A2DA3CAB9}"/>
              </a:ext>
            </a:extLst>
          </p:cNvPr>
          <p:cNvSpPr>
            <a:spLocks noGrp="1"/>
          </p:cNvSpPr>
          <p:nvPr>
            <p:ph type="sldNum" sz="quarter" idx="12"/>
          </p:nvPr>
        </p:nvSpPr>
        <p:spPr>
          <a:xfrm>
            <a:off x="146050" y="6208713"/>
            <a:ext cx="457200" cy="457200"/>
          </a:xfrm>
        </p:spPr>
        <p:txBody>
          <a:bodyPr/>
          <a:lstStyle>
            <a:lvl1pPr>
              <a:defRPr/>
            </a:lvl1pPr>
          </a:lstStyle>
          <a:p>
            <a:pPr>
              <a:defRPr/>
            </a:pPr>
            <a:fld id="{21491B9C-552F-4841-8A3D-CDA3202CE8BF}" type="slidenum">
              <a:rPr lang="en-US"/>
              <a:pPr>
                <a:defRPr/>
              </a:pPr>
              <a:t>‹#›</a:t>
            </a:fld>
            <a:endParaRPr lang="en-US" dirty="0"/>
          </a:p>
        </p:txBody>
      </p:sp>
    </p:spTree>
    <p:extLst>
      <p:ext uri="{BB962C8B-B14F-4D97-AF65-F5344CB8AC3E}">
        <p14:creationId xmlns:p14="http://schemas.microsoft.com/office/powerpoint/2010/main" val="22386516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4F963F1F-F153-F722-EF45-97BBF31E5754}"/>
              </a:ext>
            </a:extLst>
          </p:cNvPr>
          <p:cNvSpPr>
            <a:spLocks noGrp="1"/>
          </p:cNvSpPr>
          <p:nvPr>
            <p:ph type="dt" sz="half" idx="10"/>
          </p:nvPr>
        </p:nvSpPr>
        <p:spPr/>
        <p:txBody>
          <a:bodyPr/>
          <a:lstStyle>
            <a:lvl1pPr>
              <a:defRPr/>
            </a:lvl1pPr>
          </a:lstStyle>
          <a:p>
            <a:pPr>
              <a:defRPr/>
            </a:pPr>
            <a:fld id="{CE23D068-DA57-4CA1-8340-38390799115C}" type="datetime1">
              <a:rPr lang="en-US"/>
              <a:pPr>
                <a:defRPr/>
              </a:pPr>
              <a:t>10/2/2025</a:t>
            </a:fld>
            <a:endParaRPr lang="en-US" dirty="0"/>
          </a:p>
        </p:txBody>
      </p:sp>
      <p:sp>
        <p:nvSpPr>
          <p:cNvPr id="5" name="Footer Placeholder 2">
            <a:extLst>
              <a:ext uri="{FF2B5EF4-FFF2-40B4-BE49-F238E27FC236}">
                <a16:creationId xmlns:a16="http://schemas.microsoft.com/office/drawing/2014/main" id="{3AA4151D-ADE4-B3DF-8BE2-18902E10D83C}"/>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6" name="Slide Number Placeholder 22">
            <a:extLst>
              <a:ext uri="{FF2B5EF4-FFF2-40B4-BE49-F238E27FC236}">
                <a16:creationId xmlns:a16="http://schemas.microsoft.com/office/drawing/2014/main" id="{81F1132F-28D0-5BC8-9176-E6383002741E}"/>
              </a:ext>
            </a:extLst>
          </p:cNvPr>
          <p:cNvSpPr>
            <a:spLocks noGrp="1"/>
          </p:cNvSpPr>
          <p:nvPr>
            <p:ph type="sldNum" sz="quarter" idx="12"/>
          </p:nvPr>
        </p:nvSpPr>
        <p:spPr/>
        <p:txBody>
          <a:bodyPr/>
          <a:lstStyle>
            <a:lvl1pPr>
              <a:defRPr/>
            </a:lvl1pPr>
          </a:lstStyle>
          <a:p>
            <a:pPr>
              <a:defRPr/>
            </a:pPr>
            <a:fld id="{161D834F-E09E-44D3-999B-BD6BBF613362}" type="slidenum">
              <a:rPr lang="en-US"/>
              <a:pPr>
                <a:defRPr/>
              </a:pPr>
              <a:t>‹#›</a:t>
            </a:fld>
            <a:endParaRPr lang="en-US" dirty="0"/>
          </a:p>
        </p:txBody>
      </p:sp>
    </p:spTree>
    <p:extLst>
      <p:ext uri="{BB962C8B-B14F-4D97-AF65-F5344CB8AC3E}">
        <p14:creationId xmlns:p14="http://schemas.microsoft.com/office/powerpoint/2010/main" val="10442249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8ECB6C05-1C9B-79C2-440A-4A4F2BD12480}"/>
              </a:ext>
            </a:extLst>
          </p:cNvPr>
          <p:cNvSpPr>
            <a:spLocks noGrp="1"/>
          </p:cNvSpPr>
          <p:nvPr>
            <p:ph type="dt" sz="half" idx="10"/>
          </p:nvPr>
        </p:nvSpPr>
        <p:spPr/>
        <p:txBody>
          <a:bodyPr/>
          <a:lstStyle>
            <a:lvl1pPr>
              <a:defRPr/>
            </a:lvl1pPr>
          </a:lstStyle>
          <a:p>
            <a:pPr>
              <a:defRPr/>
            </a:pPr>
            <a:fld id="{A03B7A68-E40A-4FED-9ECE-2D491A144F04}" type="datetime1">
              <a:rPr lang="en-US"/>
              <a:pPr>
                <a:defRPr/>
              </a:pPr>
              <a:t>10/2/2025</a:t>
            </a:fld>
            <a:endParaRPr lang="en-US" dirty="0"/>
          </a:p>
        </p:txBody>
      </p:sp>
      <p:sp>
        <p:nvSpPr>
          <p:cNvPr id="5" name="Footer Placeholder 2">
            <a:extLst>
              <a:ext uri="{FF2B5EF4-FFF2-40B4-BE49-F238E27FC236}">
                <a16:creationId xmlns:a16="http://schemas.microsoft.com/office/drawing/2014/main" id="{D8F4D1BE-8FEE-8F1F-E8E3-33C5FA515128}"/>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6" name="Slide Number Placeholder 22">
            <a:extLst>
              <a:ext uri="{FF2B5EF4-FFF2-40B4-BE49-F238E27FC236}">
                <a16:creationId xmlns:a16="http://schemas.microsoft.com/office/drawing/2014/main" id="{FA747354-E514-F3BB-E467-47709D87A0C2}"/>
              </a:ext>
            </a:extLst>
          </p:cNvPr>
          <p:cNvSpPr>
            <a:spLocks noGrp="1"/>
          </p:cNvSpPr>
          <p:nvPr>
            <p:ph type="sldNum" sz="quarter" idx="12"/>
          </p:nvPr>
        </p:nvSpPr>
        <p:spPr/>
        <p:txBody>
          <a:bodyPr/>
          <a:lstStyle>
            <a:lvl1pPr>
              <a:defRPr/>
            </a:lvl1pPr>
          </a:lstStyle>
          <a:p>
            <a:pPr>
              <a:defRPr/>
            </a:pPr>
            <a:fld id="{BD952B57-4DBB-4FE4-A380-8F84EA80089E}" type="slidenum">
              <a:rPr lang="en-US"/>
              <a:pPr>
                <a:defRPr/>
              </a:pPr>
              <a:t>‹#›</a:t>
            </a:fld>
            <a:endParaRPr lang="en-US" dirty="0"/>
          </a:p>
        </p:txBody>
      </p:sp>
    </p:spTree>
    <p:extLst>
      <p:ext uri="{BB962C8B-B14F-4D97-AF65-F5344CB8AC3E}">
        <p14:creationId xmlns:p14="http://schemas.microsoft.com/office/powerpoint/2010/main" val="13291443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33388" y="228600"/>
            <a:ext cx="8277225" cy="1219200"/>
          </a:xfrm>
        </p:spPr>
        <p:txBody>
          <a:bodyPr/>
          <a:lstStyle/>
          <a:p>
            <a:r>
              <a:rPr lang="en-US"/>
              <a:t>Click to edit Master title style</a:t>
            </a:r>
          </a:p>
        </p:txBody>
      </p:sp>
      <p:sp>
        <p:nvSpPr>
          <p:cNvPr id="3" name="Table Placeholder 2"/>
          <p:cNvSpPr>
            <a:spLocks noGrp="1"/>
          </p:cNvSpPr>
          <p:nvPr>
            <p:ph type="tbl" idx="1"/>
          </p:nvPr>
        </p:nvSpPr>
        <p:spPr>
          <a:xfrm>
            <a:off x="433388" y="1524000"/>
            <a:ext cx="8277225" cy="4641850"/>
          </a:xfrm>
        </p:spPr>
        <p:txBody>
          <a:bodyPr/>
          <a:lstStyle/>
          <a:p>
            <a:pPr lvl="0"/>
            <a:endParaRPr lang="en-US" noProof="0"/>
          </a:p>
        </p:txBody>
      </p:sp>
      <p:sp>
        <p:nvSpPr>
          <p:cNvPr id="4" name="Rectangle 4">
            <a:extLst>
              <a:ext uri="{FF2B5EF4-FFF2-40B4-BE49-F238E27FC236}">
                <a16:creationId xmlns:a16="http://schemas.microsoft.com/office/drawing/2014/main" id="{63C05E7C-77EE-E77D-7103-5E4A90F97DE5}"/>
              </a:ext>
            </a:extLst>
          </p:cNvPr>
          <p:cNvSpPr>
            <a:spLocks noGrp="1" noChangeArrowheads="1"/>
          </p:cNvSpPr>
          <p:nvPr>
            <p:ph type="dt" sz="half" idx="10"/>
          </p:nvPr>
        </p:nvSpPr>
        <p:spPr/>
        <p:txBody>
          <a:bodyPr/>
          <a:lstStyle>
            <a:lvl1pPr>
              <a:defRPr/>
            </a:lvl1pPr>
          </a:lstStyle>
          <a:p>
            <a:pPr>
              <a:defRPr/>
            </a:pPr>
            <a:endParaRPr lang="de-DE"/>
          </a:p>
        </p:txBody>
      </p:sp>
    </p:spTree>
    <p:extLst>
      <p:ext uri="{BB962C8B-B14F-4D97-AF65-F5344CB8AC3E}">
        <p14:creationId xmlns:p14="http://schemas.microsoft.com/office/powerpoint/2010/main" val="8602837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5853C4-58D4-E12E-F9D3-6DFE43E741A7}"/>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 name="Rounded Rectangle 4">
            <a:extLst>
              <a:ext uri="{FF2B5EF4-FFF2-40B4-BE49-F238E27FC236}">
                <a16:creationId xmlns:a16="http://schemas.microsoft.com/office/drawing/2014/main" id="{A0D65C4C-8978-E965-904E-825D91967615}"/>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23136D3B-1E38-B128-44B3-6A013A7071FF}"/>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9D193835-2205-D195-3A01-FB691AD2829B}"/>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E83FC762-605F-3A7B-E754-8B8554C5378A}"/>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dirty="0"/>
              <a:t>Click to edit Master title style</a:t>
            </a:r>
          </a:p>
        </p:txBody>
      </p:sp>
      <p:sp>
        <p:nvSpPr>
          <p:cNvPr id="10" name="Footer Placeholder 16">
            <a:extLst>
              <a:ext uri="{FF2B5EF4-FFF2-40B4-BE49-F238E27FC236}">
                <a16:creationId xmlns:a16="http://schemas.microsoft.com/office/drawing/2014/main" id="{5A97B514-3D2A-02CC-4EBE-220DF49B070A}"/>
              </a:ext>
            </a:extLst>
          </p:cNvPr>
          <p:cNvSpPr>
            <a:spLocks noGrp="1"/>
          </p:cNvSpPr>
          <p:nvPr>
            <p:ph type="ftr" sz="quarter" idx="11"/>
          </p:nvPr>
        </p:nvSpPr>
        <p:spPr>
          <a:xfrm>
            <a:off x="2483768" y="6428184"/>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1" name="Slide Number Placeholder 28">
            <a:extLst>
              <a:ext uri="{FF2B5EF4-FFF2-40B4-BE49-F238E27FC236}">
                <a16:creationId xmlns:a16="http://schemas.microsoft.com/office/drawing/2014/main" id="{A7231800-4E93-AC45-26C7-F83BA69F8A74}"/>
              </a:ext>
            </a:extLst>
          </p:cNvPr>
          <p:cNvSpPr>
            <a:spLocks noGrp="1"/>
          </p:cNvSpPr>
          <p:nvPr>
            <p:ph type="sldNum" sz="quarter" idx="12"/>
          </p:nvPr>
        </p:nvSpPr>
        <p:spPr/>
        <p:txBody>
          <a:bodyPr/>
          <a:lstStyle>
            <a:lvl1pPr>
              <a:defRPr sz="1400">
                <a:solidFill>
                  <a:srgbClr val="FFFFFF"/>
                </a:solidFill>
              </a:defRPr>
            </a:lvl1pPr>
          </a:lstStyle>
          <a:p>
            <a:pPr>
              <a:defRPr/>
            </a:pPr>
            <a:fld id="{5E4C22A4-67DC-44A8-A4FC-CE49B2567C98}" type="slidenum">
              <a:rPr lang="en-US"/>
              <a:pPr>
                <a:defRPr/>
              </a:pPr>
              <a:t>‹#›</a:t>
            </a:fld>
            <a:endParaRPr lang="en-US" dirty="0"/>
          </a:p>
        </p:txBody>
      </p:sp>
    </p:spTree>
    <p:extLst>
      <p:ext uri="{BB962C8B-B14F-4D97-AF65-F5344CB8AC3E}">
        <p14:creationId xmlns:p14="http://schemas.microsoft.com/office/powerpoint/2010/main" val="2186568372"/>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2">
            <a:extLst>
              <a:ext uri="{FF2B5EF4-FFF2-40B4-BE49-F238E27FC236}">
                <a16:creationId xmlns:a16="http://schemas.microsoft.com/office/drawing/2014/main" id="{BD19D621-57AE-DF6C-3CB8-DA450630DD65}"/>
              </a:ext>
            </a:extLst>
          </p:cNvPr>
          <p:cNvSpPr>
            <a:spLocks noGrp="1"/>
          </p:cNvSpPr>
          <p:nvPr>
            <p:ph type="ftr" sz="quarter" idx="11"/>
          </p:nvPr>
        </p:nvSpPr>
        <p:spPr>
          <a:xfrm>
            <a:off x="2555776" y="6500192"/>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0AA46312-DD6F-C5AE-2F1E-907F31E829E1}"/>
              </a:ext>
            </a:extLst>
          </p:cNvPr>
          <p:cNvSpPr>
            <a:spLocks noGrp="1"/>
          </p:cNvSpPr>
          <p:nvPr>
            <p:ph type="sldNum" sz="quarter" idx="12"/>
          </p:nvPr>
        </p:nvSpPr>
        <p:spPr/>
        <p:txBody>
          <a:bodyPr/>
          <a:lstStyle>
            <a:lvl1pPr>
              <a:defRPr/>
            </a:lvl1pPr>
          </a:lstStyle>
          <a:p>
            <a:pPr>
              <a:defRPr/>
            </a:pPr>
            <a:fld id="{83AC8CC2-3150-4BDA-BDF0-6D695CA2D84D}" type="slidenum">
              <a:rPr lang="en-US"/>
              <a:pPr>
                <a:defRPr/>
              </a:pPr>
              <a:t>‹#›</a:t>
            </a:fld>
            <a:endParaRPr lang="en-US" dirty="0"/>
          </a:p>
        </p:txBody>
      </p:sp>
    </p:spTree>
    <p:extLst>
      <p:ext uri="{BB962C8B-B14F-4D97-AF65-F5344CB8AC3E}">
        <p14:creationId xmlns:p14="http://schemas.microsoft.com/office/powerpoint/2010/main" val="6090406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2">
            <a:extLst>
              <a:ext uri="{FF2B5EF4-FFF2-40B4-BE49-F238E27FC236}">
                <a16:creationId xmlns:a16="http://schemas.microsoft.com/office/drawing/2014/main" id="{0679A2C8-7DC8-AD37-9652-ABC5705D59FA}"/>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8D45CD1B-92F4-C034-40EE-43ED7BDDC965}"/>
              </a:ext>
            </a:extLst>
          </p:cNvPr>
          <p:cNvSpPr>
            <a:spLocks noGrp="1"/>
          </p:cNvSpPr>
          <p:nvPr>
            <p:ph type="sldNum" sz="quarter" idx="12"/>
          </p:nvPr>
        </p:nvSpPr>
        <p:spPr/>
        <p:txBody>
          <a:bodyPr/>
          <a:lstStyle>
            <a:lvl1pPr>
              <a:defRPr/>
            </a:lvl1pPr>
          </a:lstStyle>
          <a:p>
            <a:pPr>
              <a:defRPr/>
            </a:pPr>
            <a:fld id="{A6BCF859-27D9-4B15-909C-5A9275A8D5B1}" type="slidenum">
              <a:rPr lang="en-US"/>
              <a:pPr>
                <a:defRPr/>
              </a:pPr>
              <a:t>‹#›</a:t>
            </a:fld>
            <a:endParaRPr lang="en-US" dirty="0"/>
          </a:p>
        </p:txBody>
      </p:sp>
    </p:spTree>
    <p:extLst>
      <p:ext uri="{BB962C8B-B14F-4D97-AF65-F5344CB8AC3E}">
        <p14:creationId xmlns:p14="http://schemas.microsoft.com/office/powerpoint/2010/main" val="33029960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B13B5C1E-CA92-F658-DEB4-E6BCB21E8297}"/>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3" name="Footer Placeholder 2">
            <a:extLst>
              <a:ext uri="{FF2B5EF4-FFF2-40B4-BE49-F238E27FC236}">
                <a16:creationId xmlns:a16="http://schemas.microsoft.com/office/drawing/2014/main" id="{135B8D15-F384-5726-1DB0-82AA26D5A7C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4" name="Slide Number Placeholder 22">
            <a:extLst>
              <a:ext uri="{FF2B5EF4-FFF2-40B4-BE49-F238E27FC236}">
                <a16:creationId xmlns:a16="http://schemas.microsoft.com/office/drawing/2014/main" id="{7465CA12-935B-2EC7-0FD8-A29FFD9FDF20}"/>
              </a:ext>
            </a:extLst>
          </p:cNvPr>
          <p:cNvSpPr>
            <a:spLocks noGrp="1"/>
          </p:cNvSpPr>
          <p:nvPr>
            <p:ph type="sldNum" sz="quarter" idx="12"/>
          </p:nvPr>
        </p:nvSpPr>
        <p:spPr/>
        <p:txBody>
          <a:bodyPr/>
          <a:lstStyle>
            <a:lvl1pPr>
              <a:defRPr/>
            </a:lvl1pPr>
          </a:lstStyle>
          <a:p>
            <a:pPr>
              <a:defRPr/>
            </a:pPr>
            <a:fld id="{B60D0497-D7DF-42C1-83D6-B069BC9C71F9}" type="slidenum">
              <a:rPr lang="en-US"/>
              <a:pPr>
                <a:defRPr/>
              </a:pPr>
              <a:t>‹#›</a:t>
            </a:fld>
            <a:endParaRPr lang="en-US" dirty="0"/>
          </a:p>
        </p:txBody>
      </p:sp>
    </p:spTree>
    <p:extLst>
      <p:ext uri="{BB962C8B-B14F-4D97-AF65-F5344CB8AC3E}">
        <p14:creationId xmlns:p14="http://schemas.microsoft.com/office/powerpoint/2010/main" val="368390524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6C7B262-B703-0618-42D2-9A058F2E459A}"/>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5">
            <a:extLst>
              <a:ext uri="{FF2B5EF4-FFF2-40B4-BE49-F238E27FC236}">
                <a16:creationId xmlns:a16="http://schemas.microsoft.com/office/drawing/2014/main" id="{2FF425DD-7DE3-3B8E-5719-78BCA9A8DE51}"/>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786D1F94-4295-F397-8F57-1D0E383BD25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7" name="Footer Placeholder 5">
            <a:extLst>
              <a:ext uri="{FF2B5EF4-FFF2-40B4-BE49-F238E27FC236}">
                <a16:creationId xmlns:a16="http://schemas.microsoft.com/office/drawing/2014/main" id="{6B009F90-231B-A3B6-5380-34C6E1C7CB21}"/>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8" name="Slide Number Placeholder 6">
            <a:extLst>
              <a:ext uri="{FF2B5EF4-FFF2-40B4-BE49-F238E27FC236}">
                <a16:creationId xmlns:a16="http://schemas.microsoft.com/office/drawing/2014/main" id="{7CCDB2AA-14FD-D925-D8FA-266FCFE64152}"/>
              </a:ext>
            </a:extLst>
          </p:cNvPr>
          <p:cNvSpPr>
            <a:spLocks noGrp="1"/>
          </p:cNvSpPr>
          <p:nvPr>
            <p:ph type="sldNum" sz="quarter" idx="12"/>
          </p:nvPr>
        </p:nvSpPr>
        <p:spPr/>
        <p:txBody>
          <a:bodyPr/>
          <a:lstStyle>
            <a:lvl1pPr>
              <a:defRPr/>
            </a:lvl1pPr>
          </a:lstStyle>
          <a:p>
            <a:pPr>
              <a:defRPr/>
            </a:pPr>
            <a:fld id="{2C82827D-15A4-4A3F-A005-421DE1CEC59D}" type="slidenum">
              <a:rPr lang="en-US"/>
              <a:pPr>
                <a:defRPr/>
              </a:pPr>
              <a:t>‹#›</a:t>
            </a:fld>
            <a:endParaRPr lang="en-US"/>
          </a:p>
        </p:txBody>
      </p:sp>
    </p:spTree>
    <p:extLst>
      <p:ext uri="{BB962C8B-B14F-4D97-AF65-F5344CB8AC3E}">
        <p14:creationId xmlns:p14="http://schemas.microsoft.com/office/powerpoint/2010/main" val="76171932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2E54CA-1402-D265-65C1-CAA477A5FCEF}"/>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5937FA26-21AA-4604-50B9-4AF1C1E5953D}"/>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B548A5EB-ECFF-0D60-907E-B4566654DEA1}"/>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dirty="0"/>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dirty="0"/>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03D557F4-1C10-84D5-70B1-B3F6002D602F}"/>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9" name="Footer Placeholder 5">
            <a:extLst>
              <a:ext uri="{FF2B5EF4-FFF2-40B4-BE49-F238E27FC236}">
                <a16:creationId xmlns:a16="http://schemas.microsoft.com/office/drawing/2014/main" id="{1D25602D-131F-6FC6-D193-E0E3803E1E51}"/>
              </a:ext>
            </a:extLst>
          </p:cNvPr>
          <p:cNvSpPr>
            <a:spLocks noGrp="1"/>
          </p:cNvSpPr>
          <p:nvPr>
            <p:ph type="ftr" sz="quarter" idx="11"/>
          </p:nvPr>
        </p:nvSpPr>
        <p:spPr>
          <a:xfrm>
            <a:off x="914400" y="6172200"/>
            <a:ext cx="38862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0" name="Slide Number Placeholder 6">
            <a:extLst>
              <a:ext uri="{FF2B5EF4-FFF2-40B4-BE49-F238E27FC236}">
                <a16:creationId xmlns:a16="http://schemas.microsoft.com/office/drawing/2014/main" id="{D0109AE1-27A9-8EB7-803F-D676F48820DA}"/>
              </a:ext>
            </a:extLst>
          </p:cNvPr>
          <p:cNvSpPr>
            <a:spLocks noGrp="1"/>
          </p:cNvSpPr>
          <p:nvPr>
            <p:ph type="sldNum" sz="quarter" idx="12"/>
          </p:nvPr>
        </p:nvSpPr>
        <p:spPr>
          <a:xfrm>
            <a:off x="146050" y="6208713"/>
            <a:ext cx="457200" cy="457200"/>
          </a:xfrm>
        </p:spPr>
        <p:txBody>
          <a:bodyPr/>
          <a:lstStyle>
            <a:lvl1pPr>
              <a:defRPr/>
            </a:lvl1pPr>
          </a:lstStyle>
          <a:p>
            <a:pPr>
              <a:defRPr/>
            </a:pPr>
            <a:fld id="{F7562DC6-6DC9-45E2-AAC4-454004E6E023}" type="slidenum">
              <a:rPr lang="en-US"/>
              <a:pPr>
                <a:defRPr/>
              </a:pPr>
              <a:t>‹#›</a:t>
            </a:fld>
            <a:endParaRPr lang="en-US" dirty="0"/>
          </a:p>
        </p:txBody>
      </p:sp>
    </p:spTree>
    <p:extLst>
      <p:ext uri="{BB962C8B-B14F-4D97-AF65-F5344CB8AC3E}">
        <p14:creationId xmlns:p14="http://schemas.microsoft.com/office/powerpoint/2010/main" val="264219564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DF2C48B0-ABFE-CE4D-6188-9A9EAD773F6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5" name="Footer Placeholder 2">
            <a:extLst>
              <a:ext uri="{FF2B5EF4-FFF2-40B4-BE49-F238E27FC236}">
                <a16:creationId xmlns:a16="http://schemas.microsoft.com/office/drawing/2014/main" id="{2618189D-098F-74CA-DD3F-C7F3B7D6831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6" name="Slide Number Placeholder 22">
            <a:extLst>
              <a:ext uri="{FF2B5EF4-FFF2-40B4-BE49-F238E27FC236}">
                <a16:creationId xmlns:a16="http://schemas.microsoft.com/office/drawing/2014/main" id="{06CD0044-3E35-3EB6-7892-259BA5B8A6D9}"/>
              </a:ext>
            </a:extLst>
          </p:cNvPr>
          <p:cNvSpPr>
            <a:spLocks noGrp="1"/>
          </p:cNvSpPr>
          <p:nvPr>
            <p:ph type="sldNum" sz="quarter" idx="12"/>
          </p:nvPr>
        </p:nvSpPr>
        <p:spPr/>
        <p:txBody>
          <a:bodyPr/>
          <a:lstStyle>
            <a:lvl1pPr>
              <a:defRPr/>
            </a:lvl1pPr>
          </a:lstStyle>
          <a:p>
            <a:pPr>
              <a:defRPr/>
            </a:pPr>
            <a:fld id="{C65D5C55-6BCA-4DBD-BE3B-26D0EAB7959A}" type="slidenum">
              <a:rPr lang="en-US"/>
              <a:pPr>
                <a:defRPr/>
              </a:pPr>
              <a:t>‹#›</a:t>
            </a:fld>
            <a:endParaRPr lang="en-US" dirty="0"/>
          </a:p>
        </p:txBody>
      </p:sp>
    </p:spTree>
    <p:extLst>
      <p:ext uri="{BB962C8B-B14F-4D97-AF65-F5344CB8AC3E}">
        <p14:creationId xmlns:p14="http://schemas.microsoft.com/office/powerpoint/2010/main" val="36860534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E3E8759-B77F-CA11-C881-34D0E681B537}"/>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 name="Rounded Rectangle 4">
            <a:extLst>
              <a:ext uri="{FF2B5EF4-FFF2-40B4-BE49-F238E27FC236}">
                <a16:creationId xmlns:a16="http://schemas.microsoft.com/office/drawing/2014/main" id="{20B0D4A3-A04C-3776-9C5C-08E7BB9CC52E}"/>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27B5E1DB-F208-4A43-4351-F63C95407BE9}"/>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4CE977F8-D956-84B6-0103-6526D55D0036}"/>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2A191754-3A4B-B2D7-CB4A-9F888E867F86}"/>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a:t>Click to edit Master title style</a:t>
            </a:r>
          </a:p>
        </p:txBody>
      </p:sp>
      <p:sp>
        <p:nvSpPr>
          <p:cNvPr id="7" name="Date Placeholder 27">
            <a:extLst>
              <a:ext uri="{FF2B5EF4-FFF2-40B4-BE49-F238E27FC236}">
                <a16:creationId xmlns:a16="http://schemas.microsoft.com/office/drawing/2014/main" id="{214EEB3E-ECB1-0961-4594-5384F7026805}"/>
              </a:ext>
            </a:extLst>
          </p:cNvPr>
          <p:cNvSpPr>
            <a:spLocks noGrp="1"/>
          </p:cNvSpPr>
          <p:nvPr>
            <p:ph type="dt" sz="half" idx="10"/>
          </p:nvPr>
        </p:nvSpPr>
        <p:spPr/>
        <p:txBody>
          <a:bodyPr/>
          <a:lstStyle>
            <a:lvl1pPr>
              <a:defRPr/>
            </a:lvl1pPr>
          </a:lstStyle>
          <a:p>
            <a:pPr>
              <a:defRPr/>
            </a:pPr>
            <a:fld id="{0254FEA7-008E-46FA-A5E7-56A2260ED2CE}" type="datetime1">
              <a:rPr lang="en-US"/>
              <a:pPr>
                <a:defRPr/>
              </a:pPr>
              <a:t>10/1/2025</a:t>
            </a:fld>
            <a:endParaRPr lang="en-US"/>
          </a:p>
        </p:txBody>
      </p:sp>
      <p:sp>
        <p:nvSpPr>
          <p:cNvPr id="10" name="Footer Placeholder 16">
            <a:extLst>
              <a:ext uri="{FF2B5EF4-FFF2-40B4-BE49-F238E27FC236}">
                <a16:creationId xmlns:a16="http://schemas.microsoft.com/office/drawing/2014/main" id="{6ED1E1DC-2CA6-1AE5-93C5-5687F9654544}"/>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11" name="Slide Number Placeholder 28">
            <a:extLst>
              <a:ext uri="{FF2B5EF4-FFF2-40B4-BE49-F238E27FC236}">
                <a16:creationId xmlns:a16="http://schemas.microsoft.com/office/drawing/2014/main" id="{568F0F4E-F4AD-71FA-916E-867B082DD829}"/>
              </a:ext>
            </a:extLst>
          </p:cNvPr>
          <p:cNvSpPr>
            <a:spLocks noGrp="1"/>
          </p:cNvSpPr>
          <p:nvPr>
            <p:ph type="sldNum" sz="quarter" idx="12"/>
          </p:nvPr>
        </p:nvSpPr>
        <p:spPr/>
        <p:txBody>
          <a:bodyPr/>
          <a:lstStyle>
            <a:lvl1pPr>
              <a:defRPr sz="1400">
                <a:solidFill>
                  <a:srgbClr val="FFFFFF"/>
                </a:solidFill>
              </a:defRPr>
            </a:lvl1pPr>
          </a:lstStyle>
          <a:p>
            <a:pPr>
              <a:defRPr/>
            </a:pPr>
            <a:fld id="{DA8E315F-7C1E-4D98-B606-EBF8F0DABBDF}" type="slidenum">
              <a:rPr lang="en-US"/>
              <a:pPr>
                <a:defRPr/>
              </a:pPr>
              <a:t>‹#›</a:t>
            </a:fld>
            <a:endParaRPr lang="en-US" dirty="0"/>
          </a:p>
        </p:txBody>
      </p:sp>
    </p:spTree>
    <p:extLst>
      <p:ext uri="{BB962C8B-B14F-4D97-AF65-F5344CB8AC3E}">
        <p14:creationId xmlns:p14="http://schemas.microsoft.com/office/powerpoint/2010/main" val="549331094"/>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9CCF0193-34D6-4D9D-1C21-571C263BA6A0}"/>
              </a:ext>
            </a:extLst>
          </p:cNvPr>
          <p:cNvSpPr>
            <a:spLocks noGrp="1"/>
          </p:cNvSpPr>
          <p:nvPr>
            <p:ph type="dt" sz="half" idx="10"/>
          </p:nvPr>
        </p:nvSpPr>
        <p:spPr/>
        <p:txBody>
          <a:bodyPr/>
          <a:lstStyle>
            <a:lvl1pPr>
              <a:defRPr/>
            </a:lvl1pPr>
          </a:lstStyle>
          <a:p>
            <a:pPr>
              <a:defRPr/>
            </a:pPr>
            <a:fld id="{1275CD9D-F015-408D-979C-90431A93E2E5}" type="datetime1">
              <a:rPr lang="en-US"/>
              <a:pPr>
                <a:defRPr/>
              </a:pPr>
              <a:t>10/1/2025</a:t>
            </a:fld>
            <a:endParaRPr lang="en-US" dirty="0"/>
          </a:p>
        </p:txBody>
      </p:sp>
      <p:sp>
        <p:nvSpPr>
          <p:cNvPr id="4" name="Footer Placeholder 2">
            <a:extLst>
              <a:ext uri="{FF2B5EF4-FFF2-40B4-BE49-F238E27FC236}">
                <a16:creationId xmlns:a16="http://schemas.microsoft.com/office/drawing/2014/main" id="{8453A81B-AC67-0EF5-4A3C-9887B27E8BA2}"/>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5" name="Slide Number Placeholder 22">
            <a:extLst>
              <a:ext uri="{FF2B5EF4-FFF2-40B4-BE49-F238E27FC236}">
                <a16:creationId xmlns:a16="http://schemas.microsoft.com/office/drawing/2014/main" id="{5700D187-C130-C5E2-4057-B89C04B60804}"/>
              </a:ext>
            </a:extLst>
          </p:cNvPr>
          <p:cNvSpPr>
            <a:spLocks noGrp="1"/>
          </p:cNvSpPr>
          <p:nvPr>
            <p:ph type="sldNum" sz="quarter" idx="12"/>
          </p:nvPr>
        </p:nvSpPr>
        <p:spPr/>
        <p:txBody>
          <a:bodyPr/>
          <a:lstStyle>
            <a:lvl1pPr>
              <a:defRPr/>
            </a:lvl1pPr>
          </a:lstStyle>
          <a:p>
            <a:pPr>
              <a:defRPr/>
            </a:pPr>
            <a:fld id="{FF2353CA-14AE-44F6-AAB4-54A889F589D9}" type="slidenum">
              <a:rPr lang="en-US"/>
              <a:pPr>
                <a:defRPr/>
              </a:pPr>
              <a:t>‹#›</a:t>
            </a:fld>
            <a:endParaRPr lang="en-US" dirty="0"/>
          </a:p>
        </p:txBody>
      </p:sp>
    </p:spTree>
    <p:extLst>
      <p:ext uri="{BB962C8B-B14F-4D97-AF65-F5344CB8AC3E}">
        <p14:creationId xmlns:p14="http://schemas.microsoft.com/office/powerpoint/2010/main" val="33933983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226DDD8-13CD-9D90-2D70-A9D73FF3F988}"/>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4">
            <a:extLst>
              <a:ext uri="{FF2B5EF4-FFF2-40B4-BE49-F238E27FC236}">
                <a16:creationId xmlns:a16="http://schemas.microsoft.com/office/drawing/2014/main" id="{355F1FFC-E780-CEC3-4C3E-4A0C1551FFBA}"/>
              </a:ext>
            </a:extLst>
          </p:cNvPr>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3EF8E106-8CBC-508E-F9BA-9842D2079168}"/>
              </a:ext>
            </a:extLst>
          </p:cNvPr>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5D914211-A97E-501B-E53D-701C27661F6F}"/>
              </a:ext>
            </a:extLst>
          </p:cNvPr>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a:extLst>
              <a:ext uri="{FF2B5EF4-FFF2-40B4-BE49-F238E27FC236}">
                <a16:creationId xmlns:a16="http://schemas.microsoft.com/office/drawing/2014/main" id="{0A057997-3726-FD36-8CE9-E84B7C6821EC}"/>
              </a:ext>
            </a:extLst>
          </p:cNvPr>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9" name="Date Placeholder 3">
            <a:extLst>
              <a:ext uri="{FF2B5EF4-FFF2-40B4-BE49-F238E27FC236}">
                <a16:creationId xmlns:a16="http://schemas.microsoft.com/office/drawing/2014/main" id="{6F9BDF99-BF58-4E80-75E8-417E7F85CEDD}"/>
              </a:ext>
            </a:extLst>
          </p:cNvPr>
          <p:cNvSpPr>
            <a:spLocks noGrp="1"/>
          </p:cNvSpPr>
          <p:nvPr>
            <p:ph type="dt" sz="half" idx="10"/>
          </p:nvPr>
        </p:nvSpPr>
        <p:spPr/>
        <p:txBody>
          <a:bodyPr/>
          <a:lstStyle>
            <a:lvl1pPr>
              <a:defRPr/>
            </a:lvl1pPr>
          </a:lstStyle>
          <a:p>
            <a:pPr>
              <a:defRPr/>
            </a:pPr>
            <a:fld id="{0F49EAA1-AC84-4A16-8F03-1A88E9E67ED0}" type="datetime1">
              <a:rPr lang="en-US"/>
              <a:pPr>
                <a:defRPr/>
              </a:pPr>
              <a:t>10/1/2025</a:t>
            </a:fld>
            <a:endParaRPr lang="en-US"/>
          </a:p>
        </p:txBody>
      </p:sp>
      <p:sp>
        <p:nvSpPr>
          <p:cNvPr id="10" name="Footer Placeholder 4">
            <a:extLst>
              <a:ext uri="{FF2B5EF4-FFF2-40B4-BE49-F238E27FC236}">
                <a16:creationId xmlns:a16="http://schemas.microsoft.com/office/drawing/2014/main" id="{81C3AD59-2CFA-E09A-9A8B-90B41B1AF285}"/>
              </a:ext>
            </a:extLst>
          </p:cNvPr>
          <p:cNvSpPr>
            <a:spLocks noGrp="1"/>
          </p:cNvSpPr>
          <p:nvPr>
            <p:ph type="ftr" sz="quarter" idx="11"/>
          </p:nvPr>
        </p:nvSpPr>
        <p:spPr>
          <a:xfrm>
            <a:off x="800100" y="6172200"/>
            <a:ext cx="4000500" cy="457200"/>
          </a:xfrm>
        </p:spPr>
        <p:txBody>
          <a:bodyPr/>
          <a:lstStyle>
            <a:lvl1pPr>
              <a:defRPr/>
            </a:lvl1pPr>
          </a:lstStyle>
          <a:p>
            <a:pPr>
              <a:defRPr/>
            </a:pPr>
            <a:r>
              <a:rPr lang="en-US"/>
              <a:t>Autonomous Robots -- Dr. Zawar Qayyum, 2010</a:t>
            </a:r>
          </a:p>
        </p:txBody>
      </p:sp>
      <p:sp>
        <p:nvSpPr>
          <p:cNvPr id="11" name="Slide Number Placeholder 5">
            <a:extLst>
              <a:ext uri="{FF2B5EF4-FFF2-40B4-BE49-F238E27FC236}">
                <a16:creationId xmlns:a16="http://schemas.microsoft.com/office/drawing/2014/main" id="{BD45CE1A-5E34-E3C8-16AD-B0C8C124206D}"/>
              </a:ext>
            </a:extLst>
          </p:cNvPr>
          <p:cNvSpPr>
            <a:spLocks noGrp="1"/>
          </p:cNvSpPr>
          <p:nvPr>
            <p:ph type="sldNum" sz="quarter" idx="12"/>
          </p:nvPr>
        </p:nvSpPr>
        <p:spPr>
          <a:xfrm>
            <a:off x="146050" y="6208713"/>
            <a:ext cx="457200" cy="457200"/>
          </a:xfrm>
        </p:spPr>
        <p:txBody>
          <a:bodyPr/>
          <a:lstStyle>
            <a:lvl1pPr>
              <a:defRPr/>
            </a:lvl1pPr>
          </a:lstStyle>
          <a:p>
            <a:pPr>
              <a:defRPr/>
            </a:pPr>
            <a:fld id="{D098A08C-064C-408C-9CCA-383AD3BDE372}" type="slidenum">
              <a:rPr lang="en-US"/>
              <a:pPr>
                <a:defRPr/>
              </a:pPr>
              <a:t>‹#›</a:t>
            </a:fld>
            <a:endParaRPr lang="en-US" dirty="0"/>
          </a:p>
        </p:txBody>
      </p:sp>
    </p:spTree>
    <p:extLst>
      <p:ext uri="{BB962C8B-B14F-4D97-AF65-F5344CB8AC3E}">
        <p14:creationId xmlns:p14="http://schemas.microsoft.com/office/powerpoint/2010/main" val="2555240229"/>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F7462148-017D-C9B8-2C25-DA573BDA9AB1}"/>
              </a:ext>
            </a:extLst>
          </p:cNvPr>
          <p:cNvSpPr>
            <a:spLocks noGrp="1"/>
          </p:cNvSpPr>
          <p:nvPr>
            <p:ph type="dt" sz="half" idx="10"/>
          </p:nvPr>
        </p:nvSpPr>
        <p:spPr/>
        <p:txBody>
          <a:bodyPr/>
          <a:lstStyle>
            <a:lvl1pPr>
              <a:defRPr/>
            </a:lvl1pPr>
          </a:lstStyle>
          <a:p>
            <a:pPr>
              <a:defRPr/>
            </a:pPr>
            <a:fld id="{C66E92EC-AFA2-48E9-B9CC-572A9B6C9AFC}" type="datetime1">
              <a:rPr lang="en-US"/>
              <a:pPr>
                <a:defRPr/>
              </a:pPr>
              <a:t>10/1/2025</a:t>
            </a:fld>
            <a:endParaRPr lang="en-US" dirty="0"/>
          </a:p>
        </p:txBody>
      </p:sp>
      <p:sp>
        <p:nvSpPr>
          <p:cNvPr id="4" name="Footer Placeholder 2">
            <a:extLst>
              <a:ext uri="{FF2B5EF4-FFF2-40B4-BE49-F238E27FC236}">
                <a16:creationId xmlns:a16="http://schemas.microsoft.com/office/drawing/2014/main" id="{C07CAC95-1015-84EB-44A8-8E27F3E6671A}"/>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5" name="Slide Number Placeholder 22">
            <a:extLst>
              <a:ext uri="{FF2B5EF4-FFF2-40B4-BE49-F238E27FC236}">
                <a16:creationId xmlns:a16="http://schemas.microsoft.com/office/drawing/2014/main" id="{CA307B10-29A1-58F3-4371-7C903D18ECCA}"/>
              </a:ext>
            </a:extLst>
          </p:cNvPr>
          <p:cNvSpPr>
            <a:spLocks noGrp="1"/>
          </p:cNvSpPr>
          <p:nvPr>
            <p:ph type="sldNum" sz="quarter" idx="12"/>
          </p:nvPr>
        </p:nvSpPr>
        <p:spPr/>
        <p:txBody>
          <a:bodyPr/>
          <a:lstStyle>
            <a:lvl1pPr>
              <a:defRPr/>
            </a:lvl1pPr>
          </a:lstStyle>
          <a:p>
            <a:pPr>
              <a:defRPr/>
            </a:pPr>
            <a:fld id="{F499C528-BA4A-4DE9-99C0-C874F259C22A}" type="slidenum">
              <a:rPr lang="en-US"/>
              <a:pPr>
                <a:defRPr/>
              </a:pPr>
              <a:t>‹#›</a:t>
            </a:fld>
            <a:endParaRPr lang="en-US" dirty="0"/>
          </a:p>
        </p:txBody>
      </p:sp>
    </p:spTree>
    <p:extLst>
      <p:ext uri="{BB962C8B-B14F-4D97-AF65-F5344CB8AC3E}">
        <p14:creationId xmlns:p14="http://schemas.microsoft.com/office/powerpoint/2010/main" val="80642361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9F3C1FA3-48F3-366D-327D-03118716D22E}"/>
              </a:ext>
            </a:extLst>
          </p:cNvPr>
          <p:cNvSpPr>
            <a:spLocks noGrp="1"/>
          </p:cNvSpPr>
          <p:nvPr>
            <p:ph type="dt" sz="half" idx="10"/>
          </p:nvPr>
        </p:nvSpPr>
        <p:spPr/>
        <p:txBody>
          <a:bodyPr/>
          <a:lstStyle>
            <a:lvl1pPr>
              <a:defRPr/>
            </a:lvl1pPr>
          </a:lstStyle>
          <a:p>
            <a:pPr>
              <a:defRPr/>
            </a:pPr>
            <a:fld id="{F560AA92-C01C-4F7A-95BF-497AAE0E8B02}" type="datetime1">
              <a:rPr lang="en-US"/>
              <a:pPr>
                <a:defRPr/>
              </a:pPr>
              <a:t>10/1/2025</a:t>
            </a:fld>
            <a:endParaRPr lang="en-US" dirty="0"/>
          </a:p>
        </p:txBody>
      </p:sp>
      <p:sp>
        <p:nvSpPr>
          <p:cNvPr id="6" name="Footer Placeholder 2">
            <a:extLst>
              <a:ext uri="{FF2B5EF4-FFF2-40B4-BE49-F238E27FC236}">
                <a16:creationId xmlns:a16="http://schemas.microsoft.com/office/drawing/2014/main" id="{93EDCC0C-2D26-9F94-E250-03DFE7479230}"/>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7" name="Slide Number Placeholder 22">
            <a:extLst>
              <a:ext uri="{FF2B5EF4-FFF2-40B4-BE49-F238E27FC236}">
                <a16:creationId xmlns:a16="http://schemas.microsoft.com/office/drawing/2014/main" id="{C92C4D86-74BE-B322-9B9E-4D5BFC276974}"/>
              </a:ext>
            </a:extLst>
          </p:cNvPr>
          <p:cNvSpPr>
            <a:spLocks noGrp="1"/>
          </p:cNvSpPr>
          <p:nvPr>
            <p:ph type="sldNum" sz="quarter" idx="12"/>
          </p:nvPr>
        </p:nvSpPr>
        <p:spPr/>
        <p:txBody>
          <a:bodyPr/>
          <a:lstStyle>
            <a:lvl1pPr>
              <a:defRPr/>
            </a:lvl1pPr>
          </a:lstStyle>
          <a:p>
            <a:pPr>
              <a:defRPr/>
            </a:pPr>
            <a:fld id="{FD741551-8988-408B-85D4-23FA697C377F}" type="slidenum">
              <a:rPr lang="en-US"/>
              <a:pPr>
                <a:defRPr/>
              </a:pPr>
              <a:t>‹#›</a:t>
            </a:fld>
            <a:endParaRPr lang="en-US" dirty="0"/>
          </a:p>
        </p:txBody>
      </p:sp>
    </p:spTree>
    <p:extLst>
      <p:ext uri="{BB962C8B-B14F-4D97-AF65-F5344CB8AC3E}">
        <p14:creationId xmlns:p14="http://schemas.microsoft.com/office/powerpoint/2010/main" val="9477671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5D1CBC52-B716-E65A-F1B5-C93D0CCF9F4A}"/>
              </a:ext>
            </a:extLst>
          </p:cNvPr>
          <p:cNvSpPr>
            <a:spLocks noGrp="1"/>
          </p:cNvSpPr>
          <p:nvPr>
            <p:ph type="dt" sz="half" idx="10"/>
          </p:nvPr>
        </p:nvSpPr>
        <p:spPr/>
        <p:txBody>
          <a:bodyPr/>
          <a:lstStyle>
            <a:lvl1pPr>
              <a:defRPr/>
            </a:lvl1pPr>
          </a:lstStyle>
          <a:p>
            <a:pPr>
              <a:defRPr/>
            </a:pPr>
            <a:fld id="{C6D12B1E-6BDC-41DF-9F79-2EB5B24FE0B8}" type="datetime1">
              <a:rPr lang="en-US"/>
              <a:pPr>
                <a:defRPr/>
              </a:pPr>
              <a:t>10/1/2025</a:t>
            </a:fld>
            <a:endParaRPr lang="en-US" dirty="0"/>
          </a:p>
        </p:txBody>
      </p:sp>
      <p:sp>
        <p:nvSpPr>
          <p:cNvPr id="4" name="Footer Placeholder 2">
            <a:extLst>
              <a:ext uri="{FF2B5EF4-FFF2-40B4-BE49-F238E27FC236}">
                <a16:creationId xmlns:a16="http://schemas.microsoft.com/office/drawing/2014/main" id="{E571B96D-40A8-9CE5-9947-45EABAEACA34}"/>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5" name="Slide Number Placeholder 22">
            <a:extLst>
              <a:ext uri="{FF2B5EF4-FFF2-40B4-BE49-F238E27FC236}">
                <a16:creationId xmlns:a16="http://schemas.microsoft.com/office/drawing/2014/main" id="{FCFEF4D9-A466-1CE9-599E-AC5458C447EA}"/>
              </a:ext>
            </a:extLst>
          </p:cNvPr>
          <p:cNvSpPr>
            <a:spLocks noGrp="1"/>
          </p:cNvSpPr>
          <p:nvPr>
            <p:ph type="sldNum" sz="quarter" idx="12"/>
          </p:nvPr>
        </p:nvSpPr>
        <p:spPr/>
        <p:txBody>
          <a:bodyPr/>
          <a:lstStyle>
            <a:lvl1pPr>
              <a:defRPr/>
            </a:lvl1pPr>
          </a:lstStyle>
          <a:p>
            <a:pPr>
              <a:defRPr/>
            </a:pPr>
            <a:fld id="{7905CE89-00DB-458D-AF43-8DE61CA97069}" type="slidenum">
              <a:rPr lang="en-US"/>
              <a:pPr>
                <a:defRPr/>
              </a:pPr>
              <a:t>‹#›</a:t>
            </a:fld>
            <a:endParaRPr lang="en-US" dirty="0"/>
          </a:p>
        </p:txBody>
      </p:sp>
    </p:spTree>
    <p:extLst>
      <p:ext uri="{BB962C8B-B14F-4D97-AF65-F5344CB8AC3E}">
        <p14:creationId xmlns:p14="http://schemas.microsoft.com/office/powerpoint/2010/main" val="2123154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6E03CC63-865C-216E-B5F0-FF7A06DF69EE}"/>
              </a:ext>
            </a:extLst>
          </p:cNvPr>
          <p:cNvSpPr>
            <a:spLocks noGrp="1"/>
          </p:cNvSpPr>
          <p:nvPr>
            <p:ph type="dt" sz="half" idx="10"/>
          </p:nvPr>
        </p:nvSpPr>
        <p:spPr/>
        <p:txBody>
          <a:bodyPr/>
          <a:lstStyle>
            <a:lvl1pPr>
              <a:defRPr/>
            </a:lvl1pPr>
          </a:lstStyle>
          <a:p>
            <a:pPr>
              <a:defRPr/>
            </a:pPr>
            <a:fld id="{C46AF96F-315F-428D-84C5-FD7A9B749CF5}" type="datetime1">
              <a:rPr lang="en-US"/>
              <a:pPr>
                <a:defRPr/>
              </a:pPr>
              <a:t>10/1/2025</a:t>
            </a:fld>
            <a:endParaRPr lang="en-US" dirty="0"/>
          </a:p>
        </p:txBody>
      </p:sp>
      <p:sp>
        <p:nvSpPr>
          <p:cNvPr id="3" name="Footer Placeholder 2">
            <a:extLst>
              <a:ext uri="{FF2B5EF4-FFF2-40B4-BE49-F238E27FC236}">
                <a16:creationId xmlns:a16="http://schemas.microsoft.com/office/drawing/2014/main" id="{4E85F227-4CF4-6570-8CDB-C0464AE3858B}"/>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4" name="Slide Number Placeholder 22">
            <a:extLst>
              <a:ext uri="{FF2B5EF4-FFF2-40B4-BE49-F238E27FC236}">
                <a16:creationId xmlns:a16="http://schemas.microsoft.com/office/drawing/2014/main" id="{970E2900-204E-F032-D313-2F84CA5E8ACB}"/>
              </a:ext>
            </a:extLst>
          </p:cNvPr>
          <p:cNvSpPr>
            <a:spLocks noGrp="1"/>
          </p:cNvSpPr>
          <p:nvPr>
            <p:ph type="sldNum" sz="quarter" idx="12"/>
          </p:nvPr>
        </p:nvSpPr>
        <p:spPr/>
        <p:txBody>
          <a:bodyPr/>
          <a:lstStyle>
            <a:lvl1pPr>
              <a:defRPr/>
            </a:lvl1pPr>
          </a:lstStyle>
          <a:p>
            <a:pPr>
              <a:defRPr/>
            </a:pPr>
            <a:fld id="{C228AC79-C267-4927-931C-FF645B29F13A}" type="slidenum">
              <a:rPr lang="en-US"/>
              <a:pPr>
                <a:defRPr/>
              </a:pPr>
              <a:t>‹#›</a:t>
            </a:fld>
            <a:endParaRPr lang="en-US" dirty="0"/>
          </a:p>
        </p:txBody>
      </p:sp>
    </p:spTree>
    <p:extLst>
      <p:ext uri="{BB962C8B-B14F-4D97-AF65-F5344CB8AC3E}">
        <p14:creationId xmlns:p14="http://schemas.microsoft.com/office/powerpoint/2010/main" val="26523749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8B415B2-75A5-7F05-3922-A056EF610589}"/>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5">
            <a:extLst>
              <a:ext uri="{FF2B5EF4-FFF2-40B4-BE49-F238E27FC236}">
                <a16:creationId xmlns:a16="http://schemas.microsoft.com/office/drawing/2014/main" id="{B9801408-26DA-2AA0-39D1-047A472EDBC0}"/>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A7EE1750-7461-5763-FD61-F1E56DAC416E}"/>
              </a:ext>
            </a:extLst>
          </p:cNvPr>
          <p:cNvSpPr>
            <a:spLocks noGrp="1"/>
          </p:cNvSpPr>
          <p:nvPr>
            <p:ph type="dt" sz="half" idx="10"/>
          </p:nvPr>
        </p:nvSpPr>
        <p:spPr/>
        <p:txBody>
          <a:bodyPr/>
          <a:lstStyle>
            <a:lvl1pPr>
              <a:defRPr/>
            </a:lvl1pPr>
          </a:lstStyle>
          <a:p>
            <a:pPr>
              <a:defRPr/>
            </a:pPr>
            <a:fld id="{D8E0F977-24A7-4EFB-B047-DCD96F91CB33}" type="datetime1">
              <a:rPr lang="en-US"/>
              <a:pPr>
                <a:defRPr/>
              </a:pPr>
              <a:t>10/1/2025</a:t>
            </a:fld>
            <a:endParaRPr lang="en-US"/>
          </a:p>
        </p:txBody>
      </p:sp>
      <p:sp>
        <p:nvSpPr>
          <p:cNvPr id="7" name="Footer Placeholder 5">
            <a:extLst>
              <a:ext uri="{FF2B5EF4-FFF2-40B4-BE49-F238E27FC236}">
                <a16:creationId xmlns:a16="http://schemas.microsoft.com/office/drawing/2014/main" id="{79D48A13-9B19-5AD3-6B64-5FC0273CBC1C}"/>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8" name="Slide Number Placeholder 6">
            <a:extLst>
              <a:ext uri="{FF2B5EF4-FFF2-40B4-BE49-F238E27FC236}">
                <a16:creationId xmlns:a16="http://schemas.microsoft.com/office/drawing/2014/main" id="{F77C74C9-C6D9-90B7-FE6A-DF77EC232CFF}"/>
              </a:ext>
            </a:extLst>
          </p:cNvPr>
          <p:cNvSpPr>
            <a:spLocks noGrp="1"/>
          </p:cNvSpPr>
          <p:nvPr>
            <p:ph type="sldNum" sz="quarter" idx="12"/>
          </p:nvPr>
        </p:nvSpPr>
        <p:spPr/>
        <p:txBody>
          <a:bodyPr/>
          <a:lstStyle>
            <a:lvl1pPr>
              <a:defRPr/>
            </a:lvl1pPr>
          </a:lstStyle>
          <a:p>
            <a:pPr>
              <a:defRPr/>
            </a:pPr>
            <a:fld id="{FC540653-3E14-423C-8F9F-75B547366715}" type="slidenum">
              <a:rPr lang="en-US"/>
              <a:pPr>
                <a:defRPr/>
              </a:pPr>
              <a:t>‹#›</a:t>
            </a:fld>
            <a:endParaRPr lang="en-US"/>
          </a:p>
        </p:txBody>
      </p:sp>
    </p:spTree>
    <p:extLst>
      <p:ext uri="{BB962C8B-B14F-4D97-AF65-F5344CB8AC3E}">
        <p14:creationId xmlns:p14="http://schemas.microsoft.com/office/powerpoint/2010/main" val="36173768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3DAD7F3-7EED-A549-B37D-E85484604987}"/>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E433F76C-8D3D-130D-DC17-6A9090CE6A11}"/>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A0A3EFD5-E8C5-7911-18BF-7D3388FEA09E}"/>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1F784B35-D3B0-9E0D-1DC7-638704090051}"/>
              </a:ext>
            </a:extLst>
          </p:cNvPr>
          <p:cNvSpPr>
            <a:spLocks noGrp="1"/>
          </p:cNvSpPr>
          <p:nvPr>
            <p:ph type="dt" sz="half" idx="10"/>
          </p:nvPr>
        </p:nvSpPr>
        <p:spPr/>
        <p:txBody>
          <a:bodyPr/>
          <a:lstStyle>
            <a:lvl1pPr>
              <a:defRPr/>
            </a:lvl1pPr>
          </a:lstStyle>
          <a:p>
            <a:pPr>
              <a:defRPr/>
            </a:pPr>
            <a:fld id="{315DDEDA-B41E-4FB9-BEEA-773D7FE69368}" type="datetime1">
              <a:rPr lang="en-US"/>
              <a:pPr>
                <a:defRPr/>
              </a:pPr>
              <a:t>10/1/2025</a:t>
            </a:fld>
            <a:endParaRPr lang="en-US"/>
          </a:p>
        </p:txBody>
      </p:sp>
      <p:sp>
        <p:nvSpPr>
          <p:cNvPr id="9" name="Footer Placeholder 5">
            <a:extLst>
              <a:ext uri="{FF2B5EF4-FFF2-40B4-BE49-F238E27FC236}">
                <a16:creationId xmlns:a16="http://schemas.microsoft.com/office/drawing/2014/main" id="{D1596942-F48A-E950-C49B-A8E9B8FAA85B}"/>
              </a:ext>
            </a:extLst>
          </p:cNvPr>
          <p:cNvSpPr>
            <a:spLocks noGrp="1"/>
          </p:cNvSpPr>
          <p:nvPr>
            <p:ph type="ftr" sz="quarter" idx="11"/>
          </p:nvPr>
        </p:nvSpPr>
        <p:spPr>
          <a:xfrm>
            <a:off x="914400" y="6172200"/>
            <a:ext cx="3886200" cy="457200"/>
          </a:xfrm>
        </p:spPr>
        <p:txBody>
          <a:bodyPr/>
          <a:lstStyle>
            <a:lvl1pPr>
              <a:defRPr/>
            </a:lvl1pPr>
          </a:lstStyle>
          <a:p>
            <a:pPr>
              <a:defRPr/>
            </a:pPr>
            <a:r>
              <a:rPr lang="en-US"/>
              <a:t>Autonomous Robots -- Dr. Zawar Qayyum, 2010</a:t>
            </a:r>
          </a:p>
        </p:txBody>
      </p:sp>
      <p:sp>
        <p:nvSpPr>
          <p:cNvPr id="10" name="Slide Number Placeholder 6">
            <a:extLst>
              <a:ext uri="{FF2B5EF4-FFF2-40B4-BE49-F238E27FC236}">
                <a16:creationId xmlns:a16="http://schemas.microsoft.com/office/drawing/2014/main" id="{950BBF02-70CD-25A1-5A38-D77A2F316BCB}"/>
              </a:ext>
            </a:extLst>
          </p:cNvPr>
          <p:cNvSpPr>
            <a:spLocks noGrp="1"/>
          </p:cNvSpPr>
          <p:nvPr>
            <p:ph type="sldNum" sz="quarter" idx="12"/>
          </p:nvPr>
        </p:nvSpPr>
        <p:spPr>
          <a:xfrm>
            <a:off x="146050" y="6208713"/>
            <a:ext cx="457200" cy="457200"/>
          </a:xfrm>
        </p:spPr>
        <p:txBody>
          <a:bodyPr/>
          <a:lstStyle>
            <a:lvl1pPr>
              <a:defRPr/>
            </a:lvl1pPr>
          </a:lstStyle>
          <a:p>
            <a:pPr>
              <a:defRPr/>
            </a:pPr>
            <a:fld id="{6FE14508-7CEF-4865-9BBC-3DD74D8DDC11}" type="slidenum">
              <a:rPr lang="en-US"/>
              <a:pPr>
                <a:defRPr/>
              </a:pPr>
              <a:t>‹#›</a:t>
            </a:fld>
            <a:endParaRPr lang="en-US" dirty="0"/>
          </a:p>
        </p:txBody>
      </p:sp>
    </p:spTree>
    <p:extLst>
      <p:ext uri="{BB962C8B-B14F-4D97-AF65-F5344CB8AC3E}">
        <p14:creationId xmlns:p14="http://schemas.microsoft.com/office/powerpoint/2010/main" val="17644445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115985EC-2C63-1178-91B4-6D2CDE0A959A}"/>
              </a:ext>
            </a:extLst>
          </p:cNvPr>
          <p:cNvSpPr>
            <a:spLocks noGrp="1"/>
          </p:cNvSpPr>
          <p:nvPr>
            <p:ph type="dt" sz="half" idx="10"/>
          </p:nvPr>
        </p:nvSpPr>
        <p:spPr/>
        <p:txBody>
          <a:bodyPr/>
          <a:lstStyle>
            <a:lvl1pPr>
              <a:defRPr/>
            </a:lvl1pPr>
          </a:lstStyle>
          <a:p>
            <a:pPr>
              <a:defRPr/>
            </a:pPr>
            <a:fld id="{ABC6F825-92F6-47BA-848C-9D32D3D46F99}" type="datetime1">
              <a:rPr lang="en-US"/>
              <a:pPr>
                <a:defRPr/>
              </a:pPr>
              <a:t>10/1/2025</a:t>
            </a:fld>
            <a:endParaRPr lang="en-US" dirty="0"/>
          </a:p>
        </p:txBody>
      </p:sp>
      <p:sp>
        <p:nvSpPr>
          <p:cNvPr id="5" name="Footer Placeholder 2">
            <a:extLst>
              <a:ext uri="{FF2B5EF4-FFF2-40B4-BE49-F238E27FC236}">
                <a16:creationId xmlns:a16="http://schemas.microsoft.com/office/drawing/2014/main" id="{25FD0CF4-93A1-23B5-6D60-4DCD12BC6DC4}"/>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6" name="Slide Number Placeholder 22">
            <a:extLst>
              <a:ext uri="{FF2B5EF4-FFF2-40B4-BE49-F238E27FC236}">
                <a16:creationId xmlns:a16="http://schemas.microsoft.com/office/drawing/2014/main" id="{D883EC07-DDB7-1D0D-217C-77F822235CDE}"/>
              </a:ext>
            </a:extLst>
          </p:cNvPr>
          <p:cNvSpPr>
            <a:spLocks noGrp="1"/>
          </p:cNvSpPr>
          <p:nvPr>
            <p:ph type="sldNum" sz="quarter" idx="12"/>
          </p:nvPr>
        </p:nvSpPr>
        <p:spPr/>
        <p:txBody>
          <a:bodyPr/>
          <a:lstStyle>
            <a:lvl1pPr>
              <a:defRPr/>
            </a:lvl1pPr>
          </a:lstStyle>
          <a:p>
            <a:pPr>
              <a:defRPr/>
            </a:pPr>
            <a:fld id="{D95C7D20-5326-49F7-926E-922D5C9EC779}" type="slidenum">
              <a:rPr lang="en-US"/>
              <a:pPr>
                <a:defRPr/>
              </a:pPr>
              <a:t>‹#›</a:t>
            </a:fld>
            <a:endParaRPr lang="en-US" dirty="0"/>
          </a:p>
        </p:txBody>
      </p:sp>
    </p:spTree>
    <p:extLst>
      <p:ext uri="{BB962C8B-B14F-4D97-AF65-F5344CB8AC3E}">
        <p14:creationId xmlns:p14="http://schemas.microsoft.com/office/powerpoint/2010/main" val="271998975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AA14E984-4D84-E76C-8073-4D4D69286913}"/>
              </a:ext>
            </a:extLst>
          </p:cNvPr>
          <p:cNvSpPr>
            <a:spLocks noGrp="1"/>
          </p:cNvSpPr>
          <p:nvPr>
            <p:ph type="dt" sz="half" idx="10"/>
          </p:nvPr>
        </p:nvSpPr>
        <p:spPr/>
        <p:txBody>
          <a:bodyPr/>
          <a:lstStyle>
            <a:lvl1pPr>
              <a:defRPr/>
            </a:lvl1pPr>
          </a:lstStyle>
          <a:p>
            <a:pPr>
              <a:defRPr/>
            </a:pPr>
            <a:fld id="{E55527F6-42EE-47B4-BF64-FCA82F270364}" type="datetime1">
              <a:rPr lang="en-US"/>
              <a:pPr>
                <a:defRPr/>
              </a:pPr>
              <a:t>10/1/2025</a:t>
            </a:fld>
            <a:endParaRPr lang="en-US" dirty="0"/>
          </a:p>
        </p:txBody>
      </p:sp>
      <p:sp>
        <p:nvSpPr>
          <p:cNvPr id="5" name="Footer Placeholder 2">
            <a:extLst>
              <a:ext uri="{FF2B5EF4-FFF2-40B4-BE49-F238E27FC236}">
                <a16:creationId xmlns:a16="http://schemas.microsoft.com/office/drawing/2014/main" id="{68A9A316-83C9-4166-5105-C255A7AAD731}"/>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6" name="Slide Number Placeholder 22">
            <a:extLst>
              <a:ext uri="{FF2B5EF4-FFF2-40B4-BE49-F238E27FC236}">
                <a16:creationId xmlns:a16="http://schemas.microsoft.com/office/drawing/2014/main" id="{848549D2-1F17-BBA9-84C4-6E24AF901D49}"/>
              </a:ext>
            </a:extLst>
          </p:cNvPr>
          <p:cNvSpPr>
            <a:spLocks noGrp="1"/>
          </p:cNvSpPr>
          <p:nvPr>
            <p:ph type="sldNum" sz="quarter" idx="12"/>
          </p:nvPr>
        </p:nvSpPr>
        <p:spPr/>
        <p:txBody>
          <a:bodyPr/>
          <a:lstStyle>
            <a:lvl1pPr>
              <a:defRPr/>
            </a:lvl1pPr>
          </a:lstStyle>
          <a:p>
            <a:pPr>
              <a:defRPr/>
            </a:pPr>
            <a:fld id="{9E048CD5-BA53-4CBD-8A0A-0CFD26A30CEF}" type="slidenum">
              <a:rPr lang="en-US"/>
              <a:pPr>
                <a:defRPr/>
              </a:pPr>
              <a:t>‹#›</a:t>
            </a:fld>
            <a:endParaRPr lang="en-US" dirty="0"/>
          </a:p>
        </p:txBody>
      </p:sp>
    </p:spTree>
    <p:extLst>
      <p:ext uri="{BB962C8B-B14F-4D97-AF65-F5344CB8AC3E}">
        <p14:creationId xmlns:p14="http://schemas.microsoft.com/office/powerpoint/2010/main" val="261875727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33388" y="228600"/>
            <a:ext cx="8277225" cy="1219200"/>
          </a:xfrm>
        </p:spPr>
        <p:txBody>
          <a:bodyPr/>
          <a:lstStyle/>
          <a:p>
            <a:r>
              <a:rPr lang="en-US"/>
              <a:t>Click to edit Master title style</a:t>
            </a:r>
          </a:p>
        </p:txBody>
      </p:sp>
      <p:sp>
        <p:nvSpPr>
          <p:cNvPr id="3" name="Table Placeholder 2"/>
          <p:cNvSpPr>
            <a:spLocks noGrp="1"/>
          </p:cNvSpPr>
          <p:nvPr>
            <p:ph type="tbl" idx="1"/>
          </p:nvPr>
        </p:nvSpPr>
        <p:spPr>
          <a:xfrm>
            <a:off x="433388" y="1524000"/>
            <a:ext cx="8277225" cy="4641850"/>
          </a:xfrm>
        </p:spPr>
        <p:txBody>
          <a:bodyPr/>
          <a:lstStyle/>
          <a:p>
            <a:pPr lvl="0"/>
            <a:endParaRPr lang="en-US" noProof="0"/>
          </a:p>
        </p:txBody>
      </p:sp>
      <p:sp>
        <p:nvSpPr>
          <p:cNvPr id="4" name="Rectangle 4">
            <a:extLst>
              <a:ext uri="{FF2B5EF4-FFF2-40B4-BE49-F238E27FC236}">
                <a16:creationId xmlns:a16="http://schemas.microsoft.com/office/drawing/2014/main" id="{AC1E07AF-29A5-C4D3-9762-2438410439CA}"/>
              </a:ext>
            </a:extLst>
          </p:cNvPr>
          <p:cNvSpPr>
            <a:spLocks noGrp="1" noChangeArrowheads="1"/>
          </p:cNvSpPr>
          <p:nvPr>
            <p:ph type="dt" sz="half" idx="10"/>
          </p:nvPr>
        </p:nvSpPr>
        <p:spPr/>
        <p:txBody>
          <a:bodyPr/>
          <a:lstStyle>
            <a:lvl1pPr>
              <a:defRPr/>
            </a:lvl1pPr>
          </a:lstStyle>
          <a:p>
            <a:pPr>
              <a:defRPr/>
            </a:pPr>
            <a:endParaRPr lang="de-DE"/>
          </a:p>
        </p:txBody>
      </p:sp>
    </p:spTree>
    <p:extLst>
      <p:ext uri="{BB962C8B-B14F-4D97-AF65-F5344CB8AC3E}">
        <p14:creationId xmlns:p14="http://schemas.microsoft.com/office/powerpoint/2010/main" val="3432055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theme" Target="../theme/theme4.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447B3F3-F572-9187-DFAC-C99C1DA75DF3}"/>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67F4A090-C9FF-8256-C841-949D27063330}"/>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6" name="Title Placeholder 21">
            <a:extLst>
              <a:ext uri="{FF2B5EF4-FFF2-40B4-BE49-F238E27FC236}">
                <a16:creationId xmlns:a16="http://schemas.microsoft.com/office/drawing/2014/main" id="{8857E1C7-7532-1AE2-C7B2-EAC3EC43C363}"/>
              </a:ext>
            </a:extLst>
          </p:cNvPr>
          <p:cNvSpPr>
            <a:spLocks noGrp="1" noChangeArrowheads="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a:t>Click to edit Master title style</a:t>
            </a:r>
          </a:p>
        </p:txBody>
      </p:sp>
      <p:sp>
        <p:nvSpPr>
          <p:cNvPr id="3077" name="Text Placeholder 12">
            <a:extLst>
              <a:ext uri="{FF2B5EF4-FFF2-40B4-BE49-F238E27FC236}">
                <a16:creationId xmlns:a16="http://schemas.microsoft.com/office/drawing/2014/main" id="{638A9702-0393-D6EA-7B7F-81B1C7C232F4}"/>
              </a:ext>
            </a:extLst>
          </p:cNvPr>
          <p:cNvSpPr>
            <a:spLocks noGrp="1" noChangeArrowheads="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43D14BB7-874E-4B51-245D-C470DD491D3C}"/>
              </a:ext>
            </a:extLst>
          </p:cNvPr>
          <p:cNvSpPr>
            <a:spLocks noGrp="1"/>
          </p:cNvSpPr>
          <p:nvPr>
            <p:ph type="dt" sz="half" idx="2"/>
          </p:nvPr>
        </p:nvSpPr>
        <p:spPr>
          <a:xfrm>
            <a:off x="6172200" y="6191250"/>
            <a:ext cx="2476500" cy="476250"/>
          </a:xfrm>
          <a:prstGeom prst="rect">
            <a:avLst/>
          </a:prstGeom>
        </p:spPr>
        <p:txBody>
          <a:bodyPr anchor="ctr" anchorCtr="0"/>
          <a:lstStyle>
            <a:lvl1pPr algn="r" eaLnBrk="1" fontAlgn="auto" latinLnBrk="0" hangingPunct="1">
              <a:spcBef>
                <a:spcPts val="0"/>
              </a:spcBef>
              <a:spcAft>
                <a:spcPts val="0"/>
              </a:spcAft>
              <a:defRPr kumimoji="0" sz="1400">
                <a:solidFill>
                  <a:schemeClr val="tx2"/>
                </a:solidFill>
                <a:latin typeface="+mn-lt"/>
                <a:cs typeface="+mn-cs"/>
              </a:defRPr>
            </a:lvl1pPr>
          </a:lstStyle>
          <a:p>
            <a:pPr>
              <a:defRPr/>
            </a:pPr>
            <a:fld id="{E42F730F-413E-4A06-9F3E-0337A7512D8A}" type="datetime1">
              <a:rPr lang="en-US"/>
              <a:pPr>
                <a:defRPr/>
              </a:pPr>
              <a:t>10/2/2025</a:t>
            </a:fld>
            <a:endParaRPr lang="en-US" dirty="0"/>
          </a:p>
        </p:txBody>
      </p:sp>
      <p:sp>
        <p:nvSpPr>
          <p:cNvPr id="3" name="Footer Placeholder 2">
            <a:extLst>
              <a:ext uri="{FF2B5EF4-FFF2-40B4-BE49-F238E27FC236}">
                <a16:creationId xmlns:a16="http://schemas.microsoft.com/office/drawing/2014/main" id="{BB77147A-AC35-3A21-2C32-590448BE306F}"/>
              </a:ext>
            </a:extLst>
          </p:cNvPr>
          <p:cNvSpPr>
            <a:spLocks noGrp="1"/>
          </p:cNvSpPr>
          <p:nvPr>
            <p:ph type="ftr" sz="quarter" idx="3"/>
          </p:nvPr>
        </p:nvSpPr>
        <p:spPr>
          <a:xfrm>
            <a:off x="914400" y="6172200"/>
            <a:ext cx="48768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r>
              <a:rPr lang="en-US"/>
              <a:t>Autonomous Robots -- Dr. Zawar Qayyum, 2010</a:t>
            </a:r>
          </a:p>
        </p:txBody>
      </p:sp>
      <p:sp>
        <p:nvSpPr>
          <p:cNvPr id="23" name="Slide Number Placeholder 22">
            <a:extLst>
              <a:ext uri="{FF2B5EF4-FFF2-40B4-BE49-F238E27FC236}">
                <a16:creationId xmlns:a16="http://schemas.microsoft.com/office/drawing/2014/main" id="{A54A593B-80AE-6B9C-94F9-04541265D75C}"/>
              </a:ext>
            </a:extLst>
          </p:cNvPr>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a:solidFill>
                  <a:srgbClr val="FFFFFF"/>
                </a:solidFill>
                <a:latin typeface="+mj-lt"/>
                <a:ea typeface="+mj-ea"/>
                <a:cs typeface="+mj-cs"/>
              </a:defRPr>
            </a:lvl1pPr>
          </a:lstStyle>
          <a:p>
            <a:pPr>
              <a:defRPr/>
            </a:pPr>
            <a:fld id="{09C08462-2215-4B46-A38A-21FD921D5024}"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96" r:id="rId1"/>
    <p:sldLayoutId id="2147483897" r:id="rId2"/>
    <p:sldLayoutId id="2147483898" r:id="rId3"/>
    <p:sldLayoutId id="2147483876" r:id="rId4"/>
    <p:sldLayoutId id="2147483877" r:id="rId5"/>
    <p:sldLayoutId id="2147483878" r:id="rId6"/>
    <p:sldLayoutId id="2147483879" r:id="rId7"/>
    <p:sldLayoutId id="2147483899" r:id="rId8"/>
    <p:sldLayoutId id="2147483900" r:id="rId9"/>
    <p:sldLayoutId id="2147483880" r:id="rId10"/>
    <p:sldLayoutId id="2147483881" r:id="rId11"/>
    <p:sldLayoutId id="2147483901" r:id="rId12"/>
  </p:sldLayoutIdLst>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a:defRPr>
      </a:lvl2pPr>
      <a:lvl3pPr algn="l" rtl="0" eaLnBrk="0" fontAlgn="base" hangingPunct="0">
        <a:spcBef>
          <a:spcPct val="0"/>
        </a:spcBef>
        <a:spcAft>
          <a:spcPct val="0"/>
        </a:spcAft>
        <a:defRPr sz="4000">
          <a:solidFill>
            <a:schemeClr val="tx2"/>
          </a:solidFill>
          <a:latin typeface="Franklin Gothic Book"/>
        </a:defRPr>
      </a:lvl3pPr>
      <a:lvl4pPr algn="l" rtl="0" eaLnBrk="0" fontAlgn="base" hangingPunct="0">
        <a:spcBef>
          <a:spcPct val="0"/>
        </a:spcBef>
        <a:spcAft>
          <a:spcPct val="0"/>
        </a:spcAft>
        <a:defRPr sz="4000">
          <a:solidFill>
            <a:schemeClr val="tx2"/>
          </a:solidFill>
          <a:latin typeface="Franklin Gothic Book"/>
        </a:defRPr>
      </a:lvl4pPr>
      <a:lvl5pPr algn="l" rtl="0" eaLnBrk="0" fontAlgn="base" hangingPunct="0">
        <a:spcBef>
          <a:spcPct val="0"/>
        </a:spcBef>
        <a:spcAft>
          <a:spcPct val="0"/>
        </a:spcAft>
        <a:defRPr sz="4000">
          <a:solidFill>
            <a:schemeClr val="tx2"/>
          </a:solidFill>
          <a:latin typeface="Franklin Gothic Book"/>
        </a:defRPr>
      </a:lvl5pPr>
      <a:lvl6pPr marL="457200" algn="l" rtl="0" fontAlgn="base">
        <a:spcBef>
          <a:spcPct val="0"/>
        </a:spcBef>
        <a:spcAft>
          <a:spcPct val="0"/>
        </a:spcAft>
        <a:defRPr sz="4000">
          <a:solidFill>
            <a:schemeClr val="tx2"/>
          </a:solidFill>
          <a:latin typeface="Franklin Gothic Book"/>
        </a:defRPr>
      </a:lvl6pPr>
      <a:lvl7pPr marL="914400" algn="l" rtl="0" fontAlgn="base">
        <a:spcBef>
          <a:spcPct val="0"/>
        </a:spcBef>
        <a:spcAft>
          <a:spcPct val="0"/>
        </a:spcAft>
        <a:defRPr sz="4000">
          <a:solidFill>
            <a:schemeClr val="tx2"/>
          </a:solidFill>
          <a:latin typeface="Franklin Gothic Book"/>
        </a:defRPr>
      </a:lvl7pPr>
      <a:lvl8pPr marL="1371600" algn="l" rtl="0" fontAlgn="base">
        <a:spcBef>
          <a:spcPct val="0"/>
        </a:spcBef>
        <a:spcAft>
          <a:spcPct val="0"/>
        </a:spcAft>
        <a:defRPr sz="4000">
          <a:solidFill>
            <a:schemeClr val="tx2"/>
          </a:solidFill>
          <a:latin typeface="Franklin Gothic Book"/>
        </a:defRPr>
      </a:lvl8pPr>
      <a:lvl9pPr marL="1828800" algn="l" rtl="0" fontAlgn="base">
        <a:spcBef>
          <a:spcPct val="0"/>
        </a:spcBef>
        <a:spcAft>
          <a:spcPct val="0"/>
        </a:spcAft>
        <a:defRPr sz="4000">
          <a:solidFill>
            <a:schemeClr val="tx2"/>
          </a:solidFill>
          <a:latin typeface="Franklin Gothic Book"/>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0169F82-F479-83E7-1872-7290F0788C84}"/>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060B3A1E-A014-FF29-FCAC-31112566F39F}"/>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100" name="Title Placeholder 21">
            <a:extLst>
              <a:ext uri="{FF2B5EF4-FFF2-40B4-BE49-F238E27FC236}">
                <a16:creationId xmlns:a16="http://schemas.microsoft.com/office/drawing/2014/main" id="{D8BFC55C-2164-518E-311A-32EDEC0965DB}"/>
              </a:ext>
            </a:extLst>
          </p:cNvPr>
          <p:cNvSpPr>
            <a:spLocks noGrp="1" noChangeArrowheads="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a:t>Click to edit Master title style</a:t>
            </a:r>
          </a:p>
        </p:txBody>
      </p:sp>
      <p:sp>
        <p:nvSpPr>
          <p:cNvPr id="4101" name="Text Placeholder 12">
            <a:extLst>
              <a:ext uri="{FF2B5EF4-FFF2-40B4-BE49-F238E27FC236}">
                <a16:creationId xmlns:a16="http://schemas.microsoft.com/office/drawing/2014/main" id="{31A4EB12-B1D4-98CE-6B53-42091F99A153}"/>
              </a:ext>
            </a:extLst>
          </p:cNvPr>
          <p:cNvSpPr>
            <a:spLocks noGrp="1" noChangeArrowheads="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44D5D0F5-2A75-FC49-4105-6F012952B79F}"/>
              </a:ext>
            </a:extLst>
          </p:cNvPr>
          <p:cNvSpPr>
            <a:spLocks noGrp="1"/>
          </p:cNvSpPr>
          <p:nvPr>
            <p:ph type="dt" sz="half" idx="2"/>
          </p:nvPr>
        </p:nvSpPr>
        <p:spPr>
          <a:xfrm>
            <a:off x="6172200" y="6191250"/>
            <a:ext cx="2476500" cy="476250"/>
          </a:xfrm>
          <a:prstGeom prst="rect">
            <a:avLst/>
          </a:prstGeom>
        </p:spPr>
        <p:txBody>
          <a:bodyPr anchor="ctr" anchorCtr="0"/>
          <a:lstStyle>
            <a:lvl1pPr algn="r" eaLnBrk="1" fontAlgn="auto" latinLnBrk="0" hangingPunct="1">
              <a:spcBef>
                <a:spcPts val="0"/>
              </a:spcBef>
              <a:spcAft>
                <a:spcPts val="0"/>
              </a:spcAft>
              <a:defRPr kumimoji="0" sz="1400">
                <a:solidFill>
                  <a:schemeClr val="tx2"/>
                </a:solidFill>
                <a:latin typeface="+mn-lt"/>
                <a:cs typeface="+mn-cs"/>
              </a:defRPr>
            </a:lvl1pPr>
          </a:lstStyle>
          <a:p>
            <a:pPr>
              <a:defRPr/>
            </a:pPr>
            <a:fld id="{3C29DDE1-E7C8-4F06-A9AE-FACC50885DAA}" type="datetime1">
              <a:rPr lang="en-US"/>
              <a:pPr>
                <a:defRPr/>
              </a:pPr>
              <a:t>10/2/2025</a:t>
            </a:fld>
            <a:endParaRPr lang="en-US" dirty="0"/>
          </a:p>
        </p:txBody>
      </p:sp>
      <p:sp>
        <p:nvSpPr>
          <p:cNvPr id="3" name="Footer Placeholder 2">
            <a:extLst>
              <a:ext uri="{FF2B5EF4-FFF2-40B4-BE49-F238E27FC236}">
                <a16:creationId xmlns:a16="http://schemas.microsoft.com/office/drawing/2014/main" id="{2F36F879-6AF8-ADD5-45EF-EA8B23884921}"/>
              </a:ext>
            </a:extLst>
          </p:cNvPr>
          <p:cNvSpPr>
            <a:spLocks noGrp="1"/>
          </p:cNvSpPr>
          <p:nvPr>
            <p:ph type="ftr" sz="quarter" idx="3"/>
          </p:nvPr>
        </p:nvSpPr>
        <p:spPr>
          <a:xfrm>
            <a:off x="914400" y="6172200"/>
            <a:ext cx="48768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r>
              <a:rPr lang="en-US"/>
              <a:t>Autonomous Robots -- Dr. Zawar Qayyum, 2010</a:t>
            </a:r>
          </a:p>
        </p:txBody>
      </p:sp>
      <p:sp>
        <p:nvSpPr>
          <p:cNvPr id="23" name="Slide Number Placeholder 22">
            <a:extLst>
              <a:ext uri="{FF2B5EF4-FFF2-40B4-BE49-F238E27FC236}">
                <a16:creationId xmlns:a16="http://schemas.microsoft.com/office/drawing/2014/main" id="{DC567DCC-CBCD-6EC7-1EA9-33EDD16E9295}"/>
              </a:ext>
            </a:extLst>
          </p:cNvPr>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a:solidFill>
                  <a:srgbClr val="FFFFFF"/>
                </a:solidFill>
                <a:latin typeface="+mj-lt"/>
                <a:ea typeface="+mj-ea"/>
                <a:cs typeface="+mj-cs"/>
              </a:defRPr>
            </a:lvl1pPr>
          </a:lstStyle>
          <a:p>
            <a:pPr>
              <a:defRPr/>
            </a:pPr>
            <a:fld id="{6FC08836-F74A-4DAA-B983-E332E96B5C15}"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902" r:id="rId1"/>
    <p:sldLayoutId id="2147483903" r:id="rId2"/>
    <p:sldLayoutId id="2147483904" r:id="rId3"/>
    <p:sldLayoutId id="2147483905" r:id="rId4"/>
    <p:sldLayoutId id="2147483906" r:id="rId5"/>
    <p:sldLayoutId id="2147483907" r:id="rId6"/>
    <p:sldLayoutId id="2147483908" r:id="rId7"/>
    <p:sldLayoutId id="2147483909" r:id="rId8"/>
    <p:sldLayoutId id="2147483910" r:id="rId9"/>
    <p:sldLayoutId id="2147483911" r:id="rId10"/>
    <p:sldLayoutId id="2147483912" r:id="rId11"/>
    <p:sldLayoutId id="2147483913" r:id="rId12"/>
  </p:sldLayoutIdLst>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a:defRPr>
      </a:lvl2pPr>
      <a:lvl3pPr algn="l" rtl="0" eaLnBrk="0" fontAlgn="base" hangingPunct="0">
        <a:spcBef>
          <a:spcPct val="0"/>
        </a:spcBef>
        <a:spcAft>
          <a:spcPct val="0"/>
        </a:spcAft>
        <a:defRPr sz="4000">
          <a:solidFill>
            <a:schemeClr val="tx2"/>
          </a:solidFill>
          <a:latin typeface="Franklin Gothic Book"/>
        </a:defRPr>
      </a:lvl3pPr>
      <a:lvl4pPr algn="l" rtl="0" eaLnBrk="0" fontAlgn="base" hangingPunct="0">
        <a:spcBef>
          <a:spcPct val="0"/>
        </a:spcBef>
        <a:spcAft>
          <a:spcPct val="0"/>
        </a:spcAft>
        <a:defRPr sz="4000">
          <a:solidFill>
            <a:schemeClr val="tx2"/>
          </a:solidFill>
          <a:latin typeface="Franklin Gothic Book"/>
        </a:defRPr>
      </a:lvl4pPr>
      <a:lvl5pPr algn="l" rtl="0" eaLnBrk="0" fontAlgn="base" hangingPunct="0">
        <a:spcBef>
          <a:spcPct val="0"/>
        </a:spcBef>
        <a:spcAft>
          <a:spcPct val="0"/>
        </a:spcAft>
        <a:defRPr sz="4000">
          <a:solidFill>
            <a:schemeClr val="tx2"/>
          </a:solidFill>
          <a:latin typeface="Franklin Gothic Book"/>
        </a:defRPr>
      </a:lvl5pPr>
      <a:lvl6pPr marL="457200" algn="l" rtl="0" fontAlgn="base">
        <a:spcBef>
          <a:spcPct val="0"/>
        </a:spcBef>
        <a:spcAft>
          <a:spcPct val="0"/>
        </a:spcAft>
        <a:defRPr sz="4000">
          <a:solidFill>
            <a:schemeClr val="tx2"/>
          </a:solidFill>
          <a:latin typeface="Franklin Gothic Book"/>
        </a:defRPr>
      </a:lvl6pPr>
      <a:lvl7pPr marL="914400" algn="l" rtl="0" fontAlgn="base">
        <a:spcBef>
          <a:spcPct val="0"/>
        </a:spcBef>
        <a:spcAft>
          <a:spcPct val="0"/>
        </a:spcAft>
        <a:defRPr sz="4000">
          <a:solidFill>
            <a:schemeClr val="tx2"/>
          </a:solidFill>
          <a:latin typeface="Franklin Gothic Book"/>
        </a:defRPr>
      </a:lvl7pPr>
      <a:lvl8pPr marL="1371600" algn="l" rtl="0" fontAlgn="base">
        <a:spcBef>
          <a:spcPct val="0"/>
        </a:spcBef>
        <a:spcAft>
          <a:spcPct val="0"/>
        </a:spcAft>
        <a:defRPr sz="4000">
          <a:solidFill>
            <a:schemeClr val="tx2"/>
          </a:solidFill>
          <a:latin typeface="Franklin Gothic Book"/>
        </a:defRPr>
      </a:lvl8pPr>
      <a:lvl9pPr marL="1828800" algn="l" rtl="0" fontAlgn="base">
        <a:spcBef>
          <a:spcPct val="0"/>
        </a:spcBef>
        <a:spcAft>
          <a:spcPct val="0"/>
        </a:spcAft>
        <a:defRPr sz="4000">
          <a:solidFill>
            <a:schemeClr val="tx2"/>
          </a:solidFill>
          <a:latin typeface="Franklin Gothic Book"/>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7CEB16-177C-11F3-6488-15217609B1F8}"/>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41EAD4DD-9D27-1FFD-AF29-68BC36D3A352}"/>
              </a:ext>
            </a:extLst>
          </p:cNvPr>
          <p:cNvSpPr/>
          <p:nvPr/>
        </p:nvSpPr>
        <p:spPr>
          <a:xfrm>
            <a:off x="112590" y="16510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6" name="Title Placeholder 21">
            <a:extLst>
              <a:ext uri="{FF2B5EF4-FFF2-40B4-BE49-F238E27FC236}">
                <a16:creationId xmlns:a16="http://schemas.microsoft.com/office/drawing/2014/main" id="{2B8B0024-D6D1-A70C-46F3-E369B45B67D1}"/>
              </a:ext>
            </a:extLst>
          </p:cNvPr>
          <p:cNvSpPr>
            <a:spLocks noGrp="1" noChangeArrowheads="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dirty="0"/>
              <a:t>Click to edit Master title style</a:t>
            </a:r>
          </a:p>
        </p:txBody>
      </p:sp>
      <p:sp>
        <p:nvSpPr>
          <p:cNvPr id="3077" name="Text Placeholder 12">
            <a:extLst>
              <a:ext uri="{FF2B5EF4-FFF2-40B4-BE49-F238E27FC236}">
                <a16:creationId xmlns:a16="http://schemas.microsoft.com/office/drawing/2014/main" id="{3488A6D1-71AB-0EF0-882A-8AEDA58A8733}"/>
              </a:ext>
            </a:extLst>
          </p:cNvPr>
          <p:cNvSpPr>
            <a:spLocks noGrp="1" noChangeArrowheads="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3" name="Footer Placeholder 2">
            <a:extLst>
              <a:ext uri="{FF2B5EF4-FFF2-40B4-BE49-F238E27FC236}">
                <a16:creationId xmlns:a16="http://schemas.microsoft.com/office/drawing/2014/main" id="{F37FCC0C-B39C-DCE5-066A-B9F6AFE491FC}"/>
              </a:ext>
            </a:extLst>
          </p:cNvPr>
          <p:cNvSpPr>
            <a:spLocks noGrp="1"/>
          </p:cNvSpPr>
          <p:nvPr>
            <p:ph type="ftr" sz="quarter" idx="3"/>
          </p:nvPr>
        </p:nvSpPr>
        <p:spPr>
          <a:xfrm>
            <a:off x="2555776" y="6500192"/>
            <a:ext cx="48768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23" name="Slide Number Placeholder 22">
            <a:extLst>
              <a:ext uri="{FF2B5EF4-FFF2-40B4-BE49-F238E27FC236}">
                <a16:creationId xmlns:a16="http://schemas.microsoft.com/office/drawing/2014/main" id="{7CCC2D68-25F4-B5E2-90AE-129685EECD21}"/>
              </a:ext>
            </a:extLst>
          </p:cNvPr>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a:solidFill>
                  <a:srgbClr val="FFFFFF"/>
                </a:solidFill>
                <a:latin typeface="+mj-lt"/>
                <a:ea typeface="+mj-ea"/>
                <a:cs typeface="+mj-cs"/>
              </a:defRPr>
            </a:lvl1pPr>
          </a:lstStyle>
          <a:p>
            <a:pPr>
              <a:defRPr/>
            </a:pPr>
            <a:fld id="{688D1139-B686-4DC4-A8B1-655130D02E34}" type="slidenum">
              <a:rPr lang="en-US"/>
              <a:pPr>
                <a:defRPr/>
              </a:pPr>
              <a:t>‹#›</a:t>
            </a:fld>
            <a:endParaRPr lang="en-US" dirty="0"/>
          </a:p>
        </p:txBody>
      </p:sp>
    </p:spTree>
    <p:extLst>
      <p:ext uri="{BB962C8B-B14F-4D97-AF65-F5344CB8AC3E}">
        <p14:creationId xmlns:p14="http://schemas.microsoft.com/office/powerpoint/2010/main" val="583938932"/>
      </p:ext>
    </p:extLst>
  </p:cSld>
  <p:clrMap bg1="lt1" tx1="dk1" bg2="lt2" tx2="dk2" accent1="accent1" accent2="accent2" accent3="accent3" accent4="accent4" accent5="accent5" accent6="accent6" hlink="hlink" folHlink="folHlink"/>
  <p:sldLayoutIdLst>
    <p:sldLayoutId id="2147483915" r:id="rId1"/>
    <p:sldLayoutId id="2147483916" r:id="rId2"/>
    <p:sldLayoutId id="2147483917" r:id="rId3"/>
    <p:sldLayoutId id="2147483918" r:id="rId4"/>
    <p:sldLayoutId id="2147483919" r:id="rId5"/>
    <p:sldLayoutId id="2147483920" r:id="rId6"/>
    <p:sldLayoutId id="2147483921" r:id="rId7"/>
  </p:sldLayoutIdLst>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a:defRPr>
      </a:lvl2pPr>
      <a:lvl3pPr algn="l" rtl="0" eaLnBrk="0" fontAlgn="base" hangingPunct="0">
        <a:spcBef>
          <a:spcPct val="0"/>
        </a:spcBef>
        <a:spcAft>
          <a:spcPct val="0"/>
        </a:spcAft>
        <a:defRPr sz="4000">
          <a:solidFill>
            <a:schemeClr val="tx2"/>
          </a:solidFill>
          <a:latin typeface="Franklin Gothic Book"/>
        </a:defRPr>
      </a:lvl3pPr>
      <a:lvl4pPr algn="l" rtl="0" eaLnBrk="0" fontAlgn="base" hangingPunct="0">
        <a:spcBef>
          <a:spcPct val="0"/>
        </a:spcBef>
        <a:spcAft>
          <a:spcPct val="0"/>
        </a:spcAft>
        <a:defRPr sz="4000">
          <a:solidFill>
            <a:schemeClr val="tx2"/>
          </a:solidFill>
          <a:latin typeface="Franklin Gothic Book"/>
        </a:defRPr>
      </a:lvl4pPr>
      <a:lvl5pPr algn="l" rtl="0" eaLnBrk="0" fontAlgn="base" hangingPunct="0">
        <a:spcBef>
          <a:spcPct val="0"/>
        </a:spcBef>
        <a:spcAft>
          <a:spcPct val="0"/>
        </a:spcAft>
        <a:defRPr sz="4000">
          <a:solidFill>
            <a:schemeClr val="tx2"/>
          </a:solidFill>
          <a:latin typeface="Franklin Gothic Book"/>
        </a:defRPr>
      </a:lvl5pPr>
      <a:lvl6pPr marL="457200" algn="l" rtl="0" fontAlgn="base">
        <a:spcBef>
          <a:spcPct val="0"/>
        </a:spcBef>
        <a:spcAft>
          <a:spcPct val="0"/>
        </a:spcAft>
        <a:defRPr sz="4000">
          <a:solidFill>
            <a:schemeClr val="tx2"/>
          </a:solidFill>
          <a:latin typeface="Franklin Gothic Book"/>
        </a:defRPr>
      </a:lvl6pPr>
      <a:lvl7pPr marL="914400" algn="l" rtl="0" fontAlgn="base">
        <a:spcBef>
          <a:spcPct val="0"/>
        </a:spcBef>
        <a:spcAft>
          <a:spcPct val="0"/>
        </a:spcAft>
        <a:defRPr sz="4000">
          <a:solidFill>
            <a:schemeClr val="tx2"/>
          </a:solidFill>
          <a:latin typeface="Franklin Gothic Book"/>
        </a:defRPr>
      </a:lvl7pPr>
      <a:lvl8pPr marL="1371600" algn="l" rtl="0" fontAlgn="base">
        <a:spcBef>
          <a:spcPct val="0"/>
        </a:spcBef>
        <a:spcAft>
          <a:spcPct val="0"/>
        </a:spcAft>
        <a:defRPr sz="4000">
          <a:solidFill>
            <a:schemeClr val="tx2"/>
          </a:solidFill>
          <a:latin typeface="Franklin Gothic Book"/>
        </a:defRPr>
      </a:lvl8pPr>
      <a:lvl9pPr marL="1828800" algn="l" rtl="0" fontAlgn="base">
        <a:spcBef>
          <a:spcPct val="0"/>
        </a:spcBef>
        <a:spcAft>
          <a:spcPct val="0"/>
        </a:spcAft>
        <a:defRPr sz="4000">
          <a:solidFill>
            <a:schemeClr val="tx2"/>
          </a:solidFill>
          <a:latin typeface="Franklin Gothic Book"/>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C284E1F-2A18-27F9-8F15-8571421702BF}"/>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DDC50EE7-1BCF-DAD9-E0A1-3146123658BB}"/>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100" name="Title Placeholder 21">
            <a:extLst>
              <a:ext uri="{FF2B5EF4-FFF2-40B4-BE49-F238E27FC236}">
                <a16:creationId xmlns:a16="http://schemas.microsoft.com/office/drawing/2014/main" id="{DDAFD58B-1D75-FAE5-4BDD-D42F21EB95D6}"/>
              </a:ext>
            </a:extLst>
          </p:cNvPr>
          <p:cNvSpPr>
            <a:spLocks noGrp="1" noChangeArrowheads="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a:t>Click to edit Master title style</a:t>
            </a:r>
          </a:p>
        </p:txBody>
      </p:sp>
      <p:sp>
        <p:nvSpPr>
          <p:cNvPr id="4101" name="Text Placeholder 12">
            <a:extLst>
              <a:ext uri="{FF2B5EF4-FFF2-40B4-BE49-F238E27FC236}">
                <a16:creationId xmlns:a16="http://schemas.microsoft.com/office/drawing/2014/main" id="{131E2B7A-C2B8-B640-E0E4-081A76183572}"/>
              </a:ext>
            </a:extLst>
          </p:cNvPr>
          <p:cNvSpPr>
            <a:spLocks noGrp="1" noChangeArrowheads="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9F192308-C645-BD59-51F8-500FCE14E984}"/>
              </a:ext>
            </a:extLst>
          </p:cNvPr>
          <p:cNvSpPr>
            <a:spLocks noGrp="1"/>
          </p:cNvSpPr>
          <p:nvPr>
            <p:ph type="dt" sz="half" idx="2"/>
          </p:nvPr>
        </p:nvSpPr>
        <p:spPr>
          <a:xfrm>
            <a:off x="6172200" y="6191250"/>
            <a:ext cx="2476500" cy="476250"/>
          </a:xfrm>
          <a:prstGeom prst="rect">
            <a:avLst/>
          </a:prstGeom>
        </p:spPr>
        <p:txBody>
          <a:bodyPr anchor="ctr" anchorCtr="0"/>
          <a:lstStyle>
            <a:lvl1pPr algn="r" eaLnBrk="1" fontAlgn="auto" latinLnBrk="0" hangingPunct="1">
              <a:spcBef>
                <a:spcPts val="0"/>
              </a:spcBef>
              <a:spcAft>
                <a:spcPts val="0"/>
              </a:spcAft>
              <a:defRPr kumimoji="0" sz="1400">
                <a:solidFill>
                  <a:schemeClr val="tx2"/>
                </a:solidFill>
                <a:latin typeface="+mn-lt"/>
                <a:cs typeface="+mn-cs"/>
              </a:defRPr>
            </a:lvl1pPr>
          </a:lstStyle>
          <a:p>
            <a:pPr>
              <a:defRPr/>
            </a:pPr>
            <a:fld id="{526296D6-2214-47AB-B7F2-84A7E044C3C1}" type="datetime1">
              <a:rPr lang="en-US"/>
              <a:pPr>
                <a:defRPr/>
              </a:pPr>
              <a:t>10/1/2025</a:t>
            </a:fld>
            <a:endParaRPr lang="en-US" dirty="0"/>
          </a:p>
        </p:txBody>
      </p:sp>
      <p:sp>
        <p:nvSpPr>
          <p:cNvPr id="3" name="Footer Placeholder 2">
            <a:extLst>
              <a:ext uri="{FF2B5EF4-FFF2-40B4-BE49-F238E27FC236}">
                <a16:creationId xmlns:a16="http://schemas.microsoft.com/office/drawing/2014/main" id="{41A5F5D4-7914-E07E-AF72-54B2314749FC}"/>
              </a:ext>
            </a:extLst>
          </p:cNvPr>
          <p:cNvSpPr>
            <a:spLocks noGrp="1"/>
          </p:cNvSpPr>
          <p:nvPr>
            <p:ph type="ftr" sz="quarter" idx="3"/>
          </p:nvPr>
        </p:nvSpPr>
        <p:spPr>
          <a:xfrm>
            <a:off x="914400" y="6172200"/>
            <a:ext cx="48768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r>
              <a:rPr lang="en-US"/>
              <a:t>Autonomous Robots -- Dr. Zawar Qayyum, 2010</a:t>
            </a:r>
          </a:p>
        </p:txBody>
      </p:sp>
      <p:sp>
        <p:nvSpPr>
          <p:cNvPr id="23" name="Slide Number Placeholder 22">
            <a:extLst>
              <a:ext uri="{FF2B5EF4-FFF2-40B4-BE49-F238E27FC236}">
                <a16:creationId xmlns:a16="http://schemas.microsoft.com/office/drawing/2014/main" id="{2DC9E097-02C2-5D91-1FA5-6AA6147F6AE8}"/>
              </a:ext>
            </a:extLst>
          </p:cNvPr>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a:solidFill>
                  <a:srgbClr val="FFFFFF"/>
                </a:solidFill>
                <a:latin typeface="+mj-lt"/>
                <a:ea typeface="+mj-ea"/>
                <a:cs typeface="+mj-cs"/>
              </a:defRPr>
            </a:lvl1pPr>
          </a:lstStyle>
          <a:p>
            <a:pPr>
              <a:defRPr/>
            </a:pPr>
            <a:fld id="{E1E73A4F-D181-448E-8CD3-41A64795CDFD}" type="slidenum">
              <a:rPr lang="en-US"/>
              <a:pPr>
                <a:defRPr/>
              </a:pPr>
              <a:t>‹#›</a:t>
            </a:fld>
            <a:endParaRPr lang="en-US" dirty="0"/>
          </a:p>
        </p:txBody>
      </p:sp>
    </p:spTree>
    <p:extLst>
      <p:ext uri="{BB962C8B-B14F-4D97-AF65-F5344CB8AC3E}">
        <p14:creationId xmlns:p14="http://schemas.microsoft.com/office/powerpoint/2010/main" val="129015039"/>
      </p:ext>
    </p:extLst>
  </p:cSld>
  <p:clrMap bg1="lt1" tx1="dk1" bg2="lt2" tx2="dk2" accent1="accent1" accent2="accent2" accent3="accent3" accent4="accent4" accent5="accent5" accent6="accent6" hlink="hlink" folHlink="folHlink"/>
  <p:sldLayoutIdLst>
    <p:sldLayoutId id="2147483923" r:id="rId1"/>
    <p:sldLayoutId id="2147483924" r:id="rId2"/>
    <p:sldLayoutId id="2147483925" r:id="rId3"/>
    <p:sldLayoutId id="2147483926" r:id="rId4"/>
    <p:sldLayoutId id="2147483927" r:id="rId5"/>
    <p:sldLayoutId id="2147483928" r:id="rId6"/>
    <p:sldLayoutId id="2147483929" r:id="rId7"/>
    <p:sldLayoutId id="2147483930" r:id="rId8"/>
    <p:sldLayoutId id="2147483931" r:id="rId9"/>
    <p:sldLayoutId id="2147483932" r:id="rId10"/>
    <p:sldLayoutId id="2147483933" r:id="rId11"/>
    <p:sldLayoutId id="2147483934" r:id="rId12"/>
  </p:sldLayoutIdLst>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a:defRPr>
      </a:lvl2pPr>
      <a:lvl3pPr algn="l" rtl="0" eaLnBrk="0" fontAlgn="base" hangingPunct="0">
        <a:spcBef>
          <a:spcPct val="0"/>
        </a:spcBef>
        <a:spcAft>
          <a:spcPct val="0"/>
        </a:spcAft>
        <a:defRPr sz="4000">
          <a:solidFill>
            <a:schemeClr val="tx2"/>
          </a:solidFill>
          <a:latin typeface="Franklin Gothic Book"/>
        </a:defRPr>
      </a:lvl3pPr>
      <a:lvl4pPr algn="l" rtl="0" eaLnBrk="0" fontAlgn="base" hangingPunct="0">
        <a:spcBef>
          <a:spcPct val="0"/>
        </a:spcBef>
        <a:spcAft>
          <a:spcPct val="0"/>
        </a:spcAft>
        <a:defRPr sz="4000">
          <a:solidFill>
            <a:schemeClr val="tx2"/>
          </a:solidFill>
          <a:latin typeface="Franklin Gothic Book"/>
        </a:defRPr>
      </a:lvl4pPr>
      <a:lvl5pPr algn="l" rtl="0" eaLnBrk="0" fontAlgn="base" hangingPunct="0">
        <a:spcBef>
          <a:spcPct val="0"/>
        </a:spcBef>
        <a:spcAft>
          <a:spcPct val="0"/>
        </a:spcAft>
        <a:defRPr sz="4000">
          <a:solidFill>
            <a:schemeClr val="tx2"/>
          </a:solidFill>
          <a:latin typeface="Franklin Gothic Book"/>
        </a:defRPr>
      </a:lvl5pPr>
      <a:lvl6pPr marL="457200" algn="l" rtl="0" fontAlgn="base">
        <a:spcBef>
          <a:spcPct val="0"/>
        </a:spcBef>
        <a:spcAft>
          <a:spcPct val="0"/>
        </a:spcAft>
        <a:defRPr sz="4000">
          <a:solidFill>
            <a:schemeClr val="tx2"/>
          </a:solidFill>
          <a:latin typeface="Franklin Gothic Book"/>
        </a:defRPr>
      </a:lvl6pPr>
      <a:lvl7pPr marL="914400" algn="l" rtl="0" fontAlgn="base">
        <a:spcBef>
          <a:spcPct val="0"/>
        </a:spcBef>
        <a:spcAft>
          <a:spcPct val="0"/>
        </a:spcAft>
        <a:defRPr sz="4000">
          <a:solidFill>
            <a:schemeClr val="tx2"/>
          </a:solidFill>
          <a:latin typeface="Franklin Gothic Book"/>
        </a:defRPr>
      </a:lvl7pPr>
      <a:lvl8pPr marL="1371600" algn="l" rtl="0" fontAlgn="base">
        <a:spcBef>
          <a:spcPct val="0"/>
        </a:spcBef>
        <a:spcAft>
          <a:spcPct val="0"/>
        </a:spcAft>
        <a:defRPr sz="4000">
          <a:solidFill>
            <a:schemeClr val="tx2"/>
          </a:solidFill>
          <a:latin typeface="Franklin Gothic Book"/>
        </a:defRPr>
      </a:lvl8pPr>
      <a:lvl9pPr marL="1828800" algn="l" rtl="0" fontAlgn="base">
        <a:spcBef>
          <a:spcPct val="0"/>
        </a:spcBef>
        <a:spcAft>
          <a:spcPct val="0"/>
        </a:spcAft>
        <a:defRPr sz="4000">
          <a:solidFill>
            <a:schemeClr val="tx2"/>
          </a:solidFill>
          <a:latin typeface="Franklin Gothic Book"/>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jpeg"/><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6.png"/><Relationship Id="rId1" Type="http://schemas.openxmlformats.org/officeDocument/2006/relationships/slideLayout" Target="../slideLayouts/slideLayout33.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oleObject" Target="../embeddings/oleObject1.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2">
            <a:extLst>
              <a:ext uri="{FF2B5EF4-FFF2-40B4-BE49-F238E27FC236}">
                <a16:creationId xmlns:a16="http://schemas.microsoft.com/office/drawing/2014/main" id="{6E223CA5-28DF-4EB8-9015-D48A747CA2F9}"/>
              </a:ext>
            </a:extLst>
          </p:cNvPr>
          <p:cNvSpPr>
            <a:spLocks noGrp="1" noChangeArrowheads="1"/>
          </p:cNvSpPr>
          <p:nvPr>
            <p:ph type="ctrTitle"/>
          </p:nvPr>
        </p:nvSpPr>
        <p:spPr>
          <a:xfrm>
            <a:off x="457200" y="1506538"/>
            <a:ext cx="8229600" cy="1470025"/>
          </a:xfrm>
        </p:spPr>
        <p:txBody>
          <a:bodyPr/>
          <a:lstStyle/>
          <a:p>
            <a:pPr eaLnBrk="1" hangingPunct="1"/>
            <a:r>
              <a:rPr altLang="en-US" b="1" dirty="0">
                <a:solidFill>
                  <a:srgbClr val="000099"/>
                </a:solidFill>
                <a:latin typeface="Cambria" panose="02040503050406030204" pitchFamily="18" charset="0"/>
                <a:ea typeface="Cambria" panose="02040503050406030204" pitchFamily="18" charset="0"/>
              </a:rPr>
              <a:t>CC-215</a:t>
            </a:r>
            <a:br>
              <a:rPr altLang="en-US" dirty="0">
                <a:solidFill>
                  <a:srgbClr val="000099"/>
                </a:solidFill>
                <a:latin typeface="Cambria" panose="02040503050406030204" pitchFamily="18" charset="0"/>
                <a:ea typeface="Cambria" panose="02040503050406030204" pitchFamily="18" charset="0"/>
              </a:rPr>
            </a:br>
            <a:r>
              <a:rPr altLang="en-US" b="1" dirty="0">
                <a:solidFill>
                  <a:srgbClr val="FFFF00"/>
                </a:solidFill>
                <a:latin typeface="Cambria" panose="02040503050406030204" pitchFamily="18" charset="0"/>
                <a:ea typeface="Cambria" panose="02040503050406030204" pitchFamily="18" charset="0"/>
              </a:rPr>
              <a:t>Database Systems</a:t>
            </a:r>
          </a:p>
        </p:txBody>
      </p:sp>
      <p:sp>
        <p:nvSpPr>
          <p:cNvPr id="2" name="Rectangle 2">
            <a:extLst>
              <a:ext uri="{FF2B5EF4-FFF2-40B4-BE49-F238E27FC236}">
                <a16:creationId xmlns:a16="http://schemas.microsoft.com/office/drawing/2014/main" id="{BE4B3138-A767-7D60-38B3-56978D7D4200}"/>
              </a:ext>
            </a:extLst>
          </p:cNvPr>
          <p:cNvSpPr txBox="1">
            <a:spLocks noChangeArrowheads="1"/>
          </p:cNvSpPr>
          <p:nvPr/>
        </p:nvSpPr>
        <p:spPr bwMode="auto">
          <a:xfrm>
            <a:off x="1256191" y="3171999"/>
            <a:ext cx="6477000" cy="1279530"/>
          </a:xfrm>
          <a:prstGeom prst="rect">
            <a:avLst/>
          </a:prstGeom>
          <a:noFill/>
          <a:ln w="19050">
            <a:solidFill>
              <a:schemeClr val="tx1"/>
            </a:solidFill>
          </a:ln>
        </p:spPr>
        <p:txBody>
          <a:bodyPr tIns="274320" bIns="182880"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ctr" defTabSz="914400" rtl="0" eaLnBrk="1" fontAlgn="base" latinLnBrk="0" hangingPunct="1">
              <a:lnSpc>
                <a:spcPct val="100000"/>
              </a:lnSpc>
              <a:spcBef>
                <a:spcPts val="1200"/>
              </a:spcBef>
              <a:spcAft>
                <a:spcPts val="0"/>
              </a:spcAft>
              <a:buClrTx/>
              <a:buSzTx/>
              <a:buFontTx/>
              <a:buNone/>
              <a:tabLst/>
              <a:defRPr/>
            </a:pPr>
            <a:r>
              <a:rPr kumimoji="0" lang="en-US" sz="3200" b="1" i="0" u="none" strike="noStrike" kern="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j-cs"/>
              </a:rPr>
              <a:t>— Unit 5 —</a:t>
            </a:r>
            <a:br>
              <a:rPr kumimoji="0" lang="en-US" sz="32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r>
              <a:rPr kumimoji="0" lang="en-US" sz="32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t>Relational Algebra</a:t>
            </a:r>
            <a:endParaRPr kumimoji="0" lang="en-US" sz="2400" b="1" i="0" u="none" strike="noStrike" kern="120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endParaRPr>
          </a:p>
        </p:txBody>
      </p:sp>
      <p:sp>
        <p:nvSpPr>
          <p:cNvPr id="7" name="Rectangle 2">
            <a:extLst>
              <a:ext uri="{FF2B5EF4-FFF2-40B4-BE49-F238E27FC236}">
                <a16:creationId xmlns:a16="http://schemas.microsoft.com/office/drawing/2014/main" id="{157297BE-EE28-F676-BE56-7D8A7B565F16}"/>
              </a:ext>
            </a:extLst>
          </p:cNvPr>
          <p:cNvSpPr txBox="1">
            <a:spLocks noChangeArrowheads="1"/>
          </p:cNvSpPr>
          <p:nvPr/>
        </p:nvSpPr>
        <p:spPr bwMode="auto">
          <a:xfrm>
            <a:off x="5652120" y="4637620"/>
            <a:ext cx="3233199" cy="2016224"/>
          </a:xfrm>
          <a:prstGeom prst="rect">
            <a:avLst/>
          </a:prstGeom>
          <a:noFill/>
          <a:ln w="19050">
            <a:solidFill>
              <a:srgbClr val="000000"/>
            </a:solidFill>
            <a:miter lim="800000"/>
            <a:headEnd/>
            <a:tailEnd/>
          </a:ln>
        </p:spPr>
        <p:txBody>
          <a:bodyPr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ctr" defTabSz="914400" rtl="0" eaLnBrk="1" fontAlgn="base" latinLnBrk="0" hangingPunct="1">
              <a:lnSpc>
                <a:spcPct val="100000"/>
              </a:lnSpc>
              <a:spcBef>
                <a:spcPts val="1800"/>
              </a:spcBef>
              <a:spcAft>
                <a:spcPts val="600"/>
              </a:spcAft>
              <a:buClrTx/>
              <a:buSzTx/>
              <a:buFontTx/>
              <a:buNone/>
              <a:tabLst/>
              <a:defRPr/>
            </a:pPr>
            <a:br>
              <a:rPr kumimoji="0" lang="en-US" sz="32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br>
            <a:r>
              <a:rPr kumimoji="0" lang="en-US" sz="28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t>Dr. Asif Sohail</a:t>
            </a:r>
            <a:br>
              <a:rPr kumimoji="0" lang="en-US" sz="28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br>
              <a:rPr kumimoji="0" lang="en-US" sz="12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r>
              <a:rPr kumimoji="0" lang="en-US" altLang="en-US" sz="2000" b="0" i="0" u="none" strike="noStrike" kern="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mj-cs"/>
              </a:rPr>
              <a:t>University of the Punjab</a:t>
            </a:r>
            <a:b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br>
            <a: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t>Department of Information Technology, FCIT</a:t>
            </a:r>
            <a:br>
              <a:rPr kumimoji="0" lang="de-AT" altLang="en-US" sz="18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br>
            <a:endParaRPr kumimoji="0" lang="en-US" sz="32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endParaRPr>
          </a:p>
        </p:txBody>
      </p:sp>
      <p:pic>
        <p:nvPicPr>
          <p:cNvPr id="4" name="Picture 10">
            <a:extLst>
              <a:ext uri="{FF2B5EF4-FFF2-40B4-BE49-F238E27FC236}">
                <a16:creationId xmlns:a16="http://schemas.microsoft.com/office/drawing/2014/main" id="{6B819144-AC91-20AF-4E39-1CC6743EA6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917" y="295275"/>
            <a:ext cx="8032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2">
            <a:extLst>
              <a:ext uri="{FF2B5EF4-FFF2-40B4-BE49-F238E27FC236}">
                <a16:creationId xmlns:a16="http://schemas.microsoft.com/office/drawing/2014/main" id="{7C24E2FC-DC72-6DE9-973D-DFAF2B2A75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95275"/>
            <a:ext cx="9556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a:extLst>
              <a:ext uri="{FF2B5EF4-FFF2-40B4-BE49-F238E27FC236}">
                <a16:creationId xmlns:a16="http://schemas.microsoft.com/office/drawing/2014/main" id="{CFC7106B-BDE5-751B-3CDA-7C878E45D349}"/>
              </a:ext>
            </a:extLst>
          </p:cNvPr>
          <p:cNvSpPr txBox="1">
            <a:spLocks noChangeArrowheads="1"/>
          </p:cNvSpPr>
          <p:nvPr/>
        </p:nvSpPr>
        <p:spPr bwMode="auto">
          <a:xfrm>
            <a:off x="323528" y="4653136"/>
            <a:ext cx="5069656" cy="2016224"/>
          </a:xfrm>
          <a:prstGeom prst="rect">
            <a:avLst/>
          </a:prstGeom>
          <a:noFill/>
          <a:ln w="19050">
            <a:solidFill>
              <a:srgbClr val="000000"/>
            </a:solidFill>
            <a:miter lim="800000"/>
            <a:headEnd/>
            <a:tailEnd/>
          </a:ln>
        </p:spPr>
        <p:txBody>
          <a:bodyPr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br>
              <a:rPr kumimoji="0" lang="en-US" sz="18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br>
            <a:endParaRPr kumimoji="0" lang="en-US" sz="18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Some slides and/or pictures are adapted from Lecture slides / Books of</a:t>
            </a:r>
          </a:p>
          <a:p>
            <a:pPr marL="685800" marR="0" lvl="1" indent="-228600" algn="l" defTabSz="914400" rtl="0" eaLnBrk="1" fontAlgn="base" latinLnBrk="0" hangingPunct="1">
              <a:lnSpc>
                <a:spcPct val="100000"/>
              </a:lnSpc>
              <a:spcBef>
                <a:spcPct val="0"/>
              </a:spcBef>
              <a:spcAft>
                <a:spcPct val="0"/>
              </a:spcAft>
              <a:buClr>
                <a:srgbClr val="FF0000"/>
              </a:buClr>
              <a:buSzTx/>
              <a:buFontTx/>
              <a:buChar char="•"/>
              <a:tabLst/>
              <a:defRPr/>
            </a:pPr>
            <a:r>
              <a:rPr kumimoji="0" lang="en-US" sz="1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n-cs"/>
              </a:rPr>
              <a:t>Peter Rob</a:t>
            </a:r>
          </a:p>
          <a:p>
            <a:pPr marL="685800" marR="0" lvl="1" indent="-228600" algn="l" defTabSz="914400" rtl="0" eaLnBrk="1" fontAlgn="base" latinLnBrk="0" hangingPunct="1">
              <a:lnSpc>
                <a:spcPct val="100000"/>
              </a:lnSpc>
              <a:spcBef>
                <a:spcPct val="0"/>
              </a:spcBef>
              <a:spcAft>
                <a:spcPct val="0"/>
              </a:spcAft>
              <a:buClr>
                <a:srgbClr val="FF0000"/>
              </a:buClr>
              <a:buSzTx/>
              <a:buFontTx/>
              <a:buChar char="•"/>
              <a:tabLst/>
              <a:defRPr/>
            </a:pPr>
            <a:r>
              <a:rPr kumimoji="0" lang="en-US" sz="1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n-cs"/>
              </a:rPr>
              <a:t>Jeffery. A. Hoffer</a:t>
            </a:r>
          </a:p>
          <a:p>
            <a:pPr marL="685800" marR="0" lvl="1" indent="-228600" algn="l" defTabSz="914400" rtl="0" eaLnBrk="1" fontAlgn="base" latinLnBrk="0" hangingPunct="1">
              <a:lnSpc>
                <a:spcPct val="100000"/>
              </a:lnSpc>
              <a:spcBef>
                <a:spcPct val="0"/>
              </a:spcBef>
              <a:spcAft>
                <a:spcPct val="0"/>
              </a:spcAft>
              <a:buClr>
                <a:srgbClr val="FF0000"/>
              </a:buClr>
              <a:buSzTx/>
              <a:buFontTx/>
              <a:buChar char="•"/>
              <a:tabLst/>
              <a:defRPr/>
            </a:pPr>
            <a:r>
              <a:rPr kumimoji="0" lang="en-US" sz="1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n-cs"/>
              </a:rPr>
              <a:t>Thomas M. Connolly</a:t>
            </a:r>
          </a:p>
          <a:p>
            <a:pPr marL="685800" marR="0" lvl="1" indent="-228600" algn="l" defTabSz="914400" rtl="0" eaLnBrk="1" fontAlgn="base" latinLnBrk="0" hangingPunct="1">
              <a:lnSpc>
                <a:spcPct val="100000"/>
              </a:lnSpc>
              <a:spcBef>
                <a:spcPct val="0"/>
              </a:spcBef>
              <a:spcAft>
                <a:spcPct val="0"/>
              </a:spcAft>
              <a:buClr>
                <a:srgbClr val="FF0000"/>
              </a:buClr>
              <a:buSzTx/>
              <a:buFontTx/>
              <a:buChar char="•"/>
              <a:tabLst/>
              <a:defRPr/>
            </a:pPr>
            <a:r>
              <a:rPr kumimoji="0" lang="en-US" sz="1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n-cs"/>
              </a:rPr>
              <a:t>Ramez Elmasri</a:t>
            </a:r>
          </a:p>
          <a:p>
            <a:pPr marL="685800" marR="0" lvl="1" indent="-228600" algn="l" defTabSz="914400" rtl="0" eaLnBrk="1" fontAlgn="base" latinLnBrk="0" hangingPunct="1">
              <a:lnSpc>
                <a:spcPct val="100000"/>
              </a:lnSpc>
              <a:spcBef>
                <a:spcPct val="0"/>
              </a:spcBef>
              <a:spcAft>
                <a:spcPct val="0"/>
              </a:spcAft>
              <a:buClr>
                <a:srgbClr val="FF0000"/>
              </a:buClr>
              <a:buSzTx/>
              <a:buFontTx/>
              <a:buChar char="•"/>
              <a:tabLst/>
              <a:defRPr/>
            </a:pPr>
            <a:r>
              <a:rPr kumimoji="0" lang="en-US" sz="1800" b="0" i="0" u="none" strike="noStrike" kern="1200" cap="none" spc="0" normalizeH="0" baseline="0" noProof="0" dirty="0" err="1">
                <a:ln>
                  <a:noFill/>
                </a:ln>
                <a:solidFill>
                  <a:srgbClr val="0000CC"/>
                </a:solidFill>
                <a:effectLst/>
                <a:uLnTx/>
                <a:uFillTx/>
                <a:latin typeface="Cambria" panose="02040503050406030204" pitchFamily="18" charset="0"/>
                <a:ea typeface="Cambria" panose="02040503050406030204" pitchFamily="18" charset="0"/>
                <a:cs typeface="+mn-cs"/>
              </a:rPr>
              <a:t>Silberschtaz</a:t>
            </a:r>
            <a:endParaRPr kumimoji="0" lang="en-US" sz="1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n-cs"/>
            </a:endParaRPr>
          </a:p>
          <a:p>
            <a:pPr marL="0" marR="0" lvl="0" indent="0" algn="l" defTabSz="914400" rtl="0" eaLnBrk="1" fontAlgn="base" latinLnBrk="0" hangingPunct="1">
              <a:lnSpc>
                <a:spcPct val="100000"/>
              </a:lnSpc>
              <a:spcBef>
                <a:spcPts val="1800"/>
              </a:spcBef>
              <a:spcAft>
                <a:spcPts val="60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27076-3633-EBCD-0E61-CB099789D89C}"/>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DF20DC55-BAC7-D8A0-A35D-4EC135B60335}"/>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Introduction</a:t>
            </a:r>
          </a:p>
        </p:txBody>
      </p:sp>
      <p:sp>
        <p:nvSpPr>
          <p:cNvPr id="24579" name="Rectangle 3">
            <a:extLst>
              <a:ext uri="{FF2B5EF4-FFF2-40B4-BE49-F238E27FC236}">
                <a16:creationId xmlns:a16="http://schemas.microsoft.com/office/drawing/2014/main" id="{7F98FDCB-3192-A1A2-DFA9-0A727E977E1B}"/>
              </a:ext>
            </a:extLst>
          </p:cNvPr>
          <p:cNvSpPr>
            <a:spLocks noGrp="1" noChangeArrowheads="1"/>
          </p:cNvSpPr>
          <p:nvPr>
            <p:ph type="body" idx="1"/>
          </p:nvPr>
        </p:nvSpPr>
        <p:spPr>
          <a:xfrm>
            <a:off x="354013" y="692150"/>
            <a:ext cx="8466137" cy="4343400"/>
          </a:xfrm>
        </p:spPr>
        <p:txBody>
          <a:bodyPr/>
          <a:lstStyle/>
          <a:p>
            <a:pPr marL="344488" indent="-344488" algn="just">
              <a:spcBef>
                <a:spcPts val="300"/>
              </a:spcBef>
              <a:spcAft>
                <a:spcPts val="0"/>
              </a:spcAft>
              <a:defRPr/>
            </a:pPr>
            <a:r>
              <a:rPr lang="en-US" sz="2800" dirty="0">
                <a:latin typeface="Cambria" panose="02040503050406030204" pitchFamily="18" charset="0"/>
                <a:ea typeface="Cambria" panose="02040503050406030204" pitchFamily="18" charset="0"/>
                <a:cs typeface="Calibri" panose="020F0502020204030204" pitchFamily="34" charset="0"/>
              </a:rPr>
              <a:t>Relational algebra defines the theoretical way of manipulating table contents using the following relational operators:</a:t>
            </a:r>
          </a:p>
          <a:p>
            <a:pPr marL="731838" lvl="1" indent="-457200" algn="just">
              <a:spcBef>
                <a:spcPts val="300"/>
              </a:spcBef>
              <a:spcAft>
                <a:spcPts val="0"/>
              </a:spcAft>
              <a:buFont typeface="+mj-lt"/>
              <a:buAutoNum type="arabicPeriod"/>
              <a:defRPr/>
            </a:pPr>
            <a:r>
              <a:rPr 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SELECT or RESTRICT</a:t>
            </a:r>
          </a:p>
          <a:p>
            <a:pPr marL="731838" lvl="1" indent="-457200" algn="just">
              <a:spcBef>
                <a:spcPts val="300"/>
              </a:spcBef>
              <a:spcAft>
                <a:spcPts val="0"/>
              </a:spcAft>
              <a:buFont typeface="+mj-lt"/>
              <a:buAutoNum type="arabicPeriod"/>
              <a:defRPr/>
            </a:pPr>
            <a:r>
              <a:rPr 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PROJECT</a:t>
            </a:r>
          </a:p>
          <a:p>
            <a:pPr marL="731838" lvl="1" indent="-457200" algn="just">
              <a:spcBef>
                <a:spcPts val="300"/>
              </a:spcBef>
              <a:spcAft>
                <a:spcPts val="0"/>
              </a:spcAft>
              <a:buFont typeface="+mj-lt"/>
              <a:buAutoNum type="arabicPeriod"/>
              <a:defRPr/>
            </a:pPr>
            <a:r>
              <a:rPr 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PRODUCT</a:t>
            </a:r>
          </a:p>
          <a:p>
            <a:pPr marL="731838" lvl="1" indent="-457200" algn="just">
              <a:spcBef>
                <a:spcPts val="300"/>
              </a:spcBef>
              <a:spcAft>
                <a:spcPts val="0"/>
              </a:spcAft>
              <a:buFont typeface="+mj-lt"/>
              <a:buAutoNum type="arabicPeriod"/>
              <a:defRPr/>
            </a:pPr>
            <a:r>
              <a:rPr 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JOIN</a:t>
            </a:r>
          </a:p>
          <a:p>
            <a:pPr marL="731838" lvl="1" indent="-457200" algn="just">
              <a:spcBef>
                <a:spcPts val="300"/>
              </a:spcBef>
              <a:spcAft>
                <a:spcPts val="0"/>
              </a:spcAft>
              <a:buFont typeface="+mj-lt"/>
              <a:buAutoNum type="arabicPeriod"/>
              <a:defRPr/>
            </a:pPr>
            <a:r>
              <a:rPr 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INTERSECT</a:t>
            </a:r>
          </a:p>
          <a:p>
            <a:pPr marL="731838" lvl="1" indent="-457200" algn="just">
              <a:spcBef>
                <a:spcPts val="300"/>
              </a:spcBef>
              <a:spcAft>
                <a:spcPts val="0"/>
              </a:spcAft>
              <a:buFont typeface="+mj-lt"/>
              <a:buAutoNum type="arabicPeriod"/>
              <a:defRPr/>
            </a:pPr>
            <a:r>
              <a:rPr 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UNION</a:t>
            </a:r>
          </a:p>
          <a:p>
            <a:pPr marL="731838" lvl="1" indent="-457200" algn="just">
              <a:spcBef>
                <a:spcPts val="300"/>
              </a:spcBef>
              <a:spcAft>
                <a:spcPts val="0"/>
              </a:spcAft>
              <a:buFont typeface="+mj-lt"/>
              <a:buAutoNum type="arabicPeriod"/>
              <a:defRPr/>
            </a:pPr>
            <a:r>
              <a:rPr 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DIFFERENCE</a:t>
            </a:r>
          </a:p>
          <a:p>
            <a:pPr marL="731838" lvl="1" indent="-457200" algn="just">
              <a:spcBef>
                <a:spcPts val="300"/>
              </a:spcBef>
              <a:spcAft>
                <a:spcPts val="0"/>
              </a:spcAft>
              <a:buFont typeface="+mj-lt"/>
              <a:buAutoNum type="arabicPeriod"/>
              <a:defRPr/>
            </a:pPr>
            <a:r>
              <a:rPr lang="en-US" sz="2800" dirty="0">
                <a:solidFill>
                  <a:srgbClr val="0033CC"/>
                </a:solidFill>
                <a:latin typeface="Cambria" panose="02040503050406030204" pitchFamily="18" charset="0"/>
                <a:ea typeface="Cambria" panose="02040503050406030204" pitchFamily="18" charset="0"/>
                <a:cs typeface="Calibri" panose="020F0502020204030204" pitchFamily="34" charset="0"/>
              </a:rPr>
              <a:t>DIVIDE</a:t>
            </a:r>
          </a:p>
          <a:p>
            <a:pPr algn="just" eaLnBrk="1" hangingPunct="1">
              <a:spcBef>
                <a:spcPts val="300"/>
              </a:spcBef>
              <a:spcAft>
                <a:spcPts val="0"/>
              </a:spcAft>
              <a:defRPr/>
            </a:pPr>
            <a:endParaRPr 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300"/>
              </a:spcBef>
              <a:spcAft>
                <a:spcPts val="0"/>
              </a:spcAft>
              <a:defRPr/>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300"/>
              </a:spcBef>
              <a:spcAft>
                <a:spcPts val="0"/>
              </a:spcAft>
              <a:defRPr/>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p:txBody>
      </p:sp>
      <p:sp>
        <p:nvSpPr>
          <p:cNvPr id="2" name="Slide Number Placeholder 23">
            <a:extLst>
              <a:ext uri="{FF2B5EF4-FFF2-40B4-BE49-F238E27FC236}">
                <a16:creationId xmlns:a16="http://schemas.microsoft.com/office/drawing/2014/main" id="{1A3CD9DA-7BDD-CFB7-D2E0-7216F0E32B53}"/>
              </a:ext>
            </a:extLst>
          </p:cNvPr>
          <p:cNvSpPr>
            <a:spLocks noGrp="1"/>
          </p:cNvSpPr>
          <p:nvPr>
            <p:ph type="sldNum" sz="quarter" idx="12"/>
          </p:nvPr>
        </p:nvSpPr>
        <p:spPr>
          <a:xfrm>
            <a:off x="8459788" y="616585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F4A79FFE-4201-4E74-686D-5320251D8238}"/>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188841048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B263D-55A0-059E-3909-90E9A958FE28}"/>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5AC1E20A-4B5D-A4E3-FDC6-4A0BAD4D59A4}"/>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SELECT</a:t>
            </a:r>
          </a:p>
        </p:txBody>
      </p:sp>
      <p:sp>
        <p:nvSpPr>
          <p:cNvPr id="24579" name="Rectangle 3">
            <a:extLst>
              <a:ext uri="{FF2B5EF4-FFF2-40B4-BE49-F238E27FC236}">
                <a16:creationId xmlns:a16="http://schemas.microsoft.com/office/drawing/2014/main" id="{C8B3237B-9BA4-FDBA-6D99-0E8C514E4353}"/>
              </a:ext>
            </a:extLst>
          </p:cNvPr>
          <p:cNvSpPr>
            <a:spLocks noGrp="1" noChangeArrowheads="1"/>
          </p:cNvSpPr>
          <p:nvPr>
            <p:ph type="body" idx="1"/>
          </p:nvPr>
        </p:nvSpPr>
        <p:spPr>
          <a:xfrm>
            <a:off x="354013" y="692150"/>
            <a:ext cx="6378227" cy="2664842"/>
          </a:xfrm>
        </p:spPr>
        <p:txBody>
          <a:bodyPr/>
          <a:lstStyle/>
          <a:p>
            <a:pPr marL="344488" indent="-344488" algn="just">
              <a:spcBef>
                <a:spcPts val="300"/>
              </a:spcBef>
              <a:spcAft>
                <a:spcPts val="0"/>
              </a:spcAft>
              <a:defRPr/>
            </a:pPr>
            <a:r>
              <a:rPr lang="en-US" sz="2400" dirty="0">
                <a:latin typeface="Cambria" panose="02040503050406030204" pitchFamily="18" charset="0"/>
                <a:ea typeface="Cambria" panose="02040503050406030204" pitchFamily="18" charset="0"/>
                <a:cs typeface="Calibri" panose="020F0502020204030204" pitchFamily="34" charset="0"/>
              </a:rPr>
              <a:t>Yields values for all rows found in a table. </a:t>
            </a:r>
          </a:p>
          <a:p>
            <a:pPr marL="344488" indent="-344488" algn="just">
              <a:spcBef>
                <a:spcPts val="300"/>
              </a:spcBef>
              <a:spcAft>
                <a:spcPts val="0"/>
              </a:spcAft>
              <a:defRPr/>
            </a:pPr>
            <a:r>
              <a:rPr lang="en-US" sz="2400" dirty="0">
                <a:latin typeface="Cambria" panose="02040503050406030204" pitchFamily="18" charset="0"/>
                <a:ea typeface="Cambria" panose="02040503050406030204" pitchFamily="18" charset="0"/>
                <a:cs typeface="Calibri" panose="020F0502020204030204" pitchFamily="34" charset="0"/>
              </a:rPr>
              <a:t>Select can be used to either list all or list partial rows values that match a specified criterion (horizontal partitioning).</a:t>
            </a:r>
          </a:p>
          <a:p>
            <a:pPr marL="344488" indent="-344488" algn="just">
              <a:spcBef>
                <a:spcPts val="300"/>
              </a:spcBef>
              <a:spcAft>
                <a:spcPts val="0"/>
              </a:spcAft>
              <a:defRPr/>
            </a:pPr>
            <a:r>
              <a:rPr lang="en-US" sz="2400" dirty="0">
                <a:latin typeface="Cambria" panose="02040503050406030204" pitchFamily="18" charset="0"/>
                <a:ea typeface="Cambria" panose="02040503050406030204" pitchFamily="18" charset="0"/>
                <a:cs typeface="Calibri" panose="020F0502020204030204" pitchFamily="34" charset="0"/>
              </a:rPr>
              <a:t>The select operation is expressed as:</a:t>
            </a: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300"/>
              </a:spcBef>
              <a:spcAft>
                <a:spcPts val="0"/>
              </a:spcAft>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2" name="Slide Number Placeholder 23">
            <a:extLst>
              <a:ext uri="{FF2B5EF4-FFF2-40B4-BE49-F238E27FC236}">
                <a16:creationId xmlns:a16="http://schemas.microsoft.com/office/drawing/2014/main" id="{A622441C-D7AD-F24A-89E3-ED0A7904E140}"/>
              </a:ext>
            </a:extLst>
          </p:cNvPr>
          <p:cNvSpPr>
            <a:spLocks noGrp="1"/>
          </p:cNvSpPr>
          <p:nvPr>
            <p:ph type="sldNum" sz="quarter" idx="12"/>
          </p:nvPr>
        </p:nvSpPr>
        <p:spPr>
          <a:xfrm>
            <a:off x="8459788" y="616585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6D8C1B91-27B4-8D09-4836-7A3287317662}"/>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TextBox 4">
            <a:extLst>
              <a:ext uri="{FF2B5EF4-FFF2-40B4-BE49-F238E27FC236}">
                <a16:creationId xmlns:a16="http://schemas.microsoft.com/office/drawing/2014/main" id="{1321FFC5-89E5-585C-2BB4-221EF1B8FF6D}"/>
              </a:ext>
            </a:extLst>
          </p:cNvPr>
          <p:cNvSpPr txBox="1"/>
          <p:nvPr/>
        </p:nvSpPr>
        <p:spPr>
          <a:xfrm>
            <a:off x="1043608" y="2751310"/>
            <a:ext cx="4572000" cy="461665"/>
          </a:xfrm>
          <a:prstGeom prst="rect">
            <a:avLst/>
          </a:prstGeom>
          <a:noFill/>
        </p:spPr>
        <p:txBody>
          <a:bodyPr wrap="square">
            <a:spAutoFit/>
          </a:bodyPr>
          <a:lstStyle/>
          <a:p>
            <a:pPr marL="0" indent="0" algn="ctr">
              <a:buFontTx/>
              <a:buNone/>
              <a:defRPr/>
            </a:pPr>
            <a:r>
              <a:rPr lang="en-US" altLang="en-US" dirty="0">
                <a:solidFill>
                  <a:srgbClr val="0033CC"/>
                </a:solidFill>
                <a:latin typeface="Cambria" panose="02040503050406030204" pitchFamily="18" charset="0"/>
                <a:ea typeface="Cambria" panose="02040503050406030204" pitchFamily="18" charset="0"/>
                <a:sym typeface="Symbol" pitchFamily="1" charset="2"/>
              </a:rPr>
              <a:t></a:t>
            </a:r>
            <a:r>
              <a:rPr lang="en-US" altLang="en-US" baseline="-25000" dirty="0">
                <a:solidFill>
                  <a:srgbClr val="0033CC"/>
                </a:solidFill>
                <a:latin typeface="Cambria" panose="02040503050406030204" pitchFamily="18" charset="0"/>
                <a:ea typeface="Cambria" panose="02040503050406030204" pitchFamily="18" charset="0"/>
                <a:sym typeface="Symbol" pitchFamily="1" charset="2"/>
              </a:rPr>
              <a:t>condition </a:t>
            </a:r>
            <a:r>
              <a:rPr lang="en-US" altLang="en-US" dirty="0">
                <a:solidFill>
                  <a:srgbClr val="0033CC"/>
                </a:solidFill>
                <a:latin typeface="Cambria" panose="02040503050406030204" pitchFamily="18" charset="0"/>
                <a:ea typeface="Cambria" panose="02040503050406030204" pitchFamily="18" charset="0"/>
                <a:sym typeface="Symbol" pitchFamily="1" charset="2"/>
              </a:rPr>
              <a:t>(relation)</a:t>
            </a:r>
            <a:endParaRPr lang="en-US" dirty="0">
              <a:solidFill>
                <a:srgbClr val="0033CC"/>
              </a:solidFill>
              <a:latin typeface="Cambria" panose="02040503050406030204" pitchFamily="18" charset="0"/>
              <a:ea typeface="Cambria" panose="02040503050406030204" pitchFamily="18" charset="0"/>
            </a:endParaRPr>
          </a:p>
        </p:txBody>
      </p:sp>
      <p:grpSp>
        <p:nvGrpSpPr>
          <p:cNvPr id="6" name="Group 4">
            <a:extLst>
              <a:ext uri="{FF2B5EF4-FFF2-40B4-BE49-F238E27FC236}">
                <a16:creationId xmlns:a16="http://schemas.microsoft.com/office/drawing/2014/main" id="{BE76E80F-B0CA-AA74-6D75-00488F3BCE9F}"/>
              </a:ext>
            </a:extLst>
          </p:cNvPr>
          <p:cNvGrpSpPr>
            <a:grpSpLocks/>
          </p:cNvGrpSpPr>
          <p:nvPr/>
        </p:nvGrpSpPr>
        <p:grpSpPr bwMode="auto">
          <a:xfrm>
            <a:off x="7164384" y="802598"/>
            <a:ext cx="1523999" cy="2410377"/>
            <a:chOff x="2160" y="2400"/>
            <a:chExt cx="672" cy="1008"/>
          </a:xfrm>
        </p:grpSpPr>
        <p:sp>
          <p:nvSpPr>
            <p:cNvPr id="7" name="Rectangle 5">
              <a:extLst>
                <a:ext uri="{FF2B5EF4-FFF2-40B4-BE49-F238E27FC236}">
                  <a16:creationId xmlns:a16="http://schemas.microsoft.com/office/drawing/2014/main" id="{7A735EFC-5635-4B13-58E0-B79F9FD068C7}"/>
                </a:ext>
              </a:extLst>
            </p:cNvPr>
            <p:cNvSpPr>
              <a:spLocks noChangeArrowheads="1"/>
            </p:cNvSpPr>
            <p:nvPr/>
          </p:nvSpPr>
          <p:spPr bwMode="auto">
            <a:xfrm>
              <a:off x="2160" y="2400"/>
              <a:ext cx="672" cy="1008"/>
            </a:xfrm>
            <a:prstGeom prst="rect">
              <a:avLst/>
            </a:prstGeom>
            <a:solidFill>
              <a:schemeClr val="accent1">
                <a:lumMod val="60000"/>
                <a:lumOff val="40000"/>
              </a:scheme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8" name="Rectangle 6">
              <a:extLst>
                <a:ext uri="{FF2B5EF4-FFF2-40B4-BE49-F238E27FC236}">
                  <a16:creationId xmlns:a16="http://schemas.microsoft.com/office/drawing/2014/main" id="{00A4F6E0-6DEC-6112-42CA-ED02DA57CC7D}"/>
                </a:ext>
              </a:extLst>
            </p:cNvPr>
            <p:cNvSpPr>
              <a:spLocks noChangeArrowheads="1"/>
            </p:cNvSpPr>
            <p:nvPr/>
          </p:nvSpPr>
          <p:spPr bwMode="auto">
            <a:xfrm>
              <a:off x="2160" y="2544"/>
              <a:ext cx="672" cy="144"/>
            </a:xfrm>
            <a:prstGeom prst="rect">
              <a:avLst/>
            </a:prstGeom>
            <a:solidFill>
              <a:schemeClr val="bg1"/>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0" name="Rectangle 8">
              <a:extLst>
                <a:ext uri="{FF2B5EF4-FFF2-40B4-BE49-F238E27FC236}">
                  <a16:creationId xmlns:a16="http://schemas.microsoft.com/office/drawing/2014/main" id="{0B20EA16-1660-5CA3-4724-0D81CF2900C0}"/>
                </a:ext>
              </a:extLst>
            </p:cNvPr>
            <p:cNvSpPr>
              <a:spLocks noChangeArrowheads="1"/>
            </p:cNvSpPr>
            <p:nvPr/>
          </p:nvSpPr>
          <p:spPr bwMode="auto">
            <a:xfrm>
              <a:off x="2160" y="3077"/>
              <a:ext cx="672" cy="211"/>
            </a:xfrm>
            <a:prstGeom prst="rect">
              <a:avLst/>
            </a:prstGeom>
            <a:solidFill>
              <a:schemeClr val="bg1"/>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dirty="0"/>
            </a:p>
          </p:txBody>
        </p:sp>
      </p:grpSp>
      <p:sp>
        <p:nvSpPr>
          <p:cNvPr id="11" name="Rectangle 3">
            <a:extLst>
              <a:ext uri="{FF2B5EF4-FFF2-40B4-BE49-F238E27FC236}">
                <a16:creationId xmlns:a16="http://schemas.microsoft.com/office/drawing/2014/main" id="{2473E6E8-8B42-6D25-02DE-1BEA4C6B62B9}"/>
              </a:ext>
            </a:extLst>
          </p:cNvPr>
          <p:cNvSpPr txBox="1">
            <a:spLocks noChangeArrowheads="1"/>
          </p:cNvSpPr>
          <p:nvPr/>
        </p:nvSpPr>
        <p:spPr bwMode="auto">
          <a:xfrm>
            <a:off x="395536" y="3429000"/>
            <a:ext cx="8220844" cy="2664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342900" indent="-342900" algn="just">
              <a:spcBef>
                <a:spcPct val="20000"/>
              </a:spcBef>
              <a:buSzPct val="120000"/>
              <a:buFont typeface="Arial" pitchFamily="34" charset="0"/>
              <a:buChar char="•"/>
              <a:defRPr/>
            </a:pPr>
            <a:r>
              <a:rPr lang="en-US" sz="2400" kern="0" dirty="0">
                <a:solidFill>
                  <a:srgbClr val="000000"/>
                </a:solidFill>
                <a:latin typeface="Cambria" panose="02040503050406030204" pitchFamily="18" charset="0"/>
                <a:ea typeface="Cambria" panose="02040503050406030204" pitchFamily="18" charset="0"/>
              </a:rPr>
              <a:t>Condition is formed using relational operators and logical operators </a:t>
            </a:r>
            <a:r>
              <a:rPr lang="en-US" sz="2400" kern="0" dirty="0">
                <a:solidFill>
                  <a:srgbClr val="FF0000"/>
                </a:solidFill>
                <a:latin typeface="Cambria" panose="02040503050406030204" pitchFamily="18" charset="0"/>
                <a:ea typeface="Cambria" panose="02040503050406030204" pitchFamily="18" charset="0"/>
              </a:rPr>
              <a:t>(AND ^, OR </a:t>
            </a:r>
            <a:r>
              <a:rPr lang="en-US" sz="2400" kern="0" baseline="30000" dirty="0">
                <a:solidFill>
                  <a:srgbClr val="FF0000"/>
                </a:solidFill>
                <a:latin typeface="Cambria" panose="02040503050406030204" pitchFamily="18" charset="0"/>
                <a:ea typeface="Cambria" panose="02040503050406030204" pitchFamily="18" charset="0"/>
              </a:rPr>
              <a:t>v</a:t>
            </a:r>
            <a:r>
              <a:rPr lang="en-US" sz="2400" kern="0" dirty="0">
                <a:solidFill>
                  <a:srgbClr val="FF0000"/>
                </a:solidFill>
                <a:latin typeface="Cambria" panose="02040503050406030204" pitchFamily="18" charset="0"/>
                <a:ea typeface="Cambria" panose="02040503050406030204" pitchFamily="18" charset="0"/>
              </a:rPr>
              <a:t>, NOT ~)</a:t>
            </a:r>
            <a:endParaRPr lang="en-US" altLang="en-US" sz="2400" dirty="0">
              <a:solidFill>
                <a:srgbClr val="FF0000"/>
              </a:solidFill>
              <a:latin typeface="Cambria" panose="02040503050406030204" pitchFamily="18" charset="0"/>
              <a:ea typeface="Cambria" panose="02040503050406030204" pitchFamily="18" charset="0"/>
              <a:sym typeface="Symbol" pitchFamily="1" charset="2"/>
            </a:endParaRPr>
          </a:p>
          <a:p>
            <a:pPr marL="342900" indent="-342900" algn="just">
              <a:spcBef>
                <a:spcPct val="20000"/>
              </a:spcBef>
              <a:buSzPct val="120000"/>
              <a:buFont typeface="Arial" pitchFamily="34" charset="0"/>
              <a:buChar char="•"/>
              <a:defRPr/>
            </a:pPr>
            <a:r>
              <a:rPr lang="en-US" altLang="en-US" sz="2400" dirty="0">
                <a:solidFill>
                  <a:srgbClr val="0033CC"/>
                </a:solidFill>
                <a:latin typeface="Cambria" panose="02040503050406030204" pitchFamily="18" charset="0"/>
                <a:ea typeface="Cambria" panose="02040503050406030204" pitchFamily="18" charset="0"/>
                <a:sym typeface="Symbol" pitchFamily="1" charset="2"/>
              </a:rPr>
              <a:t></a:t>
            </a:r>
            <a:r>
              <a:rPr lang="en-US" altLang="en-US" sz="2400" baseline="-25000" dirty="0">
                <a:solidFill>
                  <a:srgbClr val="0033CC"/>
                </a:solidFill>
                <a:latin typeface="Cambria" panose="02040503050406030204" pitchFamily="18" charset="0"/>
                <a:ea typeface="Cambria" panose="02040503050406030204" pitchFamily="18" charset="0"/>
                <a:sym typeface="Symbol" pitchFamily="1" charset="2"/>
              </a:rPr>
              <a:t>SAL&gt;2000 </a:t>
            </a:r>
            <a:r>
              <a:rPr lang="en-US" altLang="en-US" sz="2400" dirty="0">
                <a:solidFill>
                  <a:srgbClr val="0033CC"/>
                </a:solidFill>
                <a:latin typeface="Cambria" panose="02040503050406030204" pitchFamily="18" charset="0"/>
                <a:ea typeface="Cambria" panose="02040503050406030204" pitchFamily="18" charset="0"/>
                <a:sym typeface="Symbol" pitchFamily="1" charset="2"/>
              </a:rPr>
              <a:t>(EMP), </a:t>
            </a:r>
            <a:r>
              <a:rPr lang="en-US" altLang="en-US" sz="2400" baseline="-25000" dirty="0">
                <a:solidFill>
                  <a:srgbClr val="0033CC"/>
                </a:solidFill>
                <a:latin typeface="Cambria" panose="02040503050406030204" pitchFamily="18" charset="0"/>
                <a:ea typeface="Cambria" panose="02040503050406030204" pitchFamily="18" charset="0"/>
                <a:sym typeface="Symbol" pitchFamily="1" charset="2"/>
              </a:rPr>
              <a:t>job = ‘CLERK’ ^ </a:t>
            </a:r>
            <a:r>
              <a:rPr lang="en-US" altLang="en-US" sz="2400" baseline="-25000" dirty="0" err="1">
                <a:solidFill>
                  <a:srgbClr val="0033CC"/>
                </a:solidFill>
                <a:latin typeface="Cambria" panose="02040503050406030204" pitchFamily="18" charset="0"/>
                <a:ea typeface="Cambria" panose="02040503050406030204" pitchFamily="18" charset="0"/>
                <a:sym typeface="Symbol" pitchFamily="1" charset="2"/>
              </a:rPr>
              <a:t>deptno</a:t>
            </a:r>
            <a:r>
              <a:rPr lang="en-US" altLang="en-US" sz="2400" baseline="-25000" dirty="0">
                <a:solidFill>
                  <a:srgbClr val="0033CC"/>
                </a:solidFill>
                <a:latin typeface="Cambria" panose="02040503050406030204" pitchFamily="18" charset="0"/>
                <a:ea typeface="Cambria" panose="02040503050406030204" pitchFamily="18" charset="0"/>
                <a:sym typeface="Symbol" pitchFamily="1" charset="2"/>
              </a:rPr>
              <a:t> =10 </a:t>
            </a:r>
            <a:r>
              <a:rPr lang="en-US" altLang="en-US" sz="2400" dirty="0">
                <a:solidFill>
                  <a:srgbClr val="0033CC"/>
                </a:solidFill>
                <a:latin typeface="Cambria" panose="02040503050406030204" pitchFamily="18" charset="0"/>
                <a:ea typeface="Cambria" panose="02040503050406030204" pitchFamily="18" charset="0"/>
                <a:sym typeface="Symbol" pitchFamily="1" charset="2"/>
              </a:rPr>
              <a:t>(EMP)</a:t>
            </a:r>
            <a:endParaRPr lang="en-US" sz="2400" kern="0" dirty="0">
              <a:solidFill>
                <a:srgbClr val="0033CC"/>
              </a:solidFill>
              <a:latin typeface="Cambria" panose="02040503050406030204" pitchFamily="18" charset="0"/>
              <a:ea typeface="Cambria" panose="02040503050406030204" pitchFamily="18" charset="0"/>
            </a:endParaRPr>
          </a:p>
          <a:p>
            <a:pPr marL="342900" indent="-342900" algn="just">
              <a:spcBef>
                <a:spcPct val="20000"/>
              </a:spcBef>
              <a:buSzPct val="120000"/>
              <a:buFont typeface="Arial" pitchFamily="34" charset="0"/>
              <a:buChar char="•"/>
              <a:defRPr/>
            </a:pPr>
            <a:r>
              <a:rPr lang="en-US" sz="2400" kern="0" dirty="0">
                <a:solidFill>
                  <a:srgbClr val="000000"/>
                </a:solidFill>
                <a:latin typeface="Cambria" panose="02040503050406030204" pitchFamily="18" charset="0"/>
                <a:ea typeface="Cambria" panose="02040503050406030204" pitchFamily="18" charset="0"/>
              </a:rPr>
              <a:t>The fraction of tuples selected by selection condition is referred to as </a:t>
            </a:r>
            <a:r>
              <a:rPr lang="en-US" sz="2400" kern="0" dirty="0">
                <a:solidFill>
                  <a:srgbClr val="FF0000"/>
                </a:solidFill>
                <a:latin typeface="Cambria" panose="02040503050406030204" pitchFamily="18" charset="0"/>
                <a:ea typeface="Cambria" panose="02040503050406030204" pitchFamily="18" charset="0"/>
              </a:rPr>
              <a:t>selectivity</a:t>
            </a:r>
            <a:r>
              <a:rPr lang="en-US" sz="2400" kern="0" dirty="0">
                <a:solidFill>
                  <a:srgbClr val="000000"/>
                </a:solidFill>
                <a:latin typeface="Cambria" panose="02040503050406030204" pitchFamily="18" charset="0"/>
                <a:ea typeface="Cambria" panose="02040503050406030204" pitchFamily="18" charset="0"/>
              </a:rPr>
              <a:t> of the condition.</a:t>
            </a:r>
          </a:p>
          <a:p>
            <a:pPr marL="228600" indent="-228600" eaLnBrk="1" hangingPunct="1">
              <a:spcBef>
                <a:spcPts val="300"/>
              </a:spcBef>
              <a:spcAft>
                <a:spcPts val="0"/>
              </a:spcAft>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3854179869"/>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44750-667A-4AFA-CBB9-2A3217BE4D87}"/>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EBC12116-12A3-3730-C937-084FD74721B1}"/>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SELECT</a:t>
            </a:r>
          </a:p>
        </p:txBody>
      </p:sp>
      <p:sp>
        <p:nvSpPr>
          <p:cNvPr id="2" name="Slide Number Placeholder 23">
            <a:extLst>
              <a:ext uri="{FF2B5EF4-FFF2-40B4-BE49-F238E27FC236}">
                <a16:creationId xmlns:a16="http://schemas.microsoft.com/office/drawing/2014/main" id="{F4D1C0CD-2603-EAEF-BC79-328E752FC117}"/>
              </a:ext>
            </a:extLst>
          </p:cNvPr>
          <p:cNvSpPr>
            <a:spLocks noGrp="1"/>
          </p:cNvSpPr>
          <p:nvPr>
            <p:ph type="sldNum" sz="quarter" idx="12"/>
          </p:nvPr>
        </p:nvSpPr>
        <p:spPr>
          <a:xfrm>
            <a:off x="8459788" y="616585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F187C197-7BB3-7426-F128-6D6325D1F20F}"/>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pic>
        <p:nvPicPr>
          <p:cNvPr id="9" name="Picture 5">
            <a:extLst>
              <a:ext uri="{FF2B5EF4-FFF2-40B4-BE49-F238E27FC236}">
                <a16:creationId xmlns:a16="http://schemas.microsoft.com/office/drawing/2014/main" id="{023BFA0A-85D2-C56C-0391-03B704A9F8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836712"/>
            <a:ext cx="85344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1178811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14628-6EBB-EC95-CBCF-66BEF479EDBB}"/>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DFDD4385-857D-5368-F2DA-6749E9B82F79}"/>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PROJECT</a:t>
            </a:r>
          </a:p>
        </p:txBody>
      </p:sp>
      <p:sp>
        <p:nvSpPr>
          <p:cNvPr id="24579" name="Rectangle 3">
            <a:extLst>
              <a:ext uri="{FF2B5EF4-FFF2-40B4-BE49-F238E27FC236}">
                <a16:creationId xmlns:a16="http://schemas.microsoft.com/office/drawing/2014/main" id="{13AFEE3D-D13E-CB1F-6D69-18CE7EE8623E}"/>
              </a:ext>
            </a:extLst>
          </p:cNvPr>
          <p:cNvSpPr>
            <a:spLocks noGrp="1" noChangeArrowheads="1"/>
          </p:cNvSpPr>
          <p:nvPr>
            <p:ph type="body" idx="1"/>
          </p:nvPr>
        </p:nvSpPr>
        <p:spPr>
          <a:xfrm>
            <a:off x="354013" y="692150"/>
            <a:ext cx="6378227" cy="1368698"/>
          </a:xfrm>
        </p:spPr>
        <p:txBody>
          <a:bodyPr/>
          <a:lstStyle/>
          <a:p>
            <a:pPr marL="344488" indent="-344488" algn="just">
              <a:spcBef>
                <a:spcPts val="300"/>
              </a:spcBef>
              <a:spcAft>
                <a:spcPts val="0"/>
              </a:spcAft>
              <a:defRPr/>
            </a:pPr>
            <a:r>
              <a:rPr lang="en-US" sz="2400" dirty="0">
                <a:latin typeface="Cambria" panose="02040503050406030204" pitchFamily="18" charset="0"/>
                <a:ea typeface="Cambria" panose="02040503050406030204" pitchFamily="18" charset="0"/>
                <a:cs typeface="Calibri" panose="020F0502020204030204" pitchFamily="34" charset="0"/>
              </a:rPr>
              <a:t>Project yields a vertical subset of a table with selected attributes</a:t>
            </a:r>
          </a:p>
          <a:p>
            <a:pPr marL="344488" indent="-344488" algn="just">
              <a:spcBef>
                <a:spcPts val="300"/>
              </a:spcBef>
              <a:spcAft>
                <a:spcPts val="0"/>
              </a:spcAft>
              <a:defRPr/>
            </a:pPr>
            <a:r>
              <a:rPr lang="en-US" sz="2400" dirty="0">
                <a:latin typeface="Cambria" panose="02040503050406030204" pitchFamily="18" charset="0"/>
                <a:ea typeface="Cambria" panose="02040503050406030204" pitchFamily="18" charset="0"/>
                <a:cs typeface="Calibri" panose="020F0502020204030204" pitchFamily="34" charset="0"/>
              </a:rPr>
              <a:t>The project operation is expressed as: </a:t>
            </a:r>
            <a:endParaRPr lang="en-US" alt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2" name="Slide Number Placeholder 23">
            <a:extLst>
              <a:ext uri="{FF2B5EF4-FFF2-40B4-BE49-F238E27FC236}">
                <a16:creationId xmlns:a16="http://schemas.microsoft.com/office/drawing/2014/main" id="{CB6FDFBE-8AA0-6B5F-47EC-C4BF4165A8DA}"/>
              </a:ext>
            </a:extLst>
          </p:cNvPr>
          <p:cNvSpPr>
            <a:spLocks noGrp="1"/>
          </p:cNvSpPr>
          <p:nvPr>
            <p:ph type="sldNum" sz="quarter" idx="12"/>
          </p:nvPr>
        </p:nvSpPr>
        <p:spPr>
          <a:xfrm>
            <a:off x="8459788" y="616585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C5966561-AEE8-7F78-3F78-C4CA39E054BB}"/>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TextBox 4">
            <a:extLst>
              <a:ext uri="{FF2B5EF4-FFF2-40B4-BE49-F238E27FC236}">
                <a16:creationId xmlns:a16="http://schemas.microsoft.com/office/drawing/2014/main" id="{9344E3A5-5191-2FBF-9490-74B036460535}"/>
              </a:ext>
            </a:extLst>
          </p:cNvPr>
          <p:cNvSpPr txBox="1"/>
          <p:nvPr/>
        </p:nvSpPr>
        <p:spPr>
          <a:xfrm>
            <a:off x="1296988" y="1948715"/>
            <a:ext cx="4572000" cy="1569660"/>
          </a:xfrm>
          <a:prstGeom prst="rect">
            <a:avLst/>
          </a:prstGeom>
          <a:noFill/>
        </p:spPr>
        <p:txBody>
          <a:bodyPr wrap="square">
            <a:spAutoFit/>
          </a:bodyPr>
          <a:lstStyle/>
          <a:p>
            <a:pPr marL="342900" indent="-342900" algn="ctr">
              <a:buFont typeface="Symbol" panose="05050102010706020507" pitchFamily="18" charset="2"/>
              <a:buChar char="Õ"/>
              <a:defRPr/>
            </a:pPr>
            <a:r>
              <a:rPr lang="en-US" altLang="en-US" baseline="-25000" dirty="0">
                <a:solidFill>
                  <a:srgbClr val="0000CC"/>
                </a:solidFill>
                <a:latin typeface="Cambria" panose="02040503050406030204" pitchFamily="18" charset="0"/>
                <a:ea typeface="Cambria" panose="02040503050406030204" pitchFamily="18" charset="0"/>
                <a:sym typeface="Symbol" pitchFamily="1" charset="2"/>
              </a:rPr>
              <a:t>Attributes </a:t>
            </a:r>
            <a:r>
              <a:rPr lang="en-US" altLang="en-US" dirty="0">
                <a:solidFill>
                  <a:srgbClr val="0000CC"/>
                </a:solidFill>
                <a:latin typeface="Cambria" panose="02040503050406030204" pitchFamily="18" charset="0"/>
                <a:ea typeface="Cambria" panose="02040503050406030204" pitchFamily="18" charset="0"/>
                <a:sym typeface="Symbol" pitchFamily="1" charset="2"/>
              </a:rPr>
              <a:t>(relation)</a:t>
            </a:r>
          </a:p>
          <a:p>
            <a:pPr marL="342900" indent="-342900" algn="ctr">
              <a:buFont typeface="Symbol" panose="05050102010706020507" pitchFamily="18" charset="2"/>
              <a:buChar char="Õ"/>
              <a:defRPr/>
            </a:pPr>
            <a:endParaRPr lang="en-US" dirty="0">
              <a:solidFill>
                <a:srgbClr val="0000CC"/>
              </a:solidFill>
              <a:latin typeface="Cambria" panose="02040503050406030204" pitchFamily="18" charset="0"/>
              <a:ea typeface="Cambria" panose="02040503050406030204" pitchFamily="18" charset="0"/>
              <a:sym typeface="Symbol" pitchFamily="1" charset="2"/>
            </a:endParaRPr>
          </a:p>
          <a:p>
            <a:pPr algn="ctr">
              <a:defRPr/>
            </a:pPr>
            <a:r>
              <a:rPr lang="en-US" altLang="en-US" dirty="0">
                <a:solidFill>
                  <a:srgbClr val="0000CC"/>
                </a:solidFill>
                <a:latin typeface="Cambria" panose="02040503050406030204" pitchFamily="18" charset="0"/>
                <a:ea typeface="Cambria" panose="02040503050406030204" pitchFamily="18" charset="0"/>
                <a:sym typeface="Symbol" pitchFamily="1" charset="2"/>
              </a:rPr>
              <a:t> </a:t>
            </a:r>
            <a:r>
              <a:rPr lang="en-US" altLang="en-US" baseline="-25000" dirty="0" err="1">
                <a:solidFill>
                  <a:srgbClr val="0000CC"/>
                </a:solidFill>
                <a:latin typeface="Cambria" panose="02040503050406030204" pitchFamily="18" charset="0"/>
                <a:ea typeface="Cambria" panose="02040503050406030204" pitchFamily="18" charset="0"/>
                <a:sym typeface="Symbol" pitchFamily="1" charset="2"/>
              </a:rPr>
              <a:t>ename</a:t>
            </a:r>
            <a:r>
              <a:rPr lang="en-US" altLang="en-US" baseline="-25000" dirty="0">
                <a:solidFill>
                  <a:srgbClr val="0000CC"/>
                </a:solidFill>
                <a:latin typeface="Cambria" panose="02040503050406030204" pitchFamily="18" charset="0"/>
                <a:ea typeface="Cambria" panose="02040503050406030204" pitchFamily="18" charset="0"/>
                <a:sym typeface="Symbol" pitchFamily="1" charset="2"/>
              </a:rPr>
              <a:t>, job, </a:t>
            </a:r>
            <a:r>
              <a:rPr lang="en-US" altLang="en-US" baseline="-25000" dirty="0" err="1">
                <a:solidFill>
                  <a:srgbClr val="0000CC"/>
                </a:solidFill>
                <a:latin typeface="Cambria" panose="02040503050406030204" pitchFamily="18" charset="0"/>
                <a:ea typeface="Cambria" panose="02040503050406030204" pitchFamily="18" charset="0"/>
                <a:sym typeface="Symbol" pitchFamily="1" charset="2"/>
              </a:rPr>
              <a:t>sal</a:t>
            </a:r>
            <a:r>
              <a:rPr lang="en-US" altLang="en-US" baseline="-25000" dirty="0">
                <a:solidFill>
                  <a:srgbClr val="0000CC"/>
                </a:solidFill>
                <a:latin typeface="Cambria" panose="02040503050406030204" pitchFamily="18" charset="0"/>
                <a:ea typeface="Cambria" panose="02040503050406030204" pitchFamily="18" charset="0"/>
                <a:sym typeface="Symbol" pitchFamily="1" charset="2"/>
              </a:rPr>
              <a:t> </a:t>
            </a:r>
            <a:r>
              <a:rPr lang="en-US" altLang="en-US" dirty="0">
                <a:solidFill>
                  <a:srgbClr val="0000CC"/>
                </a:solidFill>
                <a:latin typeface="Cambria" panose="02040503050406030204" pitchFamily="18" charset="0"/>
                <a:ea typeface="Cambria" panose="02040503050406030204" pitchFamily="18" charset="0"/>
                <a:sym typeface="Symbol" pitchFamily="1" charset="2"/>
              </a:rPr>
              <a:t>(EMP)</a:t>
            </a:r>
            <a:endParaRPr lang="en-US" dirty="0">
              <a:solidFill>
                <a:srgbClr val="0000CC"/>
              </a:solidFill>
              <a:latin typeface="Cambria" panose="02040503050406030204" pitchFamily="18" charset="0"/>
              <a:ea typeface="Cambria" panose="02040503050406030204" pitchFamily="18" charset="0"/>
            </a:endParaRPr>
          </a:p>
          <a:p>
            <a:pPr marL="342900" indent="-342900" algn="ctr">
              <a:buFont typeface="Symbol" panose="05050102010706020507" pitchFamily="18" charset="2"/>
              <a:buChar char="Õ"/>
              <a:defRPr/>
            </a:pPr>
            <a:endParaRPr lang="en-US" dirty="0">
              <a:solidFill>
                <a:srgbClr val="0000CC"/>
              </a:solidFill>
              <a:latin typeface="Cambria" panose="02040503050406030204" pitchFamily="18" charset="0"/>
              <a:ea typeface="Cambria" panose="02040503050406030204" pitchFamily="18" charset="0"/>
            </a:endParaRPr>
          </a:p>
        </p:txBody>
      </p:sp>
      <p:sp>
        <p:nvSpPr>
          <p:cNvPr id="11" name="Rectangle 3">
            <a:extLst>
              <a:ext uri="{FF2B5EF4-FFF2-40B4-BE49-F238E27FC236}">
                <a16:creationId xmlns:a16="http://schemas.microsoft.com/office/drawing/2014/main" id="{73701199-4F10-3AF1-EE5D-B4519FE0DC3A}"/>
              </a:ext>
            </a:extLst>
          </p:cNvPr>
          <p:cNvSpPr txBox="1">
            <a:spLocks noChangeArrowheads="1"/>
          </p:cNvSpPr>
          <p:nvPr/>
        </p:nvSpPr>
        <p:spPr bwMode="auto">
          <a:xfrm>
            <a:off x="467544" y="3429000"/>
            <a:ext cx="8220844" cy="2664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342900" indent="-342900" algn="just">
              <a:spcBef>
                <a:spcPct val="20000"/>
              </a:spcBef>
              <a:buSzPct val="120000"/>
              <a:buFont typeface="Arial" pitchFamily="34" charset="0"/>
              <a:buChar char="•"/>
              <a:defRPr/>
            </a:pPr>
            <a:r>
              <a:rPr lang="en-US" sz="2400" kern="0" dirty="0">
                <a:solidFill>
                  <a:srgbClr val="FF0000"/>
                </a:solidFill>
                <a:latin typeface="Cambria" panose="02040503050406030204" pitchFamily="18" charset="0"/>
                <a:ea typeface="Cambria" panose="02040503050406030204" pitchFamily="18" charset="0"/>
              </a:rPr>
              <a:t>Duplicate elimination:</a:t>
            </a:r>
            <a:r>
              <a:rPr lang="en-US" sz="2400" kern="0" dirty="0">
                <a:solidFill>
                  <a:srgbClr val="000000"/>
                </a:solidFill>
                <a:latin typeface="Cambria" panose="02040503050406030204" pitchFamily="18" charset="0"/>
                <a:ea typeface="Cambria" panose="02040503050406030204" pitchFamily="18" charset="0"/>
              </a:rPr>
              <a:t> The result of the PROJECT operation is a set of distinct tuples.</a:t>
            </a:r>
          </a:p>
          <a:p>
            <a:pPr marL="342900" indent="-342900" algn="just">
              <a:spcBef>
                <a:spcPct val="20000"/>
              </a:spcBef>
              <a:buSzPct val="120000"/>
              <a:buFont typeface="Arial" pitchFamily="34" charset="0"/>
              <a:buChar char="•"/>
              <a:defRPr/>
            </a:pPr>
            <a:r>
              <a:rPr lang="en-US" sz="2400" kern="0" dirty="0">
                <a:solidFill>
                  <a:srgbClr val="FF0000"/>
                </a:solidFill>
                <a:latin typeface="Cambria" panose="02040503050406030204" pitchFamily="18" charset="0"/>
                <a:ea typeface="Cambria" panose="02040503050406030204" pitchFamily="18" charset="0"/>
              </a:rPr>
              <a:t>Generalized Projection:</a:t>
            </a:r>
            <a:r>
              <a:rPr lang="en-US" sz="2400" kern="0" dirty="0">
                <a:solidFill>
                  <a:srgbClr val="000000"/>
                </a:solidFill>
                <a:latin typeface="Cambria" panose="02040503050406030204" pitchFamily="18" charset="0"/>
                <a:ea typeface="Cambria" panose="02040503050406030204" pitchFamily="18" charset="0"/>
              </a:rPr>
              <a:t> It extends the projection operation by allowing functions of attributes. </a:t>
            </a:r>
          </a:p>
          <a:p>
            <a:pPr marL="228600" indent="-228600" eaLnBrk="1" hangingPunct="1">
              <a:spcBef>
                <a:spcPts val="300"/>
              </a:spcBef>
              <a:spcAft>
                <a:spcPts val="0"/>
              </a:spcAft>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p:txBody>
      </p:sp>
      <p:grpSp>
        <p:nvGrpSpPr>
          <p:cNvPr id="4" name="Group 9">
            <a:extLst>
              <a:ext uri="{FF2B5EF4-FFF2-40B4-BE49-F238E27FC236}">
                <a16:creationId xmlns:a16="http://schemas.microsoft.com/office/drawing/2014/main" id="{7F8CC3A2-EE5C-D878-5548-C53FB18272AB}"/>
              </a:ext>
            </a:extLst>
          </p:cNvPr>
          <p:cNvGrpSpPr>
            <a:grpSpLocks/>
          </p:cNvGrpSpPr>
          <p:nvPr/>
        </p:nvGrpSpPr>
        <p:grpSpPr bwMode="auto">
          <a:xfrm>
            <a:off x="7164388" y="686292"/>
            <a:ext cx="1524000" cy="2133600"/>
            <a:chOff x="2352" y="2256"/>
            <a:chExt cx="960" cy="1344"/>
          </a:xfrm>
        </p:grpSpPr>
        <p:sp>
          <p:nvSpPr>
            <p:cNvPr id="9" name="Rectangle 4">
              <a:extLst>
                <a:ext uri="{FF2B5EF4-FFF2-40B4-BE49-F238E27FC236}">
                  <a16:creationId xmlns:a16="http://schemas.microsoft.com/office/drawing/2014/main" id="{3F737BE2-0902-B8EA-A26A-F2289D9D3877}"/>
                </a:ext>
              </a:extLst>
            </p:cNvPr>
            <p:cNvSpPr>
              <a:spLocks noChangeArrowheads="1"/>
            </p:cNvSpPr>
            <p:nvPr/>
          </p:nvSpPr>
          <p:spPr bwMode="auto">
            <a:xfrm>
              <a:off x="2352" y="2256"/>
              <a:ext cx="960" cy="1344"/>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2" name="Rectangle 5">
              <a:extLst>
                <a:ext uri="{FF2B5EF4-FFF2-40B4-BE49-F238E27FC236}">
                  <a16:creationId xmlns:a16="http://schemas.microsoft.com/office/drawing/2014/main" id="{A656E5B6-112C-F937-8A43-F91B95A93C04}"/>
                </a:ext>
              </a:extLst>
            </p:cNvPr>
            <p:cNvSpPr>
              <a:spLocks noChangeArrowheads="1"/>
            </p:cNvSpPr>
            <p:nvPr/>
          </p:nvSpPr>
          <p:spPr bwMode="auto">
            <a:xfrm>
              <a:off x="2448" y="2256"/>
              <a:ext cx="96" cy="1344"/>
            </a:xfrm>
            <a:prstGeom prst="rect">
              <a:avLst/>
            </a:prstGeom>
            <a:solidFill>
              <a:schemeClr val="bg1"/>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3" name="Rectangle 6">
              <a:extLst>
                <a:ext uri="{FF2B5EF4-FFF2-40B4-BE49-F238E27FC236}">
                  <a16:creationId xmlns:a16="http://schemas.microsoft.com/office/drawing/2014/main" id="{9F3B8501-78EE-030E-9728-5B429B55A4E0}"/>
                </a:ext>
              </a:extLst>
            </p:cNvPr>
            <p:cNvSpPr>
              <a:spLocks noChangeArrowheads="1"/>
            </p:cNvSpPr>
            <p:nvPr/>
          </p:nvSpPr>
          <p:spPr bwMode="auto">
            <a:xfrm>
              <a:off x="2832" y="2256"/>
              <a:ext cx="96" cy="1344"/>
            </a:xfrm>
            <a:prstGeom prst="rect">
              <a:avLst/>
            </a:prstGeom>
            <a:solidFill>
              <a:schemeClr val="bg1"/>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4" name="Rectangle 7">
              <a:extLst>
                <a:ext uri="{FF2B5EF4-FFF2-40B4-BE49-F238E27FC236}">
                  <a16:creationId xmlns:a16="http://schemas.microsoft.com/office/drawing/2014/main" id="{79CD8F4C-A6F7-6447-98FB-E7136659E719}"/>
                </a:ext>
              </a:extLst>
            </p:cNvPr>
            <p:cNvSpPr>
              <a:spLocks noChangeArrowheads="1"/>
            </p:cNvSpPr>
            <p:nvPr/>
          </p:nvSpPr>
          <p:spPr bwMode="auto">
            <a:xfrm>
              <a:off x="2928" y="2256"/>
              <a:ext cx="96" cy="1344"/>
            </a:xfrm>
            <a:prstGeom prst="rect">
              <a:avLst/>
            </a:prstGeom>
            <a:solidFill>
              <a:schemeClr val="bg1"/>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5" name="Rectangle 8">
              <a:extLst>
                <a:ext uri="{FF2B5EF4-FFF2-40B4-BE49-F238E27FC236}">
                  <a16:creationId xmlns:a16="http://schemas.microsoft.com/office/drawing/2014/main" id="{981DEF3B-7E89-0BED-3DD7-C8D6644DCD64}"/>
                </a:ext>
              </a:extLst>
            </p:cNvPr>
            <p:cNvSpPr>
              <a:spLocks noChangeArrowheads="1"/>
            </p:cNvSpPr>
            <p:nvPr/>
          </p:nvSpPr>
          <p:spPr bwMode="auto">
            <a:xfrm>
              <a:off x="3120" y="2256"/>
              <a:ext cx="96" cy="1344"/>
            </a:xfrm>
            <a:prstGeom prst="rect">
              <a:avLst/>
            </a:prstGeom>
            <a:solidFill>
              <a:schemeClr val="bg1"/>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spTree>
    <p:extLst>
      <p:ext uri="{BB962C8B-B14F-4D97-AF65-F5344CB8AC3E}">
        <p14:creationId xmlns:p14="http://schemas.microsoft.com/office/powerpoint/2010/main" val="84132273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D76C4-7FD1-D8B8-5512-13074857FF8B}"/>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3F057F4F-1DEF-C455-2A1F-B8EC20B474CA}"/>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PROJECT</a:t>
            </a:r>
          </a:p>
        </p:txBody>
      </p:sp>
      <p:sp>
        <p:nvSpPr>
          <p:cNvPr id="2" name="Slide Number Placeholder 23">
            <a:extLst>
              <a:ext uri="{FF2B5EF4-FFF2-40B4-BE49-F238E27FC236}">
                <a16:creationId xmlns:a16="http://schemas.microsoft.com/office/drawing/2014/main" id="{B1F5CF90-9FED-A3C1-A1A0-EF69B69A870F}"/>
              </a:ext>
            </a:extLst>
          </p:cNvPr>
          <p:cNvSpPr>
            <a:spLocks noGrp="1"/>
          </p:cNvSpPr>
          <p:nvPr>
            <p:ph type="sldNum" sz="quarter" idx="12"/>
          </p:nvPr>
        </p:nvSpPr>
        <p:spPr>
          <a:xfrm>
            <a:off x="8459788" y="616585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0071AC6A-599B-85EE-4002-5F85CB75C933}"/>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pic>
        <p:nvPicPr>
          <p:cNvPr id="4" name="Picture 5">
            <a:extLst>
              <a:ext uri="{FF2B5EF4-FFF2-40B4-BE49-F238E27FC236}">
                <a16:creationId xmlns:a16="http://schemas.microsoft.com/office/drawing/2014/main" id="{32E6CB6F-3168-2949-F9FB-B657EAFF00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836712"/>
            <a:ext cx="8534400" cy="5151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2646461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FA861-1D07-A057-1A00-5B4FE0C935CB}"/>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26D6465F-276F-2033-4733-3D02F5CA8A57}"/>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SELECT+PROJECT</a:t>
            </a:r>
          </a:p>
        </p:txBody>
      </p:sp>
      <p:sp>
        <p:nvSpPr>
          <p:cNvPr id="24579" name="Rectangle 3">
            <a:extLst>
              <a:ext uri="{FF2B5EF4-FFF2-40B4-BE49-F238E27FC236}">
                <a16:creationId xmlns:a16="http://schemas.microsoft.com/office/drawing/2014/main" id="{30CBAE7D-6C46-B3EB-9E99-0C313D0652B1}"/>
              </a:ext>
            </a:extLst>
          </p:cNvPr>
          <p:cNvSpPr>
            <a:spLocks noGrp="1" noChangeArrowheads="1"/>
          </p:cNvSpPr>
          <p:nvPr>
            <p:ph type="body" idx="1"/>
          </p:nvPr>
        </p:nvSpPr>
        <p:spPr>
          <a:xfrm>
            <a:off x="354013" y="692150"/>
            <a:ext cx="8466137" cy="1368698"/>
          </a:xfrm>
        </p:spPr>
        <p:txBody>
          <a:bodyPr/>
          <a:lstStyle/>
          <a:p>
            <a:pPr algn="just">
              <a:defRPr/>
            </a:pPr>
            <a:r>
              <a:rPr lang="en-US" sz="2400" dirty="0">
                <a:latin typeface="Cambria" panose="02040503050406030204" pitchFamily="18" charset="0"/>
                <a:ea typeface="Cambria" panose="02040503050406030204" pitchFamily="18" charset="0"/>
              </a:rPr>
              <a:t>Suppose we want to perform the following operations together:</a:t>
            </a:r>
          </a:p>
          <a:p>
            <a:pPr algn="just">
              <a:defRPr/>
            </a:pPr>
            <a:endParaRPr lang="en-US" sz="2400" dirty="0">
              <a:latin typeface="Cambria" panose="02040503050406030204" pitchFamily="18" charset="0"/>
              <a:ea typeface="Cambria" panose="02040503050406030204" pitchFamily="18" charset="0"/>
            </a:endParaRPr>
          </a:p>
          <a:p>
            <a:pPr algn="just">
              <a:defRPr/>
            </a:pPr>
            <a:endParaRPr lang="en-US" sz="2400" dirty="0">
              <a:latin typeface="Cambria" panose="02040503050406030204" pitchFamily="18" charset="0"/>
              <a:ea typeface="Cambria" panose="02040503050406030204" pitchFamily="18" charset="0"/>
            </a:endParaRPr>
          </a:p>
          <a:p>
            <a:pPr algn="just">
              <a:spcBef>
                <a:spcPts val="1200"/>
              </a:spcBef>
              <a:spcAft>
                <a:spcPts val="1200"/>
              </a:spcAft>
              <a:defRPr/>
            </a:pPr>
            <a:r>
              <a:rPr lang="en-US" sz="2400" dirty="0">
                <a:latin typeface="Cambria" panose="02040503050406030204" pitchFamily="18" charset="0"/>
                <a:ea typeface="Cambria" panose="02040503050406030204" pitchFamily="18" charset="0"/>
              </a:rPr>
              <a:t>It can be done in the following ways:</a:t>
            </a:r>
          </a:p>
          <a:p>
            <a:pPr marL="0" indent="0" algn="ctr">
              <a:buFontTx/>
              <a:buNone/>
              <a:defRPr/>
            </a:pPr>
            <a:endParaRPr lang="en-US" sz="2400" dirty="0">
              <a:latin typeface="Cambria" panose="02040503050406030204" pitchFamily="18" charset="0"/>
              <a:ea typeface="Cambria" panose="02040503050406030204" pitchFamily="18" charset="0"/>
            </a:endParaRPr>
          </a:p>
          <a:p>
            <a:pPr marL="0" indent="0">
              <a:buFontTx/>
              <a:buNone/>
              <a:defRPr/>
            </a:pPr>
            <a:r>
              <a:rPr lang="en-US" sz="2400" dirty="0">
                <a:latin typeface="Cambria" panose="02040503050406030204" pitchFamily="18" charset="0"/>
                <a:ea typeface="Cambria" panose="02040503050406030204" pitchFamily="18" charset="0"/>
              </a:rPr>
              <a:t>			OR</a:t>
            </a:r>
          </a:p>
          <a:p>
            <a:pPr marL="0" indent="0" algn="ctr">
              <a:buFontTx/>
              <a:buNone/>
              <a:defRPr/>
            </a:pPr>
            <a:endParaRPr lang="en-US" sz="2400" dirty="0">
              <a:latin typeface="Cambria" panose="02040503050406030204" pitchFamily="18" charset="0"/>
              <a:ea typeface="Cambria" panose="02040503050406030204" pitchFamily="18" charset="0"/>
            </a:endParaRPr>
          </a:p>
          <a:p>
            <a:pPr algn="just">
              <a:defRPr/>
            </a:pPr>
            <a:endParaRPr lang="en-US" sz="2400" dirty="0">
              <a:latin typeface="Cambria" panose="02040503050406030204" pitchFamily="18" charset="0"/>
              <a:ea typeface="Cambria" panose="02040503050406030204" pitchFamily="18" charset="0"/>
            </a:endParaRPr>
          </a:p>
          <a:p>
            <a:pPr algn="just">
              <a:defRPr/>
            </a:pPr>
            <a:endParaRPr lang="en-US" sz="2400" dirty="0">
              <a:latin typeface="Cambria" panose="02040503050406030204" pitchFamily="18" charset="0"/>
              <a:ea typeface="Cambria" panose="02040503050406030204" pitchFamily="18" charset="0"/>
            </a:endParaRPr>
          </a:p>
        </p:txBody>
      </p:sp>
      <p:sp>
        <p:nvSpPr>
          <p:cNvPr id="2" name="Slide Number Placeholder 23">
            <a:extLst>
              <a:ext uri="{FF2B5EF4-FFF2-40B4-BE49-F238E27FC236}">
                <a16:creationId xmlns:a16="http://schemas.microsoft.com/office/drawing/2014/main" id="{83148AFA-DAE0-3409-9D91-CF92D63A6269}"/>
              </a:ext>
            </a:extLst>
          </p:cNvPr>
          <p:cNvSpPr>
            <a:spLocks noGrp="1"/>
          </p:cNvSpPr>
          <p:nvPr>
            <p:ph type="sldNum" sz="quarter" idx="12"/>
          </p:nvPr>
        </p:nvSpPr>
        <p:spPr>
          <a:xfrm>
            <a:off x="8459788" y="616585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2944957F-BB10-54DB-B649-000619644CCB}"/>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Text Box 6">
            <a:extLst>
              <a:ext uri="{FF2B5EF4-FFF2-40B4-BE49-F238E27FC236}">
                <a16:creationId xmlns:a16="http://schemas.microsoft.com/office/drawing/2014/main" id="{BF9B0B05-E57C-7143-08AD-03C06E9217B4}"/>
              </a:ext>
            </a:extLst>
          </p:cNvPr>
          <p:cNvSpPr txBox="1">
            <a:spLocks noChangeArrowheads="1"/>
          </p:cNvSpPr>
          <p:nvPr/>
        </p:nvSpPr>
        <p:spPr bwMode="auto">
          <a:xfrm>
            <a:off x="660399" y="1482658"/>
            <a:ext cx="283148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
                <a:schemeClr val="tx2"/>
              </a:buClr>
              <a:buFontTx/>
              <a:buNone/>
            </a:pPr>
            <a:r>
              <a:rPr lang="en-US" altLang="en-US" sz="2400" dirty="0">
                <a:solidFill>
                  <a:srgbClr val="0033CC"/>
                </a:solidFill>
                <a:latin typeface="Cambria" panose="02040503050406030204" pitchFamily="18" charset="0"/>
                <a:ea typeface="Cambria" panose="02040503050406030204" pitchFamily="18" charset="0"/>
                <a:sym typeface="Symbol" panose="05050102010706020507" pitchFamily="18" charset="2"/>
              </a:rPr>
              <a:t></a:t>
            </a:r>
            <a:r>
              <a:rPr lang="en-US" altLang="en-US" sz="2400" baseline="-25000" dirty="0">
                <a:solidFill>
                  <a:srgbClr val="0033CC"/>
                </a:solidFill>
                <a:latin typeface="Cambria" panose="02040503050406030204" pitchFamily="18" charset="0"/>
                <a:ea typeface="Cambria" panose="02040503050406030204" pitchFamily="18" charset="0"/>
                <a:sym typeface="Symbol" panose="05050102010706020507" pitchFamily="18" charset="2"/>
              </a:rPr>
              <a:t>PRICE &lt; 2 </a:t>
            </a:r>
            <a:r>
              <a:rPr lang="en-US" altLang="en-US" sz="2400" dirty="0">
                <a:solidFill>
                  <a:srgbClr val="0033CC"/>
                </a:solidFill>
                <a:latin typeface="Cambria" panose="02040503050406030204" pitchFamily="18" charset="0"/>
                <a:ea typeface="Cambria" panose="02040503050406030204" pitchFamily="18" charset="0"/>
                <a:sym typeface="Symbol" panose="05050102010706020507" pitchFamily="18" charset="2"/>
              </a:rPr>
              <a:t>(PRODUCT)</a:t>
            </a:r>
            <a:endParaRPr lang="en-US" altLang="en-US" sz="2400" dirty="0">
              <a:solidFill>
                <a:srgbClr val="0033CC"/>
              </a:solidFill>
              <a:latin typeface="Cambria" panose="02040503050406030204" pitchFamily="18" charset="0"/>
              <a:ea typeface="Cambria" panose="02040503050406030204" pitchFamily="18" charset="0"/>
            </a:endParaRPr>
          </a:p>
        </p:txBody>
      </p:sp>
      <p:sp>
        <p:nvSpPr>
          <p:cNvPr id="7" name="Rectangle 10">
            <a:extLst>
              <a:ext uri="{FF2B5EF4-FFF2-40B4-BE49-F238E27FC236}">
                <a16:creationId xmlns:a16="http://schemas.microsoft.com/office/drawing/2014/main" id="{D6B97137-D24E-43E6-D060-092B6D7EF8F6}"/>
              </a:ext>
            </a:extLst>
          </p:cNvPr>
          <p:cNvSpPr>
            <a:spLocks noChangeArrowheads="1"/>
          </p:cNvSpPr>
          <p:nvPr/>
        </p:nvSpPr>
        <p:spPr bwMode="auto">
          <a:xfrm>
            <a:off x="646485" y="1972253"/>
            <a:ext cx="407987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a:solidFill>
                  <a:srgbClr val="0033CC"/>
                </a:solidFill>
                <a:latin typeface="Cambria" panose="02040503050406030204" pitchFamily="18" charset="0"/>
                <a:ea typeface="Cambria" panose="02040503050406030204" pitchFamily="18" charset="0"/>
                <a:sym typeface="Symbol" panose="05050102010706020507" pitchFamily="18" charset="2"/>
              </a:rPr>
              <a:t></a:t>
            </a:r>
            <a:r>
              <a:rPr lang="en-US" altLang="en-US" sz="2400" baseline="-25000">
                <a:solidFill>
                  <a:srgbClr val="0033CC"/>
                </a:solidFill>
                <a:latin typeface="Cambria" panose="02040503050406030204" pitchFamily="18" charset="0"/>
                <a:ea typeface="Cambria" panose="02040503050406030204" pitchFamily="18" charset="0"/>
              </a:rPr>
              <a:t>P_DESCRIPT, PRICE</a:t>
            </a:r>
            <a:r>
              <a:rPr lang="en-US" altLang="en-US" sz="2400">
                <a:solidFill>
                  <a:srgbClr val="0033CC"/>
                </a:solidFill>
                <a:latin typeface="Cambria" panose="02040503050406030204" pitchFamily="18" charset="0"/>
                <a:ea typeface="Cambria" panose="02040503050406030204" pitchFamily="18" charset="0"/>
              </a:rPr>
              <a:t> (PRODUCT)</a:t>
            </a:r>
          </a:p>
        </p:txBody>
      </p:sp>
      <p:sp>
        <p:nvSpPr>
          <p:cNvPr id="8" name="Text Box 6">
            <a:extLst>
              <a:ext uri="{FF2B5EF4-FFF2-40B4-BE49-F238E27FC236}">
                <a16:creationId xmlns:a16="http://schemas.microsoft.com/office/drawing/2014/main" id="{0AA7F00F-20B9-63B0-5CA1-7E7F298F11AB}"/>
              </a:ext>
            </a:extLst>
          </p:cNvPr>
          <p:cNvSpPr txBox="1">
            <a:spLocks noChangeArrowheads="1"/>
          </p:cNvSpPr>
          <p:nvPr/>
        </p:nvSpPr>
        <p:spPr bwMode="auto">
          <a:xfrm>
            <a:off x="638852" y="3986864"/>
            <a:ext cx="49188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Clr>
                <a:schemeClr val="tx2"/>
              </a:buClr>
              <a:buFontTx/>
              <a:buNone/>
            </a:pPr>
            <a:r>
              <a:rPr lang="en-US" altLang="en-US" sz="2400" dirty="0">
                <a:solidFill>
                  <a:srgbClr val="0033CC"/>
                </a:solidFill>
                <a:latin typeface="Cambria" panose="02040503050406030204" pitchFamily="18" charset="0"/>
                <a:ea typeface="Cambria" panose="02040503050406030204" pitchFamily="18" charset="0"/>
                <a:sym typeface="Symbol" panose="05050102010706020507" pitchFamily="18" charset="2"/>
              </a:rPr>
              <a:t>PROD-TEMP </a:t>
            </a:r>
            <a:r>
              <a:rPr lang="en-US" altLang="en-US" sz="2400" dirty="0">
                <a:solidFill>
                  <a:srgbClr val="0033CC"/>
                </a:solidFill>
                <a:latin typeface="Cambria" panose="02040503050406030204" pitchFamily="18" charset="0"/>
                <a:ea typeface="Cambria" panose="02040503050406030204" pitchFamily="18" charset="0"/>
                <a:sym typeface="Wingdings" panose="05000000000000000000" pitchFamily="2" charset="2"/>
              </a:rPr>
              <a:t></a:t>
            </a:r>
            <a:r>
              <a:rPr lang="en-US" altLang="en-US" sz="2400" dirty="0">
                <a:solidFill>
                  <a:srgbClr val="0033CC"/>
                </a:solidFill>
                <a:latin typeface="Cambria" panose="02040503050406030204" pitchFamily="18" charset="0"/>
                <a:ea typeface="Cambria" panose="02040503050406030204" pitchFamily="18" charset="0"/>
                <a:sym typeface="Symbol" panose="05050102010706020507" pitchFamily="18" charset="2"/>
              </a:rPr>
              <a:t> </a:t>
            </a:r>
            <a:r>
              <a:rPr lang="en-US" altLang="en-US" sz="2400" baseline="-25000" dirty="0">
                <a:solidFill>
                  <a:srgbClr val="0033CC"/>
                </a:solidFill>
                <a:latin typeface="Cambria" panose="02040503050406030204" pitchFamily="18" charset="0"/>
                <a:ea typeface="Cambria" panose="02040503050406030204" pitchFamily="18" charset="0"/>
                <a:sym typeface="Symbol" panose="05050102010706020507" pitchFamily="18" charset="2"/>
              </a:rPr>
              <a:t>PRICE &lt; 2 </a:t>
            </a:r>
            <a:r>
              <a:rPr lang="en-US" altLang="en-US" sz="2400" dirty="0">
                <a:solidFill>
                  <a:srgbClr val="0033CC"/>
                </a:solidFill>
                <a:latin typeface="Cambria" panose="02040503050406030204" pitchFamily="18" charset="0"/>
                <a:ea typeface="Cambria" panose="02040503050406030204" pitchFamily="18" charset="0"/>
                <a:sym typeface="Symbol" panose="05050102010706020507" pitchFamily="18" charset="2"/>
              </a:rPr>
              <a:t>(PRODUCT)</a:t>
            </a:r>
            <a:endParaRPr lang="en-US" altLang="en-US" sz="2400" dirty="0">
              <a:solidFill>
                <a:srgbClr val="0033CC"/>
              </a:solidFill>
              <a:latin typeface="Cambria" panose="02040503050406030204" pitchFamily="18" charset="0"/>
              <a:ea typeface="Cambria" panose="02040503050406030204" pitchFamily="18" charset="0"/>
            </a:endParaRPr>
          </a:p>
        </p:txBody>
      </p:sp>
      <p:sp>
        <p:nvSpPr>
          <p:cNvPr id="10" name="Rectangle 13">
            <a:extLst>
              <a:ext uri="{FF2B5EF4-FFF2-40B4-BE49-F238E27FC236}">
                <a16:creationId xmlns:a16="http://schemas.microsoft.com/office/drawing/2014/main" id="{DFF60724-E317-653A-2199-CED71BDD0983}"/>
              </a:ext>
            </a:extLst>
          </p:cNvPr>
          <p:cNvSpPr>
            <a:spLocks noChangeArrowheads="1"/>
          </p:cNvSpPr>
          <p:nvPr/>
        </p:nvSpPr>
        <p:spPr bwMode="auto">
          <a:xfrm>
            <a:off x="684585" y="4397953"/>
            <a:ext cx="4319588"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2400">
                <a:solidFill>
                  <a:srgbClr val="0033CC"/>
                </a:solidFill>
                <a:latin typeface="Cambria" panose="02040503050406030204" pitchFamily="18" charset="0"/>
                <a:ea typeface="Cambria" panose="02040503050406030204" pitchFamily="18" charset="0"/>
                <a:sym typeface="Symbol" panose="05050102010706020507" pitchFamily="18" charset="2"/>
              </a:rPr>
              <a:t></a:t>
            </a:r>
            <a:r>
              <a:rPr lang="en-US" altLang="en-US" sz="2400" baseline="-25000">
                <a:solidFill>
                  <a:srgbClr val="0033CC"/>
                </a:solidFill>
                <a:latin typeface="Cambria" panose="02040503050406030204" pitchFamily="18" charset="0"/>
                <a:ea typeface="Cambria" panose="02040503050406030204" pitchFamily="18" charset="0"/>
              </a:rPr>
              <a:t>P_DESCRIPT, PRICE</a:t>
            </a:r>
            <a:r>
              <a:rPr lang="en-US" altLang="en-US" sz="2400">
                <a:solidFill>
                  <a:srgbClr val="0033CC"/>
                </a:solidFill>
                <a:latin typeface="Cambria" panose="02040503050406030204" pitchFamily="18" charset="0"/>
                <a:ea typeface="Cambria" panose="02040503050406030204" pitchFamily="18" charset="0"/>
              </a:rPr>
              <a:t> (PROD-TEMP)</a:t>
            </a:r>
          </a:p>
        </p:txBody>
      </p:sp>
      <p:sp>
        <p:nvSpPr>
          <p:cNvPr id="16" name="Text Box 6">
            <a:extLst>
              <a:ext uri="{FF2B5EF4-FFF2-40B4-BE49-F238E27FC236}">
                <a16:creationId xmlns:a16="http://schemas.microsoft.com/office/drawing/2014/main" id="{59050D04-FADA-78A2-820D-B42E1A79883C}"/>
              </a:ext>
            </a:extLst>
          </p:cNvPr>
          <p:cNvSpPr txBox="1">
            <a:spLocks noChangeArrowheads="1"/>
          </p:cNvSpPr>
          <p:nvPr/>
        </p:nvSpPr>
        <p:spPr bwMode="auto">
          <a:xfrm>
            <a:off x="677146" y="2968835"/>
            <a:ext cx="6985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
                <a:schemeClr val="tx2"/>
              </a:buClr>
              <a:buFontTx/>
              <a:buNone/>
            </a:pPr>
            <a:r>
              <a:rPr lang="en-US" altLang="en-US" sz="2400" dirty="0">
                <a:solidFill>
                  <a:srgbClr val="FF0000"/>
                </a:solidFill>
                <a:latin typeface="Cambria" panose="02040503050406030204" pitchFamily="18" charset="0"/>
                <a:ea typeface="Cambria" panose="02040503050406030204" pitchFamily="18" charset="0"/>
                <a:sym typeface="Symbol" panose="05050102010706020507" pitchFamily="18" charset="2"/>
              </a:rPr>
              <a:t></a:t>
            </a:r>
            <a:r>
              <a:rPr lang="en-US" altLang="en-US" sz="2400" baseline="-25000" dirty="0">
                <a:solidFill>
                  <a:srgbClr val="FF0000"/>
                </a:solidFill>
                <a:latin typeface="Cambria" panose="02040503050406030204" pitchFamily="18" charset="0"/>
                <a:ea typeface="Cambria" panose="02040503050406030204" pitchFamily="18" charset="0"/>
              </a:rPr>
              <a:t>P_DESCRIPT, PRICE</a:t>
            </a:r>
            <a:r>
              <a:rPr lang="en-US" altLang="en-US" sz="2400" dirty="0">
                <a:solidFill>
                  <a:srgbClr val="FF0000"/>
                </a:solidFill>
                <a:latin typeface="Cambria" panose="02040503050406030204" pitchFamily="18" charset="0"/>
                <a:ea typeface="Cambria" panose="02040503050406030204" pitchFamily="18" charset="0"/>
              </a:rPr>
              <a:t> (</a:t>
            </a:r>
            <a:r>
              <a:rPr lang="en-US" altLang="en-US" sz="2400" dirty="0">
                <a:solidFill>
                  <a:srgbClr val="FF0000"/>
                </a:solidFill>
                <a:latin typeface="Cambria" panose="02040503050406030204" pitchFamily="18" charset="0"/>
                <a:ea typeface="Cambria" panose="02040503050406030204" pitchFamily="18" charset="0"/>
                <a:sym typeface="Symbol" panose="05050102010706020507" pitchFamily="18" charset="2"/>
              </a:rPr>
              <a:t></a:t>
            </a:r>
            <a:r>
              <a:rPr lang="en-US" altLang="en-US" sz="2400" baseline="-25000" dirty="0">
                <a:solidFill>
                  <a:srgbClr val="FF0000"/>
                </a:solidFill>
                <a:latin typeface="Cambria" panose="02040503050406030204" pitchFamily="18" charset="0"/>
                <a:ea typeface="Cambria" panose="02040503050406030204" pitchFamily="18" charset="0"/>
                <a:sym typeface="Symbol" panose="05050102010706020507" pitchFamily="18" charset="2"/>
              </a:rPr>
              <a:t>PRICE &lt; 2 </a:t>
            </a:r>
            <a:r>
              <a:rPr lang="en-US" altLang="en-US" sz="2400" dirty="0">
                <a:solidFill>
                  <a:srgbClr val="FF0000"/>
                </a:solidFill>
                <a:latin typeface="Cambria" panose="02040503050406030204" pitchFamily="18" charset="0"/>
                <a:ea typeface="Cambria" panose="02040503050406030204" pitchFamily="18" charset="0"/>
                <a:sym typeface="Symbol" panose="05050102010706020507" pitchFamily="18" charset="2"/>
              </a:rPr>
              <a:t>(PRODUCT))</a:t>
            </a:r>
            <a:endParaRPr lang="en-US" altLang="en-US" sz="2400" dirty="0">
              <a:solidFill>
                <a:srgbClr val="FF000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90260802"/>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E2574-E626-FD66-F08C-EEFF6364FAD9}"/>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BDFF626A-9765-916B-74AC-2D9CE6CC6970}"/>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RENAME</a:t>
            </a:r>
          </a:p>
        </p:txBody>
      </p:sp>
      <p:sp>
        <p:nvSpPr>
          <p:cNvPr id="24579" name="Rectangle 3">
            <a:extLst>
              <a:ext uri="{FF2B5EF4-FFF2-40B4-BE49-F238E27FC236}">
                <a16:creationId xmlns:a16="http://schemas.microsoft.com/office/drawing/2014/main" id="{336485AD-C7F2-5C70-02BE-FB2157C02F9A}"/>
              </a:ext>
            </a:extLst>
          </p:cNvPr>
          <p:cNvSpPr>
            <a:spLocks noGrp="1" noChangeArrowheads="1"/>
          </p:cNvSpPr>
          <p:nvPr>
            <p:ph type="body" idx="1"/>
          </p:nvPr>
        </p:nvSpPr>
        <p:spPr>
          <a:xfrm>
            <a:off x="354013" y="692150"/>
            <a:ext cx="8466137" cy="1368698"/>
          </a:xfrm>
        </p:spPr>
        <p:txBody>
          <a:bodyPr/>
          <a:lstStyle/>
          <a:p>
            <a:pPr algn="just"/>
            <a:r>
              <a:rPr lang="en-US" altLang="en-US" sz="2400" dirty="0">
                <a:latin typeface="Cambria" panose="02040503050406030204" pitchFamily="18" charset="0"/>
                <a:ea typeface="Cambria" panose="02040503050406030204" pitchFamily="18" charset="0"/>
              </a:rPr>
              <a:t>Rename operation is used to rename a relation, or attributes of a relation, or both. </a:t>
            </a:r>
          </a:p>
          <a:p>
            <a:pPr marL="857250" lvl="1" indent="-457200">
              <a:spcBef>
                <a:spcPts val="600"/>
              </a:spcBef>
              <a:spcAft>
                <a:spcPts val="600"/>
              </a:spcAft>
              <a:buFontTx/>
              <a:buAutoNum type="arabicPeriod"/>
            </a:pPr>
            <a:r>
              <a:rPr lang="el-GR" altLang="en-US" dirty="0">
                <a:solidFill>
                  <a:srgbClr val="FF0000"/>
                </a:solidFill>
                <a:latin typeface="Cambria" panose="02040503050406030204" pitchFamily="18" charset="0"/>
                <a:ea typeface="Cambria" panose="02040503050406030204" pitchFamily="18" charset="0"/>
              </a:rPr>
              <a:t>ρ</a:t>
            </a:r>
            <a:r>
              <a:rPr lang="en-US" altLang="en-US" i="1" dirty="0">
                <a:solidFill>
                  <a:srgbClr val="FF0000"/>
                </a:solidFill>
                <a:latin typeface="Cambria" panose="02040503050406030204" pitchFamily="18" charset="0"/>
                <a:ea typeface="Cambria" panose="02040503050406030204" pitchFamily="18" charset="0"/>
              </a:rPr>
              <a:t>S</a:t>
            </a:r>
            <a:r>
              <a:rPr lang="en-US" altLang="en-US" dirty="0">
                <a:solidFill>
                  <a:srgbClr val="FF0000"/>
                </a:solidFill>
                <a:latin typeface="Cambria" panose="02040503050406030204" pitchFamily="18" charset="0"/>
                <a:ea typeface="Cambria" panose="02040503050406030204" pitchFamily="18" charset="0"/>
              </a:rPr>
              <a:t>(</a:t>
            </a:r>
            <a:r>
              <a:rPr lang="en-US" altLang="en-US" i="1" dirty="0">
                <a:solidFill>
                  <a:srgbClr val="FF0000"/>
                </a:solidFill>
                <a:latin typeface="Cambria" panose="02040503050406030204" pitchFamily="18" charset="0"/>
                <a:ea typeface="Cambria" panose="02040503050406030204" pitchFamily="18" charset="0"/>
              </a:rPr>
              <a:t>B</a:t>
            </a:r>
            <a:r>
              <a:rPr lang="en-US" altLang="en-US" baseline="-25000" dirty="0">
                <a:solidFill>
                  <a:srgbClr val="FF0000"/>
                </a:solidFill>
                <a:latin typeface="Cambria" panose="02040503050406030204" pitchFamily="18" charset="0"/>
                <a:ea typeface="Cambria" panose="02040503050406030204" pitchFamily="18" charset="0"/>
              </a:rPr>
              <a:t>1</a:t>
            </a:r>
            <a:r>
              <a:rPr lang="en-US" altLang="en-US" dirty="0">
                <a:solidFill>
                  <a:srgbClr val="FF0000"/>
                </a:solidFill>
                <a:latin typeface="Cambria" panose="02040503050406030204" pitchFamily="18" charset="0"/>
                <a:ea typeface="Cambria" panose="02040503050406030204" pitchFamily="18" charset="0"/>
              </a:rPr>
              <a:t>, </a:t>
            </a:r>
            <a:r>
              <a:rPr lang="en-US" altLang="en-US" i="1" dirty="0">
                <a:solidFill>
                  <a:srgbClr val="FF0000"/>
                </a:solidFill>
                <a:latin typeface="Cambria" panose="02040503050406030204" pitchFamily="18" charset="0"/>
                <a:ea typeface="Cambria" panose="02040503050406030204" pitchFamily="18" charset="0"/>
              </a:rPr>
              <a:t>B</a:t>
            </a:r>
            <a:r>
              <a:rPr lang="en-US" altLang="en-US" baseline="-25000" dirty="0">
                <a:solidFill>
                  <a:srgbClr val="FF0000"/>
                </a:solidFill>
                <a:latin typeface="Cambria" panose="02040503050406030204" pitchFamily="18" charset="0"/>
                <a:ea typeface="Cambria" panose="02040503050406030204" pitchFamily="18" charset="0"/>
              </a:rPr>
              <a:t>2</a:t>
            </a:r>
            <a:r>
              <a:rPr lang="en-US" altLang="en-US" dirty="0">
                <a:solidFill>
                  <a:srgbClr val="FF0000"/>
                </a:solidFill>
                <a:latin typeface="Cambria" panose="02040503050406030204" pitchFamily="18" charset="0"/>
                <a:ea typeface="Cambria" panose="02040503050406030204" pitchFamily="18" charset="0"/>
              </a:rPr>
              <a:t>, ... , </a:t>
            </a:r>
            <a:r>
              <a:rPr lang="en-US" altLang="en-US" i="1" dirty="0">
                <a:solidFill>
                  <a:srgbClr val="FF0000"/>
                </a:solidFill>
                <a:latin typeface="Cambria" panose="02040503050406030204" pitchFamily="18" charset="0"/>
                <a:ea typeface="Cambria" panose="02040503050406030204" pitchFamily="18" charset="0"/>
              </a:rPr>
              <a:t>B</a:t>
            </a:r>
            <a:r>
              <a:rPr lang="en-US" altLang="en-US" i="1" baseline="-25000" dirty="0">
                <a:solidFill>
                  <a:srgbClr val="FF0000"/>
                </a:solidFill>
                <a:latin typeface="Cambria" panose="02040503050406030204" pitchFamily="18" charset="0"/>
                <a:ea typeface="Cambria" panose="02040503050406030204" pitchFamily="18" charset="0"/>
              </a:rPr>
              <a:t>n</a:t>
            </a:r>
            <a:r>
              <a:rPr lang="en-US" altLang="en-US" dirty="0">
                <a:solidFill>
                  <a:srgbClr val="FF0000"/>
                </a:solidFill>
                <a:latin typeface="Cambria" panose="02040503050406030204" pitchFamily="18" charset="0"/>
                <a:ea typeface="Cambria" panose="02040503050406030204" pitchFamily="18" charset="0"/>
              </a:rPr>
              <a:t>)(</a:t>
            </a:r>
            <a:r>
              <a:rPr lang="en-US" altLang="en-US" i="1" dirty="0">
                <a:solidFill>
                  <a:srgbClr val="FF0000"/>
                </a:solidFill>
                <a:latin typeface="Cambria" panose="02040503050406030204" pitchFamily="18" charset="0"/>
                <a:ea typeface="Cambria" panose="02040503050406030204" pitchFamily="18" charset="0"/>
              </a:rPr>
              <a:t>R</a:t>
            </a:r>
            <a:r>
              <a:rPr lang="en-US" altLang="en-US" dirty="0">
                <a:solidFill>
                  <a:srgbClr val="FF0000"/>
                </a:solidFill>
                <a:latin typeface="Cambria" panose="02040503050406030204" pitchFamily="18" charset="0"/>
                <a:ea typeface="Cambria" panose="02040503050406030204" pitchFamily="18" charset="0"/>
              </a:rPr>
              <a:t>) or </a:t>
            </a:r>
          </a:p>
          <a:p>
            <a:pPr marL="857250" lvl="1" indent="-457200">
              <a:spcBef>
                <a:spcPts val="600"/>
              </a:spcBef>
              <a:spcAft>
                <a:spcPts val="600"/>
              </a:spcAft>
              <a:buFontTx/>
              <a:buAutoNum type="arabicPeriod"/>
            </a:pPr>
            <a:r>
              <a:rPr lang="el-GR" altLang="en-US" dirty="0">
                <a:solidFill>
                  <a:srgbClr val="FF0000"/>
                </a:solidFill>
                <a:latin typeface="Cambria" panose="02040503050406030204" pitchFamily="18" charset="0"/>
                <a:ea typeface="Cambria" panose="02040503050406030204" pitchFamily="18" charset="0"/>
              </a:rPr>
              <a:t>ρ</a:t>
            </a:r>
            <a:r>
              <a:rPr lang="en-US" altLang="en-US" i="1" dirty="0">
                <a:solidFill>
                  <a:srgbClr val="FF0000"/>
                </a:solidFill>
                <a:latin typeface="Cambria" panose="02040503050406030204" pitchFamily="18" charset="0"/>
                <a:ea typeface="Cambria" panose="02040503050406030204" pitchFamily="18" charset="0"/>
              </a:rPr>
              <a:t>S</a:t>
            </a:r>
            <a:r>
              <a:rPr lang="en-US" altLang="en-US" dirty="0">
                <a:solidFill>
                  <a:srgbClr val="FF0000"/>
                </a:solidFill>
                <a:latin typeface="Cambria" panose="02040503050406030204" pitchFamily="18" charset="0"/>
                <a:ea typeface="Cambria" panose="02040503050406030204" pitchFamily="18" charset="0"/>
              </a:rPr>
              <a:t>(</a:t>
            </a:r>
            <a:r>
              <a:rPr lang="en-US" altLang="en-US" i="1" dirty="0">
                <a:solidFill>
                  <a:srgbClr val="FF0000"/>
                </a:solidFill>
                <a:latin typeface="Cambria" panose="02040503050406030204" pitchFamily="18" charset="0"/>
                <a:ea typeface="Cambria" panose="02040503050406030204" pitchFamily="18" charset="0"/>
              </a:rPr>
              <a:t>R</a:t>
            </a:r>
            <a:r>
              <a:rPr lang="en-US" altLang="en-US" dirty="0">
                <a:solidFill>
                  <a:srgbClr val="FF0000"/>
                </a:solidFill>
                <a:latin typeface="Cambria" panose="02040503050406030204" pitchFamily="18" charset="0"/>
                <a:ea typeface="Cambria" panose="02040503050406030204" pitchFamily="18" charset="0"/>
              </a:rPr>
              <a:t>) or </a:t>
            </a:r>
          </a:p>
          <a:p>
            <a:pPr marL="857250" lvl="1" indent="-457200">
              <a:spcBef>
                <a:spcPts val="600"/>
              </a:spcBef>
              <a:spcAft>
                <a:spcPts val="600"/>
              </a:spcAft>
              <a:buFontTx/>
              <a:buAutoNum type="arabicPeriod"/>
            </a:pPr>
            <a:r>
              <a:rPr lang="el-GR" altLang="en-US" dirty="0">
                <a:solidFill>
                  <a:srgbClr val="FF0000"/>
                </a:solidFill>
                <a:latin typeface="Cambria" panose="02040503050406030204" pitchFamily="18" charset="0"/>
                <a:ea typeface="Cambria" panose="02040503050406030204" pitchFamily="18" charset="0"/>
              </a:rPr>
              <a:t>ρ(</a:t>
            </a:r>
            <a:r>
              <a:rPr lang="en-US" altLang="en-US" i="1" dirty="0">
                <a:solidFill>
                  <a:srgbClr val="FF0000"/>
                </a:solidFill>
                <a:latin typeface="Cambria" panose="02040503050406030204" pitchFamily="18" charset="0"/>
                <a:ea typeface="Cambria" panose="02040503050406030204" pitchFamily="18" charset="0"/>
              </a:rPr>
              <a:t>B</a:t>
            </a:r>
            <a:r>
              <a:rPr lang="en-US" altLang="en-US" baseline="-25000" dirty="0">
                <a:solidFill>
                  <a:srgbClr val="FF0000"/>
                </a:solidFill>
                <a:latin typeface="Cambria" panose="02040503050406030204" pitchFamily="18" charset="0"/>
                <a:ea typeface="Cambria" panose="02040503050406030204" pitchFamily="18" charset="0"/>
              </a:rPr>
              <a:t>1</a:t>
            </a:r>
            <a:r>
              <a:rPr lang="en-US" altLang="en-US" dirty="0">
                <a:solidFill>
                  <a:srgbClr val="FF0000"/>
                </a:solidFill>
                <a:latin typeface="Cambria" panose="02040503050406030204" pitchFamily="18" charset="0"/>
                <a:ea typeface="Cambria" panose="02040503050406030204" pitchFamily="18" charset="0"/>
              </a:rPr>
              <a:t>, </a:t>
            </a:r>
            <a:r>
              <a:rPr lang="en-US" altLang="en-US" i="1" dirty="0">
                <a:solidFill>
                  <a:srgbClr val="FF0000"/>
                </a:solidFill>
                <a:latin typeface="Cambria" panose="02040503050406030204" pitchFamily="18" charset="0"/>
                <a:ea typeface="Cambria" panose="02040503050406030204" pitchFamily="18" charset="0"/>
              </a:rPr>
              <a:t>B</a:t>
            </a:r>
            <a:r>
              <a:rPr lang="en-US" altLang="en-US" baseline="-25000" dirty="0">
                <a:solidFill>
                  <a:srgbClr val="FF0000"/>
                </a:solidFill>
                <a:latin typeface="Cambria" panose="02040503050406030204" pitchFamily="18" charset="0"/>
                <a:ea typeface="Cambria" panose="02040503050406030204" pitchFamily="18" charset="0"/>
              </a:rPr>
              <a:t>2</a:t>
            </a:r>
            <a:r>
              <a:rPr lang="en-US" altLang="en-US" dirty="0">
                <a:solidFill>
                  <a:srgbClr val="FF0000"/>
                </a:solidFill>
                <a:latin typeface="Cambria" panose="02040503050406030204" pitchFamily="18" charset="0"/>
                <a:ea typeface="Cambria" panose="02040503050406030204" pitchFamily="18" charset="0"/>
              </a:rPr>
              <a:t>, ... , </a:t>
            </a:r>
            <a:r>
              <a:rPr lang="en-US" altLang="en-US" i="1" dirty="0">
                <a:solidFill>
                  <a:srgbClr val="FF0000"/>
                </a:solidFill>
                <a:latin typeface="Cambria" panose="02040503050406030204" pitchFamily="18" charset="0"/>
                <a:ea typeface="Cambria" panose="02040503050406030204" pitchFamily="18" charset="0"/>
              </a:rPr>
              <a:t>B</a:t>
            </a:r>
            <a:r>
              <a:rPr lang="en-US" altLang="en-US" i="1" baseline="-25000" dirty="0">
                <a:solidFill>
                  <a:srgbClr val="FF0000"/>
                </a:solidFill>
                <a:latin typeface="Cambria" panose="02040503050406030204" pitchFamily="18" charset="0"/>
                <a:ea typeface="Cambria" panose="02040503050406030204" pitchFamily="18" charset="0"/>
              </a:rPr>
              <a:t>n</a:t>
            </a:r>
            <a:r>
              <a:rPr lang="en-US" altLang="en-US" dirty="0">
                <a:solidFill>
                  <a:srgbClr val="FF0000"/>
                </a:solidFill>
                <a:latin typeface="Cambria" panose="02040503050406030204" pitchFamily="18" charset="0"/>
                <a:ea typeface="Cambria" panose="02040503050406030204" pitchFamily="18" charset="0"/>
              </a:rPr>
              <a:t>)(</a:t>
            </a:r>
            <a:r>
              <a:rPr lang="en-US" altLang="en-US" i="1" dirty="0">
                <a:solidFill>
                  <a:srgbClr val="FF0000"/>
                </a:solidFill>
                <a:latin typeface="Cambria" panose="02040503050406030204" pitchFamily="18" charset="0"/>
                <a:ea typeface="Cambria" panose="02040503050406030204" pitchFamily="18" charset="0"/>
              </a:rPr>
              <a:t>R</a:t>
            </a:r>
            <a:r>
              <a:rPr lang="en-US" altLang="en-US" dirty="0">
                <a:solidFill>
                  <a:srgbClr val="FF0000"/>
                </a:solidFill>
                <a:latin typeface="Cambria" panose="02040503050406030204" pitchFamily="18" charset="0"/>
                <a:ea typeface="Cambria" panose="02040503050406030204" pitchFamily="18" charset="0"/>
              </a:rPr>
              <a:t>)</a:t>
            </a:r>
          </a:p>
          <a:p>
            <a:pPr algn="just"/>
            <a:r>
              <a:rPr lang="en-US" altLang="en-US" sz="2400" dirty="0">
                <a:latin typeface="Cambria" panose="02040503050406030204" pitchFamily="18" charset="0"/>
                <a:ea typeface="Cambria" panose="02040503050406030204" pitchFamily="18" charset="0"/>
              </a:rPr>
              <a:t>The symbol </a:t>
            </a:r>
            <a:r>
              <a:rPr lang="el-GR" altLang="en-US" sz="2400" dirty="0">
                <a:solidFill>
                  <a:srgbClr val="FF0000"/>
                </a:solidFill>
                <a:latin typeface="Cambria" panose="02040503050406030204" pitchFamily="18" charset="0"/>
                <a:ea typeface="Cambria" panose="02040503050406030204" pitchFamily="18" charset="0"/>
              </a:rPr>
              <a:t>ρ</a:t>
            </a:r>
            <a:r>
              <a:rPr lang="en-US" altLang="en-US" sz="2400" dirty="0">
                <a:latin typeface="Cambria" panose="02040503050406030204" pitchFamily="18" charset="0"/>
                <a:ea typeface="Cambria" panose="02040503050406030204" pitchFamily="18" charset="0"/>
              </a:rPr>
              <a:t>(rho) is RENAME operator, </a:t>
            </a:r>
            <a:r>
              <a:rPr lang="en-US" altLang="en-US" sz="2400" dirty="0">
                <a:solidFill>
                  <a:srgbClr val="FF0000"/>
                </a:solidFill>
                <a:latin typeface="Cambria" panose="02040503050406030204" pitchFamily="18" charset="0"/>
                <a:ea typeface="Cambria" panose="02040503050406030204" pitchFamily="18" charset="0"/>
              </a:rPr>
              <a:t>S</a:t>
            </a:r>
            <a:r>
              <a:rPr lang="en-US" altLang="en-US" sz="2400" dirty="0">
                <a:latin typeface="Cambria" panose="02040503050406030204" pitchFamily="18" charset="0"/>
                <a:ea typeface="Cambria" panose="02040503050406030204" pitchFamily="18" charset="0"/>
              </a:rPr>
              <a:t> and </a:t>
            </a:r>
            <a:r>
              <a:rPr lang="en-US" altLang="en-US" sz="2400" dirty="0">
                <a:solidFill>
                  <a:srgbClr val="FF0000"/>
                </a:solidFill>
                <a:latin typeface="Cambria" panose="02040503050406030204" pitchFamily="18" charset="0"/>
                <a:ea typeface="Cambria" panose="02040503050406030204" pitchFamily="18" charset="0"/>
              </a:rPr>
              <a:t>B</a:t>
            </a:r>
            <a:r>
              <a:rPr lang="en-US" altLang="en-US" sz="2400" baseline="-25000" dirty="0">
                <a:solidFill>
                  <a:srgbClr val="FF0000"/>
                </a:solidFill>
                <a:latin typeface="Cambria" panose="02040503050406030204" pitchFamily="18" charset="0"/>
                <a:ea typeface="Cambria" panose="02040503050406030204" pitchFamily="18" charset="0"/>
              </a:rPr>
              <a:t>i</a:t>
            </a:r>
            <a:r>
              <a:rPr lang="en-US" altLang="en-US" sz="2400" dirty="0">
                <a:latin typeface="Cambria" panose="02040503050406030204" pitchFamily="18" charset="0"/>
                <a:ea typeface="Cambria" panose="02040503050406030204" pitchFamily="18" charset="0"/>
              </a:rPr>
              <a:t> are new names of relation/attributes.</a:t>
            </a:r>
          </a:p>
          <a:p>
            <a:pPr algn="just"/>
            <a:r>
              <a:rPr lang="en-US" altLang="en-US" sz="2400" dirty="0">
                <a:latin typeface="Cambria" panose="02040503050406030204" pitchFamily="18" charset="0"/>
                <a:ea typeface="Cambria" panose="02040503050406030204" pitchFamily="18" charset="0"/>
              </a:rPr>
              <a:t>The first expression renames both the relation and its attributes, the second renames the relation only, and the third renames the attributes only.</a:t>
            </a:r>
          </a:p>
        </p:txBody>
      </p:sp>
      <p:sp>
        <p:nvSpPr>
          <p:cNvPr id="2" name="Slide Number Placeholder 23">
            <a:extLst>
              <a:ext uri="{FF2B5EF4-FFF2-40B4-BE49-F238E27FC236}">
                <a16:creationId xmlns:a16="http://schemas.microsoft.com/office/drawing/2014/main" id="{34A18B14-CCAB-EDDC-804F-127189252673}"/>
              </a:ext>
            </a:extLst>
          </p:cNvPr>
          <p:cNvSpPr>
            <a:spLocks noGrp="1"/>
          </p:cNvSpPr>
          <p:nvPr>
            <p:ph type="sldNum" sz="quarter" idx="12"/>
          </p:nvPr>
        </p:nvSpPr>
        <p:spPr>
          <a:xfrm>
            <a:off x="8459788" y="616585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3" name="Footer Placeholder 2">
            <a:extLst>
              <a:ext uri="{FF2B5EF4-FFF2-40B4-BE49-F238E27FC236}">
                <a16:creationId xmlns:a16="http://schemas.microsoft.com/office/drawing/2014/main" id="{97346D37-0066-0564-316E-B117A6B0CBD3}"/>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128128250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16E1B-8B02-9255-89B1-9F46DEF346C8}"/>
            </a:ext>
          </a:extLst>
        </p:cNvPr>
        <p:cNvGrpSpPr/>
        <p:nvPr/>
      </p:nvGrpSpPr>
      <p:grpSpPr>
        <a:xfrm>
          <a:off x="0" y="0"/>
          <a:ext cx="0" cy="0"/>
          <a:chOff x="0" y="0"/>
          <a:chExt cx="0" cy="0"/>
        </a:xfrm>
      </p:grpSpPr>
      <p:sp>
        <p:nvSpPr>
          <p:cNvPr id="40962" name="Rectangle 2">
            <a:extLst>
              <a:ext uri="{FF2B5EF4-FFF2-40B4-BE49-F238E27FC236}">
                <a16:creationId xmlns:a16="http://schemas.microsoft.com/office/drawing/2014/main" id="{9B3D4ED3-3E22-F15A-7E8A-274A1FC64509}"/>
              </a:ext>
            </a:extLst>
          </p:cNvPr>
          <p:cNvSpPr>
            <a:spLocks noGrp="1" noChangeArrowheads="1"/>
          </p:cNvSpPr>
          <p:nvPr>
            <p:ph type="title"/>
          </p:nvPr>
        </p:nvSpPr>
        <p:spPr>
          <a:xfrm>
            <a:off x="323850" y="87288"/>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(Cartesian) Product or Cross Join</a:t>
            </a:r>
          </a:p>
        </p:txBody>
      </p:sp>
      <mc:AlternateContent xmlns:mc="http://schemas.openxmlformats.org/markup-compatibility/2006">
        <mc:Choice xmlns:a14="http://schemas.microsoft.com/office/drawing/2010/main" Requires="a14">
          <p:sp>
            <p:nvSpPr>
              <p:cNvPr id="24579" name="Rectangle 3">
                <a:extLst>
                  <a:ext uri="{FF2B5EF4-FFF2-40B4-BE49-F238E27FC236}">
                    <a16:creationId xmlns:a16="http://schemas.microsoft.com/office/drawing/2014/main" id="{3234BC7A-5B12-6466-ABED-24FB4CB915AE}"/>
                  </a:ext>
                </a:extLst>
              </p:cNvPr>
              <p:cNvSpPr>
                <a:spLocks noGrp="1" noChangeArrowheads="1"/>
              </p:cNvSpPr>
              <p:nvPr>
                <p:ph type="body" idx="1"/>
              </p:nvPr>
            </p:nvSpPr>
            <p:spPr>
              <a:xfrm>
                <a:off x="323528" y="476672"/>
                <a:ext cx="8466137" cy="4343400"/>
              </a:xfrm>
            </p:spPr>
            <p:txBody>
              <a:bodyPr/>
              <a:lstStyle/>
              <a:p>
                <a:pPr marL="344488" indent="-344488" algn="just">
                  <a:spcBef>
                    <a:spcPts val="300"/>
                  </a:spcBef>
                  <a:spcAft>
                    <a:spcPts val="0"/>
                  </a:spcAft>
                  <a:defRPr/>
                </a:pPr>
                <a:r>
                  <a:rPr lang="en-US" sz="2400" dirty="0">
                    <a:latin typeface="Cambria" panose="02040503050406030204" pitchFamily="18" charset="0"/>
                    <a:ea typeface="Cambria" panose="02040503050406030204" pitchFamily="18" charset="0"/>
                    <a:cs typeface="Calibri" panose="020F0502020204030204" pitchFamily="34" charset="0"/>
                  </a:rPr>
                  <a:t>Product operation combines all tuple of the first table with all the tuples of the second table. Suppose that a table </a:t>
                </a:r>
                <a14:m>
                  <m:oMath xmlns:m="http://schemas.openxmlformats.org/officeDocument/2006/math">
                    <m:r>
                      <a:rPr lang="en-US" sz="2400" i="1" dirty="0" smtClean="0">
                        <a:solidFill>
                          <a:srgbClr val="FF0000"/>
                        </a:solidFill>
                        <a:latin typeface="Cambria Math" panose="02040503050406030204" pitchFamily="18" charset="0"/>
                        <a:ea typeface="Cambria" panose="02040503050406030204" pitchFamily="18" charset="0"/>
                        <a:cs typeface="Calibri" panose="020F0502020204030204" pitchFamily="34" charset="0"/>
                      </a:rPr>
                      <m:t>𝑅</m:t>
                    </m:r>
                  </m:oMath>
                </a14:m>
                <a:r>
                  <a:rPr lang="en-US" sz="2400" dirty="0">
                    <a:latin typeface="Cambria" panose="02040503050406030204" pitchFamily="18" charset="0"/>
                    <a:ea typeface="Cambria" panose="02040503050406030204" pitchFamily="18" charset="0"/>
                    <a:cs typeface="Calibri" panose="020F0502020204030204" pitchFamily="34" charset="0"/>
                  </a:rPr>
                  <a:t> consists of </a:t>
                </a:r>
                <a14:m>
                  <m:oMath xmlns:m="http://schemas.openxmlformats.org/officeDocument/2006/math">
                    <m:r>
                      <a:rPr lang="en-US" sz="2400" i="1" dirty="0" smtClean="0">
                        <a:solidFill>
                          <a:srgbClr val="FF0000"/>
                        </a:solidFill>
                        <a:latin typeface="Cambria Math" panose="02040503050406030204" pitchFamily="18" charset="0"/>
                        <a:ea typeface="Cambria" panose="02040503050406030204" pitchFamily="18" charset="0"/>
                        <a:cs typeface="Calibri" panose="020F0502020204030204" pitchFamily="34" charset="0"/>
                      </a:rPr>
                      <m:t>𝑚</m:t>
                    </m:r>
                  </m:oMath>
                </a14:m>
                <a:r>
                  <a:rPr lang="en-US" sz="2400" dirty="0">
                    <a:latin typeface="Cambria" panose="02040503050406030204" pitchFamily="18" charset="0"/>
                    <a:ea typeface="Cambria" panose="02040503050406030204" pitchFamily="18" charset="0"/>
                    <a:cs typeface="Calibri" panose="020F0502020204030204" pitchFamily="34" charset="0"/>
                  </a:rPr>
                  <a:t> tuples, and the other table </a:t>
                </a:r>
                <a14:m>
                  <m:oMath xmlns:m="http://schemas.openxmlformats.org/officeDocument/2006/math">
                    <m:r>
                      <a:rPr lang="en-US" sz="2400" i="1" dirty="0" smtClean="0">
                        <a:solidFill>
                          <a:srgbClr val="FF0000"/>
                        </a:solidFill>
                        <a:latin typeface="Cambria Math" panose="02040503050406030204" pitchFamily="18" charset="0"/>
                        <a:ea typeface="Cambria" panose="02040503050406030204" pitchFamily="18" charset="0"/>
                        <a:cs typeface="Calibri" panose="020F0502020204030204" pitchFamily="34" charset="0"/>
                      </a:rPr>
                      <m:t>𝑆</m:t>
                    </m:r>
                  </m:oMath>
                </a14:m>
                <a:r>
                  <a:rPr lang="en-US" sz="2400" dirty="0">
                    <a:latin typeface="Cambria" panose="02040503050406030204" pitchFamily="18" charset="0"/>
                    <a:ea typeface="Cambria" panose="02040503050406030204" pitchFamily="18" charset="0"/>
                    <a:cs typeface="Calibri" panose="020F0502020204030204" pitchFamily="34" charset="0"/>
                  </a:rPr>
                  <a:t> consists of </a:t>
                </a:r>
                <a14:m>
                  <m:oMath xmlns:m="http://schemas.openxmlformats.org/officeDocument/2006/math">
                    <m:r>
                      <a:rPr lang="en-US" sz="2400" i="1" dirty="0" smtClean="0">
                        <a:solidFill>
                          <a:srgbClr val="FF0000"/>
                        </a:solidFill>
                        <a:latin typeface="Cambria Math" panose="02040503050406030204" pitchFamily="18" charset="0"/>
                        <a:ea typeface="Cambria" panose="02040503050406030204" pitchFamily="18" charset="0"/>
                        <a:cs typeface="Calibri" panose="020F0502020204030204" pitchFamily="34" charset="0"/>
                      </a:rPr>
                      <m:t>𝑛</m:t>
                    </m:r>
                  </m:oMath>
                </a14:m>
                <a:r>
                  <a:rPr lang="en-US" sz="2400" dirty="0">
                    <a:latin typeface="Cambria" panose="02040503050406030204" pitchFamily="18" charset="0"/>
                    <a:ea typeface="Cambria" panose="02040503050406030204" pitchFamily="18" charset="0"/>
                    <a:cs typeface="Calibri" panose="020F0502020204030204" pitchFamily="34" charset="0"/>
                  </a:rPr>
                  <a:t> tuples, then </a:t>
                </a:r>
                <a:r>
                  <a:rPr lang="en-US" sz="2400" dirty="0">
                    <a:solidFill>
                      <a:srgbClr val="0033CC"/>
                    </a:solidFill>
                    <a:latin typeface="Cambria" panose="02040503050406030204" pitchFamily="18" charset="0"/>
                    <a:ea typeface="Cambria" panose="02040503050406030204" pitchFamily="18" charset="0"/>
                    <a:cs typeface="Calibri" panose="020F0502020204030204" pitchFamily="34" charset="0"/>
                  </a:rPr>
                  <a:t>PRODUCT</a:t>
                </a:r>
                <a:r>
                  <a:rPr lang="en-US" sz="2400" dirty="0">
                    <a:latin typeface="Cambria" panose="02040503050406030204" pitchFamily="18" charset="0"/>
                    <a:ea typeface="Cambria" panose="02040503050406030204" pitchFamily="18" charset="0"/>
                    <a:cs typeface="Calibri" panose="020F0502020204030204" pitchFamily="34" charset="0"/>
                  </a:rPr>
                  <a:t> </a:t>
                </a:r>
                <a14:m>
                  <m:oMath xmlns:m="http://schemas.openxmlformats.org/officeDocument/2006/math">
                    <m:r>
                      <a:rPr lang="en-US" sz="2400" i="1" dirty="0" smtClean="0">
                        <a:solidFill>
                          <a:srgbClr val="FF0000"/>
                        </a:solidFill>
                        <a:latin typeface="Cambria Math" panose="02040503050406030204" pitchFamily="18" charset="0"/>
                        <a:ea typeface="Cambria" panose="02040503050406030204" pitchFamily="18" charset="0"/>
                        <a:cs typeface="Calibri" panose="020F0502020204030204" pitchFamily="34" charset="0"/>
                      </a:rPr>
                      <m:t>𝑅</m:t>
                    </m:r>
                    <m:r>
                      <a:rPr lang="en-US" sz="2400" i="1" dirty="0" smtClean="0">
                        <a:solidFill>
                          <a:srgbClr val="FF0000"/>
                        </a:solidFill>
                        <a:latin typeface="Cambria Math" panose="02040503050406030204" pitchFamily="18" charset="0"/>
                        <a:ea typeface="Cambria Math" panose="02040503050406030204" pitchFamily="18" charset="0"/>
                        <a:cs typeface="Calibri" panose="020F0502020204030204" pitchFamily="34" charset="0"/>
                      </a:rPr>
                      <m:t>×</m:t>
                    </m:r>
                    <m:r>
                      <a:rPr lang="en-US" sz="2400" i="1" dirty="0" smtClean="0">
                        <a:solidFill>
                          <a:srgbClr val="FF0000"/>
                        </a:solidFill>
                        <a:latin typeface="Cambria Math" panose="02040503050406030204" pitchFamily="18" charset="0"/>
                        <a:ea typeface="Cambria" panose="02040503050406030204" pitchFamily="18" charset="0"/>
                        <a:cs typeface="Calibri" panose="020F0502020204030204" pitchFamily="34" charset="0"/>
                      </a:rPr>
                      <m:t>𝑆</m:t>
                    </m:r>
                  </m:oMath>
                </a14:m>
                <a:r>
                  <a:rPr lang="en-US" sz="2400" dirty="0">
                    <a:latin typeface="Cambria" panose="02040503050406030204" pitchFamily="18" charset="0"/>
                    <a:ea typeface="Cambria" panose="02040503050406030204" pitchFamily="18" charset="0"/>
                    <a:cs typeface="Calibri" panose="020F0502020204030204" pitchFamily="34" charset="0"/>
                  </a:rPr>
                  <a:t> consists of </a:t>
                </a:r>
                <a14:m>
                  <m:oMath xmlns:m="http://schemas.openxmlformats.org/officeDocument/2006/math">
                    <m:r>
                      <a:rPr lang="en-US" sz="2400" i="1" dirty="0" smtClean="0">
                        <a:solidFill>
                          <a:srgbClr val="FF0000"/>
                        </a:solidFill>
                        <a:latin typeface="Cambria Math" panose="02040503050406030204" pitchFamily="18" charset="0"/>
                        <a:ea typeface="Cambria" panose="02040503050406030204" pitchFamily="18" charset="0"/>
                        <a:cs typeface="Calibri" panose="020F0502020204030204" pitchFamily="34" charset="0"/>
                      </a:rPr>
                      <m:t>𝑚</m:t>
                    </m:r>
                    <m:r>
                      <a:rPr lang="en-US" sz="2400" i="1" dirty="0" smtClean="0">
                        <a:solidFill>
                          <a:srgbClr val="FF0000"/>
                        </a:solidFill>
                        <a:latin typeface="Cambria Math" panose="02040503050406030204" pitchFamily="18" charset="0"/>
                        <a:ea typeface="Cambria Math" panose="02040503050406030204" pitchFamily="18" charset="0"/>
                        <a:cs typeface="Calibri" panose="020F0502020204030204" pitchFamily="34" charset="0"/>
                      </a:rPr>
                      <m:t>×</m:t>
                    </m:r>
                    <m:r>
                      <a:rPr lang="en-US" sz="2400" i="1" dirty="0" smtClean="0">
                        <a:solidFill>
                          <a:srgbClr val="FF0000"/>
                        </a:solidFill>
                        <a:latin typeface="Cambria Math" panose="02040503050406030204" pitchFamily="18" charset="0"/>
                        <a:ea typeface="Cambria" panose="02040503050406030204" pitchFamily="18" charset="0"/>
                        <a:cs typeface="Calibri" panose="020F0502020204030204" pitchFamily="34" charset="0"/>
                      </a:rPr>
                      <m:t>𝑛</m:t>
                    </m:r>
                  </m:oMath>
                </a14:m>
                <a:r>
                  <a:rPr lang="en-US" sz="2400" dirty="0">
                    <a:latin typeface="Cambria" panose="02040503050406030204" pitchFamily="18" charset="0"/>
                    <a:ea typeface="Cambria" panose="02040503050406030204" pitchFamily="18" charset="0"/>
                    <a:cs typeface="Calibri" panose="020F0502020204030204" pitchFamily="34" charset="0"/>
                  </a:rPr>
                  <a:t> tuples.</a:t>
                </a:r>
              </a:p>
              <a:p>
                <a:pPr marL="344488" indent="-344488" algn="just">
                  <a:spcBef>
                    <a:spcPts val="300"/>
                  </a:spcBef>
                  <a:spcAft>
                    <a:spcPts val="0"/>
                  </a:spcAft>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4488" indent="-344488" algn="just">
                  <a:spcBef>
                    <a:spcPts val="300"/>
                  </a:spcBef>
                  <a:spcAft>
                    <a:spcPts val="0"/>
                  </a:spcAft>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4488" indent="-344488" algn="just">
                  <a:spcBef>
                    <a:spcPts val="300"/>
                  </a:spcBef>
                  <a:spcAft>
                    <a:spcPts val="0"/>
                  </a:spcAft>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4488" indent="-344488" algn="just">
                  <a:spcBef>
                    <a:spcPts val="300"/>
                  </a:spcBef>
                  <a:spcAft>
                    <a:spcPts val="0"/>
                  </a:spcAft>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4488" indent="-344488" algn="just">
                  <a:spcBef>
                    <a:spcPts val="300"/>
                  </a:spcBef>
                  <a:spcAft>
                    <a:spcPts val="0"/>
                  </a:spcAft>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4488" indent="-344488" algn="just">
                  <a:spcBef>
                    <a:spcPts val="300"/>
                  </a:spcBef>
                  <a:spcAft>
                    <a:spcPts val="0"/>
                  </a:spcAft>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4488" indent="-344488" algn="just">
                  <a:spcBef>
                    <a:spcPts val="300"/>
                  </a:spcBef>
                  <a:spcAft>
                    <a:spcPts val="0"/>
                  </a:spcAft>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4488" indent="-344488" algn="just">
                  <a:spcBef>
                    <a:spcPts val="300"/>
                  </a:spcBef>
                  <a:spcAft>
                    <a:spcPts val="0"/>
                  </a:spcAft>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4488" indent="-344488" algn="just">
                  <a:spcBef>
                    <a:spcPts val="300"/>
                  </a:spcBef>
                  <a:spcAft>
                    <a:spcPts val="0"/>
                  </a:spcAft>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4488" indent="-344488" algn="just">
                  <a:spcBef>
                    <a:spcPts val="300"/>
                  </a:spcBef>
                  <a:spcAft>
                    <a:spcPts val="0"/>
                  </a:spcAft>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0" indent="0" algn="just">
                  <a:spcBef>
                    <a:spcPts val="300"/>
                  </a:spcBef>
                  <a:spcAft>
                    <a:spcPts val="0"/>
                  </a:spcAft>
                  <a:buNone/>
                  <a:defRPr/>
                </a:pPr>
                <a:endParaRPr lang="en-US" sz="700" dirty="0">
                  <a:solidFill>
                    <a:srgbClr val="FF0000"/>
                  </a:solidFill>
                  <a:latin typeface="Cambria" panose="02040503050406030204" pitchFamily="18" charset="0"/>
                  <a:ea typeface="Cambria" panose="02040503050406030204" pitchFamily="18" charset="0"/>
                  <a:cs typeface="Calibri" panose="020F0502020204030204" pitchFamily="34" charset="0"/>
                </a:endParaRPr>
              </a:p>
              <a:p>
                <a:pPr marL="0" indent="0" algn="just">
                  <a:spcBef>
                    <a:spcPts val="300"/>
                  </a:spcBef>
                  <a:spcAft>
                    <a:spcPts val="0"/>
                  </a:spcAft>
                  <a:buNone/>
                  <a:defRPr/>
                </a:pP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……………………………………………………………………………………Contd.</a:t>
                </a:r>
              </a:p>
              <a:p>
                <a:pPr algn="just" eaLnBrk="1" hangingPunct="1">
                  <a:spcBef>
                    <a:spcPts val="300"/>
                  </a:spcBef>
                  <a:spcAft>
                    <a:spcPts val="0"/>
                  </a:spcAft>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300"/>
                  </a:spcBef>
                  <a:spcAft>
                    <a:spcPts val="0"/>
                  </a:spcAft>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300"/>
                  </a:spcBef>
                  <a:spcAft>
                    <a:spcPts val="0"/>
                  </a:spcAft>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p:txBody>
          </p:sp>
        </mc:Choice>
        <mc:Fallback>
          <p:sp>
            <p:nvSpPr>
              <p:cNvPr id="24579" name="Rectangle 3">
                <a:extLst>
                  <a:ext uri="{FF2B5EF4-FFF2-40B4-BE49-F238E27FC236}">
                    <a16:creationId xmlns:a16="http://schemas.microsoft.com/office/drawing/2014/main" id="{3234BC7A-5B12-6466-ABED-24FB4CB915AE}"/>
                  </a:ext>
                </a:extLst>
              </p:cNvPr>
              <p:cNvSpPr>
                <a:spLocks noGrp="1" noRot="1" noChangeAspect="1" noMove="1" noResize="1" noEditPoints="1" noAdjustHandles="1" noChangeArrowheads="1" noChangeShapeType="1" noTextEdit="1"/>
              </p:cNvSpPr>
              <p:nvPr>
                <p:ph type="body" idx="1"/>
              </p:nvPr>
            </p:nvSpPr>
            <p:spPr>
              <a:xfrm>
                <a:off x="323528" y="476672"/>
                <a:ext cx="8466137" cy="4343400"/>
              </a:xfrm>
              <a:blipFill>
                <a:blip r:embed="rId2"/>
                <a:stretch>
                  <a:fillRect l="-1080" t="-1122" r="-1152" b="-44460"/>
                </a:stretch>
              </a:blipFill>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AD5FACE3-C98C-0439-220A-B85499FE4BC9}"/>
              </a:ext>
            </a:extLst>
          </p:cNvPr>
          <p:cNvSpPr>
            <a:spLocks noGrp="1"/>
          </p:cNvSpPr>
          <p:nvPr>
            <p:ph type="ftr" sz="quarter" idx="11"/>
          </p:nvPr>
        </p:nvSpPr>
        <p:spPr>
          <a:xfrm>
            <a:off x="2555776" y="5835179"/>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graphicFrame>
        <p:nvGraphicFramePr>
          <p:cNvPr id="4" name="Object 5">
            <a:extLst>
              <a:ext uri="{FF2B5EF4-FFF2-40B4-BE49-F238E27FC236}">
                <a16:creationId xmlns:a16="http://schemas.microsoft.com/office/drawing/2014/main" id="{BE9D0FD4-1407-614D-6B1E-CB35B6601183}"/>
              </a:ext>
            </a:extLst>
          </p:cNvPr>
          <p:cNvGraphicFramePr>
            <a:graphicFrameLocks noChangeAspect="1"/>
          </p:cNvGraphicFramePr>
          <p:nvPr>
            <p:extLst>
              <p:ext uri="{D42A27DB-BD31-4B8C-83A1-F6EECF244321}">
                <p14:modId xmlns:p14="http://schemas.microsoft.com/office/powerpoint/2010/main" val="1675468417"/>
              </p:ext>
            </p:extLst>
          </p:nvPr>
        </p:nvGraphicFramePr>
        <p:xfrm>
          <a:off x="560387" y="2023988"/>
          <a:ext cx="8229600" cy="2197100"/>
        </p:xfrm>
        <a:graphic>
          <a:graphicData uri="http://schemas.openxmlformats.org/presentationml/2006/ole">
            <mc:AlternateContent xmlns:mc="http://schemas.openxmlformats.org/markup-compatibility/2006">
              <mc:Choice xmlns:v="urn:schemas-microsoft-com:vml" Requires="v">
                <p:oleObj name="Image" r:id="rId3" imgW="8088889" imgH="2158730" progId="Photoshop.Image.6">
                  <p:embed/>
                </p:oleObj>
              </mc:Choice>
              <mc:Fallback>
                <p:oleObj name="Image" r:id="rId3" imgW="8088889" imgH="2158730" progId="Photoshop.Image.6">
                  <p:embed/>
                  <p:pic>
                    <p:nvPicPr>
                      <p:cNvPr id="41987" name="Object 5">
                        <a:extLst>
                          <a:ext uri="{FF2B5EF4-FFF2-40B4-BE49-F238E27FC236}">
                            <a16:creationId xmlns:a16="http://schemas.microsoft.com/office/drawing/2014/main" id="{9BF83889-73B3-C176-9268-A82D6930C773}"/>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387" y="2023988"/>
                        <a:ext cx="8229600" cy="219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9" name="Picture 8">
            <a:extLst>
              <a:ext uri="{FF2B5EF4-FFF2-40B4-BE49-F238E27FC236}">
                <a16:creationId xmlns:a16="http://schemas.microsoft.com/office/drawing/2014/main" id="{284FA479-9418-72ED-2102-5DD78C50747F}"/>
              </a:ext>
            </a:extLst>
          </p:cNvPr>
          <p:cNvPicPr>
            <a:picLocks noChangeAspect="1"/>
          </p:cNvPicPr>
          <p:nvPr/>
        </p:nvPicPr>
        <p:blipFill>
          <a:blip r:embed="rId5"/>
          <a:stretch>
            <a:fillRect/>
          </a:stretch>
        </p:blipFill>
        <p:spPr>
          <a:xfrm>
            <a:off x="338137" y="4293096"/>
            <a:ext cx="8467725" cy="1876425"/>
          </a:xfrm>
          <a:prstGeom prst="rect">
            <a:avLst/>
          </a:prstGeom>
        </p:spPr>
      </p:pic>
    </p:spTree>
    <p:extLst>
      <p:ext uri="{BB962C8B-B14F-4D97-AF65-F5344CB8AC3E}">
        <p14:creationId xmlns:p14="http://schemas.microsoft.com/office/powerpoint/2010/main" val="307653876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F8A8D793-C060-A475-E0B3-36B96759804E}"/>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JOIN Operation</a:t>
            </a:r>
          </a:p>
        </p:txBody>
      </p:sp>
      <p:sp>
        <p:nvSpPr>
          <p:cNvPr id="24579" name="Rectangle 3">
            <a:extLst>
              <a:ext uri="{FF2B5EF4-FFF2-40B4-BE49-F238E27FC236}">
                <a16:creationId xmlns:a16="http://schemas.microsoft.com/office/drawing/2014/main" id="{F00A8D20-0F30-F0B2-E440-38AB2D8592DF}"/>
              </a:ext>
            </a:extLst>
          </p:cNvPr>
          <p:cNvSpPr>
            <a:spLocks noGrp="1" noChangeArrowheads="1"/>
          </p:cNvSpPr>
          <p:nvPr>
            <p:ph type="body" idx="1"/>
          </p:nvPr>
        </p:nvSpPr>
        <p:spPr>
          <a:xfrm>
            <a:off x="354013" y="741363"/>
            <a:ext cx="8466137" cy="5927725"/>
          </a:xfrm>
        </p:spPr>
        <p:txBody>
          <a:bodyPr/>
          <a:lstStyle/>
          <a:p>
            <a:pPr marL="347663" indent="-347663" algn="just" eaLnBrk="1" hangingPunct="1">
              <a:spcBef>
                <a:spcPts val="0"/>
              </a:spcBef>
              <a:spcAft>
                <a:spcPts val="300"/>
              </a:spcAft>
              <a:defRPr/>
            </a:pPr>
            <a:r>
              <a:rPr lang="en-US" sz="2400" dirty="0">
                <a:latin typeface="Cambria" panose="02040503050406030204" pitchFamily="18" charset="0"/>
                <a:ea typeface="Cambria" panose="02040503050406030204" pitchFamily="18" charset="0"/>
                <a:cs typeface="Calibri" panose="020F0502020204030204" pitchFamily="34" charset="0"/>
              </a:rPr>
              <a:t>The JOIN operation, is used to combine related tuples from two relations (usually a referencing relation and a referenced relation) such that each tuple pair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satisfy some condition.</a:t>
            </a:r>
            <a:r>
              <a:rPr lang="en-US" sz="2400" dirty="0">
                <a:latin typeface="Cambria" panose="02040503050406030204" pitchFamily="18" charset="0"/>
                <a:ea typeface="Cambria" panose="02040503050406030204" pitchFamily="18" charset="0"/>
                <a:cs typeface="Calibri" panose="020F0502020204030204" pitchFamily="34" charset="0"/>
              </a:rPr>
              <a:t> </a:t>
            </a:r>
          </a:p>
          <a:p>
            <a:pPr marL="347663" indent="-347663" algn="just" eaLnBrk="1" hangingPunct="1">
              <a:spcBef>
                <a:spcPts val="0"/>
              </a:spcBef>
              <a:spcAft>
                <a:spcPts val="300"/>
              </a:spcAft>
              <a:defRPr/>
            </a:pPr>
            <a:r>
              <a:rPr lang="en-US" sz="2400" dirty="0">
                <a:latin typeface="Cambria" panose="02040503050406030204" pitchFamily="18" charset="0"/>
                <a:ea typeface="Cambria" panose="02040503050406030204" pitchFamily="18" charset="0"/>
                <a:cs typeface="Calibri" panose="020F0502020204030204" pitchFamily="34" charset="0"/>
              </a:rPr>
              <a:t>A JOIN operation includes PRODUCT, SELECT, and PROJECT.</a:t>
            </a:r>
          </a:p>
          <a:p>
            <a:pPr marL="347663" indent="-347663" algn="just" eaLnBrk="1" hangingPunct="1">
              <a:spcBef>
                <a:spcPts val="0"/>
              </a:spcBef>
              <a:spcAft>
                <a:spcPts val="300"/>
              </a:spcAft>
              <a:defRPr/>
            </a:pPr>
            <a:r>
              <a:rPr lang="en-US" sz="2400" dirty="0">
                <a:latin typeface="Cambria" panose="02040503050406030204" pitchFamily="18" charset="0"/>
                <a:ea typeface="Cambria" panose="02040503050406030204" pitchFamily="18" charset="0"/>
                <a:cs typeface="Calibri" panose="020F0502020204030204" pitchFamily="34" charset="0"/>
              </a:rPr>
              <a:t>The general form of JOIN operation on two relations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R(A</a:t>
            </a:r>
            <a:r>
              <a:rPr lang="en-US" sz="2400" baseline="-25000" dirty="0">
                <a:solidFill>
                  <a:srgbClr val="FF0000"/>
                </a:solidFill>
                <a:latin typeface="Cambria" panose="02040503050406030204" pitchFamily="18" charset="0"/>
                <a:ea typeface="Cambria" panose="02040503050406030204" pitchFamily="18" charset="0"/>
                <a:cs typeface="Calibri" panose="020F0502020204030204" pitchFamily="34" charset="0"/>
              </a:rPr>
              <a:t>1</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 A</a:t>
            </a:r>
            <a:r>
              <a:rPr lang="en-US" sz="2400" baseline="-25000" dirty="0">
                <a:solidFill>
                  <a:srgbClr val="FF0000"/>
                </a:solidFill>
                <a:latin typeface="Cambria" panose="02040503050406030204" pitchFamily="18" charset="0"/>
                <a:ea typeface="Cambria" panose="02040503050406030204" pitchFamily="18" charset="0"/>
                <a:cs typeface="Calibri" panose="020F0502020204030204" pitchFamily="34" charset="0"/>
              </a:rPr>
              <a:t>2</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 … , A</a:t>
            </a:r>
            <a:r>
              <a:rPr lang="en-US" sz="2400" baseline="-25000" dirty="0">
                <a:solidFill>
                  <a:srgbClr val="FF0000"/>
                </a:solidFill>
                <a:latin typeface="Cambria" panose="02040503050406030204" pitchFamily="18" charset="0"/>
                <a:ea typeface="Cambria" panose="02040503050406030204" pitchFamily="18" charset="0"/>
                <a:cs typeface="Calibri" panose="020F0502020204030204" pitchFamily="34" charset="0"/>
              </a:rPr>
              <a:t>n</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a:t>
            </a:r>
            <a:r>
              <a:rPr lang="en-US" sz="2400" dirty="0">
                <a:latin typeface="Cambria" panose="02040503050406030204" pitchFamily="18" charset="0"/>
                <a:ea typeface="Cambria" panose="02040503050406030204" pitchFamily="18" charset="0"/>
                <a:cs typeface="Calibri" panose="020F0502020204030204" pitchFamily="34" charset="0"/>
              </a:rPr>
              <a:t> and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S(B</a:t>
            </a:r>
            <a:r>
              <a:rPr lang="en-US" sz="2400" baseline="-25000" dirty="0">
                <a:solidFill>
                  <a:srgbClr val="FF0000"/>
                </a:solidFill>
                <a:latin typeface="Cambria" panose="02040503050406030204" pitchFamily="18" charset="0"/>
                <a:ea typeface="Cambria" panose="02040503050406030204" pitchFamily="18" charset="0"/>
                <a:cs typeface="Calibri" panose="020F0502020204030204" pitchFamily="34" charset="0"/>
              </a:rPr>
              <a:t>1</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 B</a:t>
            </a:r>
            <a:r>
              <a:rPr lang="en-US" sz="2400" baseline="-25000" dirty="0">
                <a:solidFill>
                  <a:srgbClr val="FF0000"/>
                </a:solidFill>
                <a:latin typeface="Cambria" panose="02040503050406030204" pitchFamily="18" charset="0"/>
                <a:ea typeface="Cambria" panose="02040503050406030204" pitchFamily="18" charset="0"/>
                <a:cs typeface="Calibri" panose="020F0502020204030204" pitchFamily="34" charset="0"/>
              </a:rPr>
              <a:t>2</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 … , B</a:t>
            </a:r>
            <a:r>
              <a:rPr lang="en-US" sz="2400" baseline="-25000" dirty="0">
                <a:solidFill>
                  <a:srgbClr val="FF0000"/>
                </a:solidFill>
                <a:latin typeface="Cambria" panose="02040503050406030204" pitchFamily="18" charset="0"/>
                <a:ea typeface="Cambria" panose="02040503050406030204" pitchFamily="18" charset="0"/>
                <a:cs typeface="Calibri" panose="020F0502020204030204" pitchFamily="34" charset="0"/>
              </a:rPr>
              <a:t>m</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a:t>
            </a:r>
            <a:r>
              <a:rPr lang="en-US" sz="2400" dirty="0">
                <a:latin typeface="Cambria" panose="02040503050406030204" pitchFamily="18" charset="0"/>
                <a:ea typeface="Cambria" panose="02040503050406030204" pitchFamily="18" charset="0"/>
                <a:cs typeface="Calibri" panose="020F0502020204030204" pitchFamily="34" charset="0"/>
              </a:rPr>
              <a:t> is</a:t>
            </a:r>
          </a:p>
          <a:p>
            <a:pPr marL="347663" indent="-347663" algn="just" eaLnBrk="1" hangingPunct="1">
              <a:spcBef>
                <a:spcPts val="0"/>
              </a:spcBef>
              <a:spcAft>
                <a:spcPts val="300"/>
              </a:spcAft>
              <a:defRPr/>
            </a:pPr>
            <a:r>
              <a:rPr lang="en-US" sz="2400" dirty="0">
                <a:latin typeface="Cambria" panose="02040503050406030204" pitchFamily="18" charset="0"/>
                <a:ea typeface="Cambria" panose="02040503050406030204" pitchFamily="18" charset="0"/>
                <a:cs typeface="Calibri" panose="020F0502020204030204" pitchFamily="34" charset="0"/>
              </a:rPr>
              <a:t>There are following join types:</a:t>
            </a:r>
          </a:p>
          <a:p>
            <a:pPr marL="347663" indent="-347663" algn="just" eaLnBrk="1" hangingPunct="1">
              <a:spcBef>
                <a:spcPts val="0"/>
              </a:spcBef>
              <a:spcAft>
                <a:spcPts val="300"/>
              </a:spcAft>
              <a:defRPr/>
            </a:pP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Theta Join</a:t>
            </a:r>
          </a:p>
          <a:p>
            <a:pPr marL="347663" indent="-347663" algn="just" eaLnBrk="1" hangingPunct="1">
              <a:spcBef>
                <a:spcPts val="0"/>
              </a:spcBef>
              <a:spcAft>
                <a:spcPts val="300"/>
              </a:spcAft>
              <a:defRPr/>
            </a:pP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Inner Join</a:t>
            </a:r>
          </a:p>
          <a:p>
            <a:pPr marL="622301" lvl="1" indent="-347663" algn="just" eaLnBrk="1" hangingPunct="1">
              <a:spcBef>
                <a:spcPts val="0"/>
              </a:spcBef>
              <a:spcAft>
                <a:spcPts val="300"/>
              </a:spcAft>
              <a:defRPr/>
            </a:pPr>
            <a:r>
              <a:rPr lang="en-US" dirty="0" err="1">
                <a:solidFill>
                  <a:srgbClr val="FF0000"/>
                </a:solidFill>
                <a:latin typeface="Cambria" panose="02040503050406030204" pitchFamily="18" charset="0"/>
                <a:ea typeface="Cambria" panose="02040503050406030204" pitchFamily="18" charset="0"/>
                <a:cs typeface="Calibri" panose="020F0502020204030204" pitchFamily="34" charset="0"/>
              </a:rPr>
              <a:t>Equi</a:t>
            </a:r>
            <a:r>
              <a:rPr lang="en-US" dirty="0">
                <a:solidFill>
                  <a:srgbClr val="FF0000"/>
                </a:solidFill>
                <a:latin typeface="Cambria" panose="02040503050406030204" pitchFamily="18" charset="0"/>
                <a:ea typeface="Cambria" panose="02040503050406030204" pitchFamily="18" charset="0"/>
                <a:cs typeface="Calibri" panose="020F0502020204030204" pitchFamily="34" charset="0"/>
              </a:rPr>
              <a:t> Join</a:t>
            </a:r>
          </a:p>
          <a:p>
            <a:pPr marL="622301" lvl="1" indent="-347663" algn="just" eaLnBrk="1" hangingPunct="1">
              <a:spcBef>
                <a:spcPts val="0"/>
              </a:spcBef>
              <a:spcAft>
                <a:spcPts val="300"/>
              </a:spcAft>
              <a:defRPr/>
            </a:pPr>
            <a:r>
              <a:rPr lang="en-US" dirty="0">
                <a:solidFill>
                  <a:srgbClr val="FF0000"/>
                </a:solidFill>
                <a:latin typeface="Cambria" panose="02040503050406030204" pitchFamily="18" charset="0"/>
                <a:ea typeface="Cambria" panose="02040503050406030204" pitchFamily="18" charset="0"/>
                <a:cs typeface="Calibri" panose="020F0502020204030204" pitchFamily="34" charset="0"/>
              </a:rPr>
              <a:t>Natural Join</a:t>
            </a:r>
          </a:p>
          <a:p>
            <a:pPr marL="347663" indent="-347663" algn="just" eaLnBrk="1" hangingPunct="1">
              <a:spcBef>
                <a:spcPts val="0"/>
              </a:spcBef>
              <a:spcAft>
                <a:spcPts val="300"/>
              </a:spcAft>
              <a:defRPr/>
            </a:pP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Outer Join (Left | Right | Full)</a:t>
            </a:r>
          </a:p>
          <a:p>
            <a:pPr marL="347663" indent="-347663" algn="just" eaLnBrk="1" hangingPunct="1">
              <a:spcBef>
                <a:spcPts val="0"/>
              </a:spcBef>
              <a:spcAft>
                <a:spcPts val="300"/>
              </a:spcAft>
              <a:defRPr/>
            </a:pP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Semi Join (Left | Right) </a:t>
            </a:r>
          </a:p>
          <a:p>
            <a:pPr marL="347663" indent="-347663" algn="just" eaLnBrk="1" hangingPunct="1">
              <a:spcBef>
                <a:spcPts val="0"/>
              </a:spcBef>
              <a:spcAft>
                <a:spcPts val="300"/>
              </a:spcAft>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eaLnBrk="1" hangingPunct="1">
              <a:spcBef>
                <a:spcPts val="0"/>
              </a:spcBef>
              <a:spcAft>
                <a:spcPts val="300"/>
              </a:spcAft>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p:txBody>
      </p:sp>
      <p:pic>
        <p:nvPicPr>
          <p:cNvPr id="46084" name="Picture 7">
            <a:extLst>
              <a:ext uri="{FF2B5EF4-FFF2-40B4-BE49-F238E27FC236}">
                <a16:creationId xmlns:a16="http://schemas.microsoft.com/office/drawing/2014/main" id="{CFA56FC3-DDBB-8008-AD1B-E1A93014FE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0361" y="2732410"/>
            <a:ext cx="1947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2">
            <a:extLst>
              <a:ext uri="{FF2B5EF4-FFF2-40B4-BE49-F238E27FC236}">
                <a16:creationId xmlns:a16="http://schemas.microsoft.com/office/drawing/2014/main" id="{06CEBEA1-B70A-F86D-017D-0FBAFBEB1679}"/>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Slide Number Placeholder 23">
            <a:extLst>
              <a:ext uri="{FF2B5EF4-FFF2-40B4-BE49-F238E27FC236}">
                <a16:creationId xmlns:a16="http://schemas.microsoft.com/office/drawing/2014/main" id="{0762F6B6-F937-C240-7BB4-1B6C438EE061}"/>
              </a:ext>
            </a:extLst>
          </p:cNvPr>
          <p:cNvSpPr>
            <a:spLocks noGrp="1"/>
          </p:cNvSpPr>
          <p:nvPr>
            <p:ph type="sldNum" sz="quarter" idx="12"/>
          </p:nvPr>
        </p:nvSpPr>
        <p:spPr>
          <a:xfrm>
            <a:off x="8459788" y="616585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13887B51-BBBD-BF72-FBBB-734E52D26445}"/>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3200" b="1" u="sng">
                <a:solidFill>
                  <a:srgbClr val="D34817"/>
                </a:solidFill>
                <a:latin typeface="Calibri" panose="020F0502020204030204" pitchFamily="34" charset="0"/>
              </a:rPr>
              <a:t>Theta Join</a:t>
            </a:r>
          </a:p>
        </p:txBody>
      </p:sp>
      <p:sp>
        <p:nvSpPr>
          <p:cNvPr id="24579" name="Rectangle 3">
            <a:extLst>
              <a:ext uri="{FF2B5EF4-FFF2-40B4-BE49-F238E27FC236}">
                <a16:creationId xmlns:a16="http://schemas.microsoft.com/office/drawing/2014/main" id="{366F8B0D-BC60-5986-9830-7EBFE7EC3503}"/>
              </a:ext>
            </a:extLst>
          </p:cNvPr>
          <p:cNvSpPr>
            <a:spLocks noGrp="1" noRot="1" noChangeAspect="1" noMove="1" noResize="1" noEditPoints="1" noAdjustHandles="1" noChangeArrowheads="1" noChangeShapeType="1" noTextEdit="1"/>
          </p:cNvSpPr>
          <p:nvPr>
            <p:ph type="body" idx="1"/>
          </p:nvPr>
        </p:nvSpPr>
        <p:spPr>
          <a:xfrm>
            <a:off x="354012" y="741784"/>
            <a:ext cx="8466137" cy="4343400"/>
          </a:xfrm>
          <a:blipFill>
            <a:blip r:embed="rId2"/>
            <a:stretch>
              <a:fillRect l="-864" t="-1404" r="-1512" b="-16854"/>
            </a:stretch>
          </a:blipFill>
        </p:spPr>
        <p:txBody>
          <a:bodyPr/>
          <a:lstStyle/>
          <a:p>
            <a:r>
              <a:rPr lang="en-US">
                <a:noFill/>
              </a:rPr>
              <a:t> </a:t>
            </a:r>
          </a:p>
        </p:txBody>
      </p:sp>
      <p:sp>
        <p:nvSpPr>
          <p:cNvPr id="2" name="Footer Placeholder 2">
            <a:extLst>
              <a:ext uri="{FF2B5EF4-FFF2-40B4-BE49-F238E27FC236}">
                <a16:creationId xmlns:a16="http://schemas.microsoft.com/office/drawing/2014/main" id="{0B4DA89A-3F0E-F859-1211-B0C745FBCFF0}"/>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Slide Number Placeholder 23">
            <a:extLst>
              <a:ext uri="{FF2B5EF4-FFF2-40B4-BE49-F238E27FC236}">
                <a16:creationId xmlns:a16="http://schemas.microsoft.com/office/drawing/2014/main" id="{07ECE707-7EFB-704E-BF09-F8501887E40A}"/>
              </a:ext>
            </a:extLst>
          </p:cNvPr>
          <p:cNvSpPr>
            <a:spLocks noGrp="1"/>
          </p:cNvSpPr>
          <p:nvPr>
            <p:ph type="sldNum" sz="quarter" idx="12"/>
          </p:nvPr>
        </p:nvSpPr>
        <p:spPr>
          <a:xfrm>
            <a:off x="8459788" y="616585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A6D4DA06-1004-5564-2947-F6DFA8B05426}"/>
              </a:ext>
            </a:extLst>
          </p:cNvPr>
          <p:cNvSpPr>
            <a:spLocks noGrp="1" noChangeArrowheads="1"/>
          </p:cNvSpPr>
          <p:nvPr>
            <p:ph type="title"/>
          </p:nvPr>
        </p:nvSpPr>
        <p:spPr>
          <a:xfrm>
            <a:off x="323850" y="260350"/>
            <a:ext cx="2270125" cy="533400"/>
          </a:xfrm>
        </p:spPr>
        <p:txBody>
          <a:bodyPr/>
          <a:lstStyle/>
          <a:p>
            <a:pPr eaLnBrk="1" hangingPunct="1">
              <a:spcBef>
                <a:spcPct val="50000"/>
              </a:spcBef>
            </a:pPr>
            <a:r>
              <a:rPr lang="en-US" altLang="en-US" sz="3200" b="1" u="sng">
                <a:solidFill>
                  <a:srgbClr val="D34817"/>
                </a:solidFill>
                <a:latin typeface="Calibri" panose="020F0502020204030204" pitchFamily="34" charset="0"/>
              </a:rPr>
              <a:t>INNER JOIN</a:t>
            </a:r>
          </a:p>
        </p:txBody>
      </p:sp>
      <p:sp>
        <p:nvSpPr>
          <p:cNvPr id="24579" name="Rectangle 3">
            <a:extLst>
              <a:ext uri="{FF2B5EF4-FFF2-40B4-BE49-F238E27FC236}">
                <a16:creationId xmlns:a16="http://schemas.microsoft.com/office/drawing/2014/main" id="{DB0EAA06-9545-0842-F5CB-7A6F99F5CC45}"/>
              </a:ext>
            </a:extLst>
          </p:cNvPr>
          <p:cNvSpPr>
            <a:spLocks noGrp="1" noChangeArrowheads="1"/>
          </p:cNvSpPr>
          <p:nvPr>
            <p:ph type="body" idx="1"/>
          </p:nvPr>
        </p:nvSpPr>
        <p:spPr>
          <a:xfrm>
            <a:off x="354013" y="741363"/>
            <a:ext cx="8466137" cy="4343400"/>
          </a:xfrm>
        </p:spPr>
        <p:txBody>
          <a:bodyPr/>
          <a:lstStyle/>
          <a:p>
            <a:pPr marL="347663" indent="-347663" algn="just" eaLnBrk="1" hangingPunct="1">
              <a:spcBef>
                <a:spcPts val="0"/>
              </a:spcBef>
              <a:spcAft>
                <a:spcPts val="300"/>
              </a:spcAft>
              <a:defRPr/>
            </a:pPr>
            <a:r>
              <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rPr>
              <a:t>EQUIJOIN:</a:t>
            </a:r>
            <a:r>
              <a:rPr lang="en-US" sz="2400" dirty="0">
                <a:latin typeface="Cambria" panose="02040503050406030204" pitchFamily="18" charset="0"/>
                <a:ea typeface="Cambria" panose="02040503050406030204" pitchFamily="18" charset="0"/>
                <a:cs typeface="Calibri" panose="020F0502020204030204" pitchFamily="34" charset="0"/>
              </a:rPr>
              <a:t> A JOIN type, with = comparison operator.</a:t>
            </a:r>
          </a:p>
          <a:p>
            <a:pPr marL="347663" indent="-347663" algn="just" eaLnBrk="1" hangingPunct="1">
              <a:spcBef>
                <a:spcPts val="0"/>
              </a:spcBef>
              <a:spcAft>
                <a:spcPts val="300"/>
              </a:spcAft>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eaLnBrk="1" hangingPunct="1">
              <a:spcBef>
                <a:spcPts val="0"/>
              </a:spcBef>
              <a:spcAft>
                <a:spcPts val="300"/>
              </a:spcAft>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eaLnBrk="1" hangingPunct="1">
              <a:spcBef>
                <a:spcPts val="0"/>
              </a:spcBef>
              <a:spcAft>
                <a:spcPts val="300"/>
              </a:spcAft>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eaLnBrk="1" hangingPunct="1">
              <a:spcBef>
                <a:spcPts val="0"/>
              </a:spcBef>
              <a:spcAft>
                <a:spcPts val="300"/>
              </a:spcAft>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eaLnBrk="1" hangingPunct="1">
              <a:spcBef>
                <a:spcPts val="0"/>
              </a:spcBef>
              <a:spcAft>
                <a:spcPts val="300"/>
              </a:spcAft>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eaLnBrk="1" hangingPunct="1">
              <a:spcBef>
                <a:spcPts val="0"/>
              </a:spcBef>
              <a:spcAft>
                <a:spcPts val="300"/>
              </a:spcAft>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347663" indent="-347663" algn="just" eaLnBrk="1" hangingPunct="1">
              <a:spcBef>
                <a:spcPts val="0"/>
              </a:spcBef>
              <a:spcAft>
                <a:spcPts val="300"/>
              </a:spcAft>
              <a:defRPr/>
            </a:pPr>
            <a:r>
              <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rPr>
              <a:t>NATURAL JOIN</a:t>
            </a:r>
            <a:r>
              <a:rPr lang="en-US" sz="2400" b="1" dirty="0">
                <a:solidFill>
                  <a:srgbClr val="0070C0"/>
                </a:solidFill>
                <a:latin typeface="Cambria" panose="02040503050406030204" pitchFamily="18" charset="0"/>
                <a:ea typeface="Cambria" panose="02040503050406030204" pitchFamily="18" charset="0"/>
                <a:cs typeface="Calibri" panose="020F0502020204030204" pitchFamily="34" charset="0"/>
              </a:rPr>
              <a:t> </a:t>
            </a:r>
            <a:r>
              <a:rPr lang="en-US" sz="2400" dirty="0">
                <a:latin typeface="Cambria" panose="02040503050406030204" pitchFamily="18" charset="0"/>
                <a:ea typeface="Cambria" panose="02040503050406030204" pitchFamily="18" charset="0"/>
                <a:cs typeface="Calibri" panose="020F0502020204030204" pitchFamily="34" charset="0"/>
              </a:rPr>
              <a:t>displays the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join attribute</a:t>
            </a:r>
            <a:r>
              <a:rPr lang="en-US" sz="2400" dirty="0">
                <a:latin typeface="Cambria" panose="02040503050406030204" pitchFamily="18" charset="0"/>
                <a:ea typeface="Cambria" panose="02040503050406030204" pitchFamily="18" charset="0"/>
                <a:cs typeface="Calibri" panose="020F0502020204030204" pitchFamily="34" charset="0"/>
              </a:rPr>
              <a:t> only once. The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join attribute</a:t>
            </a:r>
            <a:r>
              <a:rPr lang="en-US" sz="2400" dirty="0">
                <a:latin typeface="Cambria" panose="02040503050406030204" pitchFamily="18" charset="0"/>
                <a:ea typeface="Cambria" panose="02040503050406030204" pitchFamily="18" charset="0"/>
                <a:cs typeface="Calibri" panose="020F0502020204030204" pitchFamily="34" charset="0"/>
              </a:rPr>
              <a:t> should have same name in two relations. </a:t>
            </a: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dirty="0">
              <a:latin typeface="Cambria" panose="02040503050406030204" pitchFamily="18" charset="0"/>
              <a:ea typeface="Cambria" panose="02040503050406030204" pitchFamily="18" charset="0"/>
              <a:cs typeface="Calibri" panose="020F0502020204030204" pitchFamily="34" charset="0"/>
            </a:endParaRPr>
          </a:p>
        </p:txBody>
      </p:sp>
      <p:graphicFrame>
        <p:nvGraphicFramePr>
          <p:cNvPr id="6" name="Table 5">
            <a:extLst>
              <a:ext uri="{FF2B5EF4-FFF2-40B4-BE49-F238E27FC236}">
                <a16:creationId xmlns:a16="http://schemas.microsoft.com/office/drawing/2014/main" id="{1C454146-40D2-0107-5C02-0960392AF0B9}"/>
              </a:ext>
            </a:extLst>
          </p:cNvPr>
          <p:cNvGraphicFramePr>
            <a:graphicFrameLocks noGrp="1"/>
          </p:cNvGraphicFramePr>
          <p:nvPr>
            <p:extLst>
              <p:ext uri="{D42A27DB-BD31-4B8C-83A1-F6EECF244321}">
                <p14:modId xmlns:p14="http://schemas.microsoft.com/office/powerpoint/2010/main" val="4088352020"/>
              </p:ext>
            </p:extLst>
          </p:nvPr>
        </p:nvGraphicFramePr>
        <p:xfrm>
          <a:off x="827088" y="1268413"/>
          <a:ext cx="2089149" cy="2286000"/>
        </p:xfrm>
        <a:graphic>
          <a:graphicData uri="http://schemas.openxmlformats.org/drawingml/2006/table">
            <a:tbl>
              <a:tblPr firstRow="1" bandRow="1">
                <a:tableStyleId>{5C22544A-7EE6-4342-B048-85BDC9FD1C3A}</a:tableStyleId>
              </a:tblPr>
              <a:tblGrid>
                <a:gridCol w="696383">
                  <a:extLst>
                    <a:ext uri="{9D8B030D-6E8A-4147-A177-3AD203B41FA5}">
                      <a16:colId xmlns:a16="http://schemas.microsoft.com/office/drawing/2014/main" val="20000"/>
                    </a:ext>
                  </a:extLst>
                </a:gridCol>
                <a:gridCol w="696383">
                  <a:extLst>
                    <a:ext uri="{9D8B030D-6E8A-4147-A177-3AD203B41FA5}">
                      <a16:colId xmlns:a16="http://schemas.microsoft.com/office/drawing/2014/main" val="20001"/>
                    </a:ext>
                  </a:extLst>
                </a:gridCol>
                <a:gridCol w="696383">
                  <a:extLst>
                    <a:ext uri="{9D8B030D-6E8A-4147-A177-3AD203B41FA5}">
                      <a16:colId xmlns:a16="http://schemas.microsoft.com/office/drawing/2014/main" val="20002"/>
                    </a:ext>
                  </a:extLst>
                </a:gridCol>
              </a:tblGrid>
              <a:tr h="431970">
                <a:tc gridSpan="3">
                  <a:txBody>
                    <a:bodyPr/>
                    <a:lstStyle/>
                    <a:p>
                      <a:pPr algn="ctr"/>
                      <a:r>
                        <a:rPr lang="en-US" sz="2400" dirty="0">
                          <a:solidFill>
                            <a:srgbClr val="FFFF00"/>
                          </a:solidFill>
                        </a:rPr>
                        <a:t>Relation R</a:t>
                      </a:r>
                    </a:p>
                  </a:txBody>
                  <a:tcPr marL="91480" marR="9148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431970">
                <a:tc>
                  <a:txBody>
                    <a:bodyPr/>
                    <a:lstStyle/>
                    <a:p>
                      <a:pPr algn="ctr"/>
                      <a:r>
                        <a:rPr lang="en-US" sz="2400" b="1" dirty="0">
                          <a:solidFill>
                            <a:srgbClr val="0000CC"/>
                          </a:solidFill>
                        </a:rPr>
                        <a:t>A</a:t>
                      </a:r>
                    </a:p>
                  </a:txBody>
                  <a:tcPr marL="91480" marR="91480"/>
                </a:tc>
                <a:tc>
                  <a:txBody>
                    <a:bodyPr/>
                    <a:lstStyle/>
                    <a:p>
                      <a:pPr algn="ctr"/>
                      <a:r>
                        <a:rPr lang="en-US" sz="2400" b="1" dirty="0">
                          <a:solidFill>
                            <a:srgbClr val="0000CC"/>
                          </a:solidFill>
                        </a:rPr>
                        <a:t>B</a:t>
                      </a:r>
                    </a:p>
                  </a:txBody>
                  <a:tcPr marL="91480" marR="91480"/>
                </a:tc>
                <a:tc>
                  <a:txBody>
                    <a:bodyPr/>
                    <a:lstStyle/>
                    <a:p>
                      <a:pPr algn="ctr"/>
                      <a:r>
                        <a:rPr lang="en-US" sz="2400" b="1" dirty="0">
                          <a:solidFill>
                            <a:srgbClr val="0000CC"/>
                          </a:solidFill>
                        </a:rPr>
                        <a:t>C</a:t>
                      </a:r>
                      <a:r>
                        <a:rPr lang="en-US" sz="2400" b="1" baseline="-25000" dirty="0">
                          <a:solidFill>
                            <a:srgbClr val="0000CC"/>
                          </a:solidFill>
                        </a:rPr>
                        <a:t>R</a:t>
                      </a:r>
                    </a:p>
                  </a:txBody>
                  <a:tcPr marL="91480" marR="91480"/>
                </a:tc>
                <a:extLst>
                  <a:ext uri="{0D108BD9-81ED-4DB2-BD59-A6C34878D82A}">
                    <a16:rowId xmlns:a16="http://schemas.microsoft.com/office/drawing/2014/main" val="10001"/>
                  </a:ext>
                </a:extLst>
              </a:tr>
              <a:tr h="431970">
                <a:tc>
                  <a:txBody>
                    <a:bodyPr/>
                    <a:lstStyle/>
                    <a:p>
                      <a:pPr algn="ctr"/>
                      <a:r>
                        <a:rPr lang="en-US" sz="2400" dirty="0"/>
                        <a:t>A1</a:t>
                      </a:r>
                    </a:p>
                  </a:txBody>
                  <a:tcPr marL="91480" marR="91480"/>
                </a:tc>
                <a:tc>
                  <a:txBody>
                    <a:bodyPr/>
                    <a:lstStyle/>
                    <a:p>
                      <a:pPr algn="ctr"/>
                      <a:r>
                        <a:rPr lang="en-US" sz="2400" dirty="0"/>
                        <a:t>B1</a:t>
                      </a:r>
                    </a:p>
                  </a:txBody>
                  <a:tcPr marL="91480" marR="91480"/>
                </a:tc>
                <a:tc>
                  <a:txBody>
                    <a:bodyPr/>
                    <a:lstStyle/>
                    <a:p>
                      <a:pPr algn="ctr"/>
                      <a:r>
                        <a:rPr lang="en-US" sz="2400" dirty="0"/>
                        <a:t>C1</a:t>
                      </a:r>
                    </a:p>
                  </a:txBody>
                  <a:tcPr marL="91480" marR="91480"/>
                </a:tc>
                <a:extLst>
                  <a:ext uri="{0D108BD9-81ED-4DB2-BD59-A6C34878D82A}">
                    <a16:rowId xmlns:a16="http://schemas.microsoft.com/office/drawing/2014/main" val="10002"/>
                  </a:ext>
                </a:extLst>
              </a:tr>
              <a:tr h="431970">
                <a:tc>
                  <a:txBody>
                    <a:bodyPr/>
                    <a:lstStyle/>
                    <a:p>
                      <a:pPr algn="ctr"/>
                      <a:r>
                        <a:rPr lang="en-US" sz="2400" dirty="0"/>
                        <a:t>A2</a:t>
                      </a:r>
                    </a:p>
                  </a:txBody>
                  <a:tcPr marL="91480" marR="91480"/>
                </a:tc>
                <a:tc>
                  <a:txBody>
                    <a:bodyPr/>
                    <a:lstStyle/>
                    <a:p>
                      <a:pPr algn="ctr"/>
                      <a:r>
                        <a:rPr lang="en-US" sz="2400" dirty="0"/>
                        <a:t>B2</a:t>
                      </a:r>
                    </a:p>
                  </a:txBody>
                  <a:tcPr marL="91480" marR="91480"/>
                </a:tc>
                <a:tc>
                  <a:txBody>
                    <a:bodyPr/>
                    <a:lstStyle/>
                    <a:p>
                      <a:pPr algn="ctr"/>
                      <a:r>
                        <a:rPr lang="en-US" sz="2400" dirty="0"/>
                        <a:t>C2</a:t>
                      </a:r>
                    </a:p>
                  </a:txBody>
                  <a:tcPr marL="91480" marR="91480"/>
                </a:tc>
                <a:extLst>
                  <a:ext uri="{0D108BD9-81ED-4DB2-BD59-A6C34878D82A}">
                    <a16:rowId xmlns:a16="http://schemas.microsoft.com/office/drawing/2014/main" val="10003"/>
                  </a:ext>
                </a:extLst>
              </a:tr>
              <a:tr h="431970">
                <a:tc>
                  <a:txBody>
                    <a:bodyPr/>
                    <a:lstStyle/>
                    <a:p>
                      <a:pPr algn="ctr"/>
                      <a:r>
                        <a:rPr lang="en-US" sz="2400" dirty="0">
                          <a:solidFill>
                            <a:srgbClr val="FF0000"/>
                          </a:solidFill>
                        </a:rPr>
                        <a:t>A3</a:t>
                      </a:r>
                    </a:p>
                  </a:txBody>
                  <a:tcPr marL="91480" marR="91480"/>
                </a:tc>
                <a:tc>
                  <a:txBody>
                    <a:bodyPr/>
                    <a:lstStyle/>
                    <a:p>
                      <a:pPr algn="ctr"/>
                      <a:r>
                        <a:rPr lang="en-US" sz="2400" dirty="0">
                          <a:solidFill>
                            <a:srgbClr val="FF0000"/>
                          </a:solidFill>
                        </a:rPr>
                        <a:t>B1</a:t>
                      </a:r>
                    </a:p>
                  </a:txBody>
                  <a:tcPr marL="91480" marR="91480"/>
                </a:tc>
                <a:tc>
                  <a:txBody>
                    <a:bodyPr/>
                    <a:lstStyle/>
                    <a:p>
                      <a:pPr algn="ctr"/>
                      <a:endParaRPr lang="en-US" sz="2400" dirty="0">
                        <a:solidFill>
                          <a:srgbClr val="FF0000"/>
                        </a:solidFill>
                      </a:endParaRPr>
                    </a:p>
                  </a:txBody>
                  <a:tcPr marL="91480" marR="91480"/>
                </a:tc>
                <a:extLst>
                  <a:ext uri="{0D108BD9-81ED-4DB2-BD59-A6C34878D82A}">
                    <a16:rowId xmlns:a16="http://schemas.microsoft.com/office/drawing/2014/main" val="10004"/>
                  </a:ext>
                </a:extLst>
              </a:tr>
            </a:tbl>
          </a:graphicData>
        </a:graphic>
      </p:graphicFrame>
      <p:graphicFrame>
        <p:nvGraphicFramePr>
          <p:cNvPr id="7" name="Table 6">
            <a:extLst>
              <a:ext uri="{FF2B5EF4-FFF2-40B4-BE49-F238E27FC236}">
                <a16:creationId xmlns:a16="http://schemas.microsoft.com/office/drawing/2014/main" id="{7E38B33A-B398-26FD-CE37-F3762B5105C1}"/>
              </a:ext>
            </a:extLst>
          </p:cNvPr>
          <p:cNvGraphicFramePr>
            <a:graphicFrameLocks noGrp="1"/>
          </p:cNvGraphicFramePr>
          <p:nvPr>
            <p:extLst>
              <p:ext uri="{D42A27DB-BD31-4B8C-83A1-F6EECF244321}">
                <p14:modId xmlns:p14="http://schemas.microsoft.com/office/powerpoint/2010/main" val="1743538625"/>
              </p:ext>
            </p:extLst>
          </p:nvPr>
        </p:nvGraphicFramePr>
        <p:xfrm>
          <a:off x="3295650" y="1268413"/>
          <a:ext cx="1608138" cy="2286000"/>
        </p:xfrm>
        <a:graphic>
          <a:graphicData uri="http://schemas.openxmlformats.org/drawingml/2006/table">
            <a:tbl>
              <a:tblPr firstRow="1" bandRow="1">
                <a:tableStyleId>{5C22544A-7EE6-4342-B048-85BDC9FD1C3A}</a:tableStyleId>
              </a:tblPr>
              <a:tblGrid>
                <a:gridCol w="804069">
                  <a:extLst>
                    <a:ext uri="{9D8B030D-6E8A-4147-A177-3AD203B41FA5}">
                      <a16:colId xmlns:a16="http://schemas.microsoft.com/office/drawing/2014/main" val="20000"/>
                    </a:ext>
                  </a:extLst>
                </a:gridCol>
                <a:gridCol w="804069">
                  <a:extLst>
                    <a:ext uri="{9D8B030D-6E8A-4147-A177-3AD203B41FA5}">
                      <a16:colId xmlns:a16="http://schemas.microsoft.com/office/drawing/2014/main" val="20001"/>
                    </a:ext>
                  </a:extLst>
                </a:gridCol>
              </a:tblGrid>
              <a:tr h="37084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FFFF00"/>
                          </a:solidFill>
                        </a:rPr>
                        <a:t>Relation S</a:t>
                      </a:r>
                      <a:endParaRPr lang="en-US" sz="2400" dirty="0"/>
                    </a:p>
                  </a:txBody>
                  <a:tcPr marL="91457" marR="91457"/>
                </a:tc>
                <a:tc hMerge="1">
                  <a:txBody>
                    <a:bodyPr/>
                    <a:lstStyle/>
                    <a:p>
                      <a:endParaRPr lang="en-US" dirty="0"/>
                    </a:p>
                  </a:txBody>
                  <a:tcPr/>
                </a:tc>
                <a:extLst>
                  <a:ext uri="{0D108BD9-81ED-4DB2-BD59-A6C34878D82A}">
                    <a16:rowId xmlns:a16="http://schemas.microsoft.com/office/drawing/2014/main" val="10000"/>
                  </a:ext>
                </a:extLst>
              </a:tr>
              <a:tr h="370840">
                <a:tc>
                  <a:txBody>
                    <a:bodyPr/>
                    <a:lstStyle/>
                    <a:p>
                      <a:pPr algn="ctr"/>
                      <a:r>
                        <a:rPr lang="en-US" sz="2400" b="1" dirty="0">
                          <a:solidFill>
                            <a:srgbClr val="0000CC"/>
                          </a:solidFill>
                        </a:rPr>
                        <a:t>C</a:t>
                      </a:r>
                      <a:r>
                        <a:rPr lang="en-US" sz="2400" b="1" baseline="-25000" dirty="0">
                          <a:solidFill>
                            <a:srgbClr val="0000CC"/>
                          </a:solidFill>
                        </a:rPr>
                        <a:t>S</a:t>
                      </a:r>
                      <a:endParaRPr lang="en-US" sz="2400" b="1" dirty="0">
                        <a:solidFill>
                          <a:srgbClr val="0000CC"/>
                        </a:solidFill>
                      </a:endParaRPr>
                    </a:p>
                  </a:txBody>
                  <a:tcPr marL="91457" marR="91457"/>
                </a:tc>
                <a:tc>
                  <a:txBody>
                    <a:bodyPr/>
                    <a:lstStyle/>
                    <a:p>
                      <a:pPr algn="ctr"/>
                      <a:r>
                        <a:rPr lang="en-US" sz="2400" b="1" dirty="0">
                          <a:solidFill>
                            <a:srgbClr val="0000CC"/>
                          </a:solidFill>
                        </a:rPr>
                        <a:t>D</a:t>
                      </a:r>
                    </a:p>
                  </a:txBody>
                  <a:tcPr marL="91457" marR="91457"/>
                </a:tc>
                <a:extLst>
                  <a:ext uri="{0D108BD9-81ED-4DB2-BD59-A6C34878D82A}">
                    <a16:rowId xmlns:a16="http://schemas.microsoft.com/office/drawing/2014/main" val="10001"/>
                  </a:ext>
                </a:extLst>
              </a:tr>
              <a:tr h="370840">
                <a:tc>
                  <a:txBody>
                    <a:bodyPr/>
                    <a:lstStyle/>
                    <a:p>
                      <a:pPr algn="ctr"/>
                      <a:r>
                        <a:rPr lang="en-US" sz="2400" dirty="0"/>
                        <a:t>C1</a:t>
                      </a:r>
                    </a:p>
                  </a:txBody>
                  <a:tcPr marL="91457" marR="91457"/>
                </a:tc>
                <a:tc>
                  <a:txBody>
                    <a:bodyPr/>
                    <a:lstStyle/>
                    <a:p>
                      <a:pPr algn="ctr"/>
                      <a:r>
                        <a:rPr lang="en-US" sz="2400" dirty="0"/>
                        <a:t>D1</a:t>
                      </a:r>
                    </a:p>
                  </a:txBody>
                  <a:tcPr marL="91457" marR="91457"/>
                </a:tc>
                <a:extLst>
                  <a:ext uri="{0D108BD9-81ED-4DB2-BD59-A6C34878D82A}">
                    <a16:rowId xmlns:a16="http://schemas.microsoft.com/office/drawing/2014/main" val="10002"/>
                  </a:ext>
                </a:extLst>
              </a:tr>
              <a:tr h="370840">
                <a:tc>
                  <a:txBody>
                    <a:bodyPr/>
                    <a:lstStyle/>
                    <a:p>
                      <a:pPr algn="ctr"/>
                      <a:r>
                        <a:rPr lang="en-US" sz="2400" dirty="0"/>
                        <a:t>C2</a:t>
                      </a:r>
                    </a:p>
                  </a:txBody>
                  <a:tcPr marL="91457" marR="91457"/>
                </a:tc>
                <a:tc>
                  <a:txBody>
                    <a:bodyPr/>
                    <a:lstStyle/>
                    <a:p>
                      <a:pPr algn="ctr"/>
                      <a:r>
                        <a:rPr lang="en-US" sz="2400" dirty="0"/>
                        <a:t>D2</a:t>
                      </a:r>
                    </a:p>
                  </a:txBody>
                  <a:tcPr marL="91457" marR="91457"/>
                </a:tc>
                <a:extLst>
                  <a:ext uri="{0D108BD9-81ED-4DB2-BD59-A6C34878D82A}">
                    <a16:rowId xmlns:a16="http://schemas.microsoft.com/office/drawing/2014/main" val="10003"/>
                  </a:ext>
                </a:extLst>
              </a:tr>
              <a:tr h="370840">
                <a:tc>
                  <a:txBody>
                    <a:bodyPr/>
                    <a:lstStyle/>
                    <a:p>
                      <a:pPr algn="ctr"/>
                      <a:r>
                        <a:rPr lang="en-US" sz="2400" dirty="0">
                          <a:solidFill>
                            <a:srgbClr val="FF0000"/>
                          </a:solidFill>
                        </a:rPr>
                        <a:t>C3</a:t>
                      </a:r>
                    </a:p>
                  </a:txBody>
                  <a:tcPr marL="91457" marR="91457"/>
                </a:tc>
                <a:tc>
                  <a:txBody>
                    <a:bodyPr/>
                    <a:lstStyle/>
                    <a:p>
                      <a:pPr algn="ctr"/>
                      <a:r>
                        <a:rPr lang="en-US" sz="2400" dirty="0">
                          <a:solidFill>
                            <a:srgbClr val="FF0000"/>
                          </a:solidFill>
                        </a:rPr>
                        <a:t>D3</a:t>
                      </a:r>
                    </a:p>
                  </a:txBody>
                  <a:tcPr marL="91457" marR="91457"/>
                </a:tc>
                <a:extLst>
                  <a:ext uri="{0D108BD9-81ED-4DB2-BD59-A6C34878D82A}">
                    <a16:rowId xmlns:a16="http://schemas.microsoft.com/office/drawing/2014/main" val="10004"/>
                  </a:ext>
                </a:extLst>
              </a:tr>
            </a:tbl>
          </a:graphicData>
        </a:graphic>
      </p:graphicFrame>
      <p:graphicFrame>
        <p:nvGraphicFramePr>
          <p:cNvPr id="8" name="Table 7">
            <a:extLst>
              <a:ext uri="{FF2B5EF4-FFF2-40B4-BE49-F238E27FC236}">
                <a16:creationId xmlns:a16="http://schemas.microsoft.com/office/drawing/2014/main" id="{886C5363-375B-2183-3467-C2BC4694CD01}"/>
              </a:ext>
            </a:extLst>
          </p:cNvPr>
          <p:cNvGraphicFramePr>
            <a:graphicFrameLocks noGrp="1"/>
          </p:cNvGraphicFramePr>
          <p:nvPr>
            <p:extLst>
              <p:ext uri="{D42A27DB-BD31-4B8C-83A1-F6EECF244321}">
                <p14:modId xmlns:p14="http://schemas.microsoft.com/office/powerpoint/2010/main" val="2276352281"/>
              </p:ext>
            </p:extLst>
          </p:nvPr>
        </p:nvGraphicFramePr>
        <p:xfrm>
          <a:off x="5284788" y="1268413"/>
          <a:ext cx="3248025" cy="1828800"/>
        </p:xfrm>
        <a:graphic>
          <a:graphicData uri="http://schemas.openxmlformats.org/drawingml/2006/table">
            <a:tbl>
              <a:tblPr firstRow="1" bandRow="1">
                <a:tableStyleId>{5C22544A-7EE6-4342-B048-85BDC9FD1C3A}</a:tableStyleId>
              </a:tblPr>
              <a:tblGrid>
                <a:gridCol w="649605">
                  <a:extLst>
                    <a:ext uri="{9D8B030D-6E8A-4147-A177-3AD203B41FA5}">
                      <a16:colId xmlns:a16="http://schemas.microsoft.com/office/drawing/2014/main" val="20000"/>
                    </a:ext>
                  </a:extLst>
                </a:gridCol>
                <a:gridCol w="649605">
                  <a:extLst>
                    <a:ext uri="{9D8B030D-6E8A-4147-A177-3AD203B41FA5}">
                      <a16:colId xmlns:a16="http://schemas.microsoft.com/office/drawing/2014/main" val="20001"/>
                    </a:ext>
                  </a:extLst>
                </a:gridCol>
                <a:gridCol w="649605">
                  <a:extLst>
                    <a:ext uri="{9D8B030D-6E8A-4147-A177-3AD203B41FA5}">
                      <a16:colId xmlns:a16="http://schemas.microsoft.com/office/drawing/2014/main" val="20002"/>
                    </a:ext>
                  </a:extLst>
                </a:gridCol>
                <a:gridCol w="649605">
                  <a:extLst>
                    <a:ext uri="{9D8B030D-6E8A-4147-A177-3AD203B41FA5}">
                      <a16:colId xmlns:a16="http://schemas.microsoft.com/office/drawing/2014/main" val="20003"/>
                    </a:ext>
                  </a:extLst>
                </a:gridCol>
                <a:gridCol w="649605">
                  <a:extLst>
                    <a:ext uri="{9D8B030D-6E8A-4147-A177-3AD203B41FA5}">
                      <a16:colId xmlns:a16="http://schemas.microsoft.com/office/drawing/2014/main" val="20004"/>
                    </a:ext>
                  </a:extLst>
                </a:gridCol>
              </a:tblGrid>
              <a:tr h="370840">
                <a:tc gridSpan="5">
                  <a:txBody>
                    <a:bodyPr/>
                    <a:lstStyle/>
                    <a:p>
                      <a:pPr algn="ctr"/>
                      <a:r>
                        <a:rPr lang="en-US" sz="2400" dirty="0">
                          <a:solidFill>
                            <a:srgbClr val="FFFF00"/>
                          </a:solidFill>
                        </a:rPr>
                        <a:t>R EQUIJOIN S</a:t>
                      </a:r>
                    </a:p>
                  </a:txBody>
                  <a:tcPr marL="91429" marR="91429"/>
                </a:tc>
                <a:tc hMerge="1">
                  <a:txBody>
                    <a:bodyPr/>
                    <a:lstStyle/>
                    <a:p>
                      <a:endParaRPr lang="en-US" dirty="0"/>
                    </a:p>
                  </a:txBody>
                  <a:tcPr/>
                </a:tc>
                <a:tc hMerge="1">
                  <a:txBody>
                    <a:bodyPr/>
                    <a:lstStyle/>
                    <a:p>
                      <a:endParaRPr lang="en-US" dirty="0"/>
                    </a:p>
                  </a:txBody>
                  <a:tcPr/>
                </a:tc>
                <a:tc hMerge="1">
                  <a:txBody>
                    <a:bodyPr/>
                    <a:lstStyle/>
                    <a:p>
                      <a:pPr algn="ctr"/>
                      <a:endParaRPr lang="en-US" sz="2400" dirty="0">
                        <a:solidFill>
                          <a:srgbClr val="FFFF00"/>
                        </a:solidFill>
                      </a:endParaRPr>
                    </a:p>
                  </a:txBody>
                  <a:tcPr/>
                </a:tc>
                <a:tc hMerge="1">
                  <a:txBody>
                    <a:bodyPr/>
                    <a:lstStyle/>
                    <a:p>
                      <a:pPr algn="ctr"/>
                      <a:endParaRPr lang="en-US" sz="2400" dirty="0">
                        <a:solidFill>
                          <a:srgbClr val="FFFF00"/>
                        </a:solidFill>
                      </a:endParaRPr>
                    </a:p>
                  </a:txBody>
                  <a:tcPr/>
                </a:tc>
                <a:extLst>
                  <a:ext uri="{0D108BD9-81ED-4DB2-BD59-A6C34878D82A}">
                    <a16:rowId xmlns:a16="http://schemas.microsoft.com/office/drawing/2014/main" val="10000"/>
                  </a:ext>
                </a:extLst>
              </a:tr>
              <a:tr h="370840">
                <a:tc>
                  <a:txBody>
                    <a:bodyPr/>
                    <a:lstStyle/>
                    <a:p>
                      <a:pPr algn="ctr"/>
                      <a:r>
                        <a:rPr lang="en-US" sz="2400" b="1" dirty="0">
                          <a:solidFill>
                            <a:srgbClr val="0000CC"/>
                          </a:solidFill>
                        </a:rPr>
                        <a:t>A</a:t>
                      </a:r>
                    </a:p>
                  </a:txBody>
                  <a:tcPr marL="91429" marR="91429"/>
                </a:tc>
                <a:tc>
                  <a:txBody>
                    <a:bodyPr/>
                    <a:lstStyle/>
                    <a:p>
                      <a:pPr algn="ctr"/>
                      <a:r>
                        <a:rPr lang="en-US" sz="2400" b="1" dirty="0">
                          <a:solidFill>
                            <a:srgbClr val="0000CC"/>
                          </a:solidFill>
                        </a:rPr>
                        <a:t>B</a:t>
                      </a:r>
                    </a:p>
                  </a:txBody>
                  <a:tcPr marL="91429" marR="91429"/>
                </a:tc>
                <a:tc>
                  <a:txBody>
                    <a:bodyPr/>
                    <a:lstStyle/>
                    <a:p>
                      <a:pPr algn="ctr"/>
                      <a:r>
                        <a:rPr lang="en-US" sz="2400" b="1" dirty="0">
                          <a:solidFill>
                            <a:srgbClr val="0000CC"/>
                          </a:solidFill>
                        </a:rPr>
                        <a:t>C</a:t>
                      </a:r>
                      <a:r>
                        <a:rPr lang="en-US" sz="2400" b="1" baseline="-25000" dirty="0">
                          <a:solidFill>
                            <a:srgbClr val="0000CC"/>
                          </a:solidFill>
                        </a:rPr>
                        <a:t>R</a:t>
                      </a:r>
                    </a:p>
                  </a:txBody>
                  <a:tcPr marL="91429" marR="91429"/>
                </a:tc>
                <a:tc>
                  <a:txBody>
                    <a:bodyPr/>
                    <a:lstStyle/>
                    <a:p>
                      <a:pPr algn="ctr"/>
                      <a:r>
                        <a:rPr lang="en-US" sz="2400" b="1" dirty="0">
                          <a:solidFill>
                            <a:srgbClr val="0000CC"/>
                          </a:solidFill>
                        </a:rPr>
                        <a:t>C</a:t>
                      </a:r>
                      <a:r>
                        <a:rPr lang="en-US" sz="2400" b="1" baseline="-25000" dirty="0">
                          <a:solidFill>
                            <a:srgbClr val="0000CC"/>
                          </a:solidFill>
                        </a:rPr>
                        <a:t>S</a:t>
                      </a:r>
                      <a:endParaRPr lang="en-US" sz="2400" b="1" dirty="0">
                        <a:solidFill>
                          <a:srgbClr val="0000CC"/>
                        </a:solidFill>
                      </a:endParaRPr>
                    </a:p>
                  </a:txBody>
                  <a:tcPr marL="91429" marR="91429"/>
                </a:tc>
                <a:tc>
                  <a:txBody>
                    <a:bodyPr/>
                    <a:lstStyle/>
                    <a:p>
                      <a:pPr algn="ctr"/>
                      <a:r>
                        <a:rPr lang="en-US" sz="2400" b="1" dirty="0">
                          <a:solidFill>
                            <a:srgbClr val="0000CC"/>
                          </a:solidFill>
                        </a:rPr>
                        <a:t>D</a:t>
                      </a:r>
                    </a:p>
                  </a:txBody>
                  <a:tcPr marL="91429" marR="91429"/>
                </a:tc>
                <a:extLst>
                  <a:ext uri="{0D108BD9-81ED-4DB2-BD59-A6C34878D82A}">
                    <a16:rowId xmlns:a16="http://schemas.microsoft.com/office/drawing/2014/main" val="10001"/>
                  </a:ext>
                </a:extLst>
              </a:tr>
              <a:tr h="370840">
                <a:tc>
                  <a:txBody>
                    <a:bodyPr/>
                    <a:lstStyle/>
                    <a:p>
                      <a:pPr algn="ctr"/>
                      <a:r>
                        <a:rPr lang="en-US" sz="2400" dirty="0"/>
                        <a:t>A1</a:t>
                      </a:r>
                    </a:p>
                  </a:txBody>
                  <a:tcPr marL="91429" marR="91429"/>
                </a:tc>
                <a:tc>
                  <a:txBody>
                    <a:bodyPr/>
                    <a:lstStyle/>
                    <a:p>
                      <a:pPr algn="ctr"/>
                      <a:r>
                        <a:rPr lang="en-US" sz="2400" dirty="0"/>
                        <a:t>B1</a:t>
                      </a:r>
                    </a:p>
                  </a:txBody>
                  <a:tcPr marL="91429" marR="91429"/>
                </a:tc>
                <a:tc>
                  <a:txBody>
                    <a:bodyPr/>
                    <a:lstStyle/>
                    <a:p>
                      <a:pPr algn="ctr"/>
                      <a:r>
                        <a:rPr lang="en-US" sz="2400" dirty="0"/>
                        <a:t>C1</a:t>
                      </a:r>
                    </a:p>
                  </a:txBody>
                  <a:tcPr marL="91429" marR="91429"/>
                </a:tc>
                <a:tc>
                  <a:txBody>
                    <a:bodyPr/>
                    <a:lstStyle/>
                    <a:p>
                      <a:pPr algn="ctr"/>
                      <a:r>
                        <a:rPr lang="en-US" sz="2400" dirty="0"/>
                        <a:t>C1</a:t>
                      </a:r>
                    </a:p>
                  </a:txBody>
                  <a:tcPr marL="91429" marR="91429"/>
                </a:tc>
                <a:tc>
                  <a:txBody>
                    <a:bodyPr/>
                    <a:lstStyle/>
                    <a:p>
                      <a:pPr algn="ctr"/>
                      <a:r>
                        <a:rPr lang="en-US" sz="2400" dirty="0"/>
                        <a:t>D1</a:t>
                      </a:r>
                    </a:p>
                  </a:txBody>
                  <a:tcPr marL="91429" marR="91429"/>
                </a:tc>
                <a:extLst>
                  <a:ext uri="{0D108BD9-81ED-4DB2-BD59-A6C34878D82A}">
                    <a16:rowId xmlns:a16="http://schemas.microsoft.com/office/drawing/2014/main" val="10002"/>
                  </a:ext>
                </a:extLst>
              </a:tr>
              <a:tr h="370840">
                <a:tc>
                  <a:txBody>
                    <a:bodyPr/>
                    <a:lstStyle/>
                    <a:p>
                      <a:pPr algn="ctr"/>
                      <a:r>
                        <a:rPr lang="en-US" sz="2400" dirty="0"/>
                        <a:t>A2</a:t>
                      </a:r>
                    </a:p>
                  </a:txBody>
                  <a:tcPr marL="91429" marR="91429"/>
                </a:tc>
                <a:tc>
                  <a:txBody>
                    <a:bodyPr/>
                    <a:lstStyle/>
                    <a:p>
                      <a:pPr algn="ctr"/>
                      <a:r>
                        <a:rPr lang="en-US" sz="2400" dirty="0"/>
                        <a:t>B2</a:t>
                      </a:r>
                    </a:p>
                  </a:txBody>
                  <a:tcPr marL="91429" marR="91429"/>
                </a:tc>
                <a:tc>
                  <a:txBody>
                    <a:bodyPr/>
                    <a:lstStyle/>
                    <a:p>
                      <a:pPr algn="ctr"/>
                      <a:r>
                        <a:rPr lang="en-US" sz="2400" dirty="0"/>
                        <a:t>C2</a:t>
                      </a:r>
                    </a:p>
                  </a:txBody>
                  <a:tcPr marL="91429" marR="91429"/>
                </a:tc>
                <a:tc>
                  <a:txBody>
                    <a:bodyPr/>
                    <a:lstStyle/>
                    <a:p>
                      <a:pPr algn="ctr"/>
                      <a:r>
                        <a:rPr lang="en-US" sz="2400" dirty="0"/>
                        <a:t>C2</a:t>
                      </a:r>
                    </a:p>
                  </a:txBody>
                  <a:tcPr marL="91429" marR="91429"/>
                </a:tc>
                <a:tc>
                  <a:txBody>
                    <a:bodyPr/>
                    <a:lstStyle/>
                    <a:p>
                      <a:pPr algn="ctr"/>
                      <a:r>
                        <a:rPr lang="en-US" sz="2400" dirty="0"/>
                        <a:t>D2</a:t>
                      </a:r>
                    </a:p>
                  </a:txBody>
                  <a:tcPr marL="91429" marR="91429"/>
                </a:tc>
                <a:extLst>
                  <a:ext uri="{0D108BD9-81ED-4DB2-BD59-A6C34878D82A}">
                    <a16:rowId xmlns:a16="http://schemas.microsoft.com/office/drawing/2014/main" val="10003"/>
                  </a:ext>
                </a:extLst>
              </a:tr>
            </a:tbl>
          </a:graphicData>
        </a:graphic>
      </p:graphicFrame>
      <p:graphicFrame>
        <p:nvGraphicFramePr>
          <p:cNvPr id="9" name="Table 8">
            <a:extLst>
              <a:ext uri="{FF2B5EF4-FFF2-40B4-BE49-F238E27FC236}">
                <a16:creationId xmlns:a16="http://schemas.microsoft.com/office/drawing/2014/main" id="{43A6DF06-B1F3-2BFF-BD28-6299F7074061}"/>
              </a:ext>
            </a:extLst>
          </p:cNvPr>
          <p:cNvGraphicFramePr>
            <a:graphicFrameLocks noGrp="1"/>
          </p:cNvGraphicFramePr>
          <p:nvPr>
            <p:extLst>
              <p:ext uri="{D42A27DB-BD31-4B8C-83A1-F6EECF244321}">
                <p14:modId xmlns:p14="http://schemas.microsoft.com/office/powerpoint/2010/main" val="641009113"/>
              </p:ext>
            </p:extLst>
          </p:nvPr>
        </p:nvGraphicFramePr>
        <p:xfrm>
          <a:off x="827088" y="4437063"/>
          <a:ext cx="2089149" cy="2286000"/>
        </p:xfrm>
        <a:graphic>
          <a:graphicData uri="http://schemas.openxmlformats.org/drawingml/2006/table">
            <a:tbl>
              <a:tblPr firstRow="1" bandRow="1">
                <a:tableStyleId>{5C22544A-7EE6-4342-B048-85BDC9FD1C3A}</a:tableStyleId>
              </a:tblPr>
              <a:tblGrid>
                <a:gridCol w="696383">
                  <a:extLst>
                    <a:ext uri="{9D8B030D-6E8A-4147-A177-3AD203B41FA5}">
                      <a16:colId xmlns:a16="http://schemas.microsoft.com/office/drawing/2014/main" val="20000"/>
                    </a:ext>
                  </a:extLst>
                </a:gridCol>
                <a:gridCol w="696383">
                  <a:extLst>
                    <a:ext uri="{9D8B030D-6E8A-4147-A177-3AD203B41FA5}">
                      <a16:colId xmlns:a16="http://schemas.microsoft.com/office/drawing/2014/main" val="20001"/>
                    </a:ext>
                  </a:extLst>
                </a:gridCol>
                <a:gridCol w="696383">
                  <a:extLst>
                    <a:ext uri="{9D8B030D-6E8A-4147-A177-3AD203B41FA5}">
                      <a16:colId xmlns:a16="http://schemas.microsoft.com/office/drawing/2014/main" val="20002"/>
                    </a:ext>
                  </a:extLst>
                </a:gridCol>
              </a:tblGrid>
              <a:tr h="431970">
                <a:tc gridSpan="3">
                  <a:txBody>
                    <a:bodyPr/>
                    <a:lstStyle/>
                    <a:p>
                      <a:pPr algn="ctr"/>
                      <a:r>
                        <a:rPr lang="en-US" sz="2400" dirty="0">
                          <a:solidFill>
                            <a:srgbClr val="FFFF00"/>
                          </a:solidFill>
                        </a:rPr>
                        <a:t>Relation R</a:t>
                      </a:r>
                    </a:p>
                  </a:txBody>
                  <a:tcPr marL="91480" marR="9148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431970">
                <a:tc>
                  <a:txBody>
                    <a:bodyPr/>
                    <a:lstStyle/>
                    <a:p>
                      <a:pPr algn="ctr"/>
                      <a:r>
                        <a:rPr lang="en-US" sz="2400" b="1" dirty="0">
                          <a:solidFill>
                            <a:srgbClr val="0000CC"/>
                          </a:solidFill>
                        </a:rPr>
                        <a:t>A</a:t>
                      </a:r>
                    </a:p>
                  </a:txBody>
                  <a:tcPr marL="91480" marR="91480"/>
                </a:tc>
                <a:tc>
                  <a:txBody>
                    <a:bodyPr/>
                    <a:lstStyle/>
                    <a:p>
                      <a:pPr algn="ctr"/>
                      <a:r>
                        <a:rPr lang="en-US" sz="2400" b="1" dirty="0">
                          <a:solidFill>
                            <a:srgbClr val="0000CC"/>
                          </a:solidFill>
                        </a:rPr>
                        <a:t>B</a:t>
                      </a:r>
                    </a:p>
                  </a:txBody>
                  <a:tcPr marL="91480" marR="91480"/>
                </a:tc>
                <a:tc>
                  <a:txBody>
                    <a:bodyPr/>
                    <a:lstStyle/>
                    <a:p>
                      <a:pPr algn="ctr"/>
                      <a:r>
                        <a:rPr lang="en-US" sz="2400" b="1" dirty="0">
                          <a:solidFill>
                            <a:srgbClr val="0000CC"/>
                          </a:solidFill>
                        </a:rPr>
                        <a:t>C</a:t>
                      </a:r>
                      <a:endParaRPr lang="en-US" sz="2400" b="1" baseline="-25000" dirty="0">
                        <a:solidFill>
                          <a:srgbClr val="0000CC"/>
                        </a:solidFill>
                      </a:endParaRPr>
                    </a:p>
                  </a:txBody>
                  <a:tcPr marL="91480" marR="91480"/>
                </a:tc>
                <a:extLst>
                  <a:ext uri="{0D108BD9-81ED-4DB2-BD59-A6C34878D82A}">
                    <a16:rowId xmlns:a16="http://schemas.microsoft.com/office/drawing/2014/main" val="10001"/>
                  </a:ext>
                </a:extLst>
              </a:tr>
              <a:tr h="431970">
                <a:tc>
                  <a:txBody>
                    <a:bodyPr/>
                    <a:lstStyle/>
                    <a:p>
                      <a:pPr algn="ctr"/>
                      <a:r>
                        <a:rPr lang="en-US" sz="2400" dirty="0"/>
                        <a:t>A1</a:t>
                      </a:r>
                    </a:p>
                  </a:txBody>
                  <a:tcPr marL="91480" marR="91480"/>
                </a:tc>
                <a:tc>
                  <a:txBody>
                    <a:bodyPr/>
                    <a:lstStyle/>
                    <a:p>
                      <a:pPr algn="ctr"/>
                      <a:r>
                        <a:rPr lang="en-US" sz="2400" dirty="0"/>
                        <a:t>B1</a:t>
                      </a:r>
                    </a:p>
                  </a:txBody>
                  <a:tcPr marL="91480" marR="91480"/>
                </a:tc>
                <a:tc>
                  <a:txBody>
                    <a:bodyPr/>
                    <a:lstStyle/>
                    <a:p>
                      <a:pPr algn="ctr"/>
                      <a:r>
                        <a:rPr lang="en-US" sz="2400" dirty="0"/>
                        <a:t>C1</a:t>
                      </a:r>
                    </a:p>
                  </a:txBody>
                  <a:tcPr marL="91480" marR="91480"/>
                </a:tc>
                <a:extLst>
                  <a:ext uri="{0D108BD9-81ED-4DB2-BD59-A6C34878D82A}">
                    <a16:rowId xmlns:a16="http://schemas.microsoft.com/office/drawing/2014/main" val="10002"/>
                  </a:ext>
                </a:extLst>
              </a:tr>
              <a:tr h="431970">
                <a:tc>
                  <a:txBody>
                    <a:bodyPr/>
                    <a:lstStyle/>
                    <a:p>
                      <a:pPr algn="ctr"/>
                      <a:r>
                        <a:rPr lang="en-US" sz="2400" dirty="0"/>
                        <a:t>A2</a:t>
                      </a:r>
                    </a:p>
                  </a:txBody>
                  <a:tcPr marL="91480" marR="91480"/>
                </a:tc>
                <a:tc>
                  <a:txBody>
                    <a:bodyPr/>
                    <a:lstStyle/>
                    <a:p>
                      <a:pPr algn="ctr"/>
                      <a:r>
                        <a:rPr lang="en-US" sz="2400" dirty="0"/>
                        <a:t>B2</a:t>
                      </a:r>
                    </a:p>
                  </a:txBody>
                  <a:tcPr marL="91480" marR="91480"/>
                </a:tc>
                <a:tc>
                  <a:txBody>
                    <a:bodyPr/>
                    <a:lstStyle/>
                    <a:p>
                      <a:pPr algn="ctr"/>
                      <a:r>
                        <a:rPr lang="en-US" sz="2400" dirty="0"/>
                        <a:t>C2</a:t>
                      </a:r>
                    </a:p>
                  </a:txBody>
                  <a:tcPr marL="91480" marR="91480"/>
                </a:tc>
                <a:extLst>
                  <a:ext uri="{0D108BD9-81ED-4DB2-BD59-A6C34878D82A}">
                    <a16:rowId xmlns:a16="http://schemas.microsoft.com/office/drawing/2014/main" val="10003"/>
                  </a:ext>
                </a:extLst>
              </a:tr>
              <a:tr h="431970">
                <a:tc>
                  <a:txBody>
                    <a:bodyPr/>
                    <a:lstStyle/>
                    <a:p>
                      <a:pPr algn="ctr"/>
                      <a:r>
                        <a:rPr lang="en-US" sz="2400" dirty="0">
                          <a:solidFill>
                            <a:srgbClr val="FF0000"/>
                          </a:solidFill>
                        </a:rPr>
                        <a:t>A3</a:t>
                      </a:r>
                    </a:p>
                  </a:txBody>
                  <a:tcPr marL="91480" marR="91480"/>
                </a:tc>
                <a:tc>
                  <a:txBody>
                    <a:bodyPr/>
                    <a:lstStyle/>
                    <a:p>
                      <a:pPr algn="ctr"/>
                      <a:r>
                        <a:rPr lang="en-US" sz="2400" dirty="0">
                          <a:solidFill>
                            <a:srgbClr val="FF0000"/>
                          </a:solidFill>
                        </a:rPr>
                        <a:t>B1</a:t>
                      </a:r>
                    </a:p>
                  </a:txBody>
                  <a:tcPr marL="91480" marR="91480"/>
                </a:tc>
                <a:tc>
                  <a:txBody>
                    <a:bodyPr/>
                    <a:lstStyle/>
                    <a:p>
                      <a:pPr algn="ctr"/>
                      <a:endParaRPr lang="en-US" sz="2400" dirty="0"/>
                    </a:p>
                  </a:txBody>
                  <a:tcPr marL="91480" marR="91480"/>
                </a:tc>
                <a:extLst>
                  <a:ext uri="{0D108BD9-81ED-4DB2-BD59-A6C34878D82A}">
                    <a16:rowId xmlns:a16="http://schemas.microsoft.com/office/drawing/2014/main" val="10004"/>
                  </a:ext>
                </a:extLst>
              </a:tr>
            </a:tbl>
          </a:graphicData>
        </a:graphic>
      </p:graphicFrame>
      <p:graphicFrame>
        <p:nvGraphicFramePr>
          <p:cNvPr id="10" name="Table 9">
            <a:extLst>
              <a:ext uri="{FF2B5EF4-FFF2-40B4-BE49-F238E27FC236}">
                <a16:creationId xmlns:a16="http://schemas.microsoft.com/office/drawing/2014/main" id="{02459D81-FD68-3591-BF36-E8E07CAB5B98}"/>
              </a:ext>
            </a:extLst>
          </p:cNvPr>
          <p:cNvGraphicFramePr>
            <a:graphicFrameLocks noGrp="1"/>
          </p:cNvGraphicFramePr>
          <p:nvPr>
            <p:extLst>
              <p:ext uri="{D42A27DB-BD31-4B8C-83A1-F6EECF244321}">
                <p14:modId xmlns:p14="http://schemas.microsoft.com/office/powerpoint/2010/main" val="378987952"/>
              </p:ext>
            </p:extLst>
          </p:nvPr>
        </p:nvGraphicFramePr>
        <p:xfrm>
          <a:off x="3295650" y="4437063"/>
          <a:ext cx="1608138" cy="2286000"/>
        </p:xfrm>
        <a:graphic>
          <a:graphicData uri="http://schemas.openxmlformats.org/drawingml/2006/table">
            <a:tbl>
              <a:tblPr firstRow="1" bandRow="1">
                <a:tableStyleId>{5C22544A-7EE6-4342-B048-85BDC9FD1C3A}</a:tableStyleId>
              </a:tblPr>
              <a:tblGrid>
                <a:gridCol w="804069">
                  <a:extLst>
                    <a:ext uri="{9D8B030D-6E8A-4147-A177-3AD203B41FA5}">
                      <a16:colId xmlns:a16="http://schemas.microsoft.com/office/drawing/2014/main" val="20000"/>
                    </a:ext>
                  </a:extLst>
                </a:gridCol>
                <a:gridCol w="804069">
                  <a:extLst>
                    <a:ext uri="{9D8B030D-6E8A-4147-A177-3AD203B41FA5}">
                      <a16:colId xmlns:a16="http://schemas.microsoft.com/office/drawing/2014/main" val="20001"/>
                    </a:ext>
                  </a:extLst>
                </a:gridCol>
              </a:tblGrid>
              <a:tr h="37084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FFFF00"/>
                          </a:solidFill>
                        </a:rPr>
                        <a:t>Relation S</a:t>
                      </a:r>
                      <a:endParaRPr lang="en-US" sz="2400" dirty="0"/>
                    </a:p>
                  </a:txBody>
                  <a:tcPr marL="91457" marR="91457"/>
                </a:tc>
                <a:tc hMerge="1">
                  <a:txBody>
                    <a:bodyPr/>
                    <a:lstStyle/>
                    <a:p>
                      <a:endParaRPr lang="en-US" dirty="0"/>
                    </a:p>
                  </a:txBody>
                  <a:tcPr/>
                </a:tc>
                <a:extLst>
                  <a:ext uri="{0D108BD9-81ED-4DB2-BD59-A6C34878D82A}">
                    <a16:rowId xmlns:a16="http://schemas.microsoft.com/office/drawing/2014/main" val="10000"/>
                  </a:ext>
                </a:extLst>
              </a:tr>
              <a:tr h="370840">
                <a:tc>
                  <a:txBody>
                    <a:bodyPr/>
                    <a:lstStyle/>
                    <a:p>
                      <a:pPr algn="ctr"/>
                      <a:r>
                        <a:rPr lang="en-US" sz="2400" b="1" dirty="0">
                          <a:solidFill>
                            <a:srgbClr val="0000CC"/>
                          </a:solidFill>
                        </a:rPr>
                        <a:t>C</a:t>
                      </a:r>
                    </a:p>
                  </a:txBody>
                  <a:tcPr marL="91457" marR="91457"/>
                </a:tc>
                <a:tc>
                  <a:txBody>
                    <a:bodyPr/>
                    <a:lstStyle/>
                    <a:p>
                      <a:pPr algn="ctr"/>
                      <a:r>
                        <a:rPr lang="en-US" sz="2400" b="1" dirty="0">
                          <a:solidFill>
                            <a:srgbClr val="0000CC"/>
                          </a:solidFill>
                        </a:rPr>
                        <a:t>D</a:t>
                      </a:r>
                    </a:p>
                  </a:txBody>
                  <a:tcPr marL="91457" marR="91457"/>
                </a:tc>
                <a:extLst>
                  <a:ext uri="{0D108BD9-81ED-4DB2-BD59-A6C34878D82A}">
                    <a16:rowId xmlns:a16="http://schemas.microsoft.com/office/drawing/2014/main" val="10001"/>
                  </a:ext>
                </a:extLst>
              </a:tr>
              <a:tr h="370840">
                <a:tc>
                  <a:txBody>
                    <a:bodyPr/>
                    <a:lstStyle/>
                    <a:p>
                      <a:pPr algn="ctr"/>
                      <a:r>
                        <a:rPr lang="en-US" sz="2400" dirty="0"/>
                        <a:t>C1</a:t>
                      </a:r>
                    </a:p>
                  </a:txBody>
                  <a:tcPr marL="91457" marR="91457"/>
                </a:tc>
                <a:tc>
                  <a:txBody>
                    <a:bodyPr/>
                    <a:lstStyle/>
                    <a:p>
                      <a:pPr algn="ctr"/>
                      <a:r>
                        <a:rPr lang="en-US" sz="2400" dirty="0"/>
                        <a:t>D1</a:t>
                      </a:r>
                    </a:p>
                  </a:txBody>
                  <a:tcPr marL="91457" marR="91457"/>
                </a:tc>
                <a:extLst>
                  <a:ext uri="{0D108BD9-81ED-4DB2-BD59-A6C34878D82A}">
                    <a16:rowId xmlns:a16="http://schemas.microsoft.com/office/drawing/2014/main" val="10002"/>
                  </a:ext>
                </a:extLst>
              </a:tr>
              <a:tr h="370840">
                <a:tc>
                  <a:txBody>
                    <a:bodyPr/>
                    <a:lstStyle/>
                    <a:p>
                      <a:pPr algn="ctr"/>
                      <a:r>
                        <a:rPr lang="en-US" sz="2400" dirty="0"/>
                        <a:t>C2</a:t>
                      </a:r>
                    </a:p>
                  </a:txBody>
                  <a:tcPr marL="91457" marR="91457"/>
                </a:tc>
                <a:tc>
                  <a:txBody>
                    <a:bodyPr/>
                    <a:lstStyle/>
                    <a:p>
                      <a:pPr algn="ctr"/>
                      <a:r>
                        <a:rPr lang="en-US" sz="2400" dirty="0"/>
                        <a:t>D2</a:t>
                      </a:r>
                    </a:p>
                  </a:txBody>
                  <a:tcPr marL="91457" marR="91457"/>
                </a:tc>
                <a:extLst>
                  <a:ext uri="{0D108BD9-81ED-4DB2-BD59-A6C34878D82A}">
                    <a16:rowId xmlns:a16="http://schemas.microsoft.com/office/drawing/2014/main" val="10003"/>
                  </a:ext>
                </a:extLst>
              </a:tr>
              <a:tr h="370840">
                <a:tc>
                  <a:txBody>
                    <a:bodyPr/>
                    <a:lstStyle/>
                    <a:p>
                      <a:pPr algn="ctr"/>
                      <a:r>
                        <a:rPr lang="en-US" sz="2400" dirty="0">
                          <a:solidFill>
                            <a:srgbClr val="FF0000"/>
                          </a:solidFill>
                        </a:rPr>
                        <a:t>C3</a:t>
                      </a:r>
                    </a:p>
                  </a:txBody>
                  <a:tcPr marL="91457" marR="91457"/>
                </a:tc>
                <a:tc>
                  <a:txBody>
                    <a:bodyPr/>
                    <a:lstStyle/>
                    <a:p>
                      <a:pPr algn="ctr"/>
                      <a:r>
                        <a:rPr lang="en-US" sz="2400" dirty="0">
                          <a:solidFill>
                            <a:srgbClr val="FF0000"/>
                          </a:solidFill>
                        </a:rPr>
                        <a:t>D3</a:t>
                      </a:r>
                    </a:p>
                  </a:txBody>
                  <a:tcPr marL="91457" marR="91457"/>
                </a:tc>
                <a:extLst>
                  <a:ext uri="{0D108BD9-81ED-4DB2-BD59-A6C34878D82A}">
                    <a16:rowId xmlns:a16="http://schemas.microsoft.com/office/drawing/2014/main" val="10004"/>
                  </a:ext>
                </a:extLst>
              </a:tr>
            </a:tbl>
          </a:graphicData>
        </a:graphic>
      </p:graphicFrame>
      <p:graphicFrame>
        <p:nvGraphicFramePr>
          <p:cNvPr id="11" name="Table 10">
            <a:extLst>
              <a:ext uri="{FF2B5EF4-FFF2-40B4-BE49-F238E27FC236}">
                <a16:creationId xmlns:a16="http://schemas.microsoft.com/office/drawing/2014/main" id="{2DC27320-57EF-10DB-CEE7-21E346F5C399}"/>
              </a:ext>
            </a:extLst>
          </p:cNvPr>
          <p:cNvGraphicFramePr>
            <a:graphicFrameLocks noGrp="1"/>
          </p:cNvGraphicFramePr>
          <p:nvPr>
            <p:extLst>
              <p:ext uri="{D42A27DB-BD31-4B8C-83A1-F6EECF244321}">
                <p14:modId xmlns:p14="http://schemas.microsoft.com/office/powerpoint/2010/main" val="1184619602"/>
              </p:ext>
            </p:extLst>
          </p:nvPr>
        </p:nvGraphicFramePr>
        <p:xfrm>
          <a:off x="5284788" y="4437063"/>
          <a:ext cx="3248024" cy="1828800"/>
        </p:xfrm>
        <a:graphic>
          <a:graphicData uri="http://schemas.openxmlformats.org/drawingml/2006/table">
            <a:tbl>
              <a:tblPr firstRow="1" bandRow="1">
                <a:tableStyleId>{5C22544A-7EE6-4342-B048-85BDC9FD1C3A}</a:tableStyleId>
              </a:tblPr>
              <a:tblGrid>
                <a:gridCol w="812006">
                  <a:extLst>
                    <a:ext uri="{9D8B030D-6E8A-4147-A177-3AD203B41FA5}">
                      <a16:colId xmlns:a16="http://schemas.microsoft.com/office/drawing/2014/main" val="20000"/>
                    </a:ext>
                  </a:extLst>
                </a:gridCol>
                <a:gridCol w="812006">
                  <a:extLst>
                    <a:ext uri="{9D8B030D-6E8A-4147-A177-3AD203B41FA5}">
                      <a16:colId xmlns:a16="http://schemas.microsoft.com/office/drawing/2014/main" val="20001"/>
                    </a:ext>
                  </a:extLst>
                </a:gridCol>
                <a:gridCol w="812006">
                  <a:extLst>
                    <a:ext uri="{9D8B030D-6E8A-4147-A177-3AD203B41FA5}">
                      <a16:colId xmlns:a16="http://schemas.microsoft.com/office/drawing/2014/main" val="20002"/>
                    </a:ext>
                  </a:extLst>
                </a:gridCol>
                <a:gridCol w="812006">
                  <a:extLst>
                    <a:ext uri="{9D8B030D-6E8A-4147-A177-3AD203B41FA5}">
                      <a16:colId xmlns:a16="http://schemas.microsoft.com/office/drawing/2014/main" val="20003"/>
                    </a:ext>
                  </a:extLst>
                </a:gridCol>
              </a:tblGrid>
              <a:tr h="370840">
                <a:tc gridSpan="4">
                  <a:txBody>
                    <a:bodyPr/>
                    <a:lstStyle/>
                    <a:p>
                      <a:pPr algn="ctr"/>
                      <a:r>
                        <a:rPr lang="en-US" sz="2400" dirty="0">
                          <a:solidFill>
                            <a:srgbClr val="FFFF00"/>
                          </a:solidFill>
                        </a:rPr>
                        <a:t>R NATURAL JOIN S</a:t>
                      </a:r>
                    </a:p>
                  </a:txBody>
                  <a:tcPr marL="91429" marR="91429"/>
                </a:tc>
                <a:tc hMerge="1">
                  <a:txBody>
                    <a:bodyPr/>
                    <a:lstStyle/>
                    <a:p>
                      <a:endParaRPr lang="en-US" dirty="0"/>
                    </a:p>
                  </a:txBody>
                  <a:tcPr/>
                </a:tc>
                <a:tc hMerge="1">
                  <a:txBody>
                    <a:bodyPr/>
                    <a:lstStyle/>
                    <a:p>
                      <a:pPr algn="ctr"/>
                      <a:endParaRPr lang="en-US" sz="2400" dirty="0">
                        <a:solidFill>
                          <a:srgbClr val="FFFF00"/>
                        </a:solidFill>
                      </a:endParaRPr>
                    </a:p>
                  </a:txBody>
                  <a:tcPr/>
                </a:tc>
                <a:tc hMerge="1">
                  <a:txBody>
                    <a:bodyPr/>
                    <a:lstStyle/>
                    <a:p>
                      <a:pPr algn="ctr"/>
                      <a:endParaRPr lang="en-US" sz="2400" dirty="0">
                        <a:solidFill>
                          <a:srgbClr val="FFFF00"/>
                        </a:solidFill>
                      </a:endParaRPr>
                    </a:p>
                  </a:txBody>
                  <a:tcPr/>
                </a:tc>
                <a:extLst>
                  <a:ext uri="{0D108BD9-81ED-4DB2-BD59-A6C34878D82A}">
                    <a16:rowId xmlns:a16="http://schemas.microsoft.com/office/drawing/2014/main" val="10000"/>
                  </a:ext>
                </a:extLst>
              </a:tr>
              <a:tr h="370840">
                <a:tc>
                  <a:txBody>
                    <a:bodyPr/>
                    <a:lstStyle/>
                    <a:p>
                      <a:pPr algn="ctr"/>
                      <a:r>
                        <a:rPr lang="en-US" sz="2400" b="1" dirty="0">
                          <a:solidFill>
                            <a:srgbClr val="0000CC"/>
                          </a:solidFill>
                        </a:rPr>
                        <a:t>A</a:t>
                      </a:r>
                    </a:p>
                  </a:txBody>
                  <a:tcPr marL="91429" marR="91429"/>
                </a:tc>
                <a:tc>
                  <a:txBody>
                    <a:bodyPr/>
                    <a:lstStyle/>
                    <a:p>
                      <a:pPr algn="ctr"/>
                      <a:r>
                        <a:rPr lang="en-US" sz="2400" b="1" dirty="0">
                          <a:solidFill>
                            <a:srgbClr val="0000CC"/>
                          </a:solidFill>
                        </a:rPr>
                        <a:t>B</a:t>
                      </a:r>
                    </a:p>
                  </a:txBody>
                  <a:tcPr marL="91429" marR="91429"/>
                </a:tc>
                <a:tc>
                  <a:txBody>
                    <a:bodyPr/>
                    <a:lstStyle/>
                    <a:p>
                      <a:pPr algn="ctr"/>
                      <a:r>
                        <a:rPr lang="en-US" sz="2400" b="1" dirty="0">
                          <a:solidFill>
                            <a:srgbClr val="0000CC"/>
                          </a:solidFill>
                        </a:rPr>
                        <a:t>C</a:t>
                      </a:r>
                    </a:p>
                  </a:txBody>
                  <a:tcPr marL="91429" marR="91429"/>
                </a:tc>
                <a:tc>
                  <a:txBody>
                    <a:bodyPr/>
                    <a:lstStyle/>
                    <a:p>
                      <a:pPr algn="ctr"/>
                      <a:r>
                        <a:rPr lang="en-US" sz="2400" b="1" dirty="0">
                          <a:solidFill>
                            <a:srgbClr val="0000CC"/>
                          </a:solidFill>
                        </a:rPr>
                        <a:t>D</a:t>
                      </a:r>
                    </a:p>
                  </a:txBody>
                  <a:tcPr marL="91429" marR="91429"/>
                </a:tc>
                <a:extLst>
                  <a:ext uri="{0D108BD9-81ED-4DB2-BD59-A6C34878D82A}">
                    <a16:rowId xmlns:a16="http://schemas.microsoft.com/office/drawing/2014/main" val="10001"/>
                  </a:ext>
                </a:extLst>
              </a:tr>
              <a:tr h="370840">
                <a:tc>
                  <a:txBody>
                    <a:bodyPr/>
                    <a:lstStyle/>
                    <a:p>
                      <a:pPr algn="ctr"/>
                      <a:r>
                        <a:rPr lang="en-US" sz="2400" dirty="0"/>
                        <a:t>A1</a:t>
                      </a:r>
                    </a:p>
                  </a:txBody>
                  <a:tcPr marL="91429" marR="91429"/>
                </a:tc>
                <a:tc>
                  <a:txBody>
                    <a:bodyPr/>
                    <a:lstStyle/>
                    <a:p>
                      <a:pPr algn="ctr"/>
                      <a:r>
                        <a:rPr lang="en-US" sz="2400" dirty="0"/>
                        <a:t>B1</a:t>
                      </a:r>
                    </a:p>
                  </a:txBody>
                  <a:tcPr marL="91429" marR="91429"/>
                </a:tc>
                <a:tc>
                  <a:txBody>
                    <a:bodyPr/>
                    <a:lstStyle/>
                    <a:p>
                      <a:pPr algn="ctr"/>
                      <a:r>
                        <a:rPr lang="en-US" sz="2400" dirty="0"/>
                        <a:t>C1</a:t>
                      </a:r>
                    </a:p>
                  </a:txBody>
                  <a:tcPr marL="91429" marR="91429"/>
                </a:tc>
                <a:tc>
                  <a:txBody>
                    <a:bodyPr/>
                    <a:lstStyle/>
                    <a:p>
                      <a:pPr algn="ctr"/>
                      <a:r>
                        <a:rPr lang="en-US" sz="2400" dirty="0"/>
                        <a:t>D1</a:t>
                      </a:r>
                    </a:p>
                  </a:txBody>
                  <a:tcPr marL="91429" marR="91429"/>
                </a:tc>
                <a:extLst>
                  <a:ext uri="{0D108BD9-81ED-4DB2-BD59-A6C34878D82A}">
                    <a16:rowId xmlns:a16="http://schemas.microsoft.com/office/drawing/2014/main" val="10002"/>
                  </a:ext>
                </a:extLst>
              </a:tr>
              <a:tr h="370840">
                <a:tc>
                  <a:txBody>
                    <a:bodyPr/>
                    <a:lstStyle/>
                    <a:p>
                      <a:pPr algn="ctr"/>
                      <a:r>
                        <a:rPr lang="en-US" sz="2400" dirty="0"/>
                        <a:t>A2</a:t>
                      </a:r>
                    </a:p>
                  </a:txBody>
                  <a:tcPr marL="91429" marR="91429"/>
                </a:tc>
                <a:tc>
                  <a:txBody>
                    <a:bodyPr/>
                    <a:lstStyle/>
                    <a:p>
                      <a:pPr algn="ctr"/>
                      <a:r>
                        <a:rPr lang="en-US" sz="2400" dirty="0"/>
                        <a:t>B2</a:t>
                      </a:r>
                    </a:p>
                  </a:txBody>
                  <a:tcPr marL="91429" marR="91429"/>
                </a:tc>
                <a:tc>
                  <a:txBody>
                    <a:bodyPr/>
                    <a:lstStyle/>
                    <a:p>
                      <a:pPr algn="ctr"/>
                      <a:r>
                        <a:rPr lang="en-US" sz="2400" dirty="0"/>
                        <a:t>C2</a:t>
                      </a:r>
                    </a:p>
                  </a:txBody>
                  <a:tcPr marL="91429" marR="91429"/>
                </a:tc>
                <a:tc>
                  <a:txBody>
                    <a:bodyPr/>
                    <a:lstStyle/>
                    <a:p>
                      <a:pPr algn="ctr"/>
                      <a:r>
                        <a:rPr lang="en-US" sz="2400" dirty="0"/>
                        <a:t>D2</a:t>
                      </a:r>
                    </a:p>
                  </a:txBody>
                  <a:tcPr marL="91429" marR="91429"/>
                </a:tc>
                <a:extLst>
                  <a:ext uri="{0D108BD9-81ED-4DB2-BD59-A6C34878D82A}">
                    <a16:rowId xmlns:a16="http://schemas.microsoft.com/office/drawing/2014/main" val="10003"/>
                  </a:ext>
                </a:extLst>
              </a:tr>
            </a:tbl>
          </a:graphicData>
        </a:graphic>
      </p:graphicFrame>
      <p:sp>
        <p:nvSpPr>
          <p:cNvPr id="48270" name="Text Box 6">
            <a:extLst>
              <a:ext uri="{FF2B5EF4-FFF2-40B4-BE49-F238E27FC236}">
                <a16:creationId xmlns:a16="http://schemas.microsoft.com/office/drawing/2014/main" id="{2CA10683-5A57-2345-00DD-51FC8C77C40F}"/>
              </a:ext>
            </a:extLst>
          </p:cNvPr>
          <p:cNvSpPr txBox="1">
            <a:spLocks noChangeArrowheads="1"/>
          </p:cNvSpPr>
          <p:nvPr/>
        </p:nvSpPr>
        <p:spPr bwMode="auto">
          <a:xfrm>
            <a:off x="2808288" y="260350"/>
            <a:ext cx="2270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50000"/>
              </a:spcBef>
              <a:buClr>
                <a:srgbClr val="000000"/>
              </a:buClr>
              <a:buSzTx/>
              <a:buFontTx/>
              <a:buNone/>
            </a:pPr>
            <a:r>
              <a:rPr lang="en-US" altLang="en-US" sz="2400">
                <a:solidFill>
                  <a:srgbClr val="FF0000"/>
                </a:solidFill>
                <a:latin typeface="Helvetica" panose="020B0604020202020204" pitchFamily="34" charset="0"/>
                <a:ea typeface="MS PGothic" panose="020B0600070205080204" pitchFamily="34" charset="-128"/>
                <a:sym typeface="Symbol" panose="05050102010706020507" pitchFamily="18" charset="2"/>
              </a:rPr>
              <a:t></a:t>
            </a:r>
            <a:r>
              <a:rPr lang="en-US" altLang="en-US" sz="2400" baseline="-25000">
                <a:solidFill>
                  <a:srgbClr val="FF0000"/>
                </a:solidFill>
                <a:latin typeface="Helvetica" panose="020B0604020202020204" pitchFamily="34" charset="0"/>
                <a:ea typeface="MS PGothic" panose="020B0600070205080204" pitchFamily="34" charset="-128"/>
                <a:sym typeface="Symbol" panose="05050102010706020507" pitchFamily="18" charset="2"/>
              </a:rPr>
              <a:t>R.A = S.A </a:t>
            </a:r>
            <a:r>
              <a:rPr lang="en-US" altLang="en-US" sz="2400">
                <a:solidFill>
                  <a:srgbClr val="FF0000"/>
                </a:solidFill>
                <a:latin typeface="Helvetica" panose="020B0604020202020204" pitchFamily="34" charset="0"/>
                <a:ea typeface="MS PGothic" panose="020B0600070205080204" pitchFamily="34" charset="-128"/>
                <a:sym typeface="Symbol" panose="05050102010706020507" pitchFamily="18" charset="2"/>
              </a:rPr>
              <a:t>(R x S)</a:t>
            </a:r>
            <a:endParaRPr lang="en-US" altLang="en-US" sz="2400">
              <a:solidFill>
                <a:srgbClr val="FF0000"/>
              </a:solidFill>
              <a:latin typeface="Helvetica" panose="020B0604020202020204" pitchFamily="34" charset="0"/>
              <a:ea typeface="MS PGothic" panose="020B0600070205080204" pitchFamily="34" charset="-128"/>
            </a:endParaRPr>
          </a:p>
        </p:txBody>
      </p:sp>
      <p:sp>
        <p:nvSpPr>
          <p:cNvPr id="48271" name="Text Box 6">
            <a:extLst>
              <a:ext uri="{FF2B5EF4-FFF2-40B4-BE49-F238E27FC236}">
                <a16:creationId xmlns:a16="http://schemas.microsoft.com/office/drawing/2014/main" id="{551A8944-2107-D10C-2FE7-230951651361}"/>
              </a:ext>
            </a:extLst>
          </p:cNvPr>
          <p:cNvSpPr txBox="1">
            <a:spLocks noChangeArrowheads="1"/>
          </p:cNvSpPr>
          <p:nvPr/>
        </p:nvSpPr>
        <p:spPr bwMode="auto">
          <a:xfrm>
            <a:off x="5810250" y="225425"/>
            <a:ext cx="11223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50000"/>
              </a:spcBef>
              <a:buClr>
                <a:srgbClr val="000000"/>
              </a:buClr>
              <a:buSzTx/>
              <a:buFontTx/>
              <a:buNone/>
            </a:pPr>
            <a:r>
              <a:rPr lang="en-US" altLang="en-US" sz="2400">
                <a:solidFill>
                  <a:srgbClr val="FF0000"/>
                </a:solidFill>
                <a:latin typeface="Helvetica" panose="020B0604020202020204" pitchFamily="34" charset="0"/>
                <a:ea typeface="MS PGothic" panose="020B0600070205080204" pitchFamily="34" charset="-128"/>
                <a:sym typeface="Symbol" panose="05050102010706020507" pitchFamily="18" charset="2"/>
              </a:rPr>
              <a:t>R      S</a:t>
            </a:r>
            <a:endParaRPr lang="en-US" altLang="en-US" sz="2400">
              <a:solidFill>
                <a:srgbClr val="FF0000"/>
              </a:solidFill>
              <a:latin typeface="Helvetica" panose="020B0604020202020204" pitchFamily="34" charset="0"/>
              <a:ea typeface="MS PGothic" panose="020B0600070205080204" pitchFamily="34" charset="-128"/>
            </a:endParaRPr>
          </a:p>
        </p:txBody>
      </p:sp>
      <p:sp>
        <p:nvSpPr>
          <p:cNvPr id="15" name="Flowchart: Collate 14">
            <a:extLst>
              <a:ext uri="{FF2B5EF4-FFF2-40B4-BE49-F238E27FC236}">
                <a16:creationId xmlns:a16="http://schemas.microsoft.com/office/drawing/2014/main" id="{BDE57A0A-A705-7EE5-C68B-7D41FA2A03B0}"/>
              </a:ext>
            </a:extLst>
          </p:cNvPr>
          <p:cNvSpPr/>
          <p:nvPr/>
        </p:nvSpPr>
        <p:spPr>
          <a:xfrm rot="5400000">
            <a:off x="6284913" y="276225"/>
            <a:ext cx="223838" cy="338137"/>
          </a:xfrm>
          <a:prstGeom prst="flowChartCollat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sp>
        <p:nvSpPr>
          <p:cNvPr id="2" name="Slide Number Placeholder 23">
            <a:extLst>
              <a:ext uri="{FF2B5EF4-FFF2-40B4-BE49-F238E27FC236}">
                <a16:creationId xmlns:a16="http://schemas.microsoft.com/office/drawing/2014/main" id="{524985D3-7979-1E2E-8A64-F91206F71B2E}"/>
              </a:ext>
            </a:extLst>
          </p:cNvPr>
          <p:cNvSpPr>
            <a:spLocks noGrp="1"/>
          </p:cNvSpPr>
          <p:nvPr>
            <p:ph type="sldNum" sz="quarter" idx="12"/>
          </p:nvPr>
        </p:nvSpPr>
        <p:spPr>
          <a:xfrm>
            <a:off x="8459788" y="616585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a:extLst>
              <a:ext uri="{FF2B5EF4-FFF2-40B4-BE49-F238E27FC236}">
                <a16:creationId xmlns:a16="http://schemas.microsoft.com/office/drawing/2014/main" id="{177188B4-0430-7AA2-FE63-8131900DF333}"/>
              </a:ext>
            </a:extLst>
          </p:cNvPr>
          <p:cNvSpPr>
            <a:spLocks noGrp="1" noRot="1" noChangeAspect="1" noMove="1" noResize="1" noEditPoints="1" noAdjustHandles="1" noChangeArrowheads="1" noChangeShapeType="1" noTextEdit="1"/>
          </p:cNvSpPr>
          <p:nvPr>
            <p:ph type="title"/>
          </p:nvPr>
        </p:nvSpPr>
        <p:spPr>
          <a:xfrm>
            <a:off x="467296" y="187300"/>
            <a:ext cx="4536752" cy="433388"/>
          </a:xfrm>
          <a:blipFill>
            <a:blip r:embed="rId3"/>
            <a:stretch>
              <a:fillRect l="-3495" t="-61972" b="-36620"/>
            </a:stretch>
          </a:blipFill>
        </p:spPr>
        <p:txBody>
          <a:bodyPr/>
          <a:lstStyle/>
          <a:p>
            <a:r>
              <a:rPr lang="en-US">
                <a:noFill/>
              </a:rPr>
              <a:t> </a:t>
            </a:r>
          </a:p>
        </p:txBody>
      </p:sp>
      <p:pic>
        <p:nvPicPr>
          <p:cNvPr id="49155" name="Picture 5">
            <a:extLst>
              <a:ext uri="{FF2B5EF4-FFF2-40B4-BE49-F238E27FC236}">
                <a16:creationId xmlns:a16="http://schemas.microsoft.com/office/drawing/2014/main" id="{CA85D18C-C11D-4922-9B2D-1CDB3B08F8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573088"/>
            <a:ext cx="7489825"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9156" name="Picture 6">
            <a:extLst>
              <a:ext uri="{FF2B5EF4-FFF2-40B4-BE49-F238E27FC236}">
                <a16:creationId xmlns:a16="http://schemas.microsoft.com/office/drawing/2014/main" id="{13994CE1-52D2-EEE4-0E16-DBAC77C453A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2850" y="3213100"/>
            <a:ext cx="6599238" cy="181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3">
            <a:extLst>
              <a:ext uri="{FF2B5EF4-FFF2-40B4-BE49-F238E27FC236}">
                <a16:creationId xmlns:a16="http://schemas.microsoft.com/office/drawing/2014/main" id="{D5530EE9-C38F-CAF3-0C78-4402DD939128}"/>
              </a:ext>
            </a:extLst>
          </p:cNvPr>
          <p:cNvSpPr txBox="1">
            <a:spLocks noRot="1" noChangeAspect="1" noMove="1" noResize="1" noEditPoints="1" noAdjustHandles="1" noChangeArrowheads="1" noChangeShapeType="1" noTextEdit="1"/>
          </p:cNvSpPr>
          <p:nvPr/>
        </p:nvSpPr>
        <p:spPr bwMode="auto">
          <a:xfrm>
            <a:off x="282004" y="5062264"/>
            <a:ext cx="8394452" cy="1679104"/>
          </a:xfrm>
          <a:prstGeom prst="rect">
            <a:avLst/>
          </a:prstGeom>
          <a:blipFill>
            <a:blip r:embed="rId6"/>
            <a:stretch>
              <a:fillRect l="-508" t="-2899" r="-1162" b="-2899"/>
            </a:stretch>
          </a:blipFill>
          <a:ln>
            <a:noFill/>
          </a:ln>
        </p:spPr>
        <p:txBody>
          <a:bodyPr/>
          <a:lstStyle/>
          <a:p>
            <a:r>
              <a:rPr lang="en-US">
                <a:noFill/>
              </a:rPr>
              <a:t> </a:t>
            </a:r>
          </a:p>
        </p:txBody>
      </p:sp>
      <p:sp>
        <p:nvSpPr>
          <p:cNvPr id="3" name="Slide Number Placeholder 23">
            <a:extLst>
              <a:ext uri="{FF2B5EF4-FFF2-40B4-BE49-F238E27FC236}">
                <a16:creationId xmlns:a16="http://schemas.microsoft.com/office/drawing/2014/main" id="{D6F91923-A224-F9B2-FD1A-D951E90128FA}"/>
              </a:ext>
            </a:extLst>
          </p:cNvPr>
          <p:cNvSpPr>
            <a:spLocks noGrp="1"/>
          </p:cNvSpPr>
          <p:nvPr>
            <p:ph type="sldNum" sz="quarter" idx="12"/>
          </p:nvPr>
        </p:nvSpPr>
        <p:spPr>
          <a:xfrm>
            <a:off x="8459788" y="621216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463E5298-6D72-2F7E-E785-1A01E12E8142}"/>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3200" b="1" u="sng">
                <a:solidFill>
                  <a:srgbClr val="D34817"/>
                </a:solidFill>
                <a:latin typeface="Calibri" panose="020F0502020204030204" pitchFamily="34" charset="0"/>
              </a:rPr>
              <a:t>OUTER JOIN</a:t>
            </a:r>
          </a:p>
        </p:txBody>
      </p:sp>
      <p:sp>
        <p:nvSpPr>
          <p:cNvPr id="24579" name="Rectangle 3">
            <a:extLst>
              <a:ext uri="{FF2B5EF4-FFF2-40B4-BE49-F238E27FC236}">
                <a16:creationId xmlns:a16="http://schemas.microsoft.com/office/drawing/2014/main" id="{BD828D23-84C4-5EC9-48DF-9379583DE74B}"/>
              </a:ext>
            </a:extLst>
          </p:cNvPr>
          <p:cNvSpPr>
            <a:spLocks noGrp="1" noChangeArrowheads="1"/>
          </p:cNvSpPr>
          <p:nvPr>
            <p:ph type="body" idx="1"/>
          </p:nvPr>
        </p:nvSpPr>
        <p:spPr>
          <a:xfrm>
            <a:off x="354013" y="741363"/>
            <a:ext cx="8466137" cy="4343400"/>
          </a:xfrm>
        </p:spPr>
        <p:txBody>
          <a:bodyPr/>
          <a:lstStyle/>
          <a:p>
            <a:pPr marL="347663" indent="-347663" algn="just" eaLnBrk="1" hangingPunct="1">
              <a:spcBef>
                <a:spcPts val="0"/>
              </a:spcBef>
              <a:spcAft>
                <a:spcPts val="300"/>
              </a:spcAft>
              <a:defRPr/>
            </a:pPr>
            <a:r>
              <a:rPr lang="en-US" sz="2400" dirty="0">
                <a:latin typeface="Calibri" panose="020F0502020204030204" pitchFamily="34" charset="0"/>
                <a:ea typeface="Cambria" panose="02040503050406030204" pitchFamily="18" charset="0"/>
                <a:cs typeface="Calibri" panose="020F0502020204030204" pitchFamily="34" charset="0"/>
              </a:rPr>
              <a:t>Inner join yields the matching tuples only. </a:t>
            </a:r>
          </a:p>
          <a:p>
            <a:pPr marL="347663" indent="-347663" algn="just" eaLnBrk="1" hangingPunct="1">
              <a:spcBef>
                <a:spcPts val="0"/>
              </a:spcBef>
              <a:spcAft>
                <a:spcPts val="300"/>
              </a:spcAft>
              <a:defRPr/>
            </a:pPr>
            <a:r>
              <a:rPr lang="en-US" sz="2400" dirty="0">
                <a:latin typeface="Calibri" panose="020F0502020204030204" pitchFamily="34" charset="0"/>
                <a:ea typeface="Cambria" panose="02040503050406030204" pitchFamily="18" charset="0"/>
                <a:cs typeface="Calibri" panose="020F0502020204030204" pitchFamily="34" charset="0"/>
              </a:rPr>
              <a:t>Outer join can keep all the tuples in R, or all those in S, or all those in both relations in the result of the JOIN, regardless of whether or not they have matching tuples in the other relation.</a:t>
            </a:r>
          </a:p>
          <a:p>
            <a:pPr marL="347663" indent="-347663" algn="just" eaLnBrk="1" hangingPunct="1">
              <a:spcBef>
                <a:spcPts val="0"/>
              </a:spcBef>
              <a:spcAft>
                <a:spcPts val="300"/>
              </a:spcAft>
              <a:defRPr/>
            </a:pPr>
            <a:r>
              <a:rPr lang="en-US" sz="2400" dirty="0">
                <a:latin typeface="Calibri" panose="020F0502020204030204" pitchFamily="34" charset="0"/>
                <a:ea typeface="Cambria" panose="02040503050406030204" pitchFamily="18" charset="0"/>
                <a:cs typeface="Calibri" panose="020F0502020204030204" pitchFamily="34" charset="0"/>
              </a:rPr>
              <a:t>There are the following three type of outer join:</a:t>
            </a:r>
          </a:p>
          <a:p>
            <a:pPr marL="457200" indent="-457200" algn="just" eaLnBrk="1" hangingPunct="1">
              <a:spcBef>
                <a:spcPts val="0"/>
              </a:spcBef>
              <a:spcAft>
                <a:spcPts val="300"/>
              </a:spcAft>
              <a:buFont typeface="+mj-lt"/>
              <a:buAutoNum type="arabicPeriod"/>
              <a:defRPr/>
            </a:pPr>
            <a:r>
              <a:rPr lang="en-US" sz="2400" b="1" dirty="0">
                <a:solidFill>
                  <a:srgbClr val="0000CC"/>
                </a:solidFill>
                <a:latin typeface="Calibri" panose="020F0502020204030204" pitchFamily="34" charset="0"/>
                <a:ea typeface="Cambria" panose="02040503050406030204" pitchFamily="18" charset="0"/>
                <a:cs typeface="Calibri" panose="020F0502020204030204" pitchFamily="34" charset="0"/>
              </a:rPr>
              <a:t>LEFT Outer Join:</a:t>
            </a:r>
            <a:r>
              <a:rPr lang="en-US" sz="2400" dirty="0">
                <a:latin typeface="Calibri" panose="020F0502020204030204" pitchFamily="34" charset="0"/>
                <a:ea typeface="Cambria" panose="02040503050406030204" pitchFamily="18" charset="0"/>
                <a:cs typeface="Calibri" panose="020F0502020204030204" pitchFamily="34" charset="0"/>
              </a:rPr>
              <a:t> Specifies that the results be generated using all rows from </a:t>
            </a:r>
            <a:r>
              <a:rPr lang="en-US" sz="2400" dirty="0">
                <a:solidFill>
                  <a:srgbClr val="FF0000"/>
                </a:solidFill>
                <a:latin typeface="Calibri" panose="020F0502020204030204" pitchFamily="34" charset="0"/>
                <a:ea typeface="Cambria" panose="02040503050406030204" pitchFamily="18" charset="0"/>
                <a:cs typeface="Calibri" panose="020F0502020204030204" pitchFamily="34" charset="0"/>
              </a:rPr>
              <a:t>R</a:t>
            </a:r>
            <a:r>
              <a:rPr lang="en-US" sz="2400" dirty="0">
                <a:latin typeface="Calibri" panose="020F0502020204030204" pitchFamily="34" charset="0"/>
                <a:ea typeface="Cambria" panose="02040503050406030204" pitchFamily="18" charset="0"/>
                <a:cs typeface="Calibri" panose="020F0502020204030204" pitchFamily="34" charset="0"/>
              </a:rPr>
              <a:t> (first relation). For those rows in </a:t>
            </a:r>
            <a:r>
              <a:rPr lang="en-US" sz="2400" dirty="0">
                <a:solidFill>
                  <a:srgbClr val="FF0000"/>
                </a:solidFill>
                <a:latin typeface="Calibri" panose="020F0502020204030204" pitchFamily="34" charset="0"/>
                <a:ea typeface="Cambria" panose="02040503050406030204" pitchFamily="18" charset="0"/>
                <a:cs typeface="Calibri" panose="020F0502020204030204" pitchFamily="34" charset="0"/>
              </a:rPr>
              <a:t>R</a:t>
            </a:r>
            <a:r>
              <a:rPr lang="en-US" sz="2400" dirty="0">
                <a:latin typeface="Calibri" panose="020F0502020204030204" pitchFamily="34" charset="0"/>
                <a:ea typeface="Cambria" panose="02040503050406030204" pitchFamily="18" charset="0"/>
                <a:cs typeface="Calibri" panose="020F0502020204030204" pitchFamily="34" charset="0"/>
              </a:rPr>
              <a:t> that don't have corresponding rows in </a:t>
            </a:r>
            <a:r>
              <a:rPr lang="en-US" sz="2400" dirty="0">
                <a:solidFill>
                  <a:srgbClr val="FF0000"/>
                </a:solidFill>
                <a:latin typeface="Calibri" panose="020F0502020204030204" pitchFamily="34" charset="0"/>
                <a:ea typeface="Cambria" panose="02040503050406030204" pitchFamily="18" charset="0"/>
                <a:cs typeface="Calibri" panose="020F0502020204030204" pitchFamily="34" charset="0"/>
              </a:rPr>
              <a:t>S</a:t>
            </a:r>
            <a:r>
              <a:rPr lang="en-US" sz="2400" dirty="0">
                <a:latin typeface="Calibri" panose="020F0502020204030204" pitchFamily="34" charset="0"/>
                <a:ea typeface="Cambria" panose="02040503050406030204" pitchFamily="18" charset="0"/>
                <a:cs typeface="Calibri" panose="020F0502020204030204" pitchFamily="34" charset="0"/>
              </a:rPr>
              <a:t>, NULLs are returned in the result</a:t>
            </a:r>
          </a:p>
          <a:p>
            <a:pPr marL="457200" indent="-457200" algn="just" eaLnBrk="1" hangingPunct="1">
              <a:spcBef>
                <a:spcPts val="0"/>
              </a:spcBef>
              <a:spcAft>
                <a:spcPts val="300"/>
              </a:spcAft>
              <a:buFont typeface="+mj-lt"/>
              <a:buAutoNum type="arabicPeriod"/>
              <a:defRPr/>
            </a:pPr>
            <a:r>
              <a:rPr lang="en-US" sz="2400" b="1" dirty="0">
                <a:solidFill>
                  <a:srgbClr val="0000CC"/>
                </a:solidFill>
                <a:latin typeface="Calibri" panose="020F0502020204030204" pitchFamily="34" charset="0"/>
                <a:ea typeface="Cambria" panose="02040503050406030204" pitchFamily="18" charset="0"/>
                <a:cs typeface="Calibri" panose="020F0502020204030204" pitchFamily="34" charset="0"/>
              </a:rPr>
              <a:t>RIGHT Outer Join:</a:t>
            </a:r>
            <a:r>
              <a:rPr lang="en-US" sz="2400" dirty="0">
                <a:latin typeface="Calibri" panose="020F0502020204030204" pitchFamily="34" charset="0"/>
                <a:ea typeface="Cambria" panose="02040503050406030204" pitchFamily="18" charset="0"/>
                <a:cs typeface="Calibri" panose="020F0502020204030204" pitchFamily="34" charset="0"/>
              </a:rPr>
              <a:t> Specifies that the results be generated using all rows from </a:t>
            </a:r>
            <a:r>
              <a:rPr lang="en-US" sz="2400" dirty="0">
                <a:solidFill>
                  <a:srgbClr val="FF0000"/>
                </a:solidFill>
                <a:latin typeface="Calibri" panose="020F0502020204030204" pitchFamily="34" charset="0"/>
                <a:ea typeface="Cambria" panose="02040503050406030204" pitchFamily="18" charset="0"/>
                <a:cs typeface="Calibri" panose="020F0502020204030204" pitchFamily="34" charset="0"/>
              </a:rPr>
              <a:t>S</a:t>
            </a:r>
            <a:r>
              <a:rPr lang="en-US" sz="2400" dirty="0">
                <a:latin typeface="Calibri" panose="020F0502020204030204" pitchFamily="34" charset="0"/>
                <a:ea typeface="Cambria" panose="02040503050406030204" pitchFamily="18" charset="0"/>
                <a:cs typeface="Calibri" panose="020F0502020204030204" pitchFamily="34" charset="0"/>
              </a:rPr>
              <a:t> (second relation). For those rows in </a:t>
            </a:r>
            <a:r>
              <a:rPr lang="en-US" sz="2400" dirty="0">
                <a:solidFill>
                  <a:srgbClr val="FF0000"/>
                </a:solidFill>
                <a:latin typeface="Calibri" panose="020F0502020204030204" pitchFamily="34" charset="0"/>
                <a:ea typeface="Cambria" panose="02040503050406030204" pitchFamily="18" charset="0"/>
                <a:cs typeface="Calibri" panose="020F0502020204030204" pitchFamily="34" charset="0"/>
              </a:rPr>
              <a:t>S</a:t>
            </a:r>
            <a:r>
              <a:rPr lang="en-US" sz="2400" dirty="0">
                <a:latin typeface="Calibri" panose="020F0502020204030204" pitchFamily="34" charset="0"/>
                <a:ea typeface="Cambria" panose="02040503050406030204" pitchFamily="18" charset="0"/>
                <a:cs typeface="Calibri" panose="020F0502020204030204" pitchFamily="34" charset="0"/>
              </a:rPr>
              <a:t> that don't have corresponding rows in </a:t>
            </a:r>
            <a:r>
              <a:rPr lang="en-US" sz="2400" dirty="0">
                <a:solidFill>
                  <a:srgbClr val="FF0000"/>
                </a:solidFill>
                <a:latin typeface="Calibri" panose="020F0502020204030204" pitchFamily="34" charset="0"/>
                <a:ea typeface="Cambria" panose="02040503050406030204" pitchFamily="18" charset="0"/>
                <a:cs typeface="Calibri" panose="020F0502020204030204" pitchFamily="34" charset="0"/>
              </a:rPr>
              <a:t>R</a:t>
            </a:r>
            <a:r>
              <a:rPr lang="en-US" sz="2400" dirty="0">
                <a:latin typeface="Calibri" panose="020F0502020204030204" pitchFamily="34" charset="0"/>
                <a:ea typeface="Cambria" panose="02040503050406030204" pitchFamily="18" charset="0"/>
                <a:cs typeface="Calibri" panose="020F0502020204030204" pitchFamily="34" charset="0"/>
              </a:rPr>
              <a:t>, NULLs are returned in the result.</a:t>
            </a:r>
          </a:p>
          <a:p>
            <a:pPr marL="457200" indent="-457200" algn="just" eaLnBrk="1" hangingPunct="1">
              <a:spcBef>
                <a:spcPts val="0"/>
              </a:spcBef>
              <a:spcAft>
                <a:spcPts val="300"/>
              </a:spcAft>
              <a:buFont typeface="+mj-lt"/>
              <a:buAutoNum type="arabicPeriod"/>
              <a:defRPr/>
            </a:pPr>
            <a:r>
              <a:rPr lang="en-US" sz="2400" b="1" dirty="0">
                <a:solidFill>
                  <a:srgbClr val="0000CC"/>
                </a:solidFill>
                <a:latin typeface="Calibri" panose="020F0502020204030204" pitchFamily="34" charset="0"/>
                <a:ea typeface="Cambria" panose="02040503050406030204" pitchFamily="18" charset="0"/>
                <a:cs typeface="Calibri" panose="020F0502020204030204" pitchFamily="34" charset="0"/>
              </a:rPr>
              <a:t>FULL Outer Join:</a:t>
            </a:r>
            <a:r>
              <a:rPr lang="en-US" sz="2400" dirty="0">
                <a:latin typeface="Calibri" panose="020F0502020204030204" pitchFamily="34" charset="0"/>
                <a:ea typeface="Cambria" panose="02040503050406030204" pitchFamily="18" charset="0"/>
                <a:cs typeface="Calibri" panose="020F0502020204030204" pitchFamily="34" charset="0"/>
              </a:rPr>
              <a:t> Specifies that the results be generated using all rows from </a:t>
            </a:r>
            <a:r>
              <a:rPr lang="en-US" sz="2400" dirty="0">
                <a:solidFill>
                  <a:srgbClr val="FF0000"/>
                </a:solidFill>
                <a:latin typeface="Calibri" panose="020F0502020204030204" pitchFamily="34" charset="0"/>
                <a:ea typeface="Cambria" panose="02040503050406030204" pitchFamily="18" charset="0"/>
                <a:cs typeface="Calibri" panose="020F0502020204030204" pitchFamily="34" charset="0"/>
              </a:rPr>
              <a:t>R</a:t>
            </a:r>
            <a:r>
              <a:rPr lang="en-US" sz="2400" dirty="0">
                <a:latin typeface="Calibri" panose="020F0502020204030204" pitchFamily="34" charset="0"/>
                <a:ea typeface="Cambria" panose="02040503050406030204" pitchFamily="18" charset="0"/>
                <a:cs typeface="Calibri" panose="020F0502020204030204" pitchFamily="34" charset="0"/>
              </a:rPr>
              <a:t> and </a:t>
            </a:r>
            <a:r>
              <a:rPr lang="en-US" sz="2400" dirty="0">
                <a:solidFill>
                  <a:srgbClr val="FF0000"/>
                </a:solidFill>
                <a:latin typeface="Calibri" panose="020F0502020204030204" pitchFamily="34" charset="0"/>
                <a:ea typeface="Cambria" panose="02040503050406030204" pitchFamily="18" charset="0"/>
                <a:cs typeface="Calibri" panose="020F0502020204030204" pitchFamily="34" charset="0"/>
              </a:rPr>
              <a:t>S</a:t>
            </a:r>
            <a:r>
              <a:rPr lang="en-US" sz="2400" dirty="0">
                <a:latin typeface="Calibri" panose="020F0502020204030204" pitchFamily="34" charset="0"/>
                <a:ea typeface="Cambria" panose="02040503050406030204" pitchFamily="18" charset="0"/>
                <a:cs typeface="Calibri" panose="020F0502020204030204" pitchFamily="34" charset="0"/>
              </a:rPr>
              <a:t>. For those rows in </a:t>
            </a:r>
            <a:r>
              <a:rPr lang="en-US" sz="2400" dirty="0">
                <a:solidFill>
                  <a:srgbClr val="FF0000"/>
                </a:solidFill>
                <a:latin typeface="Calibri" panose="020F0502020204030204" pitchFamily="34" charset="0"/>
                <a:ea typeface="Cambria" panose="02040503050406030204" pitchFamily="18" charset="0"/>
                <a:cs typeface="Calibri" panose="020F0502020204030204" pitchFamily="34" charset="0"/>
              </a:rPr>
              <a:t>R</a:t>
            </a:r>
            <a:r>
              <a:rPr lang="en-US" sz="2400" dirty="0">
                <a:latin typeface="Calibri" panose="020F0502020204030204" pitchFamily="34" charset="0"/>
                <a:ea typeface="Cambria" panose="02040503050406030204" pitchFamily="18" charset="0"/>
                <a:cs typeface="Calibri" panose="020F0502020204030204" pitchFamily="34" charset="0"/>
              </a:rPr>
              <a:t> that don't have corresponding rows in </a:t>
            </a:r>
            <a:r>
              <a:rPr lang="en-US" sz="2400" dirty="0">
                <a:solidFill>
                  <a:srgbClr val="FF0000"/>
                </a:solidFill>
                <a:latin typeface="Calibri" panose="020F0502020204030204" pitchFamily="34" charset="0"/>
                <a:ea typeface="Cambria" panose="02040503050406030204" pitchFamily="18" charset="0"/>
                <a:cs typeface="Calibri" panose="020F0502020204030204" pitchFamily="34" charset="0"/>
              </a:rPr>
              <a:t>S</a:t>
            </a:r>
            <a:r>
              <a:rPr lang="en-US" sz="2400" dirty="0">
                <a:latin typeface="Calibri" panose="020F0502020204030204" pitchFamily="34" charset="0"/>
                <a:ea typeface="Cambria" panose="02040503050406030204" pitchFamily="18" charset="0"/>
                <a:cs typeface="Calibri" panose="020F0502020204030204" pitchFamily="34" charset="0"/>
              </a:rPr>
              <a:t>, NULLs are returned in the result, and vice-versa. </a:t>
            </a:r>
          </a:p>
          <a:p>
            <a:pPr marL="347663" indent="-347663" algn="just" eaLnBrk="1" hangingPunct="1">
              <a:spcBef>
                <a:spcPts val="0"/>
              </a:spcBef>
              <a:spcAft>
                <a:spcPts val="300"/>
              </a:spcAft>
              <a:defRPr/>
            </a:pPr>
            <a:endParaRPr lang="en-US" sz="2400" dirty="0">
              <a:latin typeface="Calibri" panose="020F0502020204030204" pitchFamily="34"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sz="2400" dirty="0">
              <a:latin typeface="Calibri" panose="020F0502020204030204" pitchFamily="34"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sz="2400" dirty="0">
              <a:latin typeface="Calibri" panose="020F0502020204030204" pitchFamily="34" charset="0"/>
              <a:ea typeface="Cambria" panose="02040503050406030204" pitchFamily="18" charset="0"/>
              <a:cs typeface="Calibri" panose="020F0502020204030204" pitchFamily="34" charset="0"/>
            </a:endParaRPr>
          </a:p>
        </p:txBody>
      </p:sp>
      <p:sp>
        <p:nvSpPr>
          <p:cNvPr id="2" name="Slide Number Placeholder 23">
            <a:extLst>
              <a:ext uri="{FF2B5EF4-FFF2-40B4-BE49-F238E27FC236}">
                <a16:creationId xmlns:a16="http://schemas.microsoft.com/office/drawing/2014/main" id="{81D32BF9-6AD3-47A0-F1A6-58A935662BD7}"/>
              </a:ext>
            </a:extLst>
          </p:cNvPr>
          <p:cNvSpPr>
            <a:spLocks noGrp="1"/>
          </p:cNvSpPr>
          <p:nvPr>
            <p:ph type="sldNum" sz="quarter" idx="12"/>
          </p:nvPr>
        </p:nvSpPr>
        <p:spPr>
          <a:xfrm>
            <a:off x="8459788" y="616585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DD37A9B5-DEDD-2820-434E-64AC3C7E426D}"/>
              </a:ext>
            </a:extLst>
          </p:cNvPr>
          <p:cNvSpPr>
            <a:spLocks noGrp="1" noChangeArrowheads="1"/>
          </p:cNvSpPr>
          <p:nvPr>
            <p:ph type="title"/>
          </p:nvPr>
        </p:nvSpPr>
        <p:spPr>
          <a:xfrm rot="16200000">
            <a:off x="-2616994" y="3051969"/>
            <a:ext cx="6269038" cy="533400"/>
          </a:xfrm>
        </p:spPr>
        <p:txBody>
          <a:bodyPr/>
          <a:lstStyle/>
          <a:p>
            <a:pPr algn="ctr" eaLnBrk="1" hangingPunct="1">
              <a:spcBef>
                <a:spcPct val="50000"/>
              </a:spcBef>
            </a:pPr>
            <a:r>
              <a:rPr lang="en-US" altLang="en-US" sz="3200" b="1" u="sng">
                <a:solidFill>
                  <a:srgbClr val="0000CC"/>
                </a:solidFill>
                <a:latin typeface="Calibri" panose="020F0502020204030204" pitchFamily="34" charset="0"/>
              </a:rPr>
              <a:t>OUTER JOIN</a:t>
            </a:r>
          </a:p>
        </p:txBody>
      </p:sp>
      <p:graphicFrame>
        <p:nvGraphicFramePr>
          <p:cNvPr id="6" name="Table 5">
            <a:extLst>
              <a:ext uri="{FF2B5EF4-FFF2-40B4-BE49-F238E27FC236}">
                <a16:creationId xmlns:a16="http://schemas.microsoft.com/office/drawing/2014/main" id="{308DD32D-4C65-2268-9447-8FB6407E4867}"/>
              </a:ext>
            </a:extLst>
          </p:cNvPr>
          <p:cNvGraphicFramePr>
            <a:graphicFrameLocks noGrp="1"/>
          </p:cNvGraphicFramePr>
          <p:nvPr>
            <p:extLst>
              <p:ext uri="{D42A27DB-BD31-4B8C-83A1-F6EECF244321}">
                <p14:modId xmlns:p14="http://schemas.microsoft.com/office/powerpoint/2010/main" val="2136524389"/>
              </p:ext>
            </p:extLst>
          </p:nvPr>
        </p:nvGraphicFramePr>
        <p:xfrm>
          <a:off x="1116013" y="188913"/>
          <a:ext cx="2087562" cy="1981200"/>
        </p:xfrm>
        <a:graphic>
          <a:graphicData uri="http://schemas.openxmlformats.org/drawingml/2006/table">
            <a:tbl>
              <a:tblPr firstRow="1" bandRow="1">
                <a:tableStyleId>{5C22544A-7EE6-4342-B048-85BDC9FD1C3A}</a:tableStyleId>
              </a:tblPr>
              <a:tblGrid>
                <a:gridCol w="695854">
                  <a:extLst>
                    <a:ext uri="{9D8B030D-6E8A-4147-A177-3AD203B41FA5}">
                      <a16:colId xmlns:a16="http://schemas.microsoft.com/office/drawing/2014/main" val="20000"/>
                    </a:ext>
                  </a:extLst>
                </a:gridCol>
                <a:gridCol w="695854">
                  <a:extLst>
                    <a:ext uri="{9D8B030D-6E8A-4147-A177-3AD203B41FA5}">
                      <a16:colId xmlns:a16="http://schemas.microsoft.com/office/drawing/2014/main" val="20001"/>
                    </a:ext>
                  </a:extLst>
                </a:gridCol>
                <a:gridCol w="695854">
                  <a:extLst>
                    <a:ext uri="{9D8B030D-6E8A-4147-A177-3AD203B41FA5}">
                      <a16:colId xmlns:a16="http://schemas.microsoft.com/office/drawing/2014/main" val="20002"/>
                    </a:ext>
                  </a:extLst>
                </a:gridCol>
              </a:tblGrid>
              <a:tr h="331159">
                <a:tc gridSpan="3">
                  <a:txBody>
                    <a:bodyPr/>
                    <a:lstStyle/>
                    <a:p>
                      <a:pPr algn="ctr"/>
                      <a:r>
                        <a:rPr lang="en-US" sz="2000" dirty="0">
                          <a:solidFill>
                            <a:srgbClr val="FFFF00"/>
                          </a:solidFill>
                        </a:rPr>
                        <a:t>Relation R</a:t>
                      </a:r>
                    </a:p>
                  </a:txBody>
                  <a:tcPr marL="91411" marR="91411"/>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31159">
                <a:tc>
                  <a:txBody>
                    <a:bodyPr/>
                    <a:lstStyle/>
                    <a:p>
                      <a:pPr algn="ctr"/>
                      <a:r>
                        <a:rPr lang="en-US" sz="2000" b="1" dirty="0">
                          <a:solidFill>
                            <a:srgbClr val="0000CC"/>
                          </a:solidFill>
                        </a:rPr>
                        <a:t>A</a:t>
                      </a:r>
                    </a:p>
                  </a:txBody>
                  <a:tcPr marL="91411" marR="91411"/>
                </a:tc>
                <a:tc>
                  <a:txBody>
                    <a:bodyPr/>
                    <a:lstStyle/>
                    <a:p>
                      <a:pPr algn="ctr"/>
                      <a:r>
                        <a:rPr lang="en-US" sz="2000" b="1" dirty="0">
                          <a:solidFill>
                            <a:srgbClr val="0000CC"/>
                          </a:solidFill>
                        </a:rPr>
                        <a:t>B</a:t>
                      </a:r>
                    </a:p>
                  </a:txBody>
                  <a:tcPr marL="91411" marR="91411"/>
                </a:tc>
                <a:tc>
                  <a:txBody>
                    <a:bodyPr/>
                    <a:lstStyle/>
                    <a:p>
                      <a:pPr algn="ctr"/>
                      <a:r>
                        <a:rPr lang="en-US" sz="2000" b="1" dirty="0">
                          <a:solidFill>
                            <a:srgbClr val="0000CC"/>
                          </a:solidFill>
                        </a:rPr>
                        <a:t>C</a:t>
                      </a:r>
                      <a:r>
                        <a:rPr lang="en-US" sz="2000" b="1" baseline="-25000" dirty="0">
                          <a:solidFill>
                            <a:srgbClr val="0000CC"/>
                          </a:solidFill>
                        </a:rPr>
                        <a:t>R</a:t>
                      </a:r>
                    </a:p>
                  </a:txBody>
                  <a:tcPr marL="91411" marR="91411"/>
                </a:tc>
                <a:extLst>
                  <a:ext uri="{0D108BD9-81ED-4DB2-BD59-A6C34878D82A}">
                    <a16:rowId xmlns:a16="http://schemas.microsoft.com/office/drawing/2014/main" val="10001"/>
                  </a:ext>
                </a:extLst>
              </a:tr>
              <a:tr h="331159">
                <a:tc>
                  <a:txBody>
                    <a:bodyPr/>
                    <a:lstStyle/>
                    <a:p>
                      <a:pPr algn="ctr"/>
                      <a:r>
                        <a:rPr lang="en-US" sz="2000" dirty="0"/>
                        <a:t>A1</a:t>
                      </a:r>
                    </a:p>
                  </a:txBody>
                  <a:tcPr marL="91411" marR="91411"/>
                </a:tc>
                <a:tc>
                  <a:txBody>
                    <a:bodyPr/>
                    <a:lstStyle/>
                    <a:p>
                      <a:pPr algn="ctr"/>
                      <a:r>
                        <a:rPr lang="en-US" sz="2000" dirty="0"/>
                        <a:t>B1</a:t>
                      </a:r>
                    </a:p>
                  </a:txBody>
                  <a:tcPr marL="91411" marR="91411"/>
                </a:tc>
                <a:tc>
                  <a:txBody>
                    <a:bodyPr/>
                    <a:lstStyle/>
                    <a:p>
                      <a:pPr algn="ctr"/>
                      <a:r>
                        <a:rPr lang="en-US" sz="2000" dirty="0"/>
                        <a:t>C1</a:t>
                      </a:r>
                    </a:p>
                  </a:txBody>
                  <a:tcPr marL="91411" marR="91411"/>
                </a:tc>
                <a:extLst>
                  <a:ext uri="{0D108BD9-81ED-4DB2-BD59-A6C34878D82A}">
                    <a16:rowId xmlns:a16="http://schemas.microsoft.com/office/drawing/2014/main" val="10002"/>
                  </a:ext>
                </a:extLst>
              </a:tr>
              <a:tr h="331159">
                <a:tc>
                  <a:txBody>
                    <a:bodyPr/>
                    <a:lstStyle/>
                    <a:p>
                      <a:pPr algn="ctr"/>
                      <a:r>
                        <a:rPr lang="en-US" sz="2000" dirty="0"/>
                        <a:t>A2</a:t>
                      </a:r>
                    </a:p>
                  </a:txBody>
                  <a:tcPr marL="91411" marR="91411"/>
                </a:tc>
                <a:tc>
                  <a:txBody>
                    <a:bodyPr/>
                    <a:lstStyle/>
                    <a:p>
                      <a:pPr algn="ctr"/>
                      <a:r>
                        <a:rPr lang="en-US" sz="2000" dirty="0"/>
                        <a:t>B2</a:t>
                      </a:r>
                    </a:p>
                  </a:txBody>
                  <a:tcPr marL="91411" marR="91411"/>
                </a:tc>
                <a:tc>
                  <a:txBody>
                    <a:bodyPr/>
                    <a:lstStyle/>
                    <a:p>
                      <a:pPr algn="ctr"/>
                      <a:r>
                        <a:rPr lang="en-US" sz="2000" dirty="0"/>
                        <a:t>C2</a:t>
                      </a:r>
                    </a:p>
                  </a:txBody>
                  <a:tcPr marL="91411" marR="91411"/>
                </a:tc>
                <a:extLst>
                  <a:ext uri="{0D108BD9-81ED-4DB2-BD59-A6C34878D82A}">
                    <a16:rowId xmlns:a16="http://schemas.microsoft.com/office/drawing/2014/main" val="10003"/>
                  </a:ext>
                </a:extLst>
              </a:tr>
              <a:tr h="331159">
                <a:tc>
                  <a:txBody>
                    <a:bodyPr/>
                    <a:lstStyle/>
                    <a:p>
                      <a:pPr algn="ctr"/>
                      <a:r>
                        <a:rPr lang="en-US" sz="2000" dirty="0">
                          <a:solidFill>
                            <a:srgbClr val="FF0000"/>
                          </a:solidFill>
                        </a:rPr>
                        <a:t>A3</a:t>
                      </a:r>
                    </a:p>
                  </a:txBody>
                  <a:tcPr marL="91411" marR="91411"/>
                </a:tc>
                <a:tc>
                  <a:txBody>
                    <a:bodyPr/>
                    <a:lstStyle/>
                    <a:p>
                      <a:pPr algn="ctr"/>
                      <a:r>
                        <a:rPr lang="en-US" sz="2000" dirty="0">
                          <a:solidFill>
                            <a:srgbClr val="FF0000"/>
                          </a:solidFill>
                        </a:rPr>
                        <a:t>B1</a:t>
                      </a:r>
                    </a:p>
                  </a:txBody>
                  <a:tcPr marL="91411" marR="91411"/>
                </a:tc>
                <a:tc>
                  <a:txBody>
                    <a:bodyPr/>
                    <a:lstStyle/>
                    <a:p>
                      <a:pPr algn="ctr"/>
                      <a:endParaRPr lang="en-US" sz="2000" dirty="0"/>
                    </a:p>
                  </a:txBody>
                  <a:tcPr marL="91411" marR="91411"/>
                </a:tc>
                <a:extLst>
                  <a:ext uri="{0D108BD9-81ED-4DB2-BD59-A6C34878D82A}">
                    <a16:rowId xmlns:a16="http://schemas.microsoft.com/office/drawing/2014/main" val="10004"/>
                  </a:ext>
                </a:extLst>
              </a:tr>
            </a:tbl>
          </a:graphicData>
        </a:graphic>
      </p:graphicFrame>
      <p:graphicFrame>
        <p:nvGraphicFramePr>
          <p:cNvPr id="7" name="Table 6">
            <a:extLst>
              <a:ext uri="{FF2B5EF4-FFF2-40B4-BE49-F238E27FC236}">
                <a16:creationId xmlns:a16="http://schemas.microsoft.com/office/drawing/2014/main" id="{5F31C970-7F69-7538-7D55-5AB39A2ACD91}"/>
              </a:ext>
            </a:extLst>
          </p:cNvPr>
          <p:cNvGraphicFramePr>
            <a:graphicFrameLocks noGrp="1"/>
          </p:cNvGraphicFramePr>
          <p:nvPr>
            <p:extLst>
              <p:ext uri="{D42A27DB-BD31-4B8C-83A1-F6EECF244321}">
                <p14:modId xmlns:p14="http://schemas.microsoft.com/office/powerpoint/2010/main" val="2683378246"/>
              </p:ext>
            </p:extLst>
          </p:nvPr>
        </p:nvGraphicFramePr>
        <p:xfrm>
          <a:off x="3584575" y="188913"/>
          <a:ext cx="1606550" cy="1981200"/>
        </p:xfrm>
        <a:graphic>
          <a:graphicData uri="http://schemas.openxmlformats.org/drawingml/2006/table">
            <a:tbl>
              <a:tblPr firstRow="1" bandRow="1">
                <a:tableStyleId>{5C22544A-7EE6-4342-B048-85BDC9FD1C3A}</a:tableStyleId>
              </a:tblPr>
              <a:tblGrid>
                <a:gridCol w="803275">
                  <a:extLst>
                    <a:ext uri="{9D8B030D-6E8A-4147-A177-3AD203B41FA5}">
                      <a16:colId xmlns:a16="http://schemas.microsoft.com/office/drawing/2014/main" val="20000"/>
                    </a:ext>
                  </a:extLst>
                </a:gridCol>
                <a:gridCol w="803275">
                  <a:extLst>
                    <a:ext uri="{9D8B030D-6E8A-4147-A177-3AD203B41FA5}">
                      <a16:colId xmlns:a16="http://schemas.microsoft.com/office/drawing/2014/main" val="20001"/>
                    </a:ext>
                  </a:extLst>
                </a:gridCol>
              </a:tblGrid>
              <a:tr h="36576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FFFF00"/>
                          </a:solidFill>
                        </a:rPr>
                        <a:t>Relation S</a:t>
                      </a:r>
                      <a:endParaRPr lang="en-US" sz="2000" dirty="0"/>
                    </a:p>
                  </a:txBody>
                  <a:tcPr marL="91367" marR="91367"/>
                </a:tc>
                <a:tc hMerge="1">
                  <a:txBody>
                    <a:bodyPr/>
                    <a:lstStyle/>
                    <a:p>
                      <a:endParaRPr lang="en-US" dirty="0"/>
                    </a:p>
                  </a:txBody>
                  <a:tcPr/>
                </a:tc>
                <a:extLst>
                  <a:ext uri="{0D108BD9-81ED-4DB2-BD59-A6C34878D82A}">
                    <a16:rowId xmlns:a16="http://schemas.microsoft.com/office/drawing/2014/main" val="10000"/>
                  </a:ext>
                </a:extLst>
              </a:tr>
              <a:tr h="365760">
                <a:tc>
                  <a:txBody>
                    <a:bodyPr/>
                    <a:lstStyle/>
                    <a:p>
                      <a:pPr algn="ctr"/>
                      <a:r>
                        <a:rPr lang="en-US" sz="2000" b="1" dirty="0">
                          <a:solidFill>
                            <a:srgbClr val="0000CC"/>
                          </a:solidFill>
                        </a:rPr>
                        <a:t>C</a:t>
                      </a:r>
                      <a:r>
                        <a:rPr lang="en-US" sz="2000" b="1" baseline="-25000" dirty="0">
                          <a:solidFill>
                            <a:srgbClr val="0000CC"/>
                          </a:solidFill>
                        </a:rPr>
                        <a:t>S</a:t>
                      </a:r>
                      <a:endParaRPr lang="en-US" sz="2000" b="1" dirty="0">
                        <a:solidFill>
                          <a:srgbClr val="0000CC"/>
                        </a:solidFill>
                      </a:endParaRPr>
                    </a:p>
                  </a:txBody>
                  <a:tcPr marL="91367" marR="91367"/>
                </a:tc>
                <a:tc>
                  <a:txBody>
                    <a:bodyPr/>
                    <a:lstStyle/>
                    <a:p>
                      <a:pPr algn="ctr"/>
                      <a:r>
                        <a:rPr lang="en-US" sz="2000" b="1" dirty="0">
                          <a:solidFill>
                            <a:srgbClr val="0000CC"/>
                          </a:solidFill>
                        </a:rPr>
                        <a:t>D</a:t>
                      </a:r>
                    </a:p>
                  </a:txBody>
                  <a:tcPr marL="91367" marR="91367"/>
                </a:tc>
                <a:extLst>
                  <a:ext uri="{0D108BD9-81ED-4DB2-BD59-A6C34878D82A}">
                    <a16:rowId xmlns:a16="http://schemas.microsoft.com/office/drawing/2014/main" val="10001"/>
                  </a:ext>
                </a:extLst>
              </a:tr>
              <a:tr h="365760">
                <a:tc>
                  <a:txBody>
                    <a:bodyPr/>
                    <a:lstStyle/>
                    <a:p>
                      <a:pPr algn="ctr"/>
                      <a:r>
                        <a:rPr lang="en-US" sz="2000" dirty="0"/>
                        <a:t>C1</a:t>
                      </a:r>
                    </a:p>
                  </a:txBody>
                  <a:tcPr marL="91367" marR="91367"/>
                </a:tc>
                <a:tc>
                  <a:txBody>
                    <a:bodyPr/>
                    <a:lstStyle/>
                    <a:p>
                      <a:pPr algn="ctr"/>
                      <a:r>
                        <a:rPr lang="en-US" sz="2000" dirty="0"/>
                        <a:t>D1</a:t>
                      </a:r>
                    </a:p>
                  </a:txBody>
                  <a:tcPr marL="91367" marR="91367"/>
                </a:tc>
                <a:extLst>
                  <a:ext uri="{0D108BD9-81ED-4DB2-BD59-A6C34878D82A}">
                    <a16:rowId xmlns:a16="http://schemas.microsoft.com/office/drawing/2014/main" val="10002"/>
                  </a:ext>
                </a:extLst>
              </a:tr>
              <a:tr h="365760">
                <a:tc>
                  <a:txBody>
                    <a:bodyPr/>
                    <a:lstStyle/>
                    <a:p>
                      <a:pPr algn="ctr"/>
                      <a:r>
                        <a:rPr lang="en-US" sz="2000" dirty="0"/>
                        <a:t>C2</a:t>
                      </a:r>
                    </a:p>
                  </a:txBody>
                  <a:tcPr marL="91367" marR="91367"/>
                </a:tc>
                <a:tc>
                  <a:txBody>
                    <a:bodyPr/>
                    <a:lstStyle/>
                    <a:p>
                      <a:pPr algn="ctr"/>
                      <a:r>
                        <a:rPr lang="en-US" sz="2000" dirty="0"/>
                        <a:t>D2</a:t>
                      </a:r>
                    </a:p>
                  </a:txBody>
                  <a:tcPr marL="91367" marR="91367"/>
                </a:tc>
                <a:extLst>
                  <a:ext uri="{0D108BD9-81ED-4DB2-BD59-A6C34878D82A}">
                    <a16:rowId xmlns:a16="http://schemas.microsoft.com/office/drawing/2014/main" val="10003"/>
                  </a:ext>
                </a:extLst>
              </a:tr>
              <a:tr h="365760">
                <a:tc>
                  <a:txBody>
                    <a:bodyPr/>
                    <a:lstStyle/>
                    <a:p>
                      <a:pPr algn="ctr"/>
                      <a:r>
                        <a:rPr lang="en-US" sz="2000" dirty="0">
                          <a:solidFill>
                            <a:srgbClr val="FF0000"/>
                          </a:solidFill>
                        </a:rPr>
                        <a:t>C3</a:t>
                      </a:r>
                    </a:p>
                  </a:txBody>
                  <a:tcPr marL="91367" marR="91367"/>
                </a:tc>
                <a:tc>
                  <a:txBody>
                    <a:bodyPr/>
                    <a:lstStyle/>
                    <a:p>
                      <a:pPr algn="ctr"/>
                      <a:r>
                        <a:rPr lang="en-US" sz="2000" dirty="0">
                          <a:solidFill>
                            <a:srgbClr val="FF0000"/>
                          </a:solidFill>
                        </a:rPr>
                        <a:t>D3</a:t>
                      </a:r>
                    </a:p>
                  </a:txBody>
                  <a:tcPr marL="91367" marR="91367"/>
                </a:tc>
                <a:extLst>
                  <a:ext uri="{0D108BD9-81ED-4DB2-BD59-A6C34878D82A}">
                    <a16:rowId xmlns:a16="http://schemas.microsoft.com/office/drawing/2014/main" val="10004"/>
                  </a:ext>
                </a:extLst>
              </a:tr>
            </a:tbl>
          </a:graphicData>
        </a:graphic>
      </p:graphicFrame>
      <p:graphicFrame>
        <p:nvGraphicFramePr>
          <p:cNvPr id="8" name="Table 7">
            <a:extLst>
              <a:ext uri="{FF2B5EF4-FFF2-40B4-BE49-F238E27FC236}">
                <a16:creationId xmlns:a16="http://schemas.microsoft.com/office/drawing/2014/main" id="{7D4E662C-80FB-786B-C12A-F8915553B6EE}"/>
              </a:ext>
            </a:extLst>
          </p:cNvPr>
          <p:cNvGraphicFramePr>
            <a:graphicFrameLocks noGrp="1"/>
          </p:cNvGraphicFramePr>
          <p:nvPr>
            <p:extLst>
              <p:ext uri="{D42A27DB-BD31-4B8C-83A1-F6EECF244321}">
                <p14:modId xmlns:p14="http://schemas.microsoft.com/office/powerpoint/2010/main" val="3983263786"/>
              </p:ext>
            </p:extLst>
          </p:nvPr>
        </p:nvGraphicFramePr>
        <p:xfrm>
          <a:off x="5572125" y="188913"/>
          <a:ext cx="2816224" cy="1981200"/>
        </p:xfrm>
        <a:graphic>
          <a:graphicData uri="http://schemas.openxmlformats.org/drawingml/2006/table">
            <a:tbl>
              <a:tblPr firstRow="1" bandRow="1">
                <a:tableStyleId>{5C22544A-7EE6-4342-B048-85BDC9FD1C3A}</a:tableStyleId>
              </a:tblPr>
              <a:tblGrid>
                <a:gridCol w="704056">
                  <a:extLst>
                    <a:ext uri="{9D8B030D-6E8A-4147-A177-3AD203B41FA5}">
                      <a16:colId xmlns:a16="http://schemas.microsoft.com/office/drawing/2014/main" val="20000"/>
                    </a:ext>
                  </a:extLst>
                </a:gridCol>
                <a:gridCol w="704056">
                  <a:extLst>
                    <a:ext uri="{9D8B030D-6E8A-4147-A177-3AD203B41FA5}">
                      <a16:colId xmlns:a16="http://schemas.microsoft.com/office/drawing/2014/main" val="20001"/>
                    </a:ext>
                  </a:extLst>
                </a:gridCol>
                <a:gridCol w="704056">
                  <a:extLst>
                    <a:ext uri="{9D8B030D-6E8A-4147-A177-3AD203B41FA5}">
                      <a16:colId xmlns:a16="http://schemas.microsoft.com/office/drawing/2014/main" val="20002"/>
                    </a:ext>
                  </a:extLst>
                </a:gridCol>
                <a:gridCol w="704056">
                  <a:extLst>
                    <a:ext uri="{9D8B030D-6E8A-4147-A177-3AD203B41FA5}">
                      <a16:colId xmlns:a16="http://schemas.microsoft.com/office/drawing/2014/main" val="20003"/>
                    </a:ext>
                  </a:extLst>
                </a:gridCol>
              </a:tblGrid>
              <a:tr h="365760">
                <a:tc gridSpan="4">
                  <a:txBody>
                    <a:bodyPr/>
                    <a:lstStyle/>
                    <a:p>
                      <a:pPr algn="ctr"/>
                      <a:r>
                        <a:rPr lang="en-US" sz="2000" dirty="0">
                          <a:solidFill>
                            <a:srgbClr val="FFFF00"/>
                          </a:solidFill>
                        </a:rPr>
                        <a:t>R LEFT OUTER JOIN S</a:t>
                      </a:r>
                    </a:p>
                  </a:txBody>
                  <a:tcPr marL="91436" marR="91436"/>
                </a:tc>
                <a:tc hMerge="1">
                  <a:txBody>
                    <a:bodyPr/>
                    <a:lstStyle/>
                    <a:p>
                      <a:endParaRPr lang="en-US" dirty="0"/>
                    </a:p>
                  </a:txBody>
                  <a:tcPr/>
                </a:tc>
                <a:tc hMerge="1">
                  <a:txBody>
                    <a:bodyPr/>
                    <a:lstStyle/>
                    <a:p>
                      <a:pPr algn="ctr"/>
                      <a:endParaRPr lang="en-US" sz="2400" dirty="0">
                        <a:solidFill>
                          <a:srgbClr val="FFFF00"/>
                        </a:solidFill>
                      </a:endParaRPr>
                    </a:p>
                  </a:txBody>
                  <a:tcPr/>
                </a:tc>
                <a:tc hMerge="1">
                  <a:txBody>
                    <a:bodyPr/>
                    <a:lstStyle/>
                    <a:p>
                      <a:pPr algn="ctr"/>
                      <a:endParaRPr lang="en-US" sz="2400" dirty="0">
                        <a:solidFill>
                          <a:srgbClr val="FFFF00"/>
                        </a:solidFill>
                      </a:endParaRPr>
                    </a:p>
                  </a:txBody>
                  <a:tcPr/>
                </a:tc>
                <a:extLst>
                  <a:ext uri="{0D108BD9-81ED-4DB2-BD59-A6C34878D82A}">
                    <a16:rowId xmlns:a16="http://schemas.microsoft.com/office/drawing/2014/main" val="10000"/>
                  </a:ext>
                </a:extLst>
              </a:tr>
              <a:tr h="365760">
                <a:tc>
                  <a:txBody>
                    <a:bodyPr/>
                    <a:lstStyle/>
                    <a:p>
                      <a:pPr algn="ctr"/>
                      <a:r>
                        <a:rPr lang="en-US" sz="2000" b="1" dirty="0">
                          <a:solidFill>
                            <a:srgbClr val="0000CC"/>
                          </a:solidFill>
                        </a:rPr>
                        <a:t>A</a:t>
                      </a:r>
                    </a:p>
                  </a:txBody>
                  <a:tcPr marL="91436" marR="91436"/>
                </a:tc>
                <a:tc>
                  <a:txBody>
                    <a:bodyPr/>
                    <a:lstStyle/>
                    <a:p>
                      <a:pPr algn="ctr"/>
                      <a:r>
                        <a:rPr lang="en-US" sz="2000" b="1" dirty="0">
                          <a:solidFill>
                            <a:srgbClr val="0000CC"/>
                          </a:solidFill>
                        </a:rPr>
                        <a:t>B</a:t>
                      </a:r>
                    </a:p>
                  </a:txBody>
                  <a:tcPr marL="91436" marR="91436"/>
                </a:tc>
                <a:tc>
                  <a:txBody>
                    <a:bodyPr/>
                    <a:lstStyle/>
                    <a:p>
                      <a:pPr algn="ctr"/>
                      <a:r>
                        <a:rPr lang="en-US" sz="2000" b="1" dirty="0">
                          <a:solidFill>
                            <a:srgbClr val="0000CC"/>
                          </a:solidFill>
                        </a:rPr>
                        <a:t>C</a:t>
                      </a:r>
                      <a:r>
                        <a:rPr lang="en-US" sz="2000" b="1" baseline="-25000" dirty="0">
                          <a:solidFill>
                            <a:srgbClr val="0000CC"/>
                          </a:solidFill>
                        </a:rPr>
                        <a:t>S</a:t>
                      </a:r>
                      <a:endParaRPr lang="en-US" sz="2000" b="1" dirty="0">
                        <a:solidFill>
                          <a:srgbClr val="0000CC"/>
                        </a:solidFill>
                      </a:endParaRPr>
                    </a:p>
                  </a:txBody>
                  <a:tcPr marL="91436" marR="91436"/>
                </a:tc>
                <a:tc>
                  <a:txBody>
                    <a:bodyPr/>
                    <a:lstStyle/>
                    <a:p>
                      <a:pPr algn="ctr"/>
                      <a:r>
                        <a:rPr lang="en-US" sz="2000" b="1" dirty="0">
                          <a:solidFill>
                            <a:srgbClr val="0000CC"/>
                          </a:solidFill>
                        </a:rPr>
                        <a:t>D</a:t>
                      </a:r>
                    </a:p>
                  </a:txBody>
                  <a:tcPr marL="91436" marR="91436"/>
                </a:tc>
                <a:extLst>
                  <a:ext uri="{0D108BD9-81ED-4DB2-BD59-A6C34878D82A}">
                    <a16:rowId xmlns:a16="http://schemas.microsoft.com/office/drawing/2014/main" val="10001"/>
                  </a:ext>
                </a:extLst>
              </a:tr>
              <a:tr h="365760">
                <a:tc>
                  <a:txBody>
                    <a:bodyPr/>
                    <a:lstStyle/>
                    <a:p>
                      <a:pPr algn="ctr"/>
                      <a:r>
                        <a:rPr lang="en-US" sz="2000" dirty="0"/>
                        <a:t>A1</a:t>
                      </a:r>
                    </a:p>
                  </a:txBody>
                  <a:tcPr marL="91436" marR="91436"/>
                </a:tc>
                <a:tc>
                  <a:txBody>
                    <a:bodyPr/>
                    <a:lstStyle/>
                    <a:p>
                      <a:pPr algn="ctr"/>
                      <a:r>
                        <a:rPr lang="en-US" sz="2000" dirty="0"/>
                        <a:t>B1</a:t>
                      </a:r>
                    </a:p>
                  </a:txBody>
                  <a:tcPr marL="91436" marR="91436"/>
                </a:tc>
                <a:tc>
                  <a:txBody>
                    <a:bodyPr/>
                    <a:lstStyle/>
                    <a:p>
                      <a:pPr algn="ctr"/>
                      <a:r>
                        <a:rPr lang="en-US" sz="2000" dirty="0"/>
                        <a:t>C1</a:t>
                      </a:r>
                    </a:p>
                  </a:txBody>
                  <a:tcPr marL="91436" marR="91436"/>
                </a:tc>
                <a:tc>
                  <a:txBody>
                    <a:bodyPr/>
                    <a:lstStyle/>
                    <a:p>
                      <a:pPr algn="ctr"/>
                      <a:r>
                        <a:rPr lang="en-US" sz="2000" dirty="0"/>
                        <a:t>D1</a:t>
                      </a:r>
                    </a:p>
                  </a:txBody>
                  <a:tcPr marL="91436" marR="91436"/>
                </a:tc>
                <a:extLst>
                  <a:ext uri="{0D108BD9-81ED-4DB2-BD59-A6C34878D82A}">
                    <a16:rowId xmlns:a16="http://schemas.microsoft.com/office/drawing/2014/main" val="10002"/>
                  </a:ext>
                </a:extLst>
              </a:tr>
              <a:tr h="365760">
                <a:tc>
                  <a:txBody>
                    <a:bodyPr/>
                    <a:lstStyle/>
                    <a:p>
                      <a:pPr algn="ctr"/>
                      <a:r>
                        <a:rPr lang="en-US" sz="2000" dirty="0"/>
                        <a:t>A2</a:t>
                      </a:r>
                    </a:p>
                  </a:txBody>
                  <a:tcPr marL="91436" marR="91436"/>
                </a:tc>
                <a:tc>
                  <a:txBody>
                    <a:bodyPr/>
                    <a:lstStyle/>
                    <a:p>
                      <a:pPr algn="ctr"/>
                      <a:r>
                        <a:rPr lang="en-US" sz="2000" dirty="0"/>
                        <a:t>B2</a:t>
                      </a:r>
                    </a:p>
                  </a:txBody>
                  <a:tcPr marL="91436" marR="91436"/>
                </a:tc>
                <a:tc>
                  <a:txBody>
                    <a:bodyPr/>
                    <a:lstStyle/>
                    <a:p>
                      <a:pPr algn="ctr"/>
                      <a:r>
                        <a:rPr lang="en-US" sz="2000" dirty="0"/>
                        <a:t>C2</a:t>
                      </a:r>
                    </a:p>
                  </a:txBody>
                  <a:tcPr marL="91436" marR="91436"/>
                </a:tc>
                <a:tc>
                  <a:txBody>
                    <a:bodyPr/>
                    <a:lstStyle/>
                    <a:p>
                      <a:pPr algn="ctr"/>
                      <a:r>
                        <a:rPr lang="en-US" sz="2000" dirty="0"/>
                        <a:t>D2</a:t>
                      </a:r>
                    </a:p>
                  </a:txBody>
                  <a:tcPr marL="91436" marR="91436"/>
                </a:tc>
                <a:extLst>
                  <a:ext uri="{0D108BD9-81ED-4DB2-BD59-A6C34878D82A}">
                    <a16:rowId xmlns:a16="http://schemas.microsoft.com/office/drawing/2014/main" val="10003"/>
                  </a:ext>
                </a:extLst>
              </a:tr>
              <a:tr h="365760">
                <a:tc>
                  <a:txBody>
                    <a:bodyPr/>
                    <a:lstStyle/>
                    <a:p>
                      <a:pPr algn="ctr"/>
                      <a:r>
                        <a:rPr lang="en-US" sz="2000" b="1" dirty="0">
                          <a:solidFill>
                            <a:srgbClr val="00B050"/>
                          </a:solidFill>
                        </a:rPr>
                        <a:t>A3</a:t>
                      </a:r>
                    </a:p>
                  </a:txBody>
                  <a:tcPr marL="91436" marR="91436"/>
                </a:tc>
                <a:tc>
                  <a:txBody>
                    <a:bodyPr/>
                    <a:lstStyle/>
                    <a:p>
                      <a:pPr algn="ctr"/>
                      <a:r>
                        <a:rPr lang="en-US" sz="2000" b="1" dirty="0">
                          <a:solidFill>
                            <a:srgbClr val="00B050"/>
                          </a:solidFill>
                        </a:rPr>
                        <a:t>B1</a:t>
                      </a:r>
                    </a:p>
                  </a:txBody>
                  <a:tcPr marL="91436" marR="91436"/>
                </a:tc>
                <a:tc>
                  <a:txBody>
                    <a:bodyPr/>
                    <a:lstStyle/>
                    <a:p>
                      <a:pPr algn="ctr"/>
                      <a:endParaRPr lang="en-US" sz="2000" dirty="0"/>
                    </a:p>
                  </a:txBody>
                  <a:tcPr marL="91436" marR="91436"/>
                </a:tc>
                <a:tc>
                  <a:txBody>
                    <a:bodyPr/>
                    <a:lstStyle/>
                    <a:p>
                      <a:pPr algn="ctr"/>
                      <a:endParaRPr lang="en-US" sz="2000" dirty="0"/>
                    </a:p>
                  </a:txBody>
                  <a:tcPr marL="91436" marR="91436"/>
                </a:tc>
                <a:extLst>
                  <a:ext uri="{0D108BD9-81ED-4DB2-BD59-A6C34878D82A}">
                    <a16:rowId xmlns:a16="http://schemas.microsoft.com/office/drawing/2014/main" val="10004"/>
                  </a:ext>
                </a:extLst>
              </a:tr>
            </a:tbl>
          </a:graphicData>
        </a:graphic>
      </p:graphicFrame>
      <p:graphicFrame>
        <p:nvGraphicFramePr>
          <p:cNvPr id="2" name="Table 1">
            <a:extLst>
              <a:ext uri="{FF2B5EF4-FFF2-40B4-BE49-F238E27FC236}">
                <a16:creationId xmlns:a16="http://schemas.microsoft.com/office/drawing/2014/main" id="{E85C2AB8-52D1-81AA-B6D2-0BE922034BF8}"/>
              </a:ext>
            </a:extLst>
          </p:cNvPr>
          <p:cNvGraphicFramePr>
            <a:graphicFrameLocks noGrp="1"/>
          </p:cNvGraphicFramePr>
          <p:nvPr>
            <p:extLst>
              <p:ext uri="{D42A27DB-BD31-4B8C-83A1-F6EECF244321}">
                <p14:modId xmlns:p14="http://schemas.microsoft.com/office/powerpoint/2010/main" val="2367333173"/>
              </p:ext>
            </p:extLst>
          </p:nvPr>
        </p:nvGraphicFramePr>
        <p:xfrm>
          <a:off x="1116013" y="2239963"/>
          <a:ext cx="2087562" cy="1981200"/>
        </p:xfrm>
        <a:graphic>
          <a:graphicData uri="http://schemas.openxmlformats.org/drawingml/2006/table">
            <a:tbl>
              <a:tblPr firstRow="1" bandRow="1">
                <a:tableStyleId>{5C22544A-7EE6-4342-B048-85BDC9FD1C3A}</a:tableStyleId>
              </a:tblPr>
              <a:tblGrid>
                <a:gridCol w="695854">
                  <a:extLst>
                    <a:ext uri="{9D8B030D-6E8A-4147-A177-3AD203B41FA5}">
                      <a16:colId xmlns:a16="http://schemas.microsoft.com/office/drawing/2014/main" val="20000"/>
                    </a:ext>
                  </a:extLst>
                </a:gridCol>
                <a:gridCol w="695854">
                  <a:extLst>
                    <a:ext uri="{9D8B030D-6E8A-4147-A177-3AD203B41FA5}">
                      <a16:colId xmlns:a16="http://schemas.microsoft.com/office/drawing/2014/main" val="20001"/>
                    </a:ext>
                  </a:extLst>
                </a:gridCol>
                <a:gridCol w="695854">
                  <a:extLst>
                    <a:ext uri="{9D8B030D-6E8A-4147-A177-3AD203B41FA5}">
                      <a16:colId xmlns:a16="http://schemas.microsoft.com/office/drawing/2014/main" val="20002"/>
                    </a:ext>
                  </a:extLst>
                </a:gridCol>
              </a:tblGrid>
              <a:tr h="331159">
                <a:tc gridSpan="3">
                  <a:txBody>
                    <a:bodyPr/>
                    <a:lstStyle/>
                    <a:p>
                      <a:pPr algn="ctr"/>
                      <a:r>
                        <a:rPr lang="en-US" sz="2000" dirty="0">
                          <a:solidFill>
                            <a:srgbClr val="FFFF00"/>
                          </a:solidFill>
                        </a:rPr>
                        <a:t>Relation R</a:t>
                      </a:r>
                    </a:p>
                  </a:txBody>
                  <a:tcPr marL="91411" marR="91411"/>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31159">
                <a:tc>
                  <a:txBody>
                    <a:bodyPr/>
                    <a:lstStyle/>
                    <a:p>
                      <a:pPr algn="ctr"/>
                      <a:r>
                        <a:rPr lang="en-US" sz="2000" b="1" dirty="0">
                          <a:solidFill>
                            <a:srgbClr val="0000CC"/>
                          </a:solidFill>
                        </a:rPr>
                        <a:t>A</a:t>
                      </a:r>
                    </a:p>
                  </a:txBody>
                  <a:tcPr marL="91411" marR="91411"/>
                </a:tc>
                <a:tc>
                  <a:txBody>
                    <a:bodyPr/>
                    <a:lstStyle/>
                    <a:p>
                      <a:pPr algn="ctr"/>
                      <a:r>
                        <a:rPr lang="en-US" sz="2000" b="1" dirty="0">
                          <a:solidFill>
                            <a:srgbClr val="0000CC"/>
                          </a:solidFill>
                        </a:rPr>
                        <a:t>B</a:t>
                      </a:r>
                    </a:p>
                  </a:txBody>
                  <a:tcPr marL="91411" marR="91411"/>
                </a:tc>
                <a:tc>
                  <a:txBody>
                    <a:bodyPr/>
                    <a:lstStyle/>
                    <a:p>
                      <a:pPr algn="ctr"/>
                      <a:r>
                        <a:rPr lang="en-US" sz="2000" b="1" dirty="0">
                          <a:solidFill>
                            <a:srgbClr val="0000CC"/>
                          </a:solidFill>
                        </a:rPr>
                        <a:t>C</a:t>
                      </a:r>
                      <a:r>
                        <a:rPr lang="en-US" sz="2000" b="1" baseline="-25000" dirty="0">
                          <a:solidFill>
                            <a:srgbClr val="0000CC"/>
                          </a:solidFill>
                        </a:rPr>
                        <a:t>R</a:t>
                      </a:r>
                    </a:p>
                  </a:txBody>
                  <a:tcPr marL="91411" marR="91411"/>
                </a:tc>
                <a:extLst>
                  <a:ext uri="{0D108BD9-81ED-4DB2-BD59-A6C34878D82A}">
                    <a16:rowId xmlns:a16="http://schemas.microsoft.com/office/drawing/2014/main" val="10001"/>
                  </a:ext>
                </a:extLst>
              </a:tr>
              <a:tr h="331159">
                <a:tc>
                  <a:txBody>
                    <a:bodyPr/>
                    <a:lstStyle/>
                    <a:p>
                      <a:pPr algn="ctr"/>
                      <a:r>
                        <a:rPr lang="en-US" sz="2000" dirty="0"/>
                        <a:t>A1</a:t>
                      </a:r>
                    </a:p>
                  </a:txBody>
                  <a:tcPr marL="91411" marR="91411"/>
                </a:tc>
                <a:tc>
                  <a:txBody>
                    <a:bodyPr/>
                    <a:lstStyle/>
                    <a:p>
                      <a:pPr algn="ctr"/>
                      <a:r>
                        <a:rPr lang="en-US" sz="2000" dirty="0"/>
                        <a:t>B1</a:t>
                      </a:r>
                    </a:p>
                  </a:txBody>
                  <a:tcPr marL="91411" marR="91411"/>
                </a:tc>
                <a:tc>
                  <a:txBody>
                    <a:bodyPr/>
                    <a:lstStyle/>
                    <a:p>
                      <a:pPr algn="ctr"/>
                      <a:r>
                        <a:rPr lang="en-US" sz="2000" dirty="0"/>
                        <a:t>C1</a:t>
                      </a:r>
                    </a:p>
                  </a:txBody>
                  <a:tcPr marL="91411" marR="91411"/>
                </a:tc>
                <a:extLst>
                  <a:ext uri="{0D108BD9-81ED-4DB2-BD59-A6C34878D82A}">
                    <a16:rowId xmlns:a16="http://schemas.microsoft.com/office/drawing/2014/main" val="10002"/>
                  </a:ext>
                </a:extLst>
              </a:tr>
              <a:tr h="331159">
                <a:tc>
                  <a:txBody>
                    <a:bodyPr/>
                    <a:lstStyle/>
                    <a:p>
                      <a:pPr algn="ctr"/>
                      <a:r>
                        <a:rPr lang="en-US" sz="2000" dirty="0"/>
                        <a:t>A2</a:t>
                      </a:r>
                    </a:p>
                  </a:txBody>
                  <a:tcPr marL="91411" marR="91411"/>
                </a:tc>
                <a:tc>
                  <a:txBody>
                    <a:bodyPr/>
                    <a:lstStyle/>
                    <a:p>
                      <a:pPr algn="ctr"/>
                      <a:r>
                        <a:rPr lang="en-US" sz="2000" dirty="0"/>
                        <a:t>B2</a:t>
                      </a:r>
                    </a:p>
                  </a:txBody>
                  <a:tcPr marL="91411" marR="91411"/>
                </a:tc>
                <a:tc>
                  <a:txBody>
                    <a:bodyPr/>
                    <a:lstStyle/>
                    <a:p>
                      <a:pPr algn="ctr"/>
                      <a:r>
                        <a:rPr lang="en-US" sz="2000" dirty="0"/>
                        <a:t>C2</a:t>
                      </a:r>
                    </a:p>
                  </a:txBody>
                  <a:tcPr marL="91411" marR="91411"/>
                </a:tc>
                <a:extLst>
                  <a:ext uri="{0D108BD9-81ED-4DB2-BD59-A6C34878D82A}">
                    <a16:rowId xmlns:a16="http://schemas.microsoft.com/office/drawing/2014/main" val="10003"/>
                  </a:ext>
                </a:extLst>
              </a:tr>
              <a:tr h="331159">
                <a:tc>
                  <a:txBody>
                    <a:bodyPr/>
                    <a:lstStyle/>
                    <a:p>
                      <a:pPr algn="ctr"/>
                      <a:r>
                        <a:rPr lang="en-US" sz="2000" dirty="0">
                          <a:solidFill>
                            <a:srgbClr val="FF0000"/>
                          </a:solidFill>
                        </a:rPr>
                        <a:t>A3</a:t>
                      </a:r>
                    </a:p>
                  </a:txBody>
                  <a:tcPr marL="91411" marR="91411"/>
                </a:tc>
                <a:tc>
                  <a:txBody>
                    <a:bodyPr/>
                    <a:lstStyle/>
                    <a:p>
                      <a:pPr algn="ctr"/>
                      <a:r>
                        <a:rPr lang="en-US" sz="2000" dirty="0">
                          <a:solidFill>
                            <a:srgbClr val="FF0000"/>
                          </a:solidFill>
                        </a:rPr>
                        <a:t>B1</a:t>
                      </a:r>
                    </a:p>
                  </a:txBody>
                  <a:tcPr marL="91411" marR="91411"/>
                </a:tc>
                <a:tc>
                  <a:txBody>
                    <a:bodyPr/>
                    <a:lstStyle/>
                    <a:p>
                      <a:pPr algn="ctr"/>
                      <a:endParaRPr lang="en-US" sz="2000" dirty="0"/>
                    </a:p>
                  </a:txBody>
                  <a:tcPr marL="91411" marR="91411"/>
                </a:tc>
                <a:extLst>
                  <a:ext uri="{0D108BD9-81ED-4DB2-BD59-A6C34878D82A}">
                    <a16:rowId xmlns:a16="http://schemas.microsoft.com/office/drawing/2014/main" val="10004"/>
                  </a:ext>
                </a:extLst>
              </a:tr>
            </a:tbl>
          </a:graphicData>
        </a:graphic>
      </p:graphicFrame>
      <p:graphicFrame>
        <p:nvGraphicFramePr>
          <p:cNvPr id="3" name="Table 2">
            <a:extLst>
              <a:ext uri="{FF2B5EF4-FFF2-40B4-BE49-F238E27FC236}">
                <a16:creationId xmlns:a16="http://schemas.microsoft.com/office/drawing/2014/main" id="{061A6DE9-038A-B571-20BE-B9BC6DD258CC}"/>
              </a:ext>
            </a:extLst>
          </p:cNvPr>
          <p:cNvGraphicFramePr>
            <a:graphicFrameLocks noGrp="1"/>
          </p:cNvGraphicFramePr>
          <p:nvPr>
            <p:extLst>
              <p:ext uri="{D42A27DB-BD31-4B8C-83A1-F6EECF244321}">
                <p14:modId xmlns:p14="http://schemas.microsoft.com/office/powerpoint/2010/main" val="1754594292"/>
              </p:ext>
            </p:extLst>
          </p:nvPr>
        </p:nvGraphicFramePr>
        <p:xfrm>
          <a:off x="3584575" y="2239963"/>
          <a:ext cx="1606550" cy="1981200"/>
        </p:xfrm>
        <a:graphic>
          <a:graphicData uri="http://schemas.openxmlformats.org/drawingml/2006/table">
            <a:tbl>
              <a:tblPr firstRow="1" bandRow="1">
                <a:tableStyleId>{5C22544A-7EE6-4342-B048-85BDC9FD1C3A}</a:tableStyleId>
              </a:tblPr>
              <a:tblGrid>
                <a:gridCol w="803275">
                  <a:extLst>
                    <a:ext uri="{9D8B030D-6E8A-4147-A177-3AD203B41FA5}">
                      <a16:colId xmlns:a16="http://schemas.microsoft.com/office/drawing/2014/main" val="20000"/>
                    </a:ext>
                  </a:extLst>
                </a:gridCol>
                <a:gridCol w="803275">
                  <a:extLst>
                    <a:ext uri="{9D8B030D-6E8A-4147-A177-3AD203B41FA5}">
                      <a16:colId xmlns:a16="http://schemas.microsoft.com/office/drawing/2014/main" val="20001"/>
                    </a:ext>
                  </a:extLst>
                </a:gridCol>
              </a:tblGrid>
              <a:tr h="36576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FFFF00"/>
                          </a:solidFill>
                        </a:rPr>
                        <a:t>Relation S</a:t>
                      </a:r>
                      <a:endParaRPr lang="en-US" sz="2000" dirty="0"/>
                    </a:p>
                  </a:txBody>
                  <a:tcPr marL="91367" marR="91367"/>
                </a:tc>
                <a:tc hMerge="1">
                  <a:txBody>
                    <a:bodyPr/>
                    <a:lstStyle/>
                    <a:p>
                      <a:endParaRPr lang="en-US" dirty="0"/>
                    </a:p>
                  </a:txBody>
                  <a:tcPr/>
                </a:tc>
                <a:extLst>
                  <a:ext uri="{0D108BD9-81ED-4DB2-BD59-A6C34878D82A}">
                    <a16:rowId xmlns:a16="http://schemas.microsoft.com/office/drawing/2014/main" val="10000"/>
                  </a:ext>
                </a:extLst>
              </a:tr>
              <a:tr h="365760">
                <a:tc>
                  <a:txBody>
                    <a:bodyPr/>
                    <a:lstStyle/>
                    <a:p>
                      <a:pPr algn="ctr"/>
                      <a:r>
                        <a:rPr lang="en-US" sz="2000" b="1" dirty="0">
                          <a:solidFill>
                            <a:srgbClr val="0000CC"/>
                          </a:solidFill>
                        </a:rPr>
                        <a:t>C</a:t>
                      </a:r>
                      <a:r>
                        <a:rPr lang="en-US" sz="2000" b="1" baseline="-25000" dirty="0">
                          <a:solidFill>
                            <a:srgbClr val="0000CC"/>
                          </a:solidFill>
                        </a:rPr>
                        <a:t>S</a:t>
                      </a:r>
                      <a:endParaRPr lang="en-US" sz="2000" b="1" dirty="0">
                        <a:solidFill>
                          <a:srgbClr val="0000CC"/>
                        </a:solidFill>
                      </a:endParaRPr>
                    </a:p>
                  </a:txBody>
                  <a:tcPr marL="91367" marR="91367"/>
                </a:tc>
                <a:tc>
                  <a:txBody>
                    <a:bodyPr/>
                    <a:lstStyle/>
                    <a:p>
                      <a:pPr algn="ctr"/>
                      <a:r>
                        <a:rPr lang="en-US" sz="2000" b="1" dirty="0">
                          <a:solidFill>
                            <a:srgbClr val="0000CC"/>
                          </a:solidFill>
                        </a:rPr>
                        <a:t>D</a:t>
                      </a:r>
                    </a:p>
                  </a:txBody>
                  <a:tcPr marL="91367" marR="91367"/>
                </a:tc>
                <a:extLst>
                  <a:ext uri="{0D108BD9-81ED-4DB2-BD59-A6C34878D82A}">
                    <a16:rowId xmlns:a16="http://schemas.microsoft.com/office/drawing/2014/main" val="10001"/>
                  </a:ext>
                </a:extLst>
              </a:tr>
              <a:tr h="365760">
                <a:tc>
                  <a:txBody>
                    <a:bodyPr/>
                    <a:lstStyle/>
                    <a:p>
                      <a:pPr algn="ctr"/>
                      <a:r>
                        <a:rPr lang="en-US" sz="2000" dirty="0"/>
                        <a:t>C1</a:t>
                      </a:r>
                    </a:p>
                  </a:txBody>
                  <a:tcPr marL="91367" marR="91367"/>
                </a:tc>
                <a:tc>
                  <a:txBody>
                    <a:bodyPr/>
                    <a:lstStyle/>
                    <a:p>
                      <a:pPr algn="ctr"/>
                      <a:r>
                        <a:rPr lang="en-US" sz="2000" dirty="0"/>
                        <a:t>D1</a:t>
                      </a:r>
                    </a:p>
                  </a:txBody>
                  <a:tcPr marL="91367" marR="91367"/>
                </a:tc>
                <a:extLst>
                  <a:ext uri="{0D108BD9-81ED-4DB2-BD59-A6C34878D82A}">
                    <a16:rowId xmlns:a16="http://schemas.microsoft.com/office/drawing/2014/main" val="10002"/>
                  </a:ext>
                </a:extLst>
              </a:tr>
              <a:tr h="365760">
                <a:tc>
                  <a:txBody>
                    <a:bodyPr/>
                    <a:lstStyle/>
                    <a:p>
                      <a:pPr algn="ctr"/>
                      <a:r>
                        <a:rPr lang="en-US" sz="2000" dirty="0"/>
                        <a:t>C2</a:t>
                      </a:r>
                    </a:p>
                  </a:txBody>
                  <a:tcPr marL="91367" marR="91367"/>
                </a:tc>
                <a:tc>
                  <a:txBody>
                    <a:bodyPr/>
                    <a:lstStyle/>
                    <a:p>
                      <a:pPr algn="ctr"/>
                      <a:r>
                        <a:rPr lang="en-US" sz="2000" dirty="0"/>
                        <a:t>D2</a:t>
                      </a:r>
                    </a:p>
                  </a:txBody>
                  <a:tcPr marL="91367" marR="91367"/>
                </a:tc>
                <a:extLst>
                  <a:ext uri="{0D108BD9-81ED-4DB2-BD59-A6C34878D82A}">
                    <a16:rowId xmlns:a16="http://schemas.microsoft.com/office/drawing/2014/main" val="10003"/>
                  </a:ext>
                </a:extLst>
              </a:tr>
              <a:tr h="365760">
                <a:tc>
                  <a:txBody>
                    <a:bodyPr/>
                    <a:lstStyle/>
                    <a:p>
                      <a:pPr algn="ctr"/>
                      <a:r>
                        <a:rPr lang="en-US" sz="2000" dirty="0">
                          <a:solidFill>
                            <a:srgbClr val="FF0000"/>
                          </a:solidFill>
                        </a:rPr>
                        <a:t>C3</a:t>
                      </a:r>
                    </a:p>
                  </a:txBody>
                  <a:tcPr marL="91367" marR="91367"/>
                </a:tc>
                <a:tc>
                  <a:txBody>
                    <a:bodyPr/>
                    <a:lstStyle/>
                    <a:p>
                      <a:pPr algn="ctr"/>
                      <a:r>
                        <a:rPr lang="en-US" sz="2000" dirty="0">
                          <a:solidFill>
                            <a:srgbClr val="FF0000"/>
                          </a:solidFill>
                        </a:rPr>
                        <a:t>D3</a:t>
                      </a:r>
                    </a:p>
                  </a:txBody>
                  <a:tcPr marL="91367" marR="91367"/>
                </a:tc>
                <a:extLst>
                  <a:ext uri="{0D108BD9-81ED-4DB2-BD59-A6C34878D82A}">
                    <a16:rowId xmlns:a16="http://schemas.microsoft.com/office/drawing/2014/main" val="10004"/>
                  </a:ext>
                </a:extLst>
              </a:tr>
            </a:tbl>
          </a:graphicData>
        </a:graphic>
      </p:graphicFrame>
      <p:graphicFrame>
        <p:nvGraphicFramePr>
          <p:cNvPr id="4" name="Table 3">
            <a:extLst>
              <a:ext uri="{FF2B5EF4-FFF2-40B4-BE49-F238E27FC236}">
                <a16:creationId xmlns:a16="http://schemas.microsoft.com/office/drawing/2014/main" id="{E96CD777-8AC2-2F83-6C3F-8336797312D6}"/>
              </a:ext>
            </a:extLst>
          </p:cNvPr>
          <p:cNvGraphicFramePr>
            <a:graphicFrameLocks noGrp="1"/>
          </p:cNvGraphicFramePr>
          <p:nvPr>
            <p:extLst>
              <p:ext uri="{D42A27DB-BD31-4B8C-83A1-F6EECF244321}">
                <p14:modId xmlns:p14="http://schemas.microsoft.com/office/powerpoint/2010/main" val="3216218558"/>
              </p:ext>
            </p:extLst>
          </p:nvPr>
        </p:nvGraphicFramePr>
        <p:xfrm>
          <a:off x="5572125" y="2239963"/>
          <a:ext cx="2816224" cy="1981200"/>
        </p:xfrm>
        <a:graphic>
          <a:graphicData uri="http://schemas.openxmlformats.org/drawingml/2006/table">
            <a:tbl>
              <a:tblPr firstRow="1" bandRow="1">
                <a:tableStyleId>{5C22544A-7EE6-4342-B048-85BDC9FD1C3A}</a:tableStyleId>
              </a:tblPr>
              <a:tblGrid>
                <a:gridCol w="704056">
                  <a:extLst>
                    <a:ext uri="{9D8B030D-6E8A-4147-A177-3AD203B41FA5}">
                      <a16:colId xmlns:a16="http://schemas.microsoft.com/office/drawing/2014/main" val="20000"/>
                    </a:ext>
                  </a:extLst>
                </a:gridCol>
                <a:gridCol w="704056">
                  <a:extLst>
                    <a:ext uri="{9D8B030D-6E8A-4147-A177-3AD203B41FA5}">
                      <a16:colId xmlns:a16="http://schemas.microsoft.com/office/drawing/2014/main" val="20001"/>
                    </a:ext>
                  </a:extLst>
                </a:gridCol>
                <a:gridCol w="704056">
                  <a:extLst>
                    <a:ext uri="{9D8B030D-6E8A-4147-A177-3AD203B41FA5}">
                      <a16:colId xmlns:a16="http://schemas.microsoft.com/office/drawing/2014/main" val="20002"/>
                    </a:ext>
                  </a:extLst>
                </a:gridCol>
                <a:gridCol w="704056">
                  <a:extLst>
                    <a:ext uri="{9D8B030D-6E8A-4147-A177-3AD203B41FA5}">
                      <a16:colId xmlns:a16="http://schemas.microsoft.com/office/drawing/2014/main" val="20003"/>
                    </a:ext>
                  </a:extLst>
                </a:gridCol>
              </a:tblGrid>
              <a:tr h="365760">
                <a:tc gridSpan="4">
                  <a:txBody>
                    <a:bodyPr/>
                    <a:lstStyle/>
                    <a:p>
                      <a:pPr algn="ctr"/>
                      <a:r>
                        <a:rPr lang="en-US" sz="2000" dirty="0">
                          <a:solidFill>
                            <a:srgbClr val="FFFF00"/>
                          </a:solidFill>
                        </a:rPr>
                        <a:t>R RIGHT OUTER JOIN S</a:t>
                      </a:r>
                    </a:p>
                  </a:txBody>
                  <a:tcPr marL="91436" marR="91436"/>
                </a:tc>
                <a:tc hMerge="1">
                  <a:txBody>
                    <a:bodyPr/>
                    <a:lstStyle/>
                    <a:p>
                      <a:endParaRPr lang="en-US" dirty="0"/>
                    </a:p>
                  </a:txBody>
                  <a:tcPr/>
                </a:tc>
                <a:tc hMerge="1">
                  <a:txBody>
                    <a:bodyPr/>
                    <a:lstStyle/>
                    <a:p>
                      <a:pPr algn="ctr"/>
                      <a:endParaRPr lang="en-US" sz="2400" dirty="0">
                        <a:solidFill>
                          <a:srgbClr val="FFFF00"/>
                        </a:solidFill>
                      </a:endParaRPr>
                    </a:p>
                  </a:txBody>
                  <a:tcPr/>
                </a:tc>
                <a:tc hMerge="1">
                  <a:txBody>
                    <a:bodyPr/>
                    <a:lstStyle/>
                    <a:p>
                      <a:pPr algn="ctr"/>
                      <a:endParaRPr lang="en-US" sz="2400" dirty="0">
                        <a:solidFill>
                          <a:srgbClr val="FFFF00"/>
                        </a:solidFill>
                      </a:endParaRPr>
                    </a:p>
                  </a:txBody>
                  <a:tcPr/>
                </a:tc>
                <a:extLst>
                  <a:ext uri="{0D108BD9-81ED-4DB2-BD59-A6C34878D82A}">
                    <a16:rowId xmlns:a16="http://schemas.microsoft.com/office/drawing/2014/main" val="10000"/>
                  </a:ext>
                </a:extLst>
              </a:tr>
              <a:tr h="365760">
                <a:tc>
                  <a:txBody>
                    <a:bodyPr/>
                    <a:lstStyle/>
                    <a:p>
                      <a:pPr algn="ctr"/>
                      <a:r>
                        <a:rPr lang="en-US" sz="2000" b="1" dirty="0">
                          <a:solidFill>
                            <a:srgbClr val="0000CC"/>
                          </a:solidFill>
                        </a:rPr>
                        <a:t>A</a:t>
                      </a:r>
                    </a:p>
                  </a:txBody>
                  <a:tcPr marL="91436" marR="91436"/>
                </a:tc>
                <a:tc>
                  <a:txBody>
                    <a:bodyPr/>
                    <a:lstStyle/>
                    <a:p>
                      <a:pPr algn="ctr"/>
                      <a:r>
                        <a:rPr lang="en-US" sz="2000" b="1" dirty="0">
                          <a:solidFill>
                            <a:srgbClr val="0000CC"/>
                          </a:solidFill>
                        </a:rPr>
                        <a:t>B</a:t>
                      </a:r>
                    </a:p>
                  </a:txBody>
                  <a:tcPr marL="91436" marR="91436"/>
                </a:tc>
                <a:tc>
                  <a:txBody>
                    <a:bodyPr/>
                    <a:lstStyle/>
                    <a:p>
                      <a:pPr algn="ctr"/>
                      <a:r>
                        <a:rPr lang="en-US" sz="2000" b="1" dirty="0">
                          <a:solidFill>
                            <a:srgbClr val="0000CC"/>
                          </a:solidFill>
                        </a:rPr>
                        <a:t>C</a:t>
                      </a:r>
                      <a:r>
                        <a:rPr lang="en-US" sz="2000" b="1" baseline="-25000" dirty="0">
                          <a:solidFill>
                            <a:srgbClr val="0000CC"/>
                          </a:solidFill>
                        </a:rPr>
                        <a:t>S</a:t>
                      </a:r>
                      <a:endParaRPr lang="en-US" sz="2000" b="1" dirty="0">
                        <a:solidFill>
                          <a:srgbClr val="0000CC"/>
                        </a:solidFill>
                      </a:endParaRPr>
                    </a:p>
                  </a:txBody>
                  <a:tcPr marL="91436" marR="91436"/>
                </a:tc>
                <a:tc>
                  <a:txBody>
                    <a:bodyPr/>
                    <a:lstStyle/>
                    <a:p>
                      <a:pPr algn="ctr"/>
                      <a:r>
                        <a:rPr lang="en-US" sz="2000" b="1" dirty="0">
                          <a:solidFill>
                            <a:srgbClr val="0000CC"/>
                          </a:solidFill>
                        </a:rPr>
                        <a:t>D</a:t>
                      </a:r>
                    </a:p>
                  </a:txBody>
                  <a:tcPr marL="91436" marR="91436"/>
                </a:tc>
                <a:extLst>
                  <a:ext uri="{0D108BD9-81ED-4DB2-BD59-A6C34878D82A}">
                    <a16:rowId xmlns:a16="http://schemas.microsoft.com/office/drawing/2014/main" val="10001"/>
                  </a:ext>
                </a:extLst>
              </a:tr>
              <a:tr h="365760">
                <a:tc>
                  <a:txBody>
                    <a:bodyPr/>
                    <a:lstStyle/>
                    <a:p>
                      <a:pPr algn="ctr"/>
                      <a:r>
                        <a:rPr lang="en-US" sz="2000" dirty="0"/>
                        <a:t>A1</a:t>
                      </a:r>
                    </a:p>
                  </a:txBody>
                  <a:tcPr marL="91436" marR="91436"/>
                </a:tc>
                <a:tc>
                  <a:txBody>
                    <a:bodyPr/>
                    <a:lstStyle/>
                    <a:p>
                      <a:pPr algn="ctr"/>
                      <a:r>
                        <a:rPr lang="en-US" sz="2000" dirty="0"/>
                        <a:t>B1</a:t>
                      </a:r>
                    </a:p>
                  </a:txBody>
                  <a:tcPr marL="91436" marR="91436"/>
                </a:tc>
                <a:tc>
                  <a:txBody>
                    <a:bodyPr/>
                    <a:lstStyle/>
                    <a:p>
                      <a:pPr algn="ctr"/>
                      <a:r>
                        <a:rPr lang="en-US" sz="2000" dirty="0"/>
                        <a:t>C1</a:t>
                      </a:r>
                    </a:p>
                  </a:txBody>
                  <a:tcPr marL="91436" marR="91436"/>
                </a:tc>
                <a:tc>
                  <a:txBody>
                    <a:bodyPr/>
                    <a:lstStyle/>
                    <a:p>
                      <a:pPr algn="ctr"/>
                      <a:r>
                        <a:rPr lang="en-US" sz="2000" dirty="0"/>
                        <a:t>D1</a:t>
                      </a:r>
                    </a:p>
                  </a:txBody>
                  <a:tcPr marL="91436" marR="91436"/>
                </a:tc>
                <a:extLst>
                  <a:ext uri="{0D108BD9-81ED-4DB2-BD59-A6C34878D82A}">
                    <a16:rowId xmlns:a16="http://schemas.microsoft.com/office/drawing/2014/main" val="10002"/>
                  </a:ext>
                </a:extLst>
              </a:tr>
              <a:tr h="365760">
                <a:tc>
                  <a:txBody>
                    <a:bodyPr/>
                    <a:lstStyle/>
                    <a:p>
                      <a:pPr algn="ctr"/>
                      <a:r>
                        <a:rPr lang="en-US" sz="2000" dirty="0"/>
                        <a:t>A2</a:t>
                      </a:r>
                    </a:p>
                  </a:txBody>
                  <a:tcPr marL="91436" marR="91436"/>
                </a:tc>
                <a:tc>
                  <a:txBody>
                    <a:bodyPr/>
                    <a:lstStyle/>
                    <a:p>
                      <a:pPr algn="ctr"/>
                      <a:r>
                        <a:rPr lang="en-US" sz="2000" dirty="0"/>
                        <a:t>B2</a:t>
                      </a:r>
                    </a:p>
                  </a:txBody>
                  <a:tcPr marL="91436" marR="91436"/>
                </a:tc>
                <a:tc>
                  <a:txBody>
                    <a:bodyPr/>
                    <a:lstStyle/>
                    <a:p>
                      <a:pPr algn="ctr"/>
                      <a:r>
                        <a:rPr lang="en-US" sz="2000" dirty="0"/>
                        <a:t>C2</a:t>
                      </a:r>
                    </a:p>
                  </a:txBody>
                  <a:tcPr marL="91436" marR="91436"/>
                </a:tc>
                <a:tc>
                  <a:txBody>
                    <a:bodyPr/>
                    <a:lstStyle/>
                    <a:p>
                      <a:pPr algn="ctr"/>
                      <a:r>
                        <a:rPr lang="en-US" sz="2000" dirty="0"/>
                        <a:t>D2</a:t>
                      </a:r>
                    </a:p>
                  </a:txBody>
                  <a:tcPr marL="91436" marR="91436"/>
                </a:tc>
                <a:extLst>
                  <a:ext uri="{0D108BD9-81ED-4DB2-BD59-A6C34878D82A}">
                    <a16:rowId xmlns:a16="http://schemas.microsoft.com/office/drawing/2014/main" val="10003"/>
                  </a:ext>
                </a:extLst>
              </a:tr>
              <a:tr h="365760">
                <a:tc>
                  <a:txBody>
                    <a:bodyPr/>
                    <a:lstStyle/>
                    <a:p>
                      <a:pPr algn="ctr"/>
                      <a:endParaRPr lang="en-US" sz="2000" dirty="0"/>
                    </a:p>
                  </a:txBody>
                  <a:tcPr marL="91436" marR="91436"/>
                </a:tc>
                <a:tc>
                  <a:txBody>
                    <a:bodyPr/>
                    <a:lstStyle/>
                    <a:p>
                      <a:pPr algn="ctr"/>
                      <a:endParaRPr lang="en-US" sz="2000" dirty="0"/>
                    </a:p>
                  </a:txBody>
                  <a:tcPr marL="91436" marR="91436"/>
                </a:tc>
                <a:tc>
                  <a:txBody>
                    <a:bodyPr/>
                    <a:lstStyle/>
                    <a:p>
                      <a:pPr algn="ctr"/>
                      <a:r>
                        <a:rPr lang="en-US" sz="2000" b="1" dirty="0">
                          <a:solidFill>
                            <a:srgbClr val="00B050"/>
                          </a:solidFill>
                        </a:rPr>
                        <a:t>C3</a:t>
                      </a:r>
                    </a:p>
                  </a:txBody>
                  <a:tcPr marL="91436" marR="91436"/>
                </a:tc>
                <a:tc>
                  <a:txBody>
                    <a:bodyPr/>
                    <a:lstStyle/>
                    <a:p>
                      <a:pPr algn="ctr"/>
                      <a:r>
                        <a:rPr lang="en-US" sz="2000" b="1" dirty="0">
                          <a:solidFill>
                            <a:srgbClr val="00B050"/>
                          </a:solidFill>
                        </a:rPr>
                        <a:t>D3</a:t>
                      </a:r>
                    </a:p>
                  </a:txBody>
                  <a:tcPr marL="91436" marR="91436"/>
                </a:tc>
                <a:extLst>
                  <a:ext uri="{0D108BD9-81ED-4DB2-BD59-A6C34878D82A}">
                    <a16:rowId xmlns:a16="http://schemas.microsoft.com/office/drawing/2014/main" val="10004"/>
                  </a:ext>
                </a:extLst>
              </a:tr>
            </a:tbl>
          </a:graphicData>
        </a:graphic>
      </p:graphicFrame>
      <p:graphicFrame>
        <p:nvGraphicFramePr>
          <p:cNvPr id="5" name="Table 4">
            <a:extLst>
              <a:ext uri="{FF2B5EF4-FFF2-40B4-BE49-F238E27FC236}">
                <a16:creationId xmlns:a16="http://schemas.microsoft.com/office/drawing/2014/main" id="{712F3208-4868-215B-1EA7-37549B0692B5}"/>
              </a:ext>
            </a:extLst>
          </p:cNvPr>
          <p:cNvGraphicFramePr>
            <a:graphicFrameLocks noGrp="1"/>
          </p:cNvGraphicFramePr>
          <p:nvPr>
            <p:extLst>
              <p:ext uri="{D42A27DB-BD31-4B8C-83A1-F6EECF244321}">
                <p14:modId xmlns:p14="http://schemas.microsoft.com/office/powerpoint/2010/main" val="4122029556"/>
              </p:ext>
            </p:extLst>
          </p:nvPr>
        </p:nvGraphicFramePr>
        <p:xfrm>
          <a:off x="1116013" y="4294188"/>
          <a:ext cx="2087562" cy="1981200"/>
        </p:xfrm>
        <a:graphic>
          <a:graphicData uri="http://schemas.openxmlformats.org/drawingml/2006/table">
            <a:tbl>
              <a:tblPr firstRow="1" bandRow="1">
                <a:tableStyleId>{5C22544A-7EE6-4342-B048-85BDC9FD1C3A}</a:tableStyleId>
              </a:tblPr>
              <a:tblGrid>
                <a:gridCol w="695854">
                  <a:extLst>
                    <a:ext uri="{9D8B030D-6E8A-4147-A177-3AD203B41FA5}">
                      <a16:colId xmlns:a16="http://schemas.microsoft.com/office/drawing/2014/main" val="20000"/>
                    </a:ext>
                  </a:extLst>
                </a:gridCol>
                <a:gridCol w="695854">
                  <a:extLst>
                    <a:ext uri="{9D8B030D-6E8A-4147-A177-3AD203B41FA5}">
                      <a16:colId xmlns:a16="http://schemas.microsoft.com/office/drawing/2014/main" val="20001"/>
                    </a:ext>
                  </a:extLst>
                </a:gridCol>
                <a:gridCol w="695854">
                  <a:extLst>
                    <a:ext uri="{9D8B030D-6E8A-4147-A177-3AD203B41FA5}">
                      <a16:colId xmlns:a16="http://schemas.microsoft.com/office/drawing/2014/main" val="20002"/>
                    </a:ext>
                  </a:extLst>
                </a:gridCol>
              </a:tblGrid>
              <a:tr h="331159">
                <a:tc gridSpan="3">
                  <a:txBody>
                    <a:bodyPr/>
                    <a:lstStyle/>
                    <a:p>
                      <a:pPr algn="ctr"/>
                      <a:r>
                        <a:rPr lang="en-US" sz="2000" dirty="0">
                          <a:solidFill>
                            <a:srgbClr val="FFFF00"/>
                          </a:solidFill>
                        </a:rPr>
                        <a:t>Relation R</a:t>
                      </a:r>
                    </a:p>
                  </a:txBody>
                  <a:tcPr marL="91411" marR="91411"/>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31159">
                <a:tc>
                  <a:txBody>
                    <a:bodyPr/>
                    <a:lstStyle/>
                    <a:p>
                      <a:pPr algn="ctr"/>
                      <a:r>
                        <a:rPr lang="en-US" sz="2000" b="1" dirty="0">
                          <a:solidFill>
                            <a:srgbClr val="0000CC"/>
                          </a:solidFill>
                        </a:rPr>
                        <a:t>A</a:t>
                      </a:r>
                    </a:p>
                  </a:txBody>
                  <a:tcPr marL="91411" marR="91411"/>
                </a:tc>
                <a:tc>
                  <a:txBody>
                    <a:bodyPr/>
                    <a:lstStyle/>
                    <a:p>
                      <a:pPr algn="ctr"/>
                      <a:r>
                        <a:rPr lang="en-US" sz="2000" b="1" dirty="0">
                          <a:solidFill>
                            <a:srgbClr val="0000CC"/>
                          </a:solidFill>
                        </a:rPr>
                        <a:t>B</a:t>
                      </a:r>
                    </a:p>
                  </a:txBody>
                  <a:tcPr marL="91411" marR="91411"/>
                </a:tc>
                <a:tc>
                  <a:txBody>
                    <a:bodyPr/>
                    <a:lstStyle/>
                    <a:p>
                      <a:pPr algn="ctr"/>
                      <a:r>
                        <a:rPr lang="en-US" sz="2000" b="1" dirty="0">
                          <a:solidFill>
                            <a:srgbClr val="0000CC"/>
                          </a:solidFill>
                        </a:rPr>
                        <a:t>C</a:t>
                      </a:r>
                      <a:r>
                        <a:rPr lang="en-US" sz="2000" b="1" baseline="-25000" dirty="0">
                          <a:solidFill>
                            <a:srgbClr val="0000CC"/>
                          </a:solidFill>
                        </a:rPr>
                        <a:t>R</a:t>
                      </a:r>
                    </a:p>
                  </a:txBody>
                  <a:tcPr marL="91411" marR="91411"/>
                </a:tc>
                <a:extLst>
                  <a:ext uri="{0D108BD9-81ED-4DB2-BD59-A6C34878D82A}">
                    <a16:rowId xmlns:a16="http://schemas.microsoft.com/office/drawing/2014/main" val="10001"/>
                  </a:ext>
                </a:extLst>
              </a:tr>
              <a:tr h="331159">
                <a:tc>
                  <a:txBody>
                    <a:bodyPr/>
                    <a:lstStyle/>
                    <a:p>
                      <a:pPr algn="ctr"/>
                      <a:r>
                        <a:rPr lang="en-US" sz="2000" dirty="0"/>
                        <a:t>A1</a:t>
                      </a:r>
                    </a:p>
                  </a:txBody>
                  <a:tcPr marL="91411" marR="91411"/>
                </a:tc>
                <a:tc>
                  <a:txBody>
                    <a:bodyPr/>
                    <a:lstStyle/>
                    <a:p>
                      <a:pPr algn="ctr"/>
                      <a:r>
                        <a:rPr lang="en-US" sz="2000" dirty="0"/>
                        <a:t>B1</a:t>
                      </a:r>
                    </a:p>
                  </a:txBody>
                  <a:tcPr marL="91411" marR="91411"/>
                </a:tc>
                <a:tc>
                  <a:txBody>
                    <a:bodyPr/>
                    <a:lstStyle/>
                    <a:p>
                      <a:pPr algn="ctr"/>
                      <a:r>
                        <a:rPr lang="en-US" sz="2000" dirty="0"/>
                        <a:t>C1</a:t>
                      </a:r>
                    </a:p>
                  </a:txBody>
                  <a:tcPr marL="91411" marR="91411"/>
                </a:tc>
                <a:extLst>
                  <a:ext uri="{0D108BD9-81ED-4DB2-BD59-A6C34878D82A}">
                    <a16:rowId xmlns:a16="http://schemas.microsoft.com/office/drawing/2014/main" val="10002"/>
                  </a:ext>
                </a:extLst>
              </a:tr>
              <a:tr h="331159">
                <a:tc>
                  <a:txBody>
                    <a:bodyPr/>
                    <a:lstStyle/>
                    <a:p>
                      <a:pPr algn="ctr"/>
                      <a:r>
                        <a:rPr lang="en-US" sz="2000" dirty="0"/>
                        <a:t>A2</a:t>
                      </a:r>
                    </a:p>
                  </a:txBody>
                  <a:tcPr marL="91411" marR="91411"/>
                </a:tc>
                <a:tc>
                  <a:txBody>
                    <a:bodyPr/>
                    <a:lstStyle/>
                    <a:p>
                      <a:pPr algn="ctr"/>
                      <a:r>
                        <a:rPr lang="en-US" sz="2000" dirty="0"/>
                        <a:t>B2</a:t>
                      </a:r>
                    </a:p>
                  </a:txBody>
                  <a:tcPr marL="91411" marR="91411"/>
                </a:tc>
                <a:tc>
                  <a:txBody>
                    <a:bodyPr/>
                    <a:lstStyle/>
                    <a:p>
                      <a:pPr algn="ctr"/>
                      <a:r>
                        <a:rPr lang="en-US" sz="2000" dirty="0"/>
                        <a:t>C2</a:t>
                      </a:r>
                    </a:p>
                  </a:txBody>
                  <a:tcPr marL="91411" marR="91411"/>
                </a:tc>
                <a:extLst>
                  <a:ext uri="{0D108BD9-81ED-4DB2-BD59-A6C34878D82A}">
                    <a16:rowId xmlns:a16="http://schemas.microsoft.com/office/drawing/2014/main" val="10003"/>
                  </a:ext>
                </a:extLst>
              </a:tr>
              <a:tr h="331159">
                <a:tc>
                  <a:txBody>
                    <a:bodyPr/>
                    <a:lstStyle/>
                    <a:p>
                      <a:pPr algn="ctr"/>
                      <a:r>
                        <a:rPr lang="en-US" sz="2000" dirty="0">
                          <a:solidFill>
                            <a:srgbClr val="FF0000"/>
                          </a:solidFill>
                        </a:rPr>
                        <a:t>A3</a:t>
                      </a:r>
                    </a:p>
                  </a:txBody>
                  <a:tcPr marL="91411" marR="91411"/>
                </a:tc>
                <a:tc>
                  <a:txBody>
                    <a:bodyPr/>
                    <a:lstStyle/>
                    <a:p>
                      <a:pPr algn="ctr"/>
                      <a:r>
                        <a:rPr lang="en-US" sz="2000" dirty="0">
                          <a:solidFill>
                            <a:srgbClr val="FF0000"/>
                          </a:solidFill>
                        </a:rPr>
                        <a:t>B1</a:t>
                      </a:r>
                    </a:p>
                  </a:txBody>
                  <a:tcPr marL="91411" marR="91411"/>
                </a:tc>
                <a:tc>
                  <a:txBody>
                    <a:bodyPr/>
                    <a:lstStyle/>
                    <a:p>
                      <a:pPr algn="ctr"/>
                      <a:endParaRPr lang="en-US" sz="2000" dirty="0"/>
                    </a:p>
                  </a:txBody>
                  <a:tcPr marL="91411" marR="91411"/>
                </a:tc>
                <a:extLst>
                  <a:ext uri="{0D108BD9-81ED-4DB2-BD59-A6C34878D82A}">
                    <a16:rowId xmlns:a16="http://schemas.microsoft.com/office/drawing/2014/main" val="10004"/>
                  </a:ext>
                </a:extLst>
              </a:tr>
            </a:tbl>
          </a:graphicData>
        </a:graphic>
      </p:graphicFrame>
      <p:graphicFrame>
        <p:nvGraphicFramePr>
          <p:cNvPr id="13" name="Table 12">
            <a:extLst>
              <a:ext uri="{FF2B5EF4-FFF2-40B4-BE49-F238E27FC236}">
                <a16:creationId xmlns:a16="http://schemas.microsoft.com/office/drawing/2014/main" id="{3A2DDF6E-00B0-5BDC-238A-D148170C707C}"/>
              </a:ext>
            </a:extLst>
          </p:cNvPr>
          <p:cNvGraphicFramePr>
            <a:graphicFrameLocks noGrp="1"/>
          </p:cNvGraphicFramePr>
          <p:nvPr>
            <p:extLst>
              <p:ext uri="{D42A27DB-BD31-4B8C-83A1-F6EECF244321}">
                <p14:modId xmlns:p14="http://schemas.microsoft.com/office/powerpoint/2010/main" val="4052342872"/>
              </p:ext>
            </p:extLst>
          </p:nvPr>
        </p:nvGraphicFramePr>
        <p:xfrm>
          <a:off x="3584575" y="4292600"/>
          <a:ext cx="1606550" cy="1981200"/>
        </p:xfrm>
        <a:graphic>
          <a:graphicData uri="http://schemas.openxmlformats.org/drawingml/2006/table">
            <a:tbl>
              <a:tblPr firstRow="1" bandRow="1">
                <a:tableStyleId>{5C22544A-7EE6-4342-B048-85BDC9FD1C3A}</a:tableStyleId>
              </a:tblPr>
              <a:tblGrid>
                <a:gridCol w="803275">
                  <a:extLst>
                    <a:ext uri="{9D8B030D-6E8A-4147-A177-3AD203B41FA5}">
                      <a16:colId xmlns:a16="http://schemas.microsoft.com/office/drawing/2014/main" val="20000"/>
                    </a:ext>
                  </a:extLst>
                </a:gridCol>
                <a:gridCol w="803275">
                  <a:extLst>
                    <a:ext uri="{9D8B030D-6E8A-4147-A177-3AD203B41FA5}">
                      <a16:colId xmlns:a16="http://schemas.microsoft.com/office/drawing/2014/main" val="20001"/>
                    </a:ext>
                  </a:extLst>
                </a:gridCol>
              </a:tblGrid>
              <a:tr h="36576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FFFF00"/>
                          </a:solidFill>
                        </a:rPr>
                        <a:t>Relation S</a:t>
                      </a:r>
                      <a:endParaRPr lang="en-US" sz="2000" dirty="0"/>
                    </a:p>
                  </a:txBody>
                  <a:tcPr marL="91367" marR="91367"/>
                </a:tc>
                <a:tc hMerge="1">
                  <a:txBody>
                    <a:bodyPr/>
                    <a:lstStyle/>
                    <a:p>
                      <a:endParaRPr lang="en-US" dirty="0"/>
                    </a:p>
                  </a:txBody>
                  <a:tcPr/>
                </a:tc>
                <a:extLst>
                  <a:ext uri="{0D108BD9-81ED-4DB2-BD59-A6C34878D82A}">
                    <a16:rowId xmlns:a16="http://schemas.microsoft.com/office/drawing/2014/main" val="10000"/>
                  </a:ext>
                </a:extLst>
              </a:tr>
              <a:tr h="365760">
                <a:tc>
                  <a:txBody>
                    <a:bodyPr/>
                    <a:lstStyle/>
                    <a:p>
                      <a:pPr algn="ctr"/>
                      <a:r>
                        <a:rPr lang="en-US" sz="2000" b="1" dirty="0">
                          <a:solidFill>
                            <a:srgbClr val="0000CC"/>
                          </a:solidFill>
                        </a:rPr>
                        <a:t>C</a:t>
                      </a:r>
                      <a:r>
                        <a:rPr lang="en-US" sz="2000" b="1" baseline="-25000" dirty="0">
                          <a:solidFill>
                            <a:srgbClr val="0000CC"/>
                          </a:solidFill>
                        </a:rPr>
                        <a:t>S</a:t>
                      </a:r>
                      <a:endParaRPr lang="en-US" sz="2000" b="1" dirty="0">
                        <a:solidFill>
                          <a:srgbClr val="0000CC"/>
                        </a:solidFill>
                      </a:endParaRPr>
                    </a:p>
                  </a:txBody>
                  <a:tcPr marL="91367" marR="91367"/>
                </a:tc>
                <a:tc>
                  <a:txBody>
                    <a:bodyPr/>
                    <a:lstStyle/>
                    <a:p>
                      <a:pPr algn="ctr"/>
                      <a:r>
                        <a:rPr lang="en-US" sz="2000" b="1" dirty="0">
                          <a:solidFill>
                            <a:srgbClr val="0000CC"/>
                          </a:solidFill>
                        </a:rPr>
                        <a:t>D</a:t>
                      </a:r>
                    </a:p>
                  </a:txBody>
                  <a:tcPr marL="91367" marR="91367"/>
                </a:tc>
                <a:extLst>
                  <a:ext uri="{0D108BD9-81ED-4DB2-BD59-A6C34878D82A}">
                    <a16:rowId xmlns:a16="http://schemas.microsoft.com/office/drawing/2014/main" val="10001"/>
                  </a:ext>
                </a:extLst>
              </a:tr>
              <a:tr h="365760">
                <a:tc>
                  <a:txBody>
                    <a:bodyPr/>
                    <a:lstStyle/>
                    <a:p>
                      <a:pPr algn="ctr"/>
                      <a:r>
                        <a:rPr lang="en-US" sz="2000" dirty="0"/>
                        <a:t>C1</a:t>
                      </a:r>
                    </a:p>
                  </a:txBody>
                  <a:tcPr marL="91367" marR="91367"/>
                </a:tc>
                <a:tc>
                  <a:txBody>
                    <a:bodyPr/>
                    <a:lstStyle/>
                    <a:p>
                      <a:pPr algn="ctr"/>
                      <a:r>
                        <a:rPr lang="en-US" sz="2000" dirty="0"/>
                        <a:t>D1</a:t>
                      </a:r>
                    </a:p>
                  </a:txBody>
                  <a:tcPr marL="91367" marR="91367"/>
                </a:tc>
                <a:extLst>
                  <a:ext uri="{0D108BD9-81ED-4DB2-BD59-A6C34878D82A}">
                    <a16:rowId xmlns:a16="http://schemas.microsoft.com/office/drawing/2014/main" val="10002"/>
                  </a:ext>
                </a:extLst>
              </a:tr>
              <a:tr h="365760">
                <a:tc>
                  <a:txBody>
                    <a:bodyPr/>
                    <a:lstStyle/>
                    <a:p>
                      <a:pPr algn="ctr"/>
                      <a:r>
                        <a:rPr lang="en-US" sz="2000" dirty="0"/>
                        <a:t>C2</a:t>
                      </a:r>
                    </a:p>
                  </a:txBody>
                  <a:tcPr marL="91367" marR="91367"/>
                </a:tc>
                <a:tc>
                  <a:txBody>
                    <a:bodyPr/>
                    <a:lstStyle/>
                    <a:p>
                      <a:pPr algn="ctr"/>
                      <a:r>
                        <a:rPr lang="en-US" sz="2000" dirty="0"/>
                        <a:t>D2</a:t>
                      </a:r>
                    </a:p>
                  </a:txBody>
                  <a:tcPr marL="91367" marR="91367"/>
                </a:tc>
                <a:extLst>
                  <a:ext uri="{0D108BD9-81ED-4DB2-BD59-A6C34878D82A}">
                    <a16:rowId xmlns:a16="http://schemas.microsoft.com/office/drawing/2014/main" val="10003"/>
                  </a:ext>
                </a:extLst>
              </a:tr>
              <a:tr h="365760">
                <a:tc>
                  <a:txBody>
                    <a:bodyPr/>
                    <a:lstStyle/>
                    <a:p>
                      <a:pPr algn="ctr"/>
                      <a:r>
                        <a:rPr lang="en-US" sz="2000" dirty="0">
                          <a:solidFill>
                            <a:srgbClr val="FF0000"/>
                          </a:solidFill>
                        </a:rPr>
                        <a:t>C3</a:t>
                      </a:r>
                    </a:p>
                  </a:txBody>
                  <a:tcPr marL="91367" marR="91367"/>
                </a:tc>
                <a:tc>
                  <a:txBody>
                    <a:bodyPr/>
                    <a:lstStyle/>
                    <a:p>
                      <a:pPr algn="ctr"/>
                      <a:r>
                        <a:rPr lang="en-US" sz="2000" dirty="0">
                          <a:solidFill>
                            <a:srgbClr val="FF0000"/>
                          </a:solidFill>
                        </a:rPr>
                        <a:t>D3</a:t>
                      </a:r>
                    </a:p>
                  </a:txBody>
                  <a:tcPr marL="91367" marR="91367"/>
                </a:tc>
                <a:extLst>
                  <a:ext uri="{0D108BD9-81ED-4DB2-BD59-A6C34878D82A}">
                    <a16:rowId xmlns:a16="http://schemas.microsoft.com/office/drawing/2014/main" val="10004"/>
                  </a:ext>
                </a:extLst>
              </a:tr>
            </a:tbl>
          </a:graphicData>
        </a:graphic>
      </p:graphicFrame>
      <p:graphicFrame>
        <p:nvGraphicFramePr>
          <p:cNvPr id="16" name="Table 15">
            <a:extLst>
              <a:ext uri="{FF2B5EF4-FFF2-40B4-BE49-F238E27FC236}">
                <a16:creationId xmlns:a16="http://schemas.microsoft.com/office/drawing/2014/main" id="{CAD32CA5-57AF-734A-7A34-DDD378D58C6F}"/>
              </a:ext>
            </a:extLst>
          </p:cNvPr>
          <p:cNvGraphicFramePr>
            <a:graphicFrameLocks noGrp="1"/>
          </p:cNvGraphicFramePr>
          <p:nvPr>
            <p:extLst>
              <p:ext uri="{D42A27DB-BD31-4B8C-83A1-F6EECF244321}">
                <p14:modId xmlns:p14="http://schemas.microsoft.com/office/powerpoint/2010/main" val="1792934050"/>
              </p:ext>
            </p:extLst>
          </p:nvPr>
        </p:nvGraphicFramePr>
        <p:xfrm>
          <a:off x="5572125" y="4294188"/>
          <a:ext cx="2816224" cy="2377224"/>
        </p:xfrm>
        <a:graphic>
          <a:graphicData uri="http://schemas.openxmlformats.org/drawingml/2006/table">
            <a:tbl>
              <a:tblPr firstRow="1" bandRow="1">
                <a:tableStyleId>{5C22544A-7EE6-4342-B048-85BDC9FD1C3A}</a:tableStyleId>
              </a:tblPr>
              <a:tblGrid>
                <a:gridCol w="704056">
                  <a:extLst>
                    <a:ext uri="{9D8B030D-6E8A-4147-A177-3AD203B41FA5}">
                      <a16:colId xmlns:a16="http://schemas.microsoft.com/office/drawing/2014/main" val="20000"/>
                    </a:ext>
                  </a:extLst>
                </a:gridCol>
                <a:gridCol w="704056">
                  <a:extLst>
                    <a:ext uri="{9D8B030D-6E8A-4147-A177-3AD203B41FA5}">
                      <a16:colId xmlns:a16="http://schemas.microsoft.com/office/drawing/2014/main" val="20001"/>
                    </a:ext>
                  </a:extLst>
                </a:gridCol>
                <a:gridCol w="704056">
                  <a:extLst>
                    <a:ext uri="{9D8B030D-6E8A-4147-A177-3AD203B41FA5}">
                      <a16:colId xmlns:a16="http://schemas.microsoft.com/office/drawing/2014/main" val="20002"/>
                    </a:ext>
                  </a:extLst>
                </a:gridCol>
                <a:gridCol w="704056">
                  <a:extLst>
                    <a:ext uri="{9D8B030D-6E8A-4147-A177-3AD203B41FA5}">
                      <a16:colId xmlns:a16="http://schemas.microsoft.com/office/drawing/2014/main" val="20003"/>
                    </a:ext>
                  </a:extLst>
                </a:gridCol>
              </a:tblGrid>
              <a:tr h="396081">
                <a:tc gridSpan="4">
                  <a:txBody>
                    <a:bodyPr/>
                    <a:lstStyle/>
                    <a:p>
                      <a:pPr algn="ctr"/>
                      <a:r>
                        <a:rPr lang="en-US" sz="2000" dirty="0">
                          <a:solidFill>
                            <a:srgbClr val="FFFF00"/>
                          </a:solidFill>
                        </a:rPr>
                        <a:t>R FULL OUTER JOIN S</a:t>
                      </a:r>
                    </a:p>
                  </a:txBody>
                  <a:tcPr marL="91437" marR="91437" marT="45702" marB="45702"/>
                </a:tc>
                <a:tc hMerge="1">
                  <a:txBody>
                    <a:bodyPr/>
                    <a:lstStyle/>
                    <a:p>
                      <a:endParaRPr lang="en-US" dirty="0"/>
                    </a:p>
                  </a:txBody>
                  <a:tcPr/>
                </a:tc>
                <a:tc hMerge="1">
                  <a:txBody>
                    <a:bodyPr/>
                    <a:lstStyle/>
                    <a:p>
                      <a:pPr algn="ctr"/>
                      <a:endParaRPr lang="en-US" sz="2400" dirty="0">
                        <a:solidFill>
                          <a:srgbClr val="FFFF00"/>
                        </a:solidFill>
                      </a:endParaRPr>
                    </a:p>
                  </a:txBody>
                  <a:tcPr/>
                </a:tc>
                <a:tc hMerge="1">
                  <a:txBody>
                    <a:bodyPr/>
                    <a:lstStyle/>
                    <a:p>
                      <a:pPr algn="ctr"/>
                      <a:endParaRPr lang="en-US" sz="2400" dirty="0">
                        <a:solidFill>
                          <a:srgbClr val="FFFF00"/>
                        </a:solidFill>
                      </a:endParaRPr>
                    </a:p>
                  </a:txBody>
                  <a:tcPr/>
                </a:tc>
                <a:extLst>
                  <a:ext uri="{0D108BD9-81ED-4DB2-BD59-A6C34878D82A}">
                    <a16:rowId xmlns:a16="http://schemas.microsoft.com/office/drawing/2014/main" val="10000"/>
                  </a:ext>
                </a:extLst>
              </a:tr>
              <a:tr h="396081">
                <a:tc>
                  <a:txBody>
                    <a:bodyPr/>
                    <a:lstStyle/>
                    <a:p>
                      <a:pPr algn="ctr"/>
                      <a:r>
                        <a:rPr lang="en-US" sz="2000" b="1" dirty="0">
                          <a:solidFill>
                            <a:srgbClr val="0000CC"/>
                          </a:solidFill>
                        </a:rPr>
                        <a:t>A</a:t>
                      </a:r>
                    </a:p>
                  </a:txBody>
                  <a:tcPr marL="91437" marR="91437" marT="45702" marB="45702"/>
                </a:tc>
                <a:tc>
                  <a:txBody>
                    <a:bodyPr/>
                    <a:lstStyle/>
                    <a:p>
                      <a:pPr algn="ctr"/>
                      <a:r>
                        <a:rPr lang="en-US" sz="2000" b="1" dirty="0">
                          <a:solidFill>
                            <a:srgbClr val="0000CC"/>
                          </a:solidFill>
                        </a:rPr>
                        <a:t>B</a:t>
                      </a:r>
                    </a:p>
                  </a:txBody>
                  <a:tcPr marL="91437" marR="91437" marT="45702" marB="45702"/>
                </a:tc>
                <a:tc>
                  <a:txBody>
                    <a:bodyPr/>
                    <a:lstStyle/>
                    <a:p>
                      <a:pPr algn="ctr"/>
                      <a:r>
                        <a:rPr lang="en-US" sz="2000" b="1" dirty="0">
                          <a:solidFill>
                            <a:srgbClr val="0000CC"/>
                          </a:solidFill>
                        </a:rPr>
                        <a:t>C</a:t>
                      </a:r>
                      <a:r>
                        <a:rPr lang="en-US" sz="2000" b="1" baseline="-25000" dirty="0">
                          <a:solidFill>
                            <a:srgbClr val="0000CC"/>
                          </a:solidFill>
                        </a:rPr>
                        <a:t>S</a:t>
                      </a:r>
                      <a:endParaRPr lang="en-US" sz="2000" b="1" dirty="0">
                        <a:solidFill>
                          <a:srgbClr val="0000CC"/>
                        </a:solidFill>
                      </a:endParaRPr>
                    </a:p>
                  </a:txBody>
                  <a:tcPr marL="91437" marR="91437" marT="45702" marB="45702"/>
                </a:tc>
                <a:tc>
                  <a:txBody>
                    <a:bodyPr/>
                    <a:lstStyle/>
                    <a:p>
                      <a:pPr algn="ctr"/>
                      <a:r>
                        <a:rPr lang="en-US" sz="2000" b="1" dirty="0">
                          <a:solidFill>
                            <a:srgbClr val="0000CC"/>
                          </a:solidFill>
                        </a:rPr>
                        <a:t>D</a:t>
                      </a:r>
                    </a:p>
                  </a:txBody>
                  <a:tcPr marL="91437" marR="91437" marT="45702" marB="45702"/>
                </a:tc>
                <a:extLst>
                  <a:ext uri="{0D108BD9-81ED-4DB2-BD59-A6C34878D82A}">
                    <a16:rowId xmlns:a16="http://schemas.microsoft.com/office/drawing/2014/main" val="10001"/>
                  </a:ext>
                </a:extLst>
              </a:tr>
              <a:tr h="396081">
                <a:tc>
                  <a:txBody>
                    <a:bodyPr/>
                    <a:lstStyle/>
                    <a:p>
                      <a:pPr algn="ctr"/>
                      <a:r>
                        <a:rPr lang="en-US" sz="2000" dirty="0"/>
                        <a:t>A1</a:t>
                      </a:r>
                    </a:p>
                  </a:txBody>
                  <a:tcPr marL="91437" marR="91437" marT="45702" marB="45702"/>
                </a:tc>
                <a:tc>
                  <a:txBody>
                    <a:bodyPr/>
                    <a:lstStyle/>
                    <a:p>
                      <a:pPr algn="ctr"/>
                      <a:r>
                        <a:rPr lang="en-US" sz="2000" dirty="0"/>
                        <a:t>B1</a:t>
                      </a:r>
                    </a:p>
                  </a:txBody>
                  <a:tcPr marL="91437" marR="91437" marT="45702" marB="45702"/>
                </a:tc>
                <a:tc>
                  <a:txBody>
                    <a:bodyPr/>
                    <a:lstStyle/>
                    <a:p>
                      <a:pPr algn="ctr"/>
                      <a:r>
                        <a:rPr lang="en-US" sz="2000" dirty="0"/>
                        <a:t>C1</a:t>
                      </a:r>
                    </a:p>
                  </a:txBody>
                  <a:tcPr marL="91437" marR="91437" marT="45702" marB="45702"/>
                </a:tc>
                <a:tc>
                  <a:txBody>
                    <a:bodyPr/>
                    <a:lstStyle/>
                    <a:p>
                      <a:pPr algn="ctr"/>
                      <a:r>
                        <a:rPr lang="en-US" sz="2000" dirty="0"/>
                        <a:t>D1</a:t>
                      </a:r>
                    </a:p>
                  </a:txBody>
                  <a:tcPr marL="91437" marR="91437" marT="45702" marB="45702"/>
                </a:tc>
                <a:extLst>
                  <a:ext uri="{0D108BD9-81ED-4DB2-BD59-A6C34878D82A}">
                    <a16:rowId xmlns:a16="http://schemas.microsoft.com/office/drawing/2014/main" val="10002"/>
                  </a:ext>
                </a:extLst>
              </a:tr>
              <a:tr h="396081">
                <a:tc>
                  <a:txBody>
                    <a:bodyPr/>
                    <a:lstStyle/>
                    <a:p>
                      <a:pPr algn="ctr"/>
                      <a:r>
                        <a:rPr lang="en-US" sz="2000" dirty="0"/>
                        <a:t>A2</a:t>
                      </a:r>
                    </a:p>
                  </a:txBody>
                  <a:tcPr marL="91437" marR="91437" marT="45702" marB="45702"/>
                </a:tc>
                <a:tc>
                  <a:txBody>
                    <a:bodyPr/>
                    <a:lstStyle/>
                    <a:p>
                      <a:pPr algn="ctr"/>
                      <a:r>
                        <a:rPr lang="en-US" sz="2000" dirty="0"/>
                        <a:t>B2</a:t>
                      </a:r>
                    </a:p>
                  </a:txBody>
                  <a:tcPr marL="91437" marR="91437" marT="45702" marB="45702"/>
                </a:tc>
                <a:tc>
                  <a:txBody>
                    <a:bodyPr/>
                    <a:lstStyle/>
                    <a:p>
                      <a:pPr algn="ctr"/>
                      <a:r>
                        <a:rPr lang="en-US" sz="2000" dirty="0"/>
                        <a:t>C2</a:t>
                      </a:r>
                    </a:p>
                  </a:txBody>
                  <a:tcPr marL="91437" marR="91437" marT="45702" marB="45702"/>
                </a:tc>
                <a:tc>
                  <a:txBody>
                    <a:bodyPr/>
                    <a:lstStyle/>
                    <a:p>
                      <a:pPr algn="ctr"/>
                      <a:r>
                        <a:rPr lang="en-US" sz="2000" dirty="0"/>
                        <a:t>D2</a:t>
                      </a:r>
                    </a:p>
                  </a:txBody>
                  <a:tcPr marL="91437" marR="91437" marT="45702" marB="45702"/>
                </a:tc>
                <a:extLst>
                  <a:ext uri="{0D108BD9-81ED-4DB2-BD59-A6C34878D82A}">
                    <a16:rowId xmlns:a16="http://schemas.microsoft.com/office/drawing/2014/main" val="10003"/>
                  </a:ext>
                </a:extLst>
              </a:tr>
              <a:tr h="396081">
                <a:tc>
                  <a:txBody>
                    <a:bodyPr/>
                    <a:lstStyle/>
                    <a:p>
                      <a:pPr algn="ctr"/>
                      <a:r>
                        <a:rPr lang="en-US" sz="2000" b="1" dirty="0">
                          <a:solidFill>
                            <a:srgbClr val="00B050"/>
                          </a:solidFill>
                        </a:rPr>
                        <a:t>A3</a:t>
                      </a:r>
                    </a:p>
                  </a:txBody>
                  <a:tcPr marL="91437" marR="91437" marT="45702" marB="45702"/>
                </a:tc>
                <a:tc>
                  <a:txBody>
                    <a:bodyPr/>
                    <a:lstStyle/>
                    <a:p>
                      <a:pPr algn="ctr"/>
                      <a:r>
                        <a:rPr lang="en-US" sz="2000" b="1" dirty="0">
                          <a:solidFill>
                            <a:srgbClr val="00B050"/>
                          </a:solidFill>
                        </a:rPr>
                        <a:t>B1</a:t>
                      </a:r>
                    </a:p>
                  </a:txBody>
                  <a:tcPr marL="91437" marR="91437" marT="45702" marB="45702"/>
                </a:tc>
                <a:tc>
                  <a:txBody>
                    <a:bodyPr/>
                    <a:lstStyle/>
                    <a:p>
                      <a:pPr algn="ctr"/>
                      <a:endParaRPr lang="en-US" sz="2000" b="1" dirty="0"/>
                    </a:p>
                  </a:txBody>
                  <a:tcPr marL="91437" marR="91437" marT="45702" marB="45702"/>
                </a:tc>
                <a:tc>
                  <a:txBody>
                    <a:bodyPr/>
                    <a:lstStyle/>
                    <a:p>
                      <a:pPr algn="ctr"/>
                      <a:endParaRPr lang="en-US" sz="2000" b="1" dirty="0"/>
                    </a:p>
                  </a:txBody>
                  <a:tcPr marL="91437" marR="91437" marT="45702" marB="45702"/>
                </a:tc>
                <a:extLst>
                  <a:ext uri="{0D108BD9-81ED-4DB2-BD59-A6C34878D82A}">
                    <a16:rowId xmlns:a16="http://schemas.microsoft.com/office/drawing/2014/main" val="10004"/>
                  </a:ext>
                </a:extLst>
              </a:tr>
              <a:tr h="396081">
                <a:tc>
                  <a:txBody>
                    <a:bodyPr/>
                    <a:lstStyle/>
                    <a:p>
                      <a:pPr algn="ctr"/>
                      <a:endParaRPr lang="en-US" sz="2000" b="1" dirty="0"/>
                    </a:p>
                  </a:txBody>
                  <a:tcPr marL="91437" marR="91437" marT="45702" marB="45702"/>
                </a:tc>
                <a:tc>
                  <a:txBody>
                    <a:bodyPr/>
                    <a:lstStyle/>
                    <a:p>
                      <a:pPr algn="ctr"/>
                      <a:endParaRPr lang="en-US" sz="2000" b="1" dirty="0"/>
                    </a:p>
                  </a:txBody>
                  <a:tcPr marL="91437" marR="91437" marT="45702" marB="45702"/>
                </a:tc>
                <a:tc>
                  <a:txBody>
                    <a:bodyPr/>
                    <a:lstStyle/>
                    <a:p>
                      <a:pPr algn="ctr"/>
                      <a:r>
                        <a:rPr lang="en-US" sz="2000" b="1" dirty="0">
                          <a:solidFill>
                            <a:srgbClr val="00B050"/>
                          </a:solidFill>
                        </a:rPr>
                        <a:t>C3</a:t>
                      </a:r>
                    </a:p>
                  </a:txBody>
                  <a:tcPr marL="91437" marR="91437" marT="45702" marB="45702"/>
                </a:tc>
                <a:tc>
                  <a:txBody>
                    <a:bodyPr/>
                    <a:lstStyle/>
                    <a:p>
                      <a:pPr algn="ctr"/>
                      <a:r>
                        <a:rPr lang="en-US" sz="2000" b="1" dirty="0">
                          <a:solidFill>
                            <a:srgbClr val="00B050"/>
                          </a:solidFill>
                        </a:rPr>
                        <a:t>D3</a:t>
                      </a:r>
                    </a:p>
                  </a:txBody>
                  <a:tcPr marL="91437" marR="91437" marT="45702" marB="45702"/>
                </a:tc>
                <a:extLst>
                  <a:ext uri="{0D108BD9-81ED-4DB2-BD59-A6C34878D82A}">
                    <a16:rowId xmlns:a16="http://schemas.microsoft.com/office/drawing/2014/main" val="10005"/>
                  </a:ext>
                </a:extLst>
              </a:tr>
            </a:tbl>
          </a:graphicData>
        </a:graphic>
      </p:graphicFrame>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2AD36-281D-575F-4073-8946A00913BE}"/>
            </a:ext>
          </a:extLst>
        </p:cNvPr>
        <p:cNvGrpSpPr/>
        <p:nvPr/>
      </p:nvGrpSpPr>
      <p:grpSpPr>
        <a:xfrm>
          <a:off x="0" y="0"/>
          <a:ext cx="0" cy="0"/>
          <a:chOff x="0" y="0"/>
          <a:chExt cx="0" cy="0"/>
        </a:xfrm>
      </p:grpSpPr>
      <p:sp>
        <p:nvSpPr>
          <p:cNvPr id="51202" name="Rectangle 2">
            <a:extLst>
              <a:ext uri="{FF2B5EF4-FFF2-40B4-BE49-F238E27FC236}">
                <a16:creationId xmlns:a16="http://schemas.microsoft.com/office/drawing/2014/main" id="{AA8DB43A-C171-1294-4B74-3EDF0A72A00E}"/>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Left Outer JOIN</a:t>
            </a:r>
          </a:p>
        </p:txBody>
      </p:sp>
      <p:sp>
        <p:nvSpPr>
          <p:cNvPr id="2" name="Content Placeholder 1">
            <a:extLst>
              <a:ext uri="{FF2B5EF4-FFF2-40B4-BE49-F238E27FC236}">
                <a16:creationId xmlns:a16="http://schemas.microsoft.com/office/drawing/2014/main" id="{62B4A447-A47C-35B2-0ADA-406F2BD33499}"/>
              </a:ext>
            </a:extLst>
          </p:cNvPr>
          <p:cNvSpPr>
            <a:spLocks noGrp="1"/>
          </p:cNvSpPr>
          <p:nvPr>
            <p:ph sz="quarter" idx="1"/>
          </p:nvPr>
        </p:nvSpPr>
        <p:spPr/>
        <p:txBody>
          <a:bodyPr/>
          <a:lstStyle/>
          <a:p>
            <a:endParaRPr lang="en-US"/>
          </a:p>
        </p:txBody>
      </p:sp>
      <p:graphicFrame>
        <p:nvGraphicFramePr>
          <p:cNvPr id="3" name="Object 4">
            <a:extLst>
              <a:ext uri="{FF2B5EF4-FFF2-40B4-BE49-F238E27FC236}">
                <a16:creationId xmlns:a16="http://schemas.microsoft.com/office/drawing/2014/main" id="{DEAE582F-38A8-E6F3-661A-A889789D3E02}"/>
              </a:ext>
            </a:extLst>
          </p:cNvPr>
          <p:cNvGraphicFramePr>
            <a:graphicFrameLocks noChangeAspect="1"/>
          </p:cNvGraphicFramePr>
          <p:nvPr>
            <p:extLst>
              <p:ext uri="{D42A27DB-BD31-4B8C-83A1-F6EECF244321}">
                <p14:modId xmlns:p14="http://schemas.microsoft.com/office/powerpoint/2010/main" val="1751050551"/>
              </p:ext>
            </p:extLst>
          </p:nvPr>
        </p:nvGraphicFramePr>
        <p:xfrm>
          <a:off x="647792" y="3810000"/>
          <a:ext cx="8001000" cy="2438400"/>
        </p:xfrm>
        <a:graphic>
          <a:graphicData uri="http://schemas.openxmlformats.org/presentationml/2006/ole">
            <mc:AlternateContent xmlns:mc="http://schemas.openxmlformats.org/markup-compatibility/2006">
              <mc:Choice xmlns:v="urn:schemas-microsoft-com:vml" Requires="v">
                <p:oleObj name="Image" r:id="rId2" imgW="6666667" imgH="2628571" progId="Photoshop.Image.6">
                  <p:embed/>
                </p:oleObj>
              </mc:Choice>
              <mc:Fallback>
                <p:oleObj name="Image" r:id="rId2" imgW="6666667" imgH="2628571" progId="Photoshop.Image.6">
                  <p:embed/>
                  <p:pic>
                    <p:nvPicPr>
                      <p:cNvPr id="53250" name="Object 4">
                        <a:extLst>
                          <a:ext uri="{FF2B5EF4-FFF2-40B4-BE49-F238E27FC236}">
                            <a16:creationId xmlns:a16="http://schemas.microsoft.com/office/drawing/2014/main" id="{14E24C03-5393-F155-8A41-305EF0C4A9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92" y="3810000"/>
                        <a:ext cx="80010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 name="Object 6">
            <a:extLst>
              <a:ext uri="{FF2B5EF4-FFF2-40B4-BE49-F238E27FC236}">
                <a16:creationId xmlns:a16="http://schemas.microsoft.com/office/drawing/2014/main" id="{EF32D9D4-BC17-0321-6D3D-52C10F72E072}"/>
              </a:ext>
            </a:extLst>
          </p:cNvPr>
          <p:cNvGraphicFramePr>
            <a:graphicFrameLocks noChangeAspect="1"/>
          </p:cNvGraphicFramePr>
          <p:nvPr>
            <p:extLst>
              <p:ext uri="{D42A27DB-BD31-4B8C-83A1-F6EECF244321}">
                <p14:modId xmlns:p14="http://schemas.microsoft.com/office/powerpoint/2010/main" val="3107729033"/>
              </p:ext>
            </p:extLst>
          </p:nvPr>
        </p:nvGraphicFramePr>
        <p:xfrm>
          <a:off x="571592" y="838200"/>
          <a:ext cx="8088313" cy="2808288"/>
        </p:xfrm>
        <a:graphic>
          <a:graphicData uri="http://schemas.openxmlformats.org/presentationml/2006/ole">
            <mc:AlternateContent xmlns:mc="http://schemas.openxmlformats.org/markup-compatibility/2006">
              <mc:Choice xmlns:v="urn:schemas-microsoft-com:vml" Requires="v">
                <p:oleObj name="Image" r:id="rId4" imgW="8088889" imgH="2158730" progId="Photoshop.Image.6">
                  <p:embed/>
                </p:oleObj>
              </mc:Choice>
              <mc:Fallback>
                <p:oleObj name="Image" r:id="rId4" imgW="8088889" imgH="2158730" progId="Photoshop.Image.6">
                  <p:embed/>
                  <p:pic>
                    <p:nvPicPr>
                      <p:cNvPr id="53251" name="Object 6">
                        <a:extLst>
                          <a:ext uri="{FF2B5EF4-FFF2-40B4-BE49-F238E27FC236}">
                            <a16:creationId xmlns:a16="http://schemas.microsoft.com/office/drawing/2014/main" id="{7F7B6ACB-F813-B906-BB8F-A2952E2F84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592" y="838200"/>
                        <a:ext cx="8088313" cy="2808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Footer Placeholder 2">
            <a:extLst>
              <a:ext uri="{FF2B5EF4-FFF2-40B4-BE49-F238E27FC236}">
                <a16:creationId xmlns:a16="http://schemas.microsoft.com/office/drawing/2014/main" id="{FAA595BC-134A-30FE-F568-8CC529154459}"/>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Slide Number Placeholder 23">
            <a:extLst>
              <a:ext uri="{FF2B5EF4-FFF2-40B4-BE49-F238E27FC236}">
                <a16:creationId xmlns:a16="http://schemas.microsoft.com/office/drawing/2014/main" id="{48AF9FB1-797E-AF93-D998-D3BDFF90FEBB}"/>
              </a:ext>
            </a:extLst>
          </p:cNvPr>
          <p:cNvSpPr>
            <a:spLocks noGrp="1"/>
          </p:cNvSpPr>
          <p:nvPr>
            <p:ph type="sldNum" sz="quarter" idx="12"/>
          </p:nvPr>
        </p:nvSpPr>
        <p:spPr>
          <a:xfrm>
            <a:off x="8459788" y="616585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422573296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B39FA-02D6-60A9-7026-31F3CC63FE6E}"/>
            </a:ext>
          </a:extLst>
        </p:cNvPr>
        <p:cNvGrpSpPr/>
        <p:nvPr/>
      </p:nvGrpSpPr>
      <p:grpSpPr>
        <a:xfrm>
          <a:off x="0" y="0"/>
          <a:ext cx="0" cy="0"/>
          <a:chOff x="0" y="0"/>
          <a:chExt cx="0" cy="0"/>
        </a:xfrm>
      </p:grpSpPr>
      <p:sp>
        <p:nvSpPr>
          <p:cNvPr id="51202" name="Rectangle 2">
            <a:extLst>
              <a:ext uri="{FF2B5EF4-FFF2-40B4-BE49-F238E27FC236}">
                <a16:creationId xmlns:a16="http://schemas.microsoft.com/office/drawing/2014/main" id="{0178045E-A125-5350-B3F4-EFC4EB633846}"/>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Right Outer JOIN</a:t>
            </a:r>
          </a:p>
        </p:txBody>
      </p:sp>
      <p:sp>
        <p:nvSpPr>
          <p:cNvPr id="5" name="Footer Placeholder 2">
            <a:extLst>
              <a:ext uri="{FF2B5EF4-FFF2-40B4-BE49-F238E27FC236}">
                <a16:creationId xmlns:a16="http://schemas.microsoft.com/office/drawing/2014/main" id="{0EAFDCB9-AED0-6B9F-477A-65C523705FA9}"/>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Slide Number Placeholder 23">
            <a:extLst>
              <a:ext uri="{FF2B5EF4-FFF2-40B4-BE49-F238E27FC236}">
                <a16:creationId xmlns:a16="http://schemas.microsoft.com/office/drawing/2014/main" id="{BFFC8096-44FD-F686-503A-75BBBFE22601}"/>
              </a:ext>
            </a:extLst>
          </p:cNvPr>
          <p:cNvSpPr>
            <a:spLocks noGrp="1"/>
          </p:cNvSpPr>
          <p:nvPr>
            <p:ph type="sldNum" sz="quarter" idx="12"/>
          </p:nvPr>
        </p:nvSpPr>
        <p:spPr>
          <a:xfrm>
            <a:off x="8459788" y="616585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en-US" sz="1400" b="0" i="0" u="none" strike="noStrike" kern="1200" cap="none" spc="0" normalizeH="0" baseline="0" noProof="0" dirty="0">
              <a:ln>
                <a:noFill/>
              </a:ln>
              <a:solidFill>
                <a:srgbClr val="FFFFFF"/>
              </a:solidFill>
              <a:effectLst/>
              <a:uLnTx/>
              <a:uFillTx/>
              <a:latin typeface="Franklin Gothic Book"/>
              <a:ea typeface="+mj-ea"/>
              <a:cs typeface="+mj-cs"/>
            </a:endParaRPr>
          </a:p>
        </p:txBody>
      </p:sp>
      <p:graphicFrame>
        <p:nvGraphicFramePr>
          <p:cNvPr id="9" name="Object 3">
            <a:extLst>
              <a:ext uri="{FF2B5EF4-FFF2-40B4-BE49-F238E27FC236}">
                <a16:creationId xmlns:a16="http://schemas.microsoft.com/office/drawing/2014/main" id="{F711E2BB-0B89-7278-6EB8-0ED0620AED0F}"/>
              </a:ext>
            </a:extLst>
          </p:cNvPr>
          <p:cNvGraphicFramePr>
            <a:graphicFrameLocks noChangeAspect="1"/>
          </p:cNvGraphicFramePr>
          <p:nvPr>
            <p:extLst>
              <p:ext uri="{D42A27DB-BD31-4B8C-83A1-F6EECF244321}">
                <p14:modId xmlns:p14="http://schemas.microsoft.com/office/powerpoint/2010/main" val="1190985876"/>
              </p:ext>
            </p:extLst>
          </p:nvPr>
        </p:nvGraphicFramePr>
        <p:xfrm>
          <a:off x="762000" y="3798912"/>
          <a:ext cx="7620000" cy="2438400"/>
        </p:xfrm>
        <a:graphic>
          <a:graphicData uri="http://schemas.openxmlformats.org/presentationml/2006/ole">
            <mc:AlternateContent xmlns:mc="http://schemas.openxmlformats.org/markup-compatibility/2006">
              <mc:Choice xmlns:v="urn:schemas-microsoft-com:vml" Requires="v">
                <p:oleObj name="Image" r:id="rId2" imgW="6806349" imgH="2146032" progId="Photoshop.Image.6">
                  <p:embed/>
                </p:oleObj>
              </mc:Choice>
              <mc:Fallback>
                <p:oleObj name="Image" r:id="rId2" imgW="6806349" imgH="2146032" progId="Photoshop.Image.6">
                  <p:embed/>
                  <p:pic>
                    <p:nvPicPr>
                      <p:cNvPr id="55298" name="Object 3">
                        <a:extLst>
                          <a:ext uri="{FF2B5EF4-FFF2-40B4-BE49-F238E27FC236}">
                            <a16:creationId xmlns:a16="http://schemas.microsoft.com/office/drawing/2014/main" id="{19E9C749-79D7-912E-0C2D-8FEB08ED07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3798912"/>
                        <a:ext cx="76200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4">
            <a:extLst>
              <a:ext uri="{FF2B5EF4-FFF2-40B4-BE49-F238E27FC236}">
                <a16:creationId xmlns:a16="http://schemas.microsoft.com/office/drawing/2014/main" id="{EF2034E6-9405-8286-81B0-031A70B9432D}"/>
              </a:ext>
            </a:extLst>
          </p:cNvPr>
          <p:cNvGraphicFramePr>
            <a:graphicFrameLocks noChangeAspect="1"/>
          </p:cNvGraphicFramePr>
          <p:nvPr>
            <p:extLst>
              <p:ext uri="{D42A27DB-BD31-4B8C-83A1-F6EECF244321}">
                <p14:modId xmlns:p14="http://schemas.microsoft.com/office/powerpoint/2010/main" val="4161184465"/>
              </p:ext>
            </p:extLst>
          </p:nvPr>
        </p:nvGraphicFramePr>
        <p:xfrm>
          <a:off x="304800" y="903312"/>
          <a:ext cx="8393113" cy="2732087"/>
        </p:xfrm>
        <a:graphic>
          <a:graphicData uri="http://schemas.openxmlformats.org/presentationml/2006/ole">
            <mc:AlternateContent xmlns:mc="http://schemas.openxmlformats.org/markup-compatibility/2006">
              <mc:Choice xmlns:v="urn:schemas-microsoft-com:vml" Requires="v">
                <p:oleObj name="Image" r:id="rId4" imgW="8088889" imgH="2158730" progId="Photoshop.Image.6">
                  <p:embed/>
                </p:oleObj>
              </mc:Choice>
              <mc:Fallback>
                <p:oleObj name="Image" r:id="rId4" imgW="8088889" imgH="2158730" progId="Photoshop.Image.6">
                  <p:embed/>
                  <p:pic>
                    <p:nvPicPr>
                      <p:cNvPr id="55299" name="Object 4">
                        <a:extLst>
                          <a:ext uri="{FF2B5EF4-FFF2-40B4-BE49-F238E27FC236}">
                            <a16:creationId xmlns:a16="http://schemas.microsoft.com/office/drawing/2014/main" id="{FFA8A6B2-2FA5-4E58-E78A-40D7EDEF55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 y="903312"/>
                        <a:ext cx="8393113" cy="273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477135120"/>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401482AD-C0C5-115F-7D42-BF318D4E36F8}"/>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Left Semi Join</a:t>
            </a:r>
          </a:p>
        </p:txBody>
      </p:sp>
      <p:sp>
        <p:nvSpPr>
          <p:cNvPr id="24579" name="Rectangle 3">
            <a:extLst>
              <a:ext uri="{FF2B5EF4-FFF2-40B4-BE49-F238E27FC236}">
                <a16:creationId xmlns:a16="http://schemas.microsoft.com/office/drawing/2014/main" id="{8455DEB4-F8D5-9245-4D0E-A0AF95E5989D}"/>
              </a:ext>
            </a:extLst>
          </p:cNvPr>
          <p:cNvSpPr>
            <a:spLocks noGrp="1" noChangeArrowheads="1"/>
          </p:cNvSpPr>
          <p:nvPr>
            <p:ph type="body" idx="1"/>
          </p:nvPr>
        </p:nvSpPr>
        <p:spPr>
          <a:xfrm>
            <a:off x="354013" y="741363"/>
            <a:ext cx="8466137" cy="4343400"/>
          </a:xfrm>
        </p:spPr>
        <p:txBody>
          <a:bodyPr/>
          <a:lstStyle/>
          <a:p>
            <a:pPr algn="just" eaLnBrk="1" hangingPunct="1">
              <a:spcBef>
                <a:spcPts val="0"/>
              </a:spcBef>
              <a:spcAft>
                <a:spcPts val="300"/>
              </a:spcAft>
              <a:defRPr/>
            </a:pPr>
            <a:r>
              <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rPr>
              <a:t>Left Semi Join</a:t>
            </a:r>
            <a:r>
              <a:rPr lang="en-US" sz="2400" dirty="0">
                <a:latin typeface="Cambria" panose="02040503050406030204" pitchFamily="18" charset="0"/>
                <a:ea typeface="Cambria" panose="02040503050406030204" pitchFamily="18" charset="0"/>
                <a:cs typeface="Calibri" panose="020F0502020204030204" pitchFamily="34" charset="0"/>
              </a:rPr>
              <a:t> of two relations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R</a:t>
            </a:r>
            <a:r>
              <a:rPr lang="en-US" sz="2400" dirty="0">
                <a:latin typeface="Cambria" panose="02040503050406030204" pitchFamily="18" charset="0"/>
                <a:ea typeface="Cambria" panose="02040503050406030204" pitchFamily="18" charset="0"/>
                <a:cs typeface="Calibri" panose="020F0502020204030204" pitchFamily="34" charset="0"/>
              </a:rPr>
              <a:t> and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S</a:t>
            </a:r>
            <a:r>
              <a:rPr lang="en-US" sz="2400" dirty="0">
                <a:latin typeface="Cambria" panose="02040503050406030204" pitchFamily="18" charset="0"/>
                <a:ea typeface="Cambria" panose="02040503050406030204" pitchFamily="18" charset="0"/>
                <a:cs typeface="Calibri" panose="020F0502020204030204" pitchFamily="34" charset="0"/>
              </a:rPr>
              <a:t>, written as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R |x S </a:t>
            </a:r>
            <a:r>
              <a:rPr lang="en-US" sz="2400" dirty="0">
                <a:latin typeface="Cambria" panose="02040503050406030204" pitchFamily="18" charset="0"/>
                <a:ea typeface="Cambria" panose="02040503050406030204" pitchFamily="18" charset="0"/>
                <a:cs typeface="Calibri" panose="020F0502020204030204" pitchFamily="34" charset="0"/>
              </a:rPr>
              <a:t>is found by taking the natural join of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R</a:t>
            </a:r>
            <a:r>
              <a:rPr lang="en-US" sz="2400" dirty="0">
                <a:latin typeface="Cambria" panose="02040503050406030204" pitchFamily="18" charset="0"/>
                <a:ea typeface="Cambria" panose="02040503050406030204" pitchFamily="18" charset="0"/>
                <a:cs typeface="Calibri" panose="020F0502020204030204" pitchFamily="34" charset="0"/>
              </a:rPr>
              <a:t> and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S</a:t>
            </a:r>
            <a:r>
              <a:rPr lang="en-US" sz="2400" dirty="0">
                <a:latin typeface="Cambria" panose="02040503050406030204" pitchFamily="18" charset="0"/>
                <a:ea typeface="Cambria" panose="02040503050406030204" pitchFamily="18" charset="0"/>
                <a:cs typeface="Calibri" panose="020F0502020204030204" pitchFamily="34" charset="0"/>
              </a:rPr>
              <a:t> and then projecting the result onto the attributes of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R</a:t>
            </a:r>
            <a:r>
              <a:rPr lang="en-US" sz="2400" dirty="0">
                <a:latin typeface="Cambria" panose="02040503050406030204" pitchFamily="18" charset="0"/>
                <a:ea typeface="Cambria" panose="02040503050406030204" pitchFamily="18" charset="0"/>
                <a:cs typeface="Calibri" panose="020F0502020204030204" pitchFamily="34" charset="0"/>
              </a:rPr>
              <a:t>. </a:t>
            </a:r>
          </a:p>
          <a:p>
            <a:pPr algn="just" eaLnBrk="1" hangingPunct="1">
              <a:spcBef>
                <a:spcPts val="0"/>
              </a:spcBef>
              <a:spcAft>
                <a:spcPts val="300"/>
              </a:spcAft>
              <a:defRPr/>
            </a:pPr>
            <a:r>
              <a:rPr lang="en-US" sz="2400" dirty="0">
                <a:latin typeface="Cambria" panose="02040503050406030204" pitchFamily="18" charset="0"/>
                <a:ea typeface="Cambria" panose="02040503050406030204" pitchFamily="18" charset="0"/>
                <a:cs typeface="Calibri" panose="020F0502020204030204" pitchFamily="34" charset="0"/>
              </a:rPr>
              <a:t>The result will be just those tuples of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R</a:t>
            </a:r>
            <a:r>
              <a:rPr lang="en-US" sz="2400" dirty="0">
                <a:latin typeface="Cambria" panose="02040503050406030204" pitchFamily="18" charset="0"/>
                <a:ea typeface="Cambria" panose="02040503050406030204" pitchFamily="18" charset="0"/>
                <a:cs typeface="Calibri" panose="020F0502020204030204" pitchFamily="34" charset="0"/>
              </a:rPr>
              <a:t> that participate in the natural join.</a:t>
            </a:r>
          </a:p>
          <a:p>
            <a:pPr marL="228600" indent="-228600" eaLnBrk="1" hangingPunct="1">
              <a:spcBef>
                <a:spcPts val="0"/>
              </a:spcBef>
              <a:spcAft>
                <a:spcPts val="300"/>
              </a:spcAft>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dirty="0">
              <a:latin typeface="Cambria" panose="02040503050406030204" pitchFamily="18" charset="0"/>
              <a:ea typeface="Cambria" panose="02040503050406030204" pitchFamily="18" charset="0"/>
              <a:cs typeface="Calibri" panose="020F0502020204030204" pitchFamily="34" charset="0"/>
            </a:endParaRPr>
          </a:p>
        </p:txBody>
      </p:sp>
      <p:graphicFrame>
        <p:nvGraphicFramePr>
          <p:cNvPr id="2" name="Table 1">
            <a:extLst>
              <a:ext uri="{FF2B5EF4-FFF2-40B4-BE49-F238E27FC236}">
                <a16:creationId xmlns:a16="http://schemas.microsoft.com/office/drawing/2014/main" id="{CF2B28F0-8B01-2691-2AAA-9F082B55394E}"/>
              </a:ext>
            </a:extLst>
          </p:cNvPr>
          <p:cNvGraphicFramePr>
            <a:graphicFrameLocks noGrp="1"/>
          </p:cNvGraphicFramePr>
          <p:nvPr/>
        </p:nvGraphicFramePr>
        <p:xfrm>
          <a:off x="735013" y="2774950"/>
          <a:ext cx="2089149" cy="2286000"/>
        </p:xfrm>
        <a:graphic>
          <a:graphicData uri="http://schemas.openxmlformats.org/drawingml/2006/table">
            <a:tbl>
              <a:tblPr firstRow="1" bandRow="1">
                <a:tableStyleId>{5C22544A-7EE6-4342-B048-85BDC9FD1C3A}</a:tableStyleId>
              </a:tblPr>
              <a:tblGrid>
                <a:gridCol w="696383">
                  <a:extLst>
                    <a:ext uri="{9D8B030D-6E8A-4147-A177-3AD203B41FA5}">
                      <a16:colId xmlns:a16="http://schemas.microsoft.com/office/drawing/2014/main" val="20000"/>
                    </a:ext>
                  </a:extLst>
                </a:gridCol>
                <a:gridCol w="696383">
                  <a:extLst>
                    <a:ext uri="{9D8B030D-6E8A-4147-A177-3AD203B41FA5}">
                      <a16:colId xmlns:a16="http://schemas.microsoft.com/office/drawing/2014/main" val="20001"/>
                    </a:ext>
                  </a:extLst>
                </a:gridCol>
                <a:gridCol w="696383">
                  <a:extLst>
                    <a:ext uri="{9D8B030D-6E8A-4147-A177-3AD203B41FA5}">
                      <a16:colId xmlns:a16="http://schemas.microsoft.com/office/drawing/2014/main" val="20002"/>
                    </a:ext>
                  </a:extLst>
                </a:gridCol>
              </a:tblGrid>
              <a:tr h="431970">
                <a:tc gridSpan="3">
                  <a:txBody>
                    <a:bodyPr/>
                    <a:lstStyle/>
                    <a:p>
                      <a:pPr algn="ctr"/>
                      <a:r>
                        <a:rPr lang="en-US" sz="2400" dirty="0">
                          <a:solidFill>
                            <a:srgbClr val="FFFF00"/>
                          </a:solidFill>
                        </a:rPr>
                        <a:t>Relation R</a:t>
                      </a:r>
                    </a:p>
                  </a:txBody>
                  <a:tcPr marL="91480" marR="9148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431970">
                <a:tc>
                  <a:txBody>
                    <a:bodyPr/>
                    <a:lstStyle/>
                    <a:p>
                      <a:pPr algn="ctr"/>
                      <a:r>
                        <a:rPr lang="en-US" sz="2400" b="1" dirty="0">
                          <a:solidFill>
                            <a:srgbClr val="0070C0"/>
                          </a:solidFill>
                        </a:rPr>
                        <a:t>A</a:t>
                      </a:r>
                    </a:p>
                  </a:txBody>
                  <a:tcPr marL="91480" marR="91480"/>
                </a:tc>
                <a:tc>
                  <a:txBody>
                    <a:bodyPr/>
                    <a:lstStyle/>
                    <a:p>
                      <a:pPr algn="ctr"/>
                      <a:r>
                        <a:rPr lang="en-US" sz="2400" b="1" dirty="0">
                          <a:solidFill>
                            <a:srgbClr val="0070C0"/>
                          </a:solidFill>
                        </a:rPr>
                        <a:t>B</a:t>
                      </a:r>
                    </a:p>
                  </a:txBody>
                  <a:tcPr marL="91480" marR="91480"/>
                </a:tc>
                <a:tc>
                  <a:txBody>
                    <a:bodyPr/>
                    <a:lstStyle/>
                    <a:p>
                      <a:pPr algn="ctr"/>
                      <a:r>
                        <a:rPr lang="en-US" sz="2400" b="1" dirty="0">
                          <a:solidFill>
                            <a:srgbClr val="0070C0"/>
                          </a:solidFill>
                        </a:rPr>
                        <a:t>C</a:t>
                      </a:r>
                      <a:r>
                        <a:rPr lang="en-US" sz="2400" b="1" baseline="-25000" dirty="0">
                          <a:solidFill>
                            <a:srgbClr val="0070C0"/>
                          </a:solidFill>
                        </a:rPr>
                        <a:t>R</a:t>
                      </a:r>
                    </a:p>
                  </a:txBody>
                  <a:tcPr marL="91480" marR="91480"/>
                </a:tc>
                <a:extLst>
                  <a:ext uri="{0D108BD9-81ED-4DB2-BD59-A6C34878D82A}">
                    <a16:rowId xmlns:a16="http://schemas.microsoft.com/office/drawing/2014/main" val="10001"/>
                  </a:ext>
                </a:extLst>
              </a:tr>
              <a:tr h="431970">
                <a:tc>
                  <a:txBody>
                    <a:bodyPr/>
                    <a:lstStyle/>
                    <a:p>
                      <a:pPr algn="ctr"/>
                      <a:r>
                        <a:rPr lang="en-US" sz="2400" dirty="0"/>
                        <a:t>A1</a:t>
                      </a:r>
                    </a:p>
                  </a:txBody>
                  <a:tcPr marL="91480" marR="91480"/>
                </a:tc>
                <a:tc>
                  <a:txBody>
                    <a:bodyPr/>
                    <a:lstStyle/>
                    <a:p>
                      <a:pPr algn="ctr"/>
                      <a:r>
                        <a:rPr lang="en-US" sz="2400" dirty="0"/>
                        <a:t>B1</a:t>
                      </a:r>
                    </a:p>
                  </a:txBody>
                  <a:tcPr marL="91480" marR="91480"/>
                </a:tc>
                <a:tc>
                  <a:txBody>
                    <a:bodyPr/>
                    <a:lstStyle/>
                    <a:p>
                      <a:pPr algn="ctr"/>
                      <a:r>
                        <a:rPr lang="en-US" sz="2400" dirty="0"/>
                        <a:t>C1</a:t>
                      </a:r>
                    </a:p>
                  </a:txBody>
                  <a:tcPr marL="91480" marR="91480"/>
                </a:tc>
                <a:extLst>
                  <a:ext uri="{0D108BD9-81ED-4DB2-BD59-A6C34878D82A}">
                    <a16:rowId xmlns:a16="http://schemas.microsoft.com/office/drawing/2014/main" val="10002"/>
                  </a:ext>
                </a:extLst>
              </a:tr>
              <a:tr h="431970">
                <a:tc>
                  <a:txBody>
                    <a:bodyPr/>
                    <a:lstStyle/>
                    <a:p>
                      <a:pPr algn="ctr"/>
                      <a:r>
                        <a:rPr lang="en-US" sz="2400" dirty="0"/>
                        <a:t>A2</a:t>
                      </a:r>
                    </a:p>
                  </a:txBody>
                  <a:tcPr marL="91480" marR="91480"/>
                </a:tc>
                <a:tc>
                  <a:txBody>
                    <a:bodyPr/>
                    <a:lstStyle/>
                    <a:p>
                      <a:pPr algn="ctr"/>
                      <a:r>
                        <a:rPr lang="en-US" sz="2400" dirty="0"/>
                        <a:t>B2</a:t>
                      </a:r>
                    </a:p>
                  </a:txBody>
                  <a:tcPr marL="91480" marR="91480"/>
                </a:tc>
                <a:tc>
                  <a:txBody>
                    <a:bodyPr/>
                    <a:lstStyle/>
                    <a:p>
                      <a:pPr algn="ctr"/>
                      <a:r>
                        <a:rPr lang="en-US" sz="2400" dirty="0"/>
                        <a:t>C2</a:t>
                      </a:r>
                    </a:p>
                  </a:txBody>
                  <a:tcPr marL="91480" marR="91480"/>
                </a:tc>
                <a:extLst>
                  <a:ext uri="{0D108BD9-81ED-4DB2-BD59-A6C34878D82A}">
                    <a16:rowId xmlns:a16="http://schemas.microsoft.com/office/drawing/2014/main" val="10003"/>
                  </a:ext>
                </a:extLst>
              </a:tr>
              <a:tr h="431970">
                <a:tc>
                  <a:txBody>
                    <a:bodyPr/>
                    <a:lstStyle/>
                    <a:p>
                      <a:pPr algn="ctr"/>
                      <a:r>
                        <a:rPr lang="en-US" sz="2400" dirty="0">
                          <a:solidFill>
                            <a:srgbClr val="FF0000"/>
                          </a:solidFill>
                        </a:rPr>
                        <a:t>A3</a:t>
                      </a:r>
                    </a:p>
                  </a:txBody>
                  <a:tcPr marL="91480" marR="91480"/>
                </a:tc>
                <a:tc>
                  <a:txBody>
                    <a:bodyPr/>
                    <a:lstStyle/>
                    <a:p>
                      <a:pPr algn="ctr"/>
                      <a:r>
                        <a:rPr lang="en-US" sz="2400" dirty="0">
                          <a:solidFill>
                            <a:srgbClr val="FF0000"/>
                          </a:solidFill>
                        </a:rPr>
                        <a:t>B1</a:t>
                      </a:r>
                    </a:p>
                  </a:txBody>
                  <a:tcPr marL="91480" marR="91480"/>
                </a:tc>
                <a:tc>
                  <a:txBody>
                    <a:bodyPr/>
                    <a:lstStyle/>
                    <a:p>
                      <a:pPr algn="ctr"/>
                      <a:endParaRPr lang="en-US" sz="2400" dirty="0">
                        <a:solidFill>
                          <a:srgbClr val="FF0000"/>
                        </a:solidFill>
                      </a:endParaRPr>
                    </a:p>
                  </a:txBody>
                  <a:tcPr marL="91480" marR="91480"/>
                </a:tc>
                <a:extLst>
                  <a:ext uri="{0D108BD9-81ED-4DB2-BD59-A6C34878D82A}">
                    <a16:rowId xmlns:a16="http://schemas.microsoft.com/office/drawing/2014/main" val="10004"/>
                  </a:ext>
                </a:extLst>
              </a:tr>
            </a:tbl>
          </a:graphicData>
        </a:graphic>
      </p:graphicFrame>
      <p:graphicFrame>
        <p:nvGraphicFramePr>
          <p:cNvPr id="3" name="Table 2">
            <a:extLst>
              <a:ext uri="{FF2B5EF4-FFF2-40B4-BE49-F238E27FC236}">
                <a16:creationId xmlns:a16="http://schemas.microsoft.com/office/drawing/2014/main" id="{03859615-E140-DD08-87E9-4545C7A8DF9E}"/>
              </a:ext>
            </a:extLst>
          </p:cNvPr>
          <p:cNvGraphicFramePr>
            <a:graphicFrameLocks noGrp="1"/>
          </p:cNvGraphicFramePr>
          <p:nvPr/>
        </p:nvGraphicFramePr>
        <p:xfrm>
          <a:off x="3203575" y="2774950"/>
          <a:ext cx="1608138" cy="2286000"/>
        </p:xfrm>
        <a:graphic>
          <a:graphicData uri="http://schemas.openxmlformats.org/drawingml/2006/table">
            <a:tbl>
              <a:tblPr firstRow="1" bandRow="1">
                <a:tableStyleId>{5C22544A-7EE6-4342-B048-85BDC9FD1C3A}</a:tableStyleId>
              </a:tblPr>
              <a:tblGrid>
                <a:gridCol w="804069">
                  <a:extLst>
                    <a:ext uri="{9D8B030D-6E8A-4147-A177-3AD203B41FA5}">
                      <a16:colId xmlns:a16="http://schemas.microsoft.com/office/drawing/2014/main" val="20000"/>
                    </a:ext>
                  </a:extLst>
                </a:gridCol>
                <a:gridCol w="804069">
                  <a:extLst>
                    <a:ext uri="{9D8B030D-6E8A-4147-A177-3AD203B41FA5}">
                      <a16:colId xmlns:a16="http://schemas.microsoft.com/office/drawing/2014/main" val="20001"/>
                    </a:ext>
                  </a:extLst>
                </a:gridCol>
              </a:tblGrid>
              <a:tr h="37084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FFFF00"/>
                          </a:solidFill>
                        </a:rPr>
                        <a:t>Relation S</a:t>
                      </a:r>
                      <a:endParaRPr lang="en-US" sz="2400" dirty="0"/>
                    </a:p>
                  </a:txBody>
                  <a:tcPr marL="91457" marR="91457"/>
                </a:tc>
                <a:tc hMerge="1">
                  <a:txBody>
                    <a:bodyPr/>
                    <a:lstStyle/>
                    <a:p>
                      <a:endParaRPr lang="en-US" dirty="0"/>
                    </a:p>
                  </a:txBody>
                  <a:tcPr/>
                </a:tc>
                <a:extLst>
                  <a:ext uri="{0D108BD9-81ED-4DB2-BD59-A6C34878D82A}">
                    <a16:rowId xmlns:a16="http://schemas.microsoft.com/office/drawing/2014/main" val="10000"/>
                  </a:ext>
                </a:extLst>
              </a:tr>
              <a:tr h="370840">
                <a:tc>
                  <a:txBody>
                    <a:bodyPr/>
                    <a:lstStyle/>
                    <a:p>
                      <a:pPr algn="ctr"/>
                      <a:r>
                        <a:rPr lang="en-US" sz="2400" b="1" dirty="0">
                          <a:solidFill>
                            <a:srgbClr val="0070C0"/>
                          </a:solidFill>
                        </a:rPr>
                        <a:t>C</a:t>
                      </a:r>
                      <a:r>
                        <a:rPr lang="en-US" sz="2400" b="1" baseline="-25000" dirty="0">
                          <a:solidFill>
                            <a:srgbClr val="0070C0"/>
                          </a:solidFill>
                        </a:rPr>
                        <a:t>S</a:t>
                      </a:r>
                      <a:endParaRPr lang="en-US" sz="2400" b="1" dirty="0">
                        <a:solidFill>
                          <a:srgbClr val="0070C0"/>
                        </a:solidFill>
                      </a:endParaRPr>
                    </a:p>
                  </a:txBody>
                  <a:tcPr marL="91457" marR="91457"/>
                </a:tc>
                <a:tc>
                  <a:txBody>
                    <a:bodyPr/>
                    <a:lstStyle/>
                    <a:p>
                      <a:pPr algn="ctr"/>
                      <a:r>
                        <a:rPr lang="en-US" sz="2400" b="1" dirty="0">
                          <a:solidFill>
                            <a:srgbClr val="0070C0"/>
                          </a:solidFill>
                        </a:rPr>
                        <a:t>D</a:t>
                      </a:r>
                    </a:p>
                  </a:txBody>
                  <a:tcPr marL="91457" marR="91457"/>
                </a:tc>
                <a:extLst>
                  <a:ext uri="{0D108BD9-81ED-4DB2-BD59-A6C34878D82A}">
                    <a16:rowId xmlns:a16="http://schemas.microsoft.com/office/drawing/2014/main" val="10001"/>
                  </a:ext>
                </a:extLst>
              </a:tr>
              <a:tr h="370840">
                <a:tc>
                  <a:txBody>
                    <a:bodyPr/>
                    <a:lstStyle/>
                    <a:p>
                      <a:pPr algn="ctr"/>
                      <a:r>
                        <a:rPr lang="en-US" sz="2400" dirty="0"/>
                        <a:t>C1</a:t>
                      </a:r>
                    </a:p>
                  </a:txBody>
                  <a:tcPr marL="91457" marR="91457"/>
                </a:tc>
                <a:tc>
                  <a:txBody>
                    <a:bodyPr/>
                    <a:lstStyle/>
                    <a:p>
                      <a:pPr algn="ctr"/>
                      <a:r>
                        <a:rPr lang="en-US" sz="2400" dirty="0"/>
                        <a:t>D1</a:t>
                      </a:r>
                    </a:p>
                  </a:txBody>
                  <a:tcPr marL="91457" marR="91457"/>
                </a:tc>
                <a:extLst>
                  <a:ext uri="{0D108BD9-81ED-4DB2-BD59-A6C34878D82A}">
                    <a16:rowId xmlns:a16="http://schemas.microsoft.com/office/drawing/2014/main" val="10002"/>
                  </a:ext>
                </a:extLst>
              </a:tr>
              <a:tr h="370840">
                <a:tc>
                  <a:txBody>
                    <a:bodyPr/>
                    <a:lstStyle/>
                    <a:p>
                      <a:pPr algn="ctr"/>
                      <a:r>
                        <a:rPr lang="en-US" sz="2400" dirty="0"/>
                        <a:t>C2</a:t>
                      </a:r>
                    </a:p>
                  </a:txBody>
                  <a:tcPr marL="91457" marR="91457"/>
                </a:tc>
                <a:tc>
                  <a:txBody>
                    <a:bodyPr/>
                    <a:lstStyle/>
                    <a:p>
                      <a:pPr algn="ctr"/>
                      <a:r>
                        <a:rPr lang="en-US" sz="2400" dirty="0"/>
                        <a:t>D2</a:t>
                      </a:r>
                    </a:p>
                  </a:txBody>
                  <a:tcPr marL="91457" marR="91457"/>
                </a:tc>
                <a:extLst>
                  <a:ext uri="{0D108BD9-81ED-4DB2-BD59-A6C34878D82A}">
                    <a16:rowId xmlns:a16="http://schemas.microsoft.com/office/drawing/2014/main" val="10003"/>
                  </a:ext>
                </a:extLst>
              </a:tr>
              <a:tr h="370840">
                <a:tc>
                  <a:txBody>
                    <a:bodyPr/>
                    <a:lstStyle/>
                    <a:p>
                      <a:pPr algn="ctr"/>
                      <a:r>
                        <a:rPr lang="en-US" sz="2400" dirty="0">
                          <a:solidFill>
                            <a:srgbClr val="FF0000"/>
                          </a:solidFill>
                        </a:rPr>
                        <a:t>C3</a:t>
                      </a:r>
                    </a:p>
                  </a:txBody>
                  <a:tcPr marL="91457" marR="91457"/>
                </a:tc>
                <a:tc>
                  <a:txBody>
                    <a:bodyPr/>
                    <a:lstStyle/>
                    <a:p>
                      <a:pPr algn="ctr"/>
                      <a:r>
                        <a:rPr lang="en-US" sz="2400" dirty="0">
                          <a:solidFill>
                            <a:srgbClr val="FF0000"/>
                          </a:solidFill>
                        </a:rPr>
                        <a:t>D3</a:t>
                      </a:r>
                    </a:p>
                  </a:txBody>
                  <a:tcPr marL="91457" marR="91457"/>
                </a:tc>
                <a:extLst>
                  <a:ext uri="{0D108BD9-81ED-4DB2-BD59-A6C34878D82A}">
                    <a16:rowId xmlns:a16="http://schemas.microsoft.com/office/drawing/2014/main" val="10004"/>
                  </a:ext>
                </a:extLst>
              </a:tr>
            </a:tbl>
          </a:graphicData>
        </a:graphic>
      </p:graphicFrame>
      <p:graphicFrame>
        <p:nvGraphicFramePr>
          <p:cNvPr id="4" name="Table 3">
            <a:extLst>
              <a:ext uri="{FF2B5EF4-FFF2-40B4-BE49-F238E27FC236}">
                <a16:creationId xmlns:a16="http://schemas.microsoft.com/office/drawing/2014/main" id="{F0E5F044-333A-3225-BE90-F81642F42F84}"/>
              </a:ext>
            </a:extLst>
          </p:cNvPr>
          <p:cNvGraphicFramePr>
            <a:graphicFrameLocks noGrp="1"/>
          </p:cNvGraphicFramePr>
          <p:nvPr/>
        </p:nvGraphicFramePr>
        <p:xfrm>
          <a:off x="5191125" y="2774950"/>
          <a:ext cx="1949451" cy="1828800"/>
        </p:xfrm>
        <a:graphic>
          <a:graphicData uri="http://schemas.openxmlformats.org/drawingml/2006/table">
            <a:tbl>
              <a:tblPr firstRow="1" bandRow="1">
                <a:tableStyleId>{5C22544A-7EE6-4342-B048-85BDC9FD1C3A}</a:tableStyleId>
              </a:tblPr>
              <a:tblGrid>
                <a:gridCol w="649817">
                  <a:extLst>
                    <a:ext uri="{9D8B030D-6E8A-4147-A177-3AD203B41FA5}">
                      <a16:colId xmlns:a16="http://schemas.microsoft.com/office/drawing/2014/main" val="20000"/>
                    </a:ext>
                  </a:extLst>
                </a:gridCol>
                <a:gridCol w="649817">
                  <a:extLst>
                    <a:ext uri="{9D8B030D-6E8A-4147-A177-3AD203B41FA5}">
                      <a16:colId xmlns:a16="http://schemas.microsoft.com/office/drawing/2014/main" val="20001"/>
                    </a:ext>
                  </a:extLst>
                </a:gridCol>
                <a:gridCol w="649817">
                  <a:extLst>
                    <a:ext uri="{9D8B030D-6E8A-4147-A177-3AD203B41FA5}">
                      <a16:colId xmlns:a16="http://schemas.microsoft.com/office/drawing/2014/main" val="20002"/>
                    </a:ext>
                  </a:extLst>
                </a:gridCol>
              </a:tblGrid>
              <a:tr h="370840">
                <a:tc gridSpan="3">
                  <a:txBody>
                    <a:bodyPr/>
                    <a:lstStyle/>
                    <a:p>
                      <a:pPr algn="ctr"/>
                      <a:r>
                        <a:rPr lang="en-US" sz="2400" dirty="0">
                          <a:solidFill>
                            <a:srgbClr val="FFFF00"/>
                          </a:solidFill>
                        </a:rPr>
                        <a:t>R |x S</a:t>
                      </a:r>
                    </a:p>
                  </a:txBody>
                  <a:tcPr marL="91459" marR="91459"/>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pPr algn="ctr"/>
                      <a:r>
                        <a:rPr lang="en-US" sz="2400" b="1" dirty="0">
                          <a:solidFill>
                            <a:srgbClr val="0070C0"/>
                          </a:solidFill>
                        </a:rPr>
                        <a:t>A</a:t>
                      </a:r>
                    </a:p>
                  </a:txBody>
                  <a:tcPr marL="91459" marR="91459"/>
                </a:tc>
                <a:tc>
                  <a:txBody>
                    <a:bodyPr/>
                    <a:lstStyle/>
                    <a:p>
                      <a:pPr algn="ctr"/>
                      <a:r>
                        <a:rPr lang="en-US" sz="2400" b="1" dirty="0">
                          <a:solidFill>
                            <a:srgbClr val="0070C0"/>
                          </a:solidFill>
                        </a:rPr>
                        <a:t>B</a:t>
                      </a:r>
                    </a:p>
                  </a:txBody>
                  <a:tcPr marL="91459" marR="91459"/>
                </a:tc>
                <a:tc>
                  <a:txBody>
                    <a:bodyPr/>
                    <a:lstStyle/>
                    <a:p>
                      <a:pPr algn="ctr"/>
                      <a:r>
                        <a:rPr lang="en-US" sz="2400" b="1" dirty="0">
                          <a:solidFill>
                            <a:srgbClr val="0070C0"/>
                          </a:solidFill>
                        </a:rPr>
                        <a:t>C</a:t>
                      </a:r>
                      <a:r>
                        <a:rPr lang="en-US" sz="2400" b="1" baseline="-25000" dirty="0">
                          <a:solidFill>
                            <a:srgbClr val="0070C0"/>
                          </a:solidFill>
                        </a:rPr>
                        <a:t>R</a:t>
                      </a:r>
                    </a:p>
                  </a:txBody>
                  <a:tcPr marL="91459" marR="91459"/>
                </a:tc>
                <a:extLst>
                  <a:ext uri="{0D108BD9-81ED-4DB2-BD59-A6C34878D82A}">
                    <a16:rowId xmlns:a16="http://schemas.microsoft.com/office/drawing/2014/main" val="10001"/>
                  </a:ext>
                </a:extLst>
              </a:tr>
              <a:tr h="370840">
                <a:tc>
                  <a:txBody>
                    <a:bodyPr/>
                    <a:lstStyle/>
                    <a:p>
                      <a:pPr algn="ctr"/>
                      <a:r>
                        <a:rPr lang="en-US" sz="2400" dirty="0"/>
                        <a:t>A1</a:t>
                      </a:r>
                    </a:p>
                  </a:txBody>
                  <a:tcPr marL="91459" marR="91459"/>
                </a:tc>
                <a:tc>
                  <a:txBody>
                    <a:bodyPr/>
                    <a:lstStyle/>
                    <a:p>
                      <a:pPr algn="ctr"/>
                      <a:r>
                        <a:rPr lang="en-US" sz="2400" dirty="0"/>
                        <a:t>B1</a:t>
                      </a:r>
                    </a:p>
                  </a:txBody>
                  <a:tcPr marL="91459" marR="91459"/>
                </a:tc>
                <a:tc>
                  <a:txBody>
                    <a:bodyPr/>
                    <a:lstStyle/>
                    <a:p>
                      <a:pPr algn="ctr"/>
                      <a:r>
                        <a:rPr lang="en-US" sz="2400" dirty="0"/>
                        <a:t>C1</a:t>
                      </a:r>
                    </a:p>
                  </a:txBody>
                  <a:tcPr marL="91459" marR="91459"/>
                </a:tc>
                <a:extLst>
                  <a:ext uri="{0D108BD9-81ED-4DB2-BD59-A6C34878D82A}">
                    <a16:rowId xmlns:a16="http://schemas.microsoft.com/office/drawing/2014/main" val="10002"/>
                  </a:ext>
                </a:extLst>
              </a:tr>
              <a:tr h="370840">
                <a:tc>
                  <a:txBody>
                    <a:bodyPr/>
                    <a:lstStyle/>
                    <a:p>
                      <a:pPr algn="ctr"/>
                      <a:r>
                        <a:rPr lang="en-US" sz="2400" dirty="0"/>
                        <a:t>A2</a:t>
                      </a:r>
                    </a:p>
                  </a:txBody>
                  <a:tcPr marL="91459" marR="91459"/>
                </a:tc>
                <a:tc>
                  <a:txBody>
                    <a:bodyPr/>
                    <a:lstStyle/>
                    <a:p>
                      <a:pPr algn="ctr"/>
                      <a:r>
                        <a:rPr lang="en-US" sz="2400" dirty="0"/>
                        <a:t>B2</a:t>
                      </a:r>
                    </a:p>
                  </a:txBody>
                  <a:tcPr marL="91459" marR="91459"/>
                </a:tc>
                <a:tc>
                  <a:txBody>
                    <a:bodyPr/>
                    <a:lstStyle/>
                    <a:p>
                      <a:pPr algn="ctr"/>
                      <a:r>
                        <a:rPr lang="en-US" sz="2400" dirty="0"/>
                        <a:t>C2</a:t>
                      </a:r>
                    </a:p>
                  </a:txBody>
                  <a:tcPr marL="91459" marR="91459"/>
                </a:tc>
                <a:extLst>
                  <a:ext uri="{0D108BD9-81ED-4DB2-BD59-A6C34878D82A}">
                    <a16:rowId xmlns:a16="http://schemas.microsoft.com/office/drawing/2014/main" val="10003"/>
                  </a:ext>
                </a:extLst>
              </a:tr>
            </a:tbl>
          </a:graphicData>
        </a:graphic>
      </p:graphicFrame>
      <p:sp>
        <p:nvSpPr>
          <p:cNvPr id="5" name="Footer Placeholder 2">
            <a:extLst>
              <a:ext uri="{FF2B5EF4-FFF2-40B4-BE49-F238E27FC236}">
                <a16:creationId xmlns:a16="http://schemas.microsoft.com/office/drawing/2014/main" id="{05B18E42-D388-B12C-3F20-6D72370D270C}"/>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Slide Number Placeholder 23">
            <a:extLst>
              <a:ext uri="{FF2B5EF4-FFF2-40B4-BE49-F238E27FC236}">
                <a16:creationId xmlns:a16="http://schemas.microsoft.com/office/drawing/2014/main" id="{C8477408-F806-7785-BE8D-D53DEEE6B25C}"/>
              </a:ext>
            </a:extLst>
          </p:cNvPr>
          <p:cNvSpPr>
            <a:spLocks noGrp="1"/>
          </p:cNvSpPr>
          <p:nvPr>
            <p:ph type="sldNum" sz="quarter" idx="12"/>
          </p:nvPr>
        </p:nvSpPr>
        <p:spPr>
          <a:xfrm>
            <a:off x="8459788" y="616585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F33F320F-594F-DCC7-D121-D07DF9C3014F}"/>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Right Semi Join</a:t>
            </a:r>
          </a:p>
        </p:txBody>
      </p:sp>
      <p:sp>
        <p:nvSpPr>
          <p:cNvPr id="24579" name="Rectangle 3">
            <a:extLst>
              <a:ext uri="{FF2B5EF4-FFF2-40B4-BE49-F238E27FC236}">
                <a16:creationId xmlns:a16="http://schemas.microsoft.com/office/drawing/2014/main" id="{14744BEF-CE82-B03B-59D5-80A626B00EDF}"/>
              </a:ext>
            </a:extLst>
          </p:cNvPr>
          <p:cNvSpPr>
            <a:spLocks noGrp="1" noChangeArrowheads="1"/>
          </p:cNvSpPr>
          <p:nvPr>
            <p:ph type="body" idx="1"/>
          </p:nvPr>
        </p:nvSpPr>
        <p:spPr>
          <a:xfrm>
            <a:off x="354013" y="741363"/>
            <a:ext cx="8466137" cy="4343400"/>
          </a:xfrm>
        </p:spPr>
        <p:txBody>
          <a:bodyPr/>
          <a:lstStyle/>
          <a:p>
            <a:pPr algn="just" eaLnBrk="1" hangingPunct="1">
              <a:spcBef>
                <a:spcPts val="0"/>
              </a:spcBef>
              <a:spcAft>
                <a:spcPts val="300"/>
              </a:spcAft>
              <a:defRPr/>
            </a:pPr>
            <a:r>
              <a:rPr lang="en-US" sz="2400" b="1" dirty="0">
                <a:solidFill>
                  <a:srgbClr val="0000CC"/>
                </a:solidFill>
                <a:latin typeface="Cambria" panose="02040503050406030204" pitchFamily="18" charset="0"/>
                <a:ea typeface="Cambria" panose="02040503050406030204" pitchFamily="18" charset="0"/>
                <a:cs typeface="Calibri" panose="020F0502020204030204" pitchFamily="34" charset="0"/>
              </a:rPr>
              <a:t>Right Semi Join</a:t>
            </a:r>
            <a:r>
              <a:rPr lang="en-US" sz="2400" dirty="0">
                <a:latin typeface="Cambria" panose="02040503050406030204" pitchFamily="18" charset="0"/>
                <a:ea typeface="Cambria" panose="02040503050406030204" pitchFamily="18" charset="0"/>
                <a:cs typeface="Calibri" panose="020F0502020204030204" pitchFamily="34" charset="0"/>
              </a:rPr>
              <a:t> of two relations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R</a:t>
            </a:r>
            <a:r>
              <a:rPr lang="en-US" sz="2400" dirty="0">
                <a:latin typeface="Cambria" panose="02040503050406030204" pitchFamily="18" charset="0"/>
                <a:ea typeface="Cambria" panose="02040503050406030204" pitchFamily="18" charset="0"/>
                <a:cs typeface="Calibri" panose="020F0502020204030204" pitchFamily="34" charset="0"/>
              </a:rPr>
              <a:t> and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S</a:t>
            </a:r>
            <a:r>
              <a:rPr lang="en-US" sz="2400" dirty="0">
                <a:latin typeface="Cambria" panose="02040503050406030204" pitchFamily="18" charset="0"/>
                <a:ea typeface="Cambria" panose="02040503050406030204" pitchFamily="18" charset="0"/>
                <a:cs typeface="Calibri" panose="020F0502020204030204" pitchFamily="34" charset="0"/>
              </a:rPr>
              <a:t>, written as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R x| S </a:t>
            </a:r>
            <a:r>
              <a:rPr lang="en-US" sz="2400" dirty="0">
                <a:latin typeface="Cambria" panose="02040503050406030204" pitchFamily="18" charset="0"/>
                <a:ea typeface="Cambria" panose="02040503050406030204" pitchFamily="18" charset="0"/>
                <a:cs typeface="Calibri" panose="020F0502020204030204" pitchFamily="34" charset="0"/>
              </a:rPr>
              <a:t>is found by taking the natural join of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R</a:t>
            </a:r>
            <a:r>
              <a:rPr lang="en-US" sz="2400" dirty="0">
                <a:latin typeface="Cambria" panose="02040503050406030204" pitchFamily="18" charset="0"/>
                <a:ea typeface="Cambria" panose="02040503050406030204" pitchFamily="18" charset="0"/>
                <a:cs typeface="Calibri" panose="020F0502020204030204" pitchFamily="34" charset="0"/>
              </a:rPr>
              <a:t> and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S</a:t>
            </a:r>
            <a:r>
              <a:rPr lang="en-US" sz="2400" dirty="0">
                <a:latin typeface="Cambria" panose="02040503050406030204" pitchFamily="18" charset="0"/>
                <a:ea typeface="Cambria" panose="02040503050406030204" pitchFamily="18" charset="0"/>
                <a:cs typeface="Calibri" panose="020F0502020204030204" pitchFamily="34" charset="0"/>
              </a:rPr>
              <a:t> and then projecting the result onto the attributes of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S</a:t>
            </a:r>
            <a:r>
              <a:rPr lang="en-US" sz="2400" dirty="0">
                <a:latin typeface="Cambria" panose="02040503050406030204" pitchFamily="18" charset="0"/>
                <a:ea typeface="Cambria" panose="02040503050406030204" pitchFamily="18" charset="0"/>
                <a:cs typeface="Calibri" panose="020F0502020204030204" pitchFamily="34" charset="0"/>
              </a:rPr>
              <a:t>. </a:t>
            </a:r>
          </a:p>
          <a:p>
            <a:pPr algn="just" eaLnBrk="1" hangingPunct="1">
              <a:spcBef>
                <a:spcPts val="0"/>
              </a:spcBef>
              <a:spcAft>
                <a:spcPts val="300"/>
              </a:spcAft>
              <a:defRPr/>
            </a:pPr>
            <a:r>
              <a:rPr lang="en-US" sz="2400" dirty="0">
                <a:latin typeface="Cambria" panose="02040503050406030204" pitchFamily="18" charset="0"/>
                <a:ea typeface="Cambria" panose="02040503050406030204" pitchFamily="18" charset="0"/>
                <a:cs typeface="Calibri" panose="020F0502020204030204" pitchFamily="34" charset="0"/>
              </a:rPr>
              <a:t>The result will be just those tuples of </a:t>
            </a:r>
            <a:r>
              <a:rPr lang="en-US" sz="2400" dirty="0">
                <a:solidFill>
                  <a:srgbClr val="FF0000"/>
                </a:solidFill>
                <a:latin typeface="Cambria" panose="02040503050406030204" pitchFamily="18" charset="0"/>
                <a:ea typeface="Cambria" panose="02040503050406030204" pitchFamily="18" charset="0"/>
                <a:cs typeface="Calibri" panose="020F0502020204030204" pitchFamily="34" charset="0"/>
              </a:rPr>
              <a:t>S</a:t>
            </a:r>
            <a:r>
              <a:rPr lang="en-US" sz="2400" dirty="0">
                <a:latin typeface="Cambria" panose="02040503050406030204" pitchFamily="18" charset="0"/>
                <a:ea typeface="Cambria" panose="02040503050406030204" pitchFamily="18" charset="0"/>
                <a:cs typeface="Calibri" panose="020F0502020204030204" pitchFamily="34" charset="0"/>
              </a:rPr>
              <a:t> that participate in the natural join.</a:t>
            </a:r>
          </a:p>
          <a:p>
            <a:pPr marL="228600" indent="-228600" eaLnBrk="1" hangingPunct="1">
              <a:spcBef>
                <a:spcPts val="0"/>
              </a:spcBef>
              <a:spcAft>
                <a:spcPts val="300"/>
              </a:spcAft>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dirty="0">
              <a:latin typeface="Cambria" panose="02040503050406030204" pitchFamily="18" charset="0"/>
              <a:ea typeface="Cambria" panose="02040503050406030204" pitchFamily="18" charset="0"/>
              <a:cs typeface="Calibri" panose="020F0502020204030204" pitchFamily="34" charset="0"/>
            </a:endParaRPr>
          </a:p>
        </p:txBody>
      </p:sp>
      <p:graphicFrame>
        <p:nvGraphicFramePr>
          <p:cNvPr id="2" name="Table 1">
            <a:extLst>
              <a:ext uri="{FF2B5EF4-FFF2-40B4-BE49-F238E27FC236}">
                <a16:creationId xmlns:a16="http://schemas.microsoft.com/office/drawing/2014/main" id="{0B07D3AF-367A-A85C-A4EF-689EE7A5C29D}"/>
              </a:ext>
            </a:extLst>
          </p:cNvPr>
          <p:cNvGraphicFramePr>
            <a:graphicFrameLocks noGrp="1"/>
          </p:cNvGraphicFramePr>
          <p:nvPr/>
        </p:nvGraphicFramePr>
        <p:xfrm>
          <a:off x="735013" y="2774950"/>
          <a:ext cx="2089149" cy="2286000"/>
        </p:xfrm>
        <a:graphic>
          <a:graphicData uri="http://schemas.openxmlformats.org/drawingml/2006/table">
            <a:tbl>
              <a:tblPr firstRow="1" bandRow="1">
                <a:tableStyleId>{5C22544A-7EE6-4342-B048-85BDC9FD1C3A}</a:tableStyleId>
              </a:tblPr>
              <a:tblGrid>
                <a:gridCol w="696383">
                  <a:extLst>
                    <a:ext uri="{9D8B030D-6E8A-4147-A177-3AD203B41FA5}">
                      <a16:colId xmlns:a16="http://schemas.microsoft.com/office/drawing/2014/main" val="20000"/>
                    </a:ext>
                  </a:extLst>
                </a:gridCol>
                <a:gridCol w="696383">
                  <a:extLst>
                    <a:ext uri="{9D8B030D-6E8A-4147-A177-3AD203B41FA5}">
                      <a16:colId xmlns:a16="http://schemas.microsoft.com/office/drawing/2014/main" val="20001"/>
                    </a:ext>
                  </a:extLst>
                </a:gridCol>
                <a:gridCol w="696383">
                  <a:extLst>
                    <a:ext uri="{9D8B030D-6E8A-4147-A177-3AD203B41FA5}">
                      <a16:colId xmlns:a16="http://schemas.microsoft.com/office/drawing/2014/main" val="20002"/>
                    </a:ext>
                  </a:extLst>
                </a:gridCol>
              </a:tblGrid>
              <a:tr h="431970">
                <a:tc gridSpan="3">
                  <a:txBody>
                    <a:bodyPr/>
                    <a:lstStyle/>
                    <a:p>
                      <a:pPr algn="ctr"/>
                      <a:r>
                        <a:rPr lang="en-US" sz="2400" dirty="0">
                          <a:solidFill>
                            <a:srgbClr val="FFFF00"/>
                          </a:solidFill>
                        </a:rPr>
                        <a:t>Relation R</a:t>
                      </a:r>
                    </a:p>
                  </a:txBody>
                  <a:tcPr marL="91480" marR="91480"/>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431970">
                <a:tc>
                  <a:txBody>
                    <a:bodyPr/>
                    <a:lstStyle/>
                    <a:p>
                      <a:pPr algn="ctr"/>
                      <a:r>
                        <a:rPr lang="en-US" sz="2400" b="1" dirty="0">
                          <a:solidFill>
                            <a:srgbClr val="0070C0"/>
                          </a:solidFill>
                        </a:rPr>
                        <a:t>A</a:t>
                      </a:r>
                    </a:p>
                  </a:txBody>
                  <a:tcPr marL="91480" marR="91480"/>
                </a:tc>
                <a:tc>
                  <a:txBody>
                    <a:bodyPr/>
                    <a:lstStyle/>
                    <a:p>
                      <a:pPr algn="ctr"/>
                      <a:r>
                        <a:rPr lang="en-US" sz="2400" b="1" dirty="0">
                          <a:solidFill>
                            <a:srgbClr val="0070C0"/>
                          </a:solidFill>
                        </a:rPr>
                        <a:t>B</a:t>
                      </a:r>
                    </a:p>
                  </a:txBody>
                  <a:tcPr marL="91480" marR="91480"/>
                </a:tc>
                <a:tc>
                  <a:txBody>
                    <a:bodyPr/>
                    <a:lstStyle/>
                    <a:p>
                      <a:pPr algn="ctr"/>
                      <a:r>
                        <a:rPr lang="en-US" sz="2400" b="1" dirty="0">
                          <a:solidFill>
                            <a:srgbClr val="0070C0"/>
                          </a:solidFill>
                        </a:rPr>
                        <a:t>C</a:t>
                      </a:r>
                      <a:r>
                        <a:rPr lang="en-US" sz="2400" b="1" baseline="-25000" dirty="0">
                          <a:solidFill>
                            <a:srgbClr val="0070C0"/>
                          </a:solidFill>
                        </a:rPr>
                        <a:t>R</a:t>
                      </a:r>
                    </a:p>
                  </a:txBody>
                  <a:tcPr marL="91480" marR="91480"/>
                </a:tc>
                <a:extLst>
                  <a:ext uri="{0D108BD9-81ED-4DB2-BD59-A6C34878D82A}">
                    <a16:rowId xmlns:a16="http://schemas.microsoft.com/office/drawing/2014/main" val="10001"/>
                  </a:ext>
                </a:extLst>
              </a:tr>
              <a:tr h="431970">
                <a:tc>
                  <a:txBody>
                    <a:bodyPr/>
                    <a:lstStyle/>
                    <a:p>
                      <a:pPr algn="ctr"/>
                      <a:r>
                        <a:rPr lang="en-US" sz="2400" dirty="0"/>
                        <a:t>A1</a:t>
                      </a:r>
                    </a:p>
                  </a:txBody>
                  <a:tcPr marL="91480" marR="91480"/>
                </a:tc>
                <a:tc>
                  <a:txBody>
                    <a:bodyPr/>
                    <a:lstStyle/>
                    <a:p>
                      <a:pPr algn="ctr"/>
                      <a:r>
                        <a:rPr lang="en-US" sz="2400" dirty="0"/>
                        <a:t>B1</a:t>
                      </a:r>
                    </a:p>
                  </a:txBody>
                  <a:tcPr marL="91480" marR="91480"/>
                </a:tc>
                <a:tc>
                  <a:txBody>
                    <a:bodyPr/>
                    <a:lstStyle/>
                    <a:p>
                      <a:pPr algn="ctr"/>
                      <a:r>
                        <a:rPr lang="en-US" sz="2400" dirty="0"/>
                        <a:t>C1</a:t>
                      </a:r>
                    </a:p>
                  </a:txBody>
                  <a:tcPr marL="91480" marR="91480"/>
                </a:tc>
                <a:extLst>
                  <a:ext uri="{0D108BD9-81ED-4DB2-BD59-A6C34878D82A}">
                    <a16:rowId xmlns:a16="http://schemas.microsoft.com/office/drawing/2014/main" val="10002"/>
                  </a:ext>
                </a:extLst>
              </a:tr>
              <a:tr h="431970">
                <a:tc>
                  <a:txBody>
                    <a:bodyPr/>
                    <a:lstStyle/>
                    <a:p>
                      <a:pPr algn="ctr"/>
                      <a:r>
                        <a:rPr lang="en-US" sz="2400" dirty="0"/>
                        <a:t>A2</a:t>
                      </a:r>
                    </a:p>
                  </a:txBody>
                  <a:tcPr marL="91480" marR="91480"/>
                </a:tc>
                <a:tc>
                  <a:txBody>
                    <a:bodyPr/>
                    <a:lstStyle/>
                    <a:p>
                      <a:pPr algn="ctr"/>
                      <a:r>
                        <a:rPr lang="en-US" sz="2400" dirty="0"/>
                        <a:t>B2</a:t>
                      </a:r>
                    </a:p>
                  </a:txBody>
                  <a:tcPr marL="91480" marR="91480"/>
                </a:tc>
                <a:tc>
                  <a:txBody>
                    <a:bodyPr/>
                    <a:lstStyle/>
                    <a:p>
                      <a:pPr algn="ctr"/>
                      <a:r>
                        <a:rPr lang="en-US" sz="2400" dirty="0"/>
                        <a:t>C2</a:t>
                      </a:r>
                    </a:p>
                  </a:txBody>
                  <a:tcPr marL="91480" marR="91480"/>
                </a:tc>
                <a:extLst>
                  <a:ext uri="{0D108BD9-81ED-4DB2-BD59-A6C34878D82A}">
                    <a16:rowId xmlns:a16="http://schemas.microsoft.com/office/drawing/2014/main" val="10003"/>
                  </a:ext>
                </a:extLst>
              </a:tr>
              <a:tr h="431970">
                <a:tc>
                  <a:txBody>
                    <a:bodyPr/>
                    <a:lstStyle/>
                    <a:p>
                      <a:pPr algn="ctr"/>
                      <a:r>
                        <a:rPr lang="en-US" sz="2400" dirty="0">
                          <a:solidFill>
                            <a:srgbClr val="FF0000"/>
                          </a:solidFill>
                        </a:rPr>
                        <a:t>A3</a:t>
                      </a:r>
                    </a:p>
                  </a:txBody>
                  <a:tcPr marL="91480" marR="91480"/>
                </a:tc>
                <a:tc>
                  <a:txBody>
                    <a:bodyPr/>
                    <a:lstStyle/>
                    <a:p>
                      <a:pPr algn="ctr"/>
                      <a:r>
                        <a:rPr lang="en-US" sz="2400" dirty="0">
                          <a:solidFill>
                            <a:srgbClr val="FF0000"/>
                          </a:solidFill>
                        </a:rPr>
                        <a:t>B1</a:t>
                      </a:r>
                    </a:p>
                  </a:txBody>
                  <a:tcPr marL="91480" marR="91480"/>
                </a:tc>
                <a:tc>
                  <a:txBody>
                    <a:bodyPr/>
                    <a:lstStyle/>
                    <a:p>
                      <a:pPr algn="ctr"/>
                      <a:endParaRPr lang="en-US" sz="2400" dirty="0"/>
                    </a:p>
                  </a:txBody>
                  <a:tcPr marL="91480" marR="91480"/>
                </a:tc>
                <a:extLst>
                  <a:ext uri="{0D108BD9-81ED-4DB2-BD59-A6C34878D82A}">
                    <a16:rowId xmlns:a16="http://schemas.microsoft.com/office/drawing/2014/main" val="10004"/>
                  </a:ext>
                </a:extLst>
              </a:tr>
            </a:tbl>
          </a:graphicData>
        </a:graphic>
      </p:graphicFrame>
      <p:graphicFrame>
        <p:nvGraphicFramePr>
          <p:cNvPr id="3" name="Table 2">
            <a:extLst>
              <a:ext uri="{FF2B5EF4-FFF2-40B4-BE49-F238E27FC236}">
                <a16:creationId xmlns:a16="http://schemas.microsoft.com/office/drawing/2014/main" id="{250485D6-1327-F87E-EB7E-57047E885C7F}"/>
              </a:ext>
            </a:extLst>
          </p:cNvPr>
          <p:cNvGraphicFramePr>
            <a:graphicFrameLocks noGrp="1"/>
          </p:cNvGraphicFramePr>
          <p:nvPr/>
        </p:nvGraphicFramePr>
        <p:xfrm>
          <a:off x="3203575" y="2774950"/>
          <a:ext cx="1608138" cy="2286000"/>
        </p:xfrm>
        <a:graphic>
          <a:graphicData uri="http://schemas.openxmlformats.org/drawingml/2006/table">
            <a:tbl>
              <a:tblPr firstRow="1" bandRow="1">
                <a:tableStyleId>{5C22544A-7EE6-4342-B048-85BDC9FD1C3A}</a:tableStyleId>
              </a:tblPr>
              <a:tblGrid>
                <a:gridCol w="804069">
                  <a:extLst>
                    <a:ext uri="{9D8B030D-6E8A-4147-A177-3AD203B41FA5}">
                      <a16:colId xmlns:a16="http://schemas.microsoft.com/office/drawing/2014/main" val="20000"/>
                    </a:ext>
                  </a:extLst>
                </a:gridCol>
                <a:gridCol w="804069">
                  <a:extLst>
                    <a:ext uri="{9D8B030D-6E8A-4147-A177-3AD203B41FA5}">
                      <a16:colId xmlns:a16="http://schemas.microsoft.com/office/drawing/2014/main" val="20001"/>
                    </a:ext>
                  </a:extLst>
                </a:gridCol>
              </a:tblGrid>
              <a:tr h="37084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FFFF00"/>
                          </a:solidFill>
                        </a:rPr>
                        <a:t>Relation S</a:t>
                      </a:r>
                      <a:endParaRPr lang="en-US" sz="2400" dirty="0"/>
                    </a:p>
                  </a:txBody>
                  <a:tcPr marL="91457" marR="91457"/>
                </a:tc>
                <a:tc hMerge="1">
                  <a:txBody>
                    <a:bodyPr/>
                    <a:lstStyle/>
                    <a:p>
                      <a:endParaRPr lang="en-US" dirty="0"/>
                    </a:p>
                  </a:txBody>
                  <a:tcPr/>
                </a:tc>
                <a:extLst>
                  <a:ext uri="{0D108BD9-81ED-4DB2-BD59-A6C34878D82A}">
                    <a16:rowId xmlns:a16="http://schemas.microsoft.com/office/drawing/2014/main" val="10000"/>
                  </a:ext>
                </a:extLst>
              </a:tr>
              <a:tr h="370840">
                <a:tc>
                  <a:txBody>
                    <a:bodyPr/>
                    <a:lstStyle/>
                    <a:p>
                      <a:pPr algn="ctr"/>
                      <a:r>
                        <a:rPr lang="en-US" sz="2400" b="1" dirty="0">
                          <a:solidFill>
                            <a:srgbClr val="0070C0"/>
                          </a:solidFill>
                        </a:rPr>
                        <a:t>C</a:t>
                      </a:r>
                      <a:r>
                        <a:rPr lang="en-US" sz="2400" b="1" baseline="-25000" dirty="0">
                          <a:solidFill>
                            <a:srgbClr val="0070C0"/>
                          </a:solidFill>
                        </a:rPr>
                        <a:t>S</a:t>
                      </a:r>
                      <a:endParaRPr lang="en-US" sz="2400" b="1" dirty="0">
                        <a:solidFill>
                          <a:srgbClr val="0070C0"/>
                        </a:solidFill>
                      </a:endParaRPr>
                    </a:p>
                  </a:txBody>
                  <a:tcPr marL="91457" marR="91457"/>
                </a:tc>
                <a:tc>
                  <a:txBody>
                    <a:bodyPr/>
                    <a:lstStyle/>
                    <a:p>
                      <a:pPr algn="ctr"/>
                      <a:r>
                        <a:rPr lang="en-US" sz="2400" b="1" dirty="0">
                          <a:solidFill>
                            <a:srgbClr val="0070C0"/>
                          </a:solidFill>
                        </a:rPr>
                        <a:t>D</a:t>
                      </a:r>
                    </a:p>
                  </a:txBody>
                  <a:tcPr marL="91457" marR="91457"/>
                </a:tc>
                <a:extLst>
                  <a:ext uri="{0D108BD9-81ED-4DB2-BD59-A6C34878D82A}">
                    <a16:rowId xmlns:a16="http://schemas.microsoft.com/office/drawing/2014/main" val="10001"/>
                  </a:ext>
                </a:extLst>
              </a:tr>
              <a:tr h="370840">
                <a:tc>
                  <a:txBody>
                    <a:bodyPr/>
                    <a:lstStyle/>
                    <a:p>
                      <a:pPr algn="ctr"/>
                      <a:r>
                        <a:rPr lang="en-US" sz="2400" dirty="0"/>
                        <a:t>C1</a:t>
                      </a:r>
                    </a:p>
                  </a:txBody>
                  <a:tcPr marL="91457" marR="91457"/>
                </a:tc>
                <a:tc>
                  <a:txBody>
                    <a:bodyPr/>
                    <a:lstStyle/>
                    <a:p>
                      <a:pPr algn="ctr"/>
                      <a:r>
                        <a:rPr lang="en-US" sz="2400" dirty="0"/>
                        <a:t>D1</a:t>
                      </a:r>
                    </a:p>
                  </a:txBody>
                  <a:tcPr marL="91457" marR="91457"/>
                </a:tc>
                <a:extLst>
                  <a:ext uri="{0D108BD9-81ED-4DB2-BD59-A6C34878D82A}">
                    <a16:rowId xmlns:a16="http://schemas.microsoft.com/office/drawing/2014/main" val="10002"/>
                  </a:ext>
                </a:extLst>
              </a:tr>
              <a:tr h="370840">
                <a:tc>
                  <a:txBody>
                    <a:bodyPr/>
                    <a:lstStyle/>
                    <a:p>
                      <a:pPr algn="ctr"/>
                      <a:r>
                        <a:rPr lang="en-US" sz="2400" dirty="0"/>
                        <a:t>C2</a:t>
                      </a:r>
                    </a:p>
                  </a:txBody>
                  <a:tcPr marL="91457" marR="91457"/>
                </a:tc>
                <a:tc>
                  <a:txBody>
                    <a:bodyPr/>
                    <a:lstStyle/>
                    <a:p>
                      <a:pPr algn="ctr"/>
                      <a:r>
                        <a:rPr lang="en-US" sz="2400" dirty="0"/>
                        <a:t>D2</a:t>
                      </a:r>
                    </a:p>
                  </a:txBody>
                  <a:tcPr marL="91457" marR="91457"/>
                </a:tc>
                <a:extLst>
                  <a:ext uri="{0D108BD9-81ED-4DB2-BD59-A6C34878D82A}">
                    <a16:rowId xmlns:a16="http://schemas.microsoft.com/office/drawing/2014/main" val="10003"/>
                  </a:ext>
                </a:extLst>
              </a:tr>
              <a:tr h="370840">
                <a:tc>
                  <a:txBody>
                    <a:bodyPr/>
                    <a:lstStyle/>
                    <a:p>
                      <a:pPr algn="ctr"/>
                      <a:r>
                        <a:rPr lang="en-US" sz="2400" dirty="0">
                          <a:solidFill>
                            <a:srgbClr val="FF0000"/>
                          </a:solidFill>
                        </a:rPr>
                        <a:t>C3</a:t>
                      </a:r>
                    </a:p>
                  </a:txBody>
                  <a:tcPr marL="91457" marR="91457"/>
                </a:tc>
                <a:tc>
                  <a:txBody>
                    <a:bodyPr/>
                    <a:lstStyle/>
                    <a:p>
                      <a:pPr algn="ctr"/>
                      <a:r>
                        <a:rPr lang="en-US" sz="2400" dirty="0">
                          <a:solidFill>
                            <a:srgbClr val="FF0000"/>
                          </a:solidFill>
                        </a:rPr>
                        <a:t>D3</a:t>
                      </a:r>
                    </a:p>
                  </a:txBody>
                  <a:tcPr marL="91457" marR="91457"/>
                </a:tc>
                <a:extLst>
                  <a:ext uri="{0D108BD9-81ED-4DB2-BD59-A6C34878D82A}">
                    <a16:rowId xmlns:a16="http://schemas.microsoft.com/office/drawing/2014/main" val="10004"/>
                  </a:ext>
                </a:extLst>
              </a:tr>
            </a:tbl>
          </a:graphicData>
        </a:graphic>
      </p:graphicFrame>
      <p:graphicFrame>
        <p:nvGraphicFramePr>
          <p:cNvPr id="4" name="Table 3">
            <a:extLst>
              <a:ext uri="{FF2B5EF4-FFF2-40B4-BE49-F238E27FC236}">
                <a16:creationId xmlns:a16="http://schemas.microsoft.com/office/drawing/2014/main" id="{BACFFFB3-B88F-3C0E-F4B0-5154AB2703D8}"/>
              </a:ext>
            </a:extLst>
          </p:cNvPr>
          <p:cNvGraphicFramePr>
            <a:graphicFrameLocks noGrp="1"/>
          </p:cNvGraphicFramePr>
          <p:nvPr/>
        </p:nvGraphicFramePr>
        <p:xfrm>
          <a:off x="5191125" y="2774950"/>
          <a:ext cx="1608138" cy="1828800"/>
        </p:xfrm>
        <a:graphic>
          <a:graphicData uri="http://schemas.openxmlformats.org/drawingml/2006/table">
            <a:tbl>
              <a:tblPr firstRow="1" bandRow="1">
                <a:tableStyleId>{5C22544A-7EE6-4342-B048-85BDC9FD1C3A}</a:tableStyleId>
              </a:tblPr>
              <a:tblGrid>
                <a:gridCol w="804069">
                  <a:extLst>
                    <a:ext uri="{9D8B030D-6E8A-4147-A177-3AD203B41FA5}">
                      <a16:colId xmlns:a16="http://schemas.microsoft.com/office/drawing/2014/main" val="20000"/>
                    </a:ext>
                  </a:extLst>
                </a:gridCol>
                <a:gridCol w="804069">
                  <a:extLst>
                    <a:ext uri="{9D8B030D-6E8A-4147-A177-3AD203B41FA5}">
                      <a16:colId xmlns:a16="http://schemas.microsoft.com/office/drawing/2014/main" val="20001"/>
                    </a:ext>
                  </a:extLst>
                </a:gridCol>
              </a:tblGrid>
              <a:tr h="370840">
                <a:tc gridSpan="2">
                  <a:txBody>
                    <a:bodyPr/>
                    <a:lstStyle/>
                    <a:p>
                      <a:pPr algn="ctr"/>
                      <a:r>
                        <a:rPr lang="en-US" sz="2400" dirty="0">
                          <a:solidFill>
                            <a:srgbClr val="FFFF00"/>
                          </a:solidFill>
                        </a:rPr>
                        <a:t>R x| S</a:t>
                      </a:r>
                    </a:p>
                  </a:txBody>
                  <a:tcPr marL="91457" marR="91457"/>
                </a:tc>
                <a:tc hMerge="1">
                  <a:txBody>
                    <a:bodyPr/>
                    <a:lstStyle/>
                    <a:p>
                      <a:pPr algn="ctr"/>
                      <a:endParaRPr lang="en-US" sz="2400" dirty="0">
                        <a:solidFill>
                          <a:srgbClr val="FFFF00"/>
                        </a:solidFill>
                      </a:endParaRPr>
                    </a:p>
                  </a:txBody>
                  <a:tcPr/>
                </a:tc>
                <a:extLst>
                  <a:ext uri="{0D108BD9-81ED-4DB2-BD59-A6C34878D82A}">
                    <a16:rowId xmlns:a16="http://schemas.microsoft.com/office/drawing/2014/main" val="10000"/>
                  </a:ext>
                </a:extLst>
              </a:tr>
              <a:tr h="370840">
                <a:tc>
                  <a:txBody>
                    <a:bodyPr/>
                    <a:lstStyle/>
                    <a:p>
                      <a:pPr algn="ctr"/>
                      <a:r>
                        <a:rPr lang="en-US" sz="2400" b="1" dirty="0">
                          <a:solidFill>
                            <a:srgbClr val="0070C0"/>
                          </a:solidFill>
                        </a:rPr>
                        <a:t>C</a:t>
                      </a:r>
                      <a:r>
                        <a:rPr lang="en-US" sz="2400" b="1" baseline="-25000" dirty="0">
                          <a:solidFill>
                            <a:srgbClr val="0070C0"/>
                          </a:solidFill>
                        </a:rPr>
                        <a:t>S</a:t>
                      </a:r>
                      <a:endParaRPr lang="en-US" sz="2400" b="1" dirty="0">
                        <a:solidFill>
                          <a:srgbClr val="0070C0"/>
                        </a:solidFill>
                      </a:endParaRPr>
                    </a:p>
                  </a:txBody>
                  <a:tcPr marL="91457" marR="91457"/>
                </a:tc>
                <a:tc>
                  <a:txBody>
                    <a:bodyPr/>
                    <a:lstStyle/>
                    <a:p>
                      <a:pPr algn="ctr"/>
                      <a:r>
                        <a:rPr lang="en-US" sz="2400" b="1" dirty="0">
                          <a:solidFill>
                            <a:srgbClr val="0070C0"/>
                          </a:solidFill>
                        </a:rPr>
                        <a:t>D</a:t>
                      </a:r>
                    </a:p>
                  </a:txBody>
                  <a:tcPr marL="91457" marR="91457"/>
                </a:tc>
                <a:extLst>
                  <a:ext uri="{0D108BD9-81ED-4DB2-BD59-A6C34878D82A}">
                    <a16:rowId xmlns:a16="http://schemas.microsoft.com/office/drawing/2014/main" val="10001"/>
                  </a:ext>
                </a:extLst>
              </a:tr>
              <a:tr h="370840">
                <a:tc>
                  <a:txBody>
                    <a:bodyPr/>
                    <a:lstStyle/>
                    <a:p>
                      <a:pPr algn="ctr"/>
                      <a:r>
                        <a:rPr lang="en-US" sz="2400" dirty="0"/>
                        <a:t>C1</a:t>
                      </a:r>
                    </a:p>
                  </a:txBody>
                  <a:tcPr marL="91457" marR="91457"/>
                </a:tc>
                <a:tc>
                  <a:txBody>
                    <a:bodyPr/>
                    <a:lstStyle/>
                    <a:p>
                      <a:pPr algn="ctr"/>
                      <a:r>
                        <a:rPr lang="en-US" sz="2400" dirty="0"/>
                        <a:t>D1</a:t>
                      </a:r>
                    </a:p>
                  </a:txBody>
                  <a:tcPr marL="91457" marR="91457"/>
                </a:tc>
                <a:extLst>
                  <a:ext uri="{0D108BD9-81ED-4DB2-BD59-A6C34878D82A}">
                    <a16:rowId xmlns:a16="http://schemas.microsoft.com/office/drawing/2014/main" val="10002"/>
                  </a:ext>
                </a:extLst>
              </a:tr>
              <a:tr h="370840">
                <a:tc>
                  <a:txBody>
                    <a:bodyPr/>
                    <a:lstStyle/>
                    <a:p>
                      <a:pPr algn="ctr"/>
                      <a:r>
                        <a:rPr lang="en-US" sz="2400" dirty="0"/>
                        <a:t>C2</a:t>
                      </a:r>
                    </a:p>
                  </a:txBody>
                  <a:tcPr marL="91457" marR="91457"/>
                </a:tc>
                <a:tc>
                  <a:txBody>
                    <a:bodyPr/>
                    <a:lstStyle/>
                    <a:p>
                      <a:pPr algn="ctr"/>
                      <a:r>
                        <a:rPr lang="en-US" sz="2400" dirty="0"/>
                        <a:t>D2</a:t>
                      </a:r>
                    </a:p>
                  </a:txBody>
                  <a:tcPr marL="91457" marR="91457"/>
                </a:tc>
                <a:extLst>
                  <a:ext uri="{0D108BD9-81ED-4DB2-BD59-A6C34878D82A}">
                    <a16:rowId xmlns:a16="http://schemas.microsoft.com/office/drawing/2014/main" val="10003"/>
                  </a:ext>
                </a:extLst>
              </a:tr>
            </a:tbl>
          </a:graphicData>
        </a:graphic>
      </p:graphicFrame>
      <p:sp>
        <p:nvSpPr>
          <p:cNvPr id="5" name="Footer Placeholder 2">
            <a:extLst>
              <a:ext uri="{FF2B5EF4-FFF2-40B4-BE49-F238E27FC236}">
                <a16:creationId xmlns:a16="http://schemas.microsoft.com/office/drawing/2014/main" id="{F2EA447F-F856-7419-A72A-B34B91893A71}"/>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Slide Number Placeholder 23">
            <a:extLst>
              <a:ext uri="{FF2B5EF4-FFF2-40B4-BE49-F238E27FC236}">
                <a16:creationId xmlns:a16="http://schemas.microsoft.com/office/drawing/2014/main" id="{8380EE9F-23EF-B232-C0CC-4657C60DF743}"/>
              </a:ext>
            </a:extLst>
          </p:cNvPr>
          <p:cNvSpPr>
            <a:spLocks noGrp="1"/>
          </p:cNvSpPr>
          <p:nvPr>
            <p:ph type="sldNum" sz="quarter" idx="12"/>
          </p:nvPr>
        </p:nvSpPr>
        <p:spPr>
          <a:xfrm>
            <a:off x="8459788" y="616585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E56E9-288C-AF9D-BB72-9265E379B180}"/>
            </a:ext>
          </a:extLst>
        </p:cNvPr>
        <p:cNvGrpSpPr/>
        <p:nvPr/>
      </p:nvGrpSpPr>
      <p:grpSpPr>
        <a:xfrm>
          <a:off x="0" y="0"/>
          <a:ext cx="0" cy="0"/>
          <a:chOff x="0" y="0"/>
          <a:chExt cx="0" cy="0"/>
        </a:xfrm>
      </p:grpSpPr>
      <p:sp>
        <p:nvSpPr>
          <p:cNvPr id="58370" name="Rectangle 2">
            <a:extLst>
              <a:ext uri="{FF2B5EF4-FFF2-40B4-BE49-F238E27FC236}">
                <a16:creationId xmlns:a16="http://schemas.microsoft.com/office/drawing/2014/main" id="{9A6EC5D6-E777-15BD-6039-F2430E5E3FE7}"/>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Joins Math</a:t>
            </a:r>
          </a:p>
        </p:txBody>
      </p:sp>
      <p:sp>
        <p:nvSpPr>
          <p:cNvPr id="24579" name="Rectangle 3">
            <a:extLst>
              <a:ext uri="{FF2B5EF4-FFF2-40B4-BE49-F238E27FC236}">
                <a16:creationId xmlns:a16="http://schemas.microsoft.com/office/drawing/2014/main" id="{5DDA741F-7B57-5305-7576-A7223F5DC544}"/>
              </a:ext>
            </a:extLst>
          </p:cNvPr>
          <p:cNvSpPr>
            <a:spLocks noGrp="1" noChangeArrowheads="1"/>
          </p:cNvSpPr>
          <p:nvPr>
            <p:ph type="body" idx="1"/>
          </p:nvPr>
        </p:nvSpPr>
        <p:spPr>
          <a:xfrm>
            <a:off x="354013" y="741363"/>
            <a:ext cx="8466137" cy="4343400"/>
          </a:xfrm>
        </p:spPr>
        <p:txBody>
          <a:bodyPr/>
          <a:lstStyle/>
          <a:p>
            <a:pPr algn="just" eaLnBrk="1" hangingPunct="1">
              <a:spcBef>
                <a:spcPts val="0"/>
              </a:spcBef>
              <a:spcAft>
                <a:spcPts val="300"/>
              </a:spcAft>
              <a:defRPr/>
            </a:pPr>
            <a:r>
              <a:rPr lang="en-US" sz="2400" dirty="0">
                <a:latin typeface="Cambria" panose="02040503050406030204" pitchFamily="18" charset="0"/>
                <a:ea typeface="Cambria" panose="02040503050406030204" pitchFamily="18" charset="0"/>
                <a:cs typeface="Calibri" panose="020F0502020204030204" pitchFamily="34" charset="0"/>
              </a:rPr>
              <a:t>R</a:t>
            </a:r>
            <a:r>
              <a:rPr lang="en-US" sz="2400" baseline="-25000" dirty="0">
                <a:latin typeface="Cambria" panose="02040503050406030204" pitchFamily="18" charset="0"/>
                <a:ea typeface="Cambria" panose="02040503050406030204" pitchFamily="18" charset="0"/>
                <a:cs typeface="Calibri" panose="020F0502020204030204" pitchFamily="34" charset="0"/>
              </a:rPr>
              <a:t>T</a:t>
            </a:r>
            <a:r>
              <a:rPr lang="en-US" sz="2400" dirty="0">
                <a:latin typeface="Cambria" panose="02040503050406030204" pitchFamily="18" charset="0"/>
                <a:ea typeface="Cambria" panose="02040503050406030204" pitchFamily="18" charset="0"/>
                <a:cs typeface="Calibri" panose="020F0502020204030204" pitchFamily="34" charset="0"/>
              </a:rPr>
              <a:t> = Number of tuples in relation R (first or left table)</a:t>
            </a:r>
          </a:p>
          <a:p>
            <a:pPr algn="just" eaLnBrk="1" hangingPunct="1">
              <a:spcBef>
                <a:spcPts val="0"/>
              </a:spcBef>
              <a:spcAft>
                <a:spcPts val="300"/>
              </a:spcAft>
              <a:defRPr/>
            </a:pPr>
            <a:r>
              <a:rPr lang="en-US" sz="2400" dirty="0">
                <a:latin typeface="Cambria" panose="02040503050406030204" pitchFamily="18" charset="0"/>
                <a:ea typeface="Cambria" panose="02040503050406030204" pitchFamily="18" charset="0"/>
                <a:cs typeface="Calibri" panose="020F0502020204030204" pitchFamily="34" charset="0"/>
              </a:rPr>
              <a:t>S</a:t>
            </a:r>
            <a:r>
              <a:rPr lang="en-US" sz="2400" baseline="-25000" dirty="0">
                <a:latin typeface="Cambria" panose="02040503050406030204" pitchFamily="18" charset="0"/>
                <a:ea typeface="Cambria" panose="02040503050406030204" pitchFamily="18" charset="0"/>
                <a:cs typeface="Calibri" panose="020F0502020204030204" pitchFamily="34" charset="0"/>
              </a:rPr>
              <a:t>T</a:t>
            </a:r>
            <a:r>
              <a:rPr lang="en-US" sz="2400" dirty="0">
                <a:latin typeface="Cambria" panose="02040503050406030204" pitchFamily="18" charset="0"/>
                <a:ea typeface="Cambria" panose="02040503050406030204" pitchFamily="18" charset="0"/>
                <a:cs typeface="Calibri" panose="020F0502020204030204" pitchFamily="34" charset="0"/>
              </a:rPr>
              <a:t> = Number of tuples in relation S (second or right table)</a:t>
            </a:r>
          </a:p>
          <a:p>
            <a:pPr algn="just" eaLnBrk="1" hangingPunct="1">
              <a:spcBef>
                <a:spcPts val="0"/>
              </a:spcBef>
              <a:spcAft>
                <a:spcPts val="300"/>
              </a:spcAft>
              <a:defRPr/>
            </a:pPr>
            <a:r>
              <a:rPr lang="en-US" sz="2400" dirty="0">
                <a:latin typeface="Cambria" panose="02040503050406030204" pitchFamily="18" charset="0"/>
                <a:ea typeface="Cambria" panose="02040503050406030204" pitchFamily="18" charset="0"/>
                <a:cs typeface="Calibri" panose="020F0502020204030204" pitchFamily="34" charset="0"/>
              </a:rPr>
              <a:t>M = Number of matching tuples in R and S</a:t>
            </a:r>
          </a:p>
          <a:p>
            <a:pPr algn="just" eaLnBrk="1" hangingPunct="1">
              <a:spcBef>
                <a:spcPts val="0"/>
              </a:spcBef>
              <a:spcAft>
                <a:spcPts val="300"/>
              </a:spcAft>
              <a:defRPr/>
            </a:pPr>
            <a:r>
              <a:rPr lang="en-US" sz="2400" dirty="0">
                <a:latin typeface="Cambria" panose="02040503050406030204" pitchFamily="18" charset="0"/>
                <a:ea typeface="Cambria" panose="02040503050406030204" pitchFamily="18" charset="0"/>
                <a:cs typeface="Calibri" panose="020F0502020204030204" pitchFamily="34" charset="0"/>
              </a:rPr>
              <a:t>R</a:t>
            </a:r>
            <a:r>
              <a:rPr lang="en-US" sz="2400" baseline="-25000" dirty="0">
                <a:latin typeface="Cambria" panose="02040503050406030204" pitchFamily="18" charset="0"/>
                <a:ea typeface="Cambria" panose="02040503050406030204" pitchFamily="18" charset="0"/>
                <a:cs typeface="Calibri" panose="020F0502020204030204" pitchFamily="34" charset="0"/>
              </a:rPr>
              <a:t>N</a:t>
            </a:r>
            <a:r>
              <a:rPr lang="en-US" sz="2400" dirty="0">
                <a:latin typeface="Cambria" panose="02040503050406030204" pitchFamily="18" charset="0"/>
                <a:ea typeface="Cambria" panose="02040503050406030204" pitchFamily="18" charset="0"/>
                <a:cs typeface="Calibri" panose="020F0502020204030204" pitchFamily="34" charset="0"/>
              </a:rPr>
              <a:t> = Number of non-matching tuples in R</a:t>
            </a:r>
          </a:p>
          <a:p>
            <a:pPr algn="just" eaLnBrk="1" hangingPunct="1">
              <a:spcBef>
                <a:spcPts val="0"/>
              </a:spcBef>
              <a:spcAft>
                <a:spcPts val="300"/>
              </a:spcAft>
              <a:defRPr/>
            </a:pPr>
            <a:r>
              <a:rPr lang="en-US" sz="2400" dirty="0">
                <a:latin typeface="Cambria" panose="02040503050406030204" pitchFamily="18" charset="0"/>
                <a:ea typeface="Cambria" panose="02040503050406030204" pitchFamily="18" charset="0"/>
                <a:cs typeface="Calibri" panose="020F0502020204030204" pitchFamily="34" charset="0"/>
              </a:rPr>
              <a:t>S</a:t>
            </a:r>
            <a:r>
              <a:rPr lang="en-US" sz="2400" baseline="-25000" dirty="0">
                <a:latin typeface="Cambria" panose="02040503050406030204" pitchFamily="18" charset="0"/>
                <a:ea typeface="Cambria" panose="02040503050406030204" pitchFamily="18" charset="0"/>
                <a:cs typeface="Calibri" panose="020F0502020204030204" pitchFamily="34" charset="0"/>
              </a:rPr>
              <a:t>N</a:t>
            </a:r>
            <a:r>
              <a:rPr lang="en-US" sz="2400" dirty="0">
                <a:latin typeface="Cambria" panose="02040503050406030204" pitchFamily="18" charset="0"/>
                <a:ea typeface="Cambria" panose="02040503050406030204" pitchFamily="18" charset="0"/>
                <a:cs typeface="Calibri" panose="020F0502020204030204" pitchFamily="34" charset="0"/>
              </a:rPr>
              <a:t> = Number of non-matching tuples in S</a:t>
            </a:r>
          </a:p>
          <a:p>
            <a:pPr algn="just" eaLnBrk="1" hangingPunct="1">
              <a:spcBef>
                <a:spcPts val="0"/>
              </a:spcBef>
              <a:spcAft>
                <a:spcPts val="300"/>
              </a:spcAft>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algn="just" eaLnBrk="1" hangingPunct="1">
              <a:spcBef>
                <a:spcPts val="0"/>
              </a:spcBef>
              <a:spcAft>
                <a:spcPts val="300"/>
              </a:spcAft>
              <a:defRPr/>
            </a:pPr>
            <a:endParaRPr 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dirty="0">
              <a:latin typeface="Cambria" panose="02040503050406030204" pitchFamily="18" charset="0"/>
              <a:ea typeface="Cambria" panose="02040503050406030204" pitchFamily="18" charset="0"/>
              <a:cs typeface="Calibri" panose="020F0502020204030204" pitchFamily="34" charset="0"/>
            </a:endParaRPr>
          </a:p>
        </p:txBody>
      </p:sp>
      <p:graphicFrame>
        <p:nvGraphicFramePr>
          <p:cNvPr id="2" name="Table 1">
            <a:extLst>
              <a:ext uri="{FF2B5EF4-FFF2-40B4-BE49-F238E27FC236}">
                <a16:creationId xmlns:a16="http://schemas.microsoft.com/office/drawing/2014/main" id="{F768CDD9-DFAD-3CA9-9FD6-610147F74277}"/>
              </a:ext>
            </a:extLst>
          </p:cNvPr>
          <p:cNvGraphicFramePr>
            <a:graphicFrameLocks noGrp="1"/>
          </p:cNvGraphicFramePr>
          <p:nvPr>
            <p:extLst>
              <p:ext uri="{D42A27DB-BD31-4B8C-83A1-F6EECF244321}">
                <p14:modId xmlns:p14="http://schemas.microsoft.com/office/powerpoint/2010/main" val="3153659709"/>
              </p:ext>
            </p:extLst>
          </p:nvPr>
        </p:nvGraphicFramePr>
        <p:xfrm>
          <a:off x="1763688" y="2882107"/>
          <a:ext cx="5400600" cy="2743200"/>
        </p:xfrm>
        <a:graphic>
          <a:graphicData uri="http://schemas.openxmlformats.org/drawingml/2006/table">
            <a:tbl>
              <a:tblPr firstRow="1" bandRow="1">
                <a:tableStyleId>{5C22544A-7EE6-4342-B048-85BDC9FD1C3A}</a:tableStyleId>
              </a:tblPr>
              <a:tblGrid>
                <a:gridCol w="2448272">
                  <a:extLst>
                    <a:ext uri="{9D8B030D-6E8A-4147-A177-3AD203B41FA5}">
                      <a16:colId xmlns:a16="http://schemas.microsoft.com/office/drawing/2014/main" val="20000"/>
                    </a:ext>
                  </a:extLst>
                </a:gridCol>
                <a:gridCol w="2952328">
                  <a:extLst>
                    <a:ext uri="{9D8B030D-6E8A-4147-A177-3AD203B41FA5}">
                      <a16:colId xmlns:a16="http://schemas.microsoft.com/office/drawing/2014/main" val="20001"/>
                    </a:ext>
                  </a:extLst>
                </a:gridCol>
              </a:tblGrid>
              <a:tr h="431970">
                <a:tc>
                  <a:txBody>
                    <a:bodyPr/>
                    <a:lstStyle/>
                    <a:p>
                      <a:pPr algn="ctr"/>
                      <a:r>
                        <a:rPr lang="en-US" sz="2400" dirty="0">
                          <a:solidFill>
                            <a:srgbClr val="FFFF00"/>
                          </a:solidFill>
                          <a:latin typeface="Cambria" panose="02040503050406030204" pitchFamily="18" charset="0"/>
                          <a:ea typeface="Cambria" panose="02040503050406030204" pitchFamily="18" charset="0"/>
                        </a:rPr>
                        <a:t>Join Type</a:t>
                      </a:r>
                    </a:p>
                  </a:txBody>
                  <a:tcPr marL="91480" marR="91480"/>
                </a:tc>
                <a:tc>
                  <a:txBody>
                    <a:bodyPr/>
                    <a:lstStyle/>
                    <a:p>
                      <a:pPr algn="ctr"/>
                      <a:r>
                        <a:rPr lang="en-US" sz="2400" dirty="0">
                          <a:solidFill>
                            <a:srgbClr val="FFFF00"/>
                          </a:solidFill>
                          <a:latin typeface="Cambria" panose="02040503050406030204" pitchFamily="18" charset="0"/>
                          <a:ea typeface="Cambria" panose="02040503050406030204" pitchFamily="18" charset="0"/>
                        </a:rPr>
                        <a:t>Number of  Tuples</a:t>
                      </a:r>
                    </a:p>
                  </a:txBody>
                  <a:tcPr marL="91480" marR="91480"/>
                </a:tc>
                <a:extLst>
                  <a:ext uri="{0D108BD9-81ED-4DB2-BD59-A6C34878D82A}">
                    <a16:rowId xmlns:a16="http://schemas.microsoft.com/office/drawing/2014/main" val="10000"/>
                  </a:ext>
                </a:extLst>
              </a:tr>
              <a:tr h="431970">
                <a:tc>
                  <a:txBody>
                    <a:bodyPr/>
                    <a:lstStyle/>
                    <a:p>
                      <a:pPr algn="ctr"/>
                      <a:r>
                        <a:rPr lang="en-US" sz="2400" b="0" dirty="0">
                          <a:solidFill>
                            <a:schemeClr val="tx1"/>
                          </a:solidFill>
                          <a:latin typeface="Cambria" panose="02040503050406030204" pitchFamily="18" charset="0"/>
                          <a:ea typeface="Cambria" panose="02040503050406030204" pitchFamily="18" charset="0"/>
                        </a:rPr>
                        <a:t>Cartesian</a:t>
                      </a:r>
                    </a:p>
                  </a:txBody>
                  <a:tcPr marL="91480" marR="91480"/>
                </a:tc>
                <a:tc>
                  <a:txBody>
                    <a:bodyPr/>
                    <a:lstStyle/>
                    <a:p>
                      <a:pPr algn="ct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R</a:t>
                      </a:r>
                      <a:r>
                        <a:rPr lang="en-US" sz="2400" baseline="-25000" dirty="0">
                          <a:solidFill>
                            <a:srgbClr val="0000CC"/>
                          </a:solidFill>
                          <a:latin typeface="Cambria" panose="02040503050406030204" pitchFamily="18" charset="0"/>
                          <a:ea typeface="Cambria" panose="02040503050406030204" pitchFamily="18" charset="0"/>
                          <a:cs typeface="Calibri" panose="020F0502020204030204" pitchFamily="34" charset="0"/>
                        </a:rPr>
                        <a:t>T </a:t>
                      </a:r>
                      <a:r>
                        <a:rPr lang="en-US" sz="2400" baseline="0" dirty="0">
                          <a:solidFill>
                            <a:srgbClr val="0000CC"/>
                          </a:solidFill>
                          <a:latin typeface="Cambria" panose="02040503050406030204" pitchFamily="18" charset="0"/>
                          <a:ea typeface="Cambria" panose="02040503050406030204" pitchFamily="18" charset="0"/>
                          <a:cs typeface="Calibri" panose="020F0502020204030204" pitchFamily="34" charset="0"/>
                        </a:rPr>
                        <a:t>x </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R</a:t>
                      </a:r>
                      <a:r>
                        <a:rPr lang="en-US" sz="2400" baseline="-25000" dirty="0">
                          <a:solidFill>
                            <a:srgbClr val="0000CC"/>
                          </a:solidFill>
                          <a:latin typeface="Cambria" panose="02040503050406030204" pitchFamily="18" charset="0"/>
                          <a:ea typeface="Cambria" panose="02040503050406030204" pitchFamily="18" charset="0"/>
                          <a:cs typeface="Calibri" panose="020F0502020204030204" pitchFamily="34" charset="0"/>
                        </a:rPr>
                        <a:t>S</a:t>
                      </a:r>
                      <a:endParaRPr lang="en-US" sz="2400" b="1" dirty="0">
                        <a:solidFill>
                          <a:srgbClr val="0000CC"/>
                        </a:solidFill>
                        <a:latin typeface="Cambria" panose="02040503050406030204" pitchFamily="18" charset="0"/>
                        <a:ea typeface="Cambria" panose="02040503050406030204" pitchFamily="18" charset="0"/>
                      </a:endParaRPr>
                    </a:p>
                  </a:txBody>
                  <a:tcPr marL="91480" marR="91480"/>
                </a:tc>
                <a:extLst>
                  <a:ext uri="{0D108BD9-81ED-4DB2-BD59-A6C34878D82A}">
                    <a16:rowId xmlns:a16="http://schemas.microsoft.com/office/drawing/2014/main" val="10001"/>
                  </a:ext>
                </a:extLst>
              </a:tr>
              <a:tr h="431970">
                <a:tc>
                  <a:txBody>
                    <a:bodyPr/>
                    <a:lstStyle/>
                    <a:p>
                      <a:pPr algn="ctr"/>
                      <a:r>
                        <a:rPr lang="en-US" sz="2400" dirty="0">
                          <a:latin typeface="Cambria" panose="02040503050406030204" pitchFamily="18" charset="0"/>
                          <a:ea typeface="Cambria" panose="02040503050406030204" pitchFamily="18" charset="0"/>
                        </a:rPr>
                        <a:t>Inner or Equi</a:t>
                      </a:r>
                    </a:p>
                  </a:txBody>
                  <a:tcPr marL="91480" marR="91480"/>
                </a:tc>
                <a:tc>
                  <a:txBody>
                    <a:bodyPr/>
                    <a:lstStyle/>
                    <a:p>
                      <a:pPr algn="ctr"/>
                      <a:r>
                        <a:rPr lang="en-US" sz="2400" dirty="0">
                          <a:solidFill>
                            <a:srgbClr val="0000CC"/>
                          </a:solidFill>
                          <a:latin typeface="Cambria" panose="02040503050406030204" pitchFamily="18" charset="0"/>
                          <a:ea typeface="Cambria" panose="02040503050406030204" pitchFamily="18" charset="0"/>
                        </a:rPr>
                        <a:t>M</a:t>
                      </a:r>
                    </a:p>
                  </a:txBody>
                  <a:tcPr marL="91480" marR="91480"/>
                </a:tc>
                <a:extLst>
                  <a:ext uri="{0D108BD9-81ED-4DB2-BD59-A6C34878D82A}">
                    <a16:rowId xmlns:a16="http://schemas.microsoft.com/office/drawing/2014/main" val="10002"/>
                  </a:ext>
                </a:extLst>
              </a:tr>
              <a:tr h="431970">
                <a:tc>
                  <a:txBody>
                    <a:bodyPr/>
                    <a:lstStyle/>
                    <a:p>
                      <a:pPr algn="ctr"/>
                      <a:r>
                        <a:rPr lang="en-US" sz="2400" dirty="0">
                          <a:latin typeface="Cambria" panose="02040503050406030204" pitchFamily="18" charset="0"/>
                          <a:ea typeface="Cambria" panose="02040503050406030204" pitchFamily="18" charset="0"/>
                        </a:rPr>
                        <a:t>Left Outer</a:t>
                      </a:r>
                    </a:p>
                  </a:txBody>
                  <a:tcPr marL="91480" marR="91480"/>
                </a:tc>
                <a:tc>
                  <a:txBody>
                    <a:bodyPr/>
                    <a:lstStyle/>
                    <a:p>
                      <a:pPr algn="ctr"/>
                      <a:r>
                        <a:rPr lang="en-US" sz="2400" dirty="0">
                          <a:solidFill>
                            <a:srgbClr val="0000CC"/>
                          </a:solidFill>
                          <a:latin typeface="Cambria" panose="02040503050406030204" pitchFamily="18" charset="0"/>
                          <a:ea typeface="Cambria" panose="02040503050406030204" pitchFamily="18" charset="0"/>
                        </a:rPr>
                        <a:t>M + </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R</a:t>
                      </a:r>
                      <a:r>
                        <a:rPr lang="en-US" sz="2400" baseline="-25000" dirty="0">
                          <a:solidFill>
                            <a:srgbClr val="0000CC"/>
                          </a:solidFill>
                          <a:latin typeface="Cambria" panose="02040503050406030204" pitchFamily="18" charset="0"/>
                          <a:ea typeface="Cambria" panose="02040503050406030204" pitchFamily="18" charset="0"/>
                          <a:cs typeface="Calibri" panose="020F0502020204030204" pitchFamily="34" charset="0"/>
                        </a:rPr>
                        <a:t>N </a:t>
                      </a:r>
                      <a:endParaRPr lang="en-US" sz="2400" dirty="0">
                        <a:solidFill>
                          <a:srgbClr val="0000CC"/>
                        </a:solidFill>
                        <a:latin typeface="Cambria" panose="02040503050406030204" pitchFamily="18" charset="0"/>
                        <a:ea typeface="Cambria" panose="02040503050406030204" pitchFamily="18" charset="0"/>
                      </a:endParaRPr>
                    </a:p>
                  </a:txBody>
                  <a:tcPr marL="91480" marR="91480"/>
                </a:tc>
                <a:extLst>
                  <a:ext uri="{0D108BD9-81ED-4DB2-BD59-A6C34878D82A}">
                    <a16:rowId xmlns:a16="http://schemas.microsoft.com/office/drawing/2014/main" val="10003"/>
                  </a:ext>
                </a:extLst>
              </a:tr>
              <a:tr h="431970">
                <a:tc>
                  <a:txBody>
                    <a:bodyPr/>
                    <a:lstStyle/>
                    <a:p>
                      <a:pPr algn="ctr"/>
                      <a:r>
                        <a:rPr lang="en-US" sz="2400" dirty="0">
                          <a:latin typeface="Cambria" panose="02040503050406030204" pitchFamily="18" charset="0"/>
                          <a:ea typeface="Cambria" panose="02040503050406030204" pitchFamily="18" charset="0"/>
                        </a:rPr>
                        <a:t>Right Outer</a:t>
                      </a:r>
                      <a:endParaRPr lang="en-US" sz="2400" dirty="0">
                        <a:solidFill>
                          <a:srgbClr val="FF0000"/>
                        </a:solidFill>
                        <a:latin typeface="Cambria" panose="02040503050406030204" pitchFamily="18" charset="0"/>
                        <a:ea typeface="Cambria" panose="02040503050406030204" pitchFamily="18" charset="0"/>
                      </a:endParaRPr>
                    </a:p>
                  </a:txBody>
                  <a:tcPr marL="91480" marR="91480"/>
                </a:tc>
                <a:tc>
                  <a:txBody>
                    <a:bodyPr/>
                    <a:lstStyle/>
                    <a:p>
                      <a:pPr algn="ctr"/>
                      <a:r>
                        <a:rPr lang="en-US" sz="2400" dirty="0">
                          <a:solidFill>
                            <a:srgbClr val="0000CC"/>
                          </a:solidFill>
                          <a:latin typeface="Cambria" panose="02040503050406030204" pitchFamily="18" charset="0"/>
                          <a:ea typeface="Cambria" panose="02040503050406030204" pitchFamily="18" charset="0"/>
                        </a:rPr>
                        <a:t>M + </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S</a:t>
                      </a:r>
                      <a:r>
                        <a:rPr lang="en-US" sz="2400" baseline="-25000" dirty="0">
                          <a:solidFill>
                            <a:srgbClr val="0000CC"/>
                          </a:solidFill>
                          <a:latin typeface="Cambria" panose="02040503050406030204" pitchFamily="18" charset="0"/>
                          <a:ea typeface="Cambria" panose="02040503050406030204" pitchFamily="18" charset="0"/>
                          <a:cs typeface="Calibri" panose="020F0502020204030204" pitchFamily="34" charset="0"/>
                        </a:rPr>
                        <a:t>N</a:t>
                      </a:r>
                      <a:endParaRPr lang="en-US" sz="2400" dirty="0">
                        <a:solidFill>
                          <a:srgbClr val="0000CC"/>
                        </a:solidFill>
                        <a:latin typeface="Cambria" panose="02040503050406030204" pitchFamily="18" charset="0"/>
                        <a:ea typeface="Cambria" panose="02040503050406030204" pitchFamily="18" charset="0"/>
                      </a:endParaRPr>
                    </a:p>
                  </a:txBody>
                  <a:tcPr marL="91480" marR="91480"/>
                </a:tc>
                <a:extLst>
                  <a:ext uri="{0D108BD9-81ED-4DB2-BD59-A6C34878D82A}">
                    <a16:rowId xmlns:a16="http://schemas.microsoft.com/office/drawing/2014/main" val="10004"/>
                  </a:ext>
                </a:extLst>
              </a:tr>
              <a:tr h="431970">
                <a:tc>
                  <a:txBody>
                    <a:bodyPr/>
                    <a:lstStyle/>
                    <a:p>
                      <a:pPr algn="ctr"/>
                      <a:r>
                        <a:rPr lang="en-US" sz="2400" dirty="0">
                          <a:solidFill>
                            <a:schemeClr val="tx1"/>
                          </a:solidFill>
                          <a:latin typeface="Cambria" panose="02040503050406030204" pitchFamily="18" charset="0"/>
                          <a:ea typeface="Cambria" panose="02040503050406030204" pitchFamily="18" charset="0"/>
                        </a:rPr>
                        <a:t>Full Outer</a:t>
                      </a:r>
                    </a:p>
                  </a:txBody>
                  <a:tcPr marL="91480" marR="91480"/>
                </a:tc>
                <a:tc>
                  <a:txBody>
                    <a:bodyPr/>
                    <a:lstStyle/>
                    <a:p>
                      <a:pPr algn="ctr"/>
                      <a:r>
                        <a:rPr lang="en-US" sz="2400" dirty="0">
                          <a:solidFill>
                            <a:srgbClr val="0000CC"/>
                          </a:solidFill>
                          <a:latin typeface="Cambria" panose="02040503050406030204" pitchFamily="18" charset="0"/>
                          <a:ea typeface="Cambria" panose="02040503050406030204" pitchFamily="18" charset="0"/>
                        </a:rPr>
                        <a:t>M + </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R</a:t>
                      </a:r>
                      <a:r>
                        <a:rPr lang="en-US" sz="2400" baseline="-25000" dirty="0">
                          <a:solidFill>
                            <a:srgbClr val="0000CC"/>
                          </a:solidFill>
                          <a:latin typeface="Cambria" panose="02040503050406030204" pitchFamily="18" charset="0"/>
                          <a:ea typeface="Cambria" panose="02040503050406030204" pitchFamily="18" charset="0"/>
                          <a:cs typeface="Calibri" panose="020F0502020204030204" pitchFamily="34" charset="0"/>
                        </a:rPr>
                        <a:t>N </a:t>
                      </a:r>
                      <a:r>
                        <a:rPr lang="en-US" sz="2400" dirty="0">
                          <a:solidFill>
                            <a:srgbClr val="0000CC"/>
                          </a:solidFill>
                          <a:latin typeface="Cambria" panose="02040503050406030204" pitchFamily="18" charset="0"/>
                          <a:ea typeface="Cambria" panose="02040503050406030204" pitchFamily="18" charset="0"/>
                        </a:rPr>
                        <a:t>+ </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S</a:t>
                      </a:r>
                      <a:r>
                        <a:rPr lang="en-US" sz="2400" baseline="-25000" dirty="0">
                          <a:solidFill>
                            <a:srgbClr val="0000CC"/>
                          </a:solidFill>
                          <a:latin typeface="Cambria" panose="02040503050406030204" pitchFamily="18" charset="0"/>
                          <a:ea typeface="Cambria" panose="02040503050406030204" pitchFamily="18" charset="0"/>
                          <a:cs typeface="Calibri" panose="020F0502020204030204" pitchFamily="34" charset="0"/>
                        </a:rPr>
                        <a:t>N</a:t>
                      </a:r>
                      <a:endParaRPr lang="en-US" sz="2400" dirty="0">
                        <a:solidFill>
                          <a:srgbClr val="0000CC"/>
                        </a:solidFill>
                        <a:latin typeface="Cambria" panose="02040503050406030204" pitchFamily="18" charset="0"/>
                        <a:ea typeface="Cambria" panose="02040503050406030204" pitchFamily="18" charset="0"/>
                      </a:endParaRPr>
                    </a:p>
                  </a:txBody>
                  <a:tcPr marL="91480" marR="91480"/>
                </a:tc>
                <a:extLst>
                  <a:ext uri="{0D108BD9-81ED-4DB2-BD59-A6C34878D82A}">
                    <a16:rowId xmlns:a16="http://schemas.microsoft.com/office/drawing/2014/main" val="4164205231"/>
                  </a:ext>
                </a:extLst>
              </a:tr>
            </a:tbl>
          </a:graphicData>
        </a:graphic>
      </p:graphicFrame>
      <p:sp>
        <p:nvSpPr>
          <p:cNvPr id="5" name="Footer Placeholder 2">
            <a:extLst>
              <a:ext uri="{FF2B5EF4-FFF2-40B4-BE49-F238E27FC236}">
                <a16:creationId xmlns:a16="http://schemas.microsoft.com/office/drawing/2014/main" id="{6094F490-0E67-5B53-DB1E-E53AFAD574BE}"/>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Slide Number Placeholder 23">
            <a:extLst>
              <a:ext uri="{FF2B5EF4-FFF2-40B4-BE49-F238E27FC236}">
                <a16:creationId xmlns:a16="http://schemas.microsoft.com/office/drawing/2014/main" id="{F4E1A7F9-67C3-C17A-9368-C0F377D9194C}"/>
              </a:ext>
            </a:extLst>
          </p:cNvPr>
          <p:cNvSpPr>
            <a:spLocks noGrp="1"/>
          </p:cNvSpPr>
          <p:nvPr>
            <p:ph type="sldNum" sz="quarter" idx="12"/>
          </p:nvPr>
        </p:nvSpPr>
        <p:spPr>
          <a:xfrm>
            <a:off x="8459788" y="616585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20</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82306249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45AFC-D67E-AB2B-3EB6-48A84766795E}"/>
            </a:ext>
          </a:extLst>
        </p:cNvPr>
        <p:cNvGrpSpPr/>
        <p:nvPr/>
      </p:nvGrpSpPr>
      <p:grpSpPr>
        <a:xfrm>
          <a:off x="0" y="0"/>
          <a:ext cx="0" cy="0"/>
          <a:chOff x="0" y="0"/>
          <a:chExt cx="0" cy="0"/>
        </a:xfrm>
      </p:grpSpPr>
      <p:sp>
        <p:nvSpPr>
          <p:cNvPr id="58370" name="Rectangle 2">
            <a:extLst>
              <a:ext uri="{FF2B5EF4-FFF2-40B4-BE49-F238E27FC236}">
                <a16:creationId xmlns:a16="http://schemas.microsoft.com/office/drawing/2014/main" id="{85C203B6-574C-BD69-E30B-5E4D6CAD4A53}"/>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Summary</a:t>
            </a:r>
          </a:p>
        </p:txBody>
      </p:sp>
      <p:sp>
        <p:nvSpPr>
          <p:cNvPr id="5" name="Footer Placeholder 2">
            <a:extLst>
              <a:ext uri="{FF2B5EF4-FFF2-40B4-BE49-F238E27FC236}">
                <a16:creationId xmlns:a16="http://schemas.microsoft.com/office/drawing/2014/main" id="{34EBC3D6-A294-B92C-6B84-E2D1ED300C6F}"/>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Slide Number Placeholder 23">
            <a:extLst>
              <a:ext uri="{FF2B5EF4-FFF2-40B4-BE49-F238E27FC236}">
                <a16:creationId xmlns:a16="http://schemas.microsoft.com/office/drawing/2014/main" id="{4DECE748-81CA-FA5D-BDB5-D37C5B1BFCD6}"/>
              </a:ext>
            </a:extLst>
          </p:cNvPr>
          <p:cNvSpPr>
            <a:spLocks noGrp="1"/>
          </p:cNvSpPr>
          <p:nvPr>
            <p:ph type="sldNum" sz="quarter" idx="12"/>
          </p:nvPr>
        </p:nvSpPr>
        <p:spPr>
          <a:xfrm>
            <a:off x="8459788" y="616585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pic>
        <p:nvPicPr>
          <p:cNvPr id="8" name="Picture 4">
            <a:extLst>
              <a:ext uri="{FF2B5EF4-FFF2-40B4-BE49-F238E27FC236}">
                <a16:creationId xmlns:a16="http://schemas.microsoft.com/office/drawing/2014/main" id="{9D3239FB-2BAF-BB13-A15C-49A97E6F3E8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1520" y="811312"/>
            <a:ext cx="8679487" cy="463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3083039"/>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2DE6B-D571-88AC-F3B2-C736C1D49604}"/>
            </a:ext>
          </a:extLst>
        </p:cNvPr>
        <p:cNvGrpSpPr/>
        <p:nvPr/>
      </p:nvGrpSpPr>
      <p:grpSpPr>
        <a:xfrm>
          <a:off x="0" y="0"/>
          <a:ext cx="0" cy="0"/>
          <a:chOff x="0" y="0"/>
          <a:chExt cx="0" cy="0"/>
        </a:xfrm>
      </p:grpSpPr>
      <p:sp>
        <p:nvSpPr>
          <p:cNvPr id="58370" name="Rectangle 2">
            <a:extLst>
              <a:ext uri="{FF2B5EF4-FFF2-40B4-BE49-F238E27FC236}">
                <a16:creationId xmlns:a16="http://schemas.microsoft.com/office/drawing/2014/main" id="{08FAA4EE-5815-97E4-F3EB-F55655B7DE3E}"/>
              </a:ext>
            </a:extLst>
          </p:cNvPr>
          <p:cNvSpPr>
            <a:spLocks noGrp="1" noChangeArrowheads="1"/>
          </p:cNvSpPr>
          <p:nvPr>
            <p:ph type="title"/>
          </p:nvPr>
        </p:nvSpPr>
        <p:spPr>
          <a:xfrm>
            <a:off x="323850" y="116632"/>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Union</a:t>
            </a:r>
          </a:p>
        </p:txBody>
      </p:sp>
      <p:sp>
        <p:nvSpPr>
          <p:cNvPr id="24579" name="Rectangle 3">
            <a:extLst>
              <a:ext uri="{FF2B5EF4-FFF2-40B4-BE49-F238E27FC236}">
                <a16:creationId xmlns:a16="http://schemas.microsoft.com/office/drawing/2014/main" id="{05A707A2-323E-D1A9-C24F-A0DACD9B694B}"/>
              </a:ext>
            </a:extLst>
          </p:cNvPr>
          <p:cNvSpPr>
            <a:spLocks noGrp="1" noChangeArrowheads="1"/>
          </p:cNvSpPr>
          <p:nvPr>
            <p:ph type="body" idx="1"/>
          </p:nvPr>
        </p:nvSpPr>
        <p:spPr>
          <a:xfrm>
            <a:off x="354013" y="525760"/>
            <a:ext cx="8466137" cy="4343400"/>
          </a:xfrm>
        </p:spPr>
        <p:txBody>
          <a:bodyPr/>
          <a:lstStyle/>
          <a:p>
            <a:pPr algn="just" eaLnBrk="1" hangingPunct="1">
              <a:spcBef>
                <a:spcPts val="0"/>
              </a:spcBef>
              <a:spcAft>
                <a:spcPts val="300"/>
              </a:spcAft>
              <a:defRPr/>
            </a:pP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Type compatibility:  </a:t>
            </a:r>
            <a:r>
              <a:rPr lang="en-US" sz="2400" dirty="0">
                <a:latin typeface="Cambria" panose="02040503050406030204" pitchFamily="18" charset="0"/>
                <a:ea typeface="Cambria" panose="02040503050406030204" pitchFamily="18" charset="0"/>
                <a:cs typeface="Calibri" panose="020F0502020204030204" pitchFamily="34" charset="0"/>
              </a:rPr>
              <a:t>Tables must have the same attribute characters (column and domains must be identical) </a:t>
            </a:r>
          </a:p>
          <a:p>
            <a:pPr algn="just" eaLnBrk="1" hangingPunct="1">
              <a:spcBef>
                <a:spcPts val="0"/>
              </a:spcBef>
              <a:spcAft>
                <a:spcPts val="300"/>
              </a:spcAft>
              <a:defRPr/>
            </a:pPr>
            <a:r>
              <a:rPr lang="en-US" sz="2400" dirty="0">
                <a:latin typeface="Cambria" panose="02040503050406030204" pitchFamily="18" charset="0"/>
                <a:ea typeface="Cambria" panose="02040503050406030204" pitchFamily="18" charset="0"/>
                <a:cs typeface="Calibri" panose="020F0502020204030204" pitchFamily="34" charset="0"/>
              </a:rPr>
              <a:t>The result of union operation, denoted by </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R ∪ S,</a:t>
            </a:r>
            <a:r>
              <a:rPr lang="en-US" sz="2400" dirty="0">
                <a:latin typeface="Cambria" panose="02040503050406030204" pitchFamily="18" charset="0"/>
                <a:ea typeface="Cambria" panose="02040503050406030204" pitchFamily="18" charset="0"/>
                <a:cs typeface="Calibri" panose="020F0502020204030204" pitchFamily="34" charset="0"/>
              </a:rPr>
              <a:t> is a relation that includes all tuples that are either in </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R</a:t>
            </a:r>
            <a:r>
              <a:rPr lang="en-US" sz="2400" dirty="0">
                <a:latin typeface="Cambria" panose="02040503050406030204" pitchFamily="18" charset="0"/>
                <a:ea typeface="Cambria" panose="02040503050406030204" pitchFamily="18" charset="0"/>
                <a:cs typeface="Calibri" panose="020F0502020204030204" pitchFamily="34" charset="0"/>
              </a:rPr>
              <a:t> or in </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S</a:t>
            </a:r>
            <a:r>
              <a:rPr lang="en-US" sz="2400" dirty="0">
                <a:latin typeface="Cambria" panose="02040503050406030204" pitchFamily="18" charset="0"/>
                <a:ea typeface="Cambria" panose="02040503050406030204" pitchFamily="18" charset="0"/>
                <a:cs typeface="Calibri" panose="020F0502020204030204" pitchFamily="34" charset="0"/>
              </a:rPr>
              <a:t> or in both </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R</a:t>
            </a:r>
            <a:r>
              <a:rPr lang="en-US" sz="2400" dirty="0">
                <a:latin typeface="Cambria" panose="02040503050406030204" pitchFamily="18" charset="0"/>
                <a:ea typeface="Cambria" panose="02040503050406030204" pitchFamily="18" charset="0"/>
                <a:cs typeface="Calibri" panose="020F0502020204030204" pitchFamily="34" charset="0"/>
              </a:rPr>
              <a:t> and </a:t>
            </a:r>
            <a:r>
              <a:rPr lang="en-US" sz="2400" dirty="0">
                <a:solidFill>
                  <a:srgbClr val="0000CC"/>
                </a:solidFill>
                <a:latin typeface="Cambria" panose="02040503050406030204" pitchFamily="18" charset="0"/>
                <a:ea typeface="Cambria" panose="02040503050406030204" pitchFamily="18" charset="0"/>
                <a:cs typeface="Calibri" panose="020F0502020204030204" pitchFamily="34" charset="0"/>
              </a:rPr>
              <a:t>S.</a:t>
            </a:r>
            <a:r>
              <a:rPr lang="en-US" sz="2400" dirty="0">
                <a:latin typeface="Cambria" panose="02040503050406030204" pitchFamily="18" charset="0"/>
                <a:ea typeface="Cambria" panose="02040503050406030204" pitchFamily="18" charset="0"/>
                <a:cs typeface="Calibri" panose="020F0502020204030204" pitchFamily="34" charset="0"/>
              </a:rPr>
              <a:t> Duplicate tuples are eliminated.</a:t>
            </a:r>
          </a:p>
          <a:p>
            <a:pPr marL="228600" indent="-228600" eaLnBrk="1" hangingPunct="1">
              <a:spcBef>
                <a:spcPts val="0"/>
              </a:spcBef>
              <a:spcAft>
                <a:spcPts val="300"/>
              </a:spcAft>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dirty="0">
              <a:latin typeface="Cambria" panose="02040503050406030204" pitchFamily="18" charset="0"/>
              <a:ea typeface="Cambria" panose="02040503050406030204" pitchFamily="18" charset="0"/>
              <a:cs typeface="Calibri" panose="020F0502020204030204" pitchFamily="34" charset="0"/>
            </a:endParaRPr>
          </a:p>
        </p:txBody>
      </p:sp>
      <p:sp>
        <p:nvSpPr>
          <p:cNvPr id="5" name="Footer Placeholder 2">
            <a:extLst>
              <a:ext uri="{FF2B5EF4-FFF2-40B4-BE49-F238E27FC236}">
                <a16:creationId xmlns:a16="http://schemas.microsoft.com/office/drawing/2014/main" id="{8E2BFCEE-6E22-90B5-4794-0D62D5D2B227}"/>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Slide Number Placeholder 23">
            <a:extLst>
              <a:ext uri="{FF2B5EF4-FFF2-40B4-BE49-F238E27FC236}">
                <a16:creationId xmlns:a16="http://schemas.microsoft.com/office/drawing/2014/main" id="{7B445EA0-7952-EB1D-63B3-7EB6CCB5485A}"/>
              </a:ext>
            </a:extLst>
          </p:cNvPr>
          <p:cNvSpPr>
            <a:spLocks noGrp="1"/>
          </p:cNvSpPr>
          <p:nvPr>
            <p:ph type="sldNum" sz="quarter" idx="12"/>
          </p:nvPr>
        </p:nvSpPr>
        <p:spPr>
          <a:xfrm>
            <a:off x="8459788" y="616585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pic>
        <p:nvPicPr>
          <p:cNvPr id="7" name="Picture 5">
            <a:extLst>
              <a:ext uri="{FF2B5EF4-FFF2-40B4-BE49-F238E27FC236}">
                <a16:creationId xmlns:a16="http://schemas.microsoft.com/office/drawing/2014/main" id="{3631D5D2-864D-9530-DF76-20AC17B9DE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2447368"/>
            <a:ext cx="5935746" cy="2386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6">
            <a:extLst>
              <a:ext uri="{FF2B5EF4-FFF2-40B4-BE49-F238E27FC236}">
                <a16:creationId xmlns:a16="http://schemas.microsoft.com/office/drawing/2014/main" id="{47C63747-E265-0EAD-41F2-D1D7AD2730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2048" y="3680244"/>
            <a:ext cx="3477344" cy="284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9464376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8893F-0308-B153-B1B9-0D878B92587D}"/>
            </a:ext>
          </a:extLst>
        </p:cNvPr>
        <p:cNvGrpSpPr/>
        <p:nvPr/>
      </p:nvGrpSpPr>
      <p:grpSpPr>
        <a:xfrm>
          <a:off x="0" y="0"/>
          <a:ext cx="0" cy="0"/>
          <a:chOff x="0" y="0"/>
          <a:chExt cx="0" cy="0"/>
        </a:xfrm>
      </p:grpSpPr>
      <p:sp>
        <p:nvSpPr>
          <p:cNvPr id="58370" name="Rectangle 2">
            <a:extLst>
              <a:ext uri="{FF2B5EF4-FFF2-40B4-BE49-F238E27FC236}">
                <a16:creationId xmlns:a16="http://schemas.microsoft.com/office/drawing/2014/main" id="{5D95B964-60B0-A5F5-8317-EFB9EBA0671A}"/>
              </a:ext>
            </a:extLst>
          </p:cNvPr>
          <p:cNvSpPr>
            <a:spLocks noGrp="1" noChangeArrowheads="1"/>
          </p:cNvSpPr>
          <p:nvPr>
            <p:ph type="title"/>
          </p:nvPr>
        </p:nvSpPr>
        <p:spPr>
          <a:xfrm>
            <a:off x="323850" y="188640"/>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Intersect</a:t>
            </a:r>
          </a:p>
        </p:txBody>
      </p:sp>
      <p:sp>
        <p:nvSpPr>
          <p:cNvPr id="24579" name="Rectangle 3">
            <a:extLst>
              <a:ext uri="{FF2B5EF4-FFF2-40B4-BE49-F238E27FC236}">
                <a16:creationId xmlns:a16="http://schemas.microsoft.com/office/drawing/2014/main" id="{1F7F61ED-098A-4699-BD06-7519E3018820}"/>
              </a:ext>
            </a:extLst>
          </p:cNvPr>
          <p:cNvSpPr>
            <a:spLocks noGrp="1" noChangeArrowheads="1"/>
          </p:cNvSpPr>
          <p:nvPr>
            <p:ph type="body" idx="1"/>
          </p:nvPr>
        </p:nvSpPr>
        <p:spPr>
          <a:xfrm>
            <a:off x="354013" y="741784"/>
            <a:ext cx="8466137" cy="1679104"/>
          </a:xfrm>
        </p:spPr>
        <p:txBody>
          <a:bodyPr/>
          <a:lstStyle/>
          <a:p>
            <a:pPr algn="just"/>
            <a:r>
              <a:rPr lang="en-US" altLang="en-US" sz="2800" dirty="0">
                <a:latin typeface="Cambria" panose="02040503050406030204" pitchFamily="18" charset="0"/>
                <a:ea typeface="Cambria" panose="02040503050406030204" pitchFamily="18" charset="0"/>
              </a:rPr>
              <a:t>The result of intersect </a:t>
            </a:r>
            <a:r>
              <a:rPr lang="en-US" altLang="en-US" sz="2800" dirty="0">
                <a:latin typeface="Cambria" panose="02040503050406030204" pitchFamily="18" charset="0"/>
                <a:ea typeface="Cambria" panose="02040503050406030204" pitchFamily="18" charset="0"/>
                <a:cs typeface="Calibri" panose="020F0502020204030204" pitchFamily="34" charset="0"/>
              </a:rPr>
              <a:t>operation</a:t>
            </a:r>
            <a:r>
              <a:rPr lang="en-US" altLang="en-US" sz="2800" dirty="0">
                <a:latin typeface="Cambria" panose="02040503050406030204" pitchFamily="18" charset="0"/>
                <a:ea typeface="Cambria" panose="02040503050406030204" pitchFamily="18" charset="0"/>
              </a:rPr>
              <a:t>, denoted by </a:t>
            </a:r>
            <a:r>
              <a:rPr lang="en-US" altLang="en-US" sz="2800" dirty="0">
                <a:solidFill>
                  <a:srgbClr val="FF0000"/>
                </a:solidFill>
                <a:latin typeface="Cambria" panose="02040503050406030204" pitchFamily="18" charset="0"/>
                <a:ea typeface="Cambria" panose="02040503050406030204" pitchFamily="18" charset="0"/>
              </a:rPr>
              <a:t>R ∩ S</a:t>
            </a:r>
            <a:r>
              <a:rPr lang="en-US" altLang="en-US" sz="2800" dirty="0">
                <a:latin typeface="Cambria" panose="02040503050406030204" pitchFamily="18" charset="0"/>
                <a:ea typeface="Cambria" panose="02040503050406030204" pitchFamily="18" charset="0"/>
              </a:rPr>
              <a:t>, is a relation that includes all tuples that are in both </a:t>
            </a:r>
            <a:r>
              <a:rPr lang="en-US" altLang="en-US" sz="2800" dirty="0">
                <a:solidFill>
                  <a:srgbClr val="0000CC"/>
                </a:solidFill>
                <a:latin typeface="Cambria" panose="02040503050406030204" pitchFamily="18" charset="0"/>
                <a:ea typeface="Cambria" panose="02040503050406030204" pitchFamily="18" charset="0"/>
              </a:rPr>
              <a:t>R</a:t>
            </a:r>
            <a:r>
              <a:rPr lang="en-US" altLang="en-US" sz="2800" dirty="0">
                <a:latin typeface="Cambria" panose="02040503050406030204" pitchFamily="18" charset="0"/>
                <a:ea typeface="Cambria" panose="02040503050406030204" pitchFamily="18" charset="0"/>
              </a:rPr>
              <a:t> and </a:t>
            </a:r>
            <a:r>
              <a:rPr lang="en-US" altLang="en-US" sz="2800" dirty="0">
                <a:solidFill>
                  <a:srgbClr val="0000CC"/>
                </a:solidFill>
                <a:latin typeface="Cambria" panose="02040503050406030204" pitchFamily="18" charset="0"/>
                <a:ea typeface="Cambria" panose="02040503050406030204" pitchFamily="18" charset="0"/>
              </a:rPr>
              <a:t>S.</a:t>
            </a:r>
          </a:p>
          <a:p>
            <a:pPr marL="228600" indent="-228600" eaLnBrk="1" hangingPunct="1">
              <a:spcBef>
                <a:spcPts val="0"/>
              </a:spcBef>
              <a:spcAft>
                <a:spcPts val="300"/>
              </a:spcAft>
              <a:defRPr/>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p:txBody>
      </p:sp>
      <p:sp>
        <p:nvSpPr>
          <p:cNvPr id="5" name="Footer Placeholder 2">
            <a:extLst>
              <a:ext uri="{FF2B5EF4-FFF2-40B4-BE49-F238E27FC236}">
                <a16:creationId xmlns:a16="http://schemas.microsoft.com/office/drawing/2014/main" id="{AFADF062-F1EA-73AC-3D2D-7B30B5EF4E30}"/>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Slide Number Placeholder 23">
            <a:extLst>
              <a:ext uri="{FF2B5EF4-FFF2-40B4-BE49-F238E27FC236}">
                <a16:creationId xmlns:a16="http://schemas.microsoft.com/office/drawing/2014/main" id="{A2312A72-C1BF-6047-23CF-6C26ECC23F8A}"/>
              </a:ext>
            </a:extLst>
          </p:cNvPr>
          <p:cNvSpPr>
            <a:spLocks noGrp="1"/>
          </p:cNvSpPr>
          <p:nvPr>
            <p:ph type="sldNum" sz="quarter" idx="12"/>
          </p:nvPr>
        </p:nvSpPr>
        <p:spPr>
          <a:xfrm>
            <a:off x="8459788" y="616585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pic>
        <p:nvPicPr>
          <p:cNvPr id="2" name="Picture 8">
            <a:extLst>
              <a:ext uri="{FF2B5EF4-FFF2-40B4-BE49-F238E27FC236}">
                <a16:creationId xmlns:a16="http://schemas.microsoft.com/office/drawing/2014/main" id="{839BD979-D8C3-A0F4-0219-19E545610E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244824"/>
            <a:ext cx="8458200"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43444443"/>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1C6B6-B47B-24C2-F8C7-616C852718E1}"/>
            </a:ext>
          </a:extLst>
        </p:cNvPr>
        <p:cNvGrpSpPr/>
        <p:nvPr/>
      </p:nvGrpSpPr>
      <p:grpSpPr>
        <a:xfrm>
          <a:off x="0" y="0"/>
          <a:ext cx="0" cy="0"/>
          <a:chOff x="0" y="0"/>
          <a:chExt cx="0" cy="0"/>
        </a:xfrm>
      </p:grpSpPr>
      <p:sp>
        <p:nvSpPr>
          <p:cNvPr id="58370" name="Rectangle 2">
            <a:extLst>
              <a:ext uri="{FF2B5EF4-FFF2-40B4-BE49-F238E27FC236}">
                <a16:creationId xmlns:a16="http://schemas.microsoft.com/office/drawing/2014/main" id="{40B9A56D-83CA-3F1A-88C3-E82D31EE6576}"/>
              </a:ext>
            </a:extLst>
          </p:cNvPr>
          <p:cNvSpPr>
            <a:spLocks noGrp="1" noChangeArrowheads="1"/>
          </p:cNvSpPr>
          <p:nvPr>
            <p:ph type="title"/>
          </p:nvPr>
        </p:nvSpPr>
        <p:spPr>
          <a:xfrm>
            <a:off x="323850" y="188640"/>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Difference (Minus or Except)</a:t>
            </a:r>
          </a:p>
        </p:txBody>
      </p:sp>
      <p:sp>
        <p:nvSpPr>
          <p:cNvPr id="24579" name="Rectangle 3">
            <a:extLst>
              <a:ext uri="{FF2B5EF4-FFF2-40B4-BE49-F238E27FC236}">
                <a16:creationId xmlns:a16="http://schemas.microsoft.com/office/drawing/2014/main" id="{3F9BAF01-9E99-03DD-808D-AC16B38EE8A0}"/>
              </a:ext>
            </a:extLst>
          </p:cNvPr>
          <p:cNvSpPr>
            <a:spLocks noGrp="1" noChangeArrowheads="1"/>
          </p:cNvSpPr>
          <p:nvPr>
            <p:ph type="body" idx="1"/>
          </p:nvPr>
        </p:nvSpPr>
        <p:spPr>
          <a:xfrm>
            <a:off x="354013" y="741784"/>
            <a:ext cx="8466137" cy="1679104"/>
          </a:xfrm>
        </p:spPr>
        <p:txBody>
          <a:bodyPr/>
          <a:lstStyle/>
          <a:p>
            <a:pPr>
              <a:buSzPct val="77000"/>
            </a:pPr>
            <a:r>
              <a:rPr lang="en-US" altLang="en-US" sz="2800" dirty="0">
                <a:latin typeface="Cambria" panose="02040503050406030204" pitchFamily="18" charset="0"/>
                <a:ea typeface="Cambria" panose="02040503050406030204" pitchFamily="18" charset="0"/>
              </a:rPr>
              <a:t>The result of Minus operation, denoted by </a:t>
            </a:r>
            <a:r>
              <a:rPr lang="en-US" altLang="en-US" sz="2800" dirty="0">
                <a:solidFill>
                  <a:srgbClr val="FF0000"/>
                </a:solidFill>
                <a:latin typeface="Cambria" panose="02040503050406030204" pitchFamily="18" charset="0"/>
                <a:ea typeface="Cambria" panose="02040503050406030204" pitchFamily="18" charset="0"/>
              </a:rPr>
              <a:t>R – S,</a:t>
            </a:r>
            <a:r>
              <a:rPr lang="en-US" altLang="en-US" sz="2800" dirty="0">
                <a:latin typeface="Cambria" panose="02040503050406030204" pitchFamily="18" charset="0"/>
                <a:ea typeface="Cambria" panose="02040503050406030204" pitchFamily="18" charset="0"/>
              </a:rPr>
              <a:t> is a relation that includes all tuples that are in </a:t>
            </a:r>
            <a:r>
              <a:rPr lang="en-US" altLang="en-US" sz="2800" dirty="0">
                <a:solidFill>
                  <a:srgbClr val="0000CC"/>
                </a:solidFill>
                <a:latin typeface="Cambria" panose="02040503050406030204" pitchFamily="18" charset="0"/>
                <a:ea typeface="Cambria" panose="02040503050406030204" pitchFamily="18" charset="0"/>
              </a:rPr>
              <a:t>R</a:t>
            </a:r>
            <a:r>
              <a:rPr lang="en-US" altLang="en-US" sz="2800" dirty="0">
                <a:latin typeface="Cambria" panose="02040503050406030204" pitchFamily="18" charset="0"/>
                <a:ea typeface="Cambria" panose="02040503050406030204" pitchFamily="18" charset="0"/>
              </a:rPr>
              <a:t> but not in </a:t>
            </a:r>
            <a:r>
              <a:rPr lang="en-US" altLang="en-US" sz="2800" dirty="0">
                <a:solidFill>
                  <a:srgbClr val="0000CC"/>
                </a:solidFill>
                <a:latin typeface="Cambria" panose="02040503050406030204" pitchFamily="18" charset="0"/>
                <a:ea typeface="Cambria" panose="02040503050406030204" pitchFamily="18" charset="0"/>
              </a:rPr>
              <a:t>S.</a:t>
            </a:r>
          </a:p>
          <a:p>
            <a:pPr marL="228600" indent="-228600" eaLnBrk="1" hangingPunct="1">
              <a:spcBef>
                <a:spcPts val="0"/>
              </a:spcBef>
              <a:spcAft>
                <a:spcPts val="300"/>
              </a:spcAft>
              <a:defRPr/>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spcBef>
                <a:spcPts val="0"/>
              </a:spcBef>
              <a:spcAft>
                <a:spcPts val="300"/>
              </a:spcAft>
              <a:defRPr/>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p:txBody>
      </p:sp>
      <p:sp>
        <p:nvSpPr>
          <p:cNvPr id="5" name="Footer Placeholder 2">
            <a:extLst>
              <a:ext uri="{FF2B5EF4-FFF2-40B4-BE49-F238E27FC236}">
                <a16:creationId xmlns:a16="http://schemas.microsoft.com/office/drawing/2014/main" id="{7F4C3016-30C8-D6AC-F84C-DDF1EDAC9127}"/>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Slide Number Placeholder 23">
            <a:extLst>
              <a:ext uri="{FF2B5EF4-FFF2-40B4-BE49-F238E27FC236}">
                <a16:creationId xmlns:a16="http://schemas.microsoft.com/office/drawing/2014/main" id="{B8733347-8176-8C98-973D-DA8713028EDF}"/>
              </a:ext>
            </a:extLst>
          </p:cNvPr>
          <p:cNvSpPr>
            <a:spLocks noGrp="1"/>
          </p:cNvSpPr>
          <p:nvPr>
            <p:ph type="sldNum" sz="quarter" idx="12"/>
          </p:nvPr>
        </p:nvSpPr>
        <p:spPr>
          <a:xfrm>
            <a:off x="8459788" y="616585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pic>
        <p:nvPicPr>
          <p:cNvPr id="3" name="Picture 1029">
            <a:extLst>
              <a:ext uri="{FF2B5EF4-FFF2-40B4-BE49-F238E27FC236}">
                <a16:creationId xmlns:a16="http://schemas.microsoft.com/office/drawing/2014/main" id="{D19684FC-108A-BF13-3E93-9BB5915D26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132856"/>
            <a:ext cx="807720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8204942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1A11D-7DAE-96DB-6800-4B6654AB27F8}"/>
            </a:ext>
          </a:extLst>
        </p:cNvPr>
        <p:cNvGrpSpPr/>
        <p:nvPr/>
      </p:nvGrpSpPr>
      <p:grpSpPr>
        <a:xfrm>
          <a:off x="0" y="0"/>
          <a:ext cx="0" cy="0"/>
          <a:chOff x="0" y="0"/>
          <a:chExt cx="0" cy="0"/>
        </a:xfrm>
      </p:grpSpPr>
      <p:sp>
        <p:nvSpPr>
          <p:cNvPr id="58370" name="Rectangle 2">
            <a:extLst>
              <a:ext uri="{FF2B5EF4-FFF2-40B4-BE49-F238E27FC236}">
                <a16:creationId xmlns:a16="http://schemas.microsoft.com/office/drawing/2014/main" id="{D68805AC-ADAA-917F-908C-10C0E8193279}"/>
              </a:ext>
            </a:extLst>
          </p:cNvPr>
          <p:cNvSpPr>
            <a:spLocks noGrp="1" noChangeArrowheads="1"/>
          </p:cNvSpPr>
          <p:nvPr>
            <p:ph type="title"/>
          </p:nvPr>
        </p:nvSpPr>
        <p:spPr>
          <a:xfrm>
            <a:off x="323850" y="188640"/>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Divide</a:t>
            </a:r>
          </a:p>
        </p:txBody>
      </p:sp>
      <p:sp>
        <p:nvSpPr>
          <p:cNvPr id="24579" name="Rectangle 3">
            <a:extLst>
              <a:ext uri="{FF2B5EF4-FFF2-40B4-BE49-F238E27FC236}">
                <a16:creationId xmlns:a16="http://schemas.microsoft.com/office/drawing/2014/main" id="{BD96E8A8-CE90-4064-4272-346D7A487575}"/>
              </a:ext>
            </a:extLst>
          </p:cNvPr>
          <p:cNvSpPr>
            <a:spLocks noGrp="1" noChangeArrowheads="1"/>
          </p:cNvSpPr>
          <p:nvPr>
            <p:ph type="body" idx="1"/>
          </p:nvPr>
        </p:nvSpPr>
        <p:spPr>
          <a:xfrm>
            <a:off x="354013" y="620688"/>
            <a:ext cx="8466137" cy="1679104"/>
          </a:xfrm>
        </p:spPr>
        <p:txBody>
          <a:bodyPr/>
          <a:lstStyle/>
          <a:p>
            <a:pPr algn="just">
              <a:buSzPct val="77000"/>
            </a:pPr>
            <a:r>
              <a:rPr lang="en-US" altLang="en-US" sz="2400" dirty="0">
                <a:latin typeface="Cambria" panose="02040503050406030204" pitchFamily="18" charset="0"/>
                <a:ea typeface="Cambria" panose="02040503050406030204" pitchFamily="18" charset="0"/>
              </a:rPr>
              <a:t>Requires one single-column table and one two-column table.</a:t>
            </a:r>
          </a:p>
          <a:p>
            <a:pPr algn="just">
              <a:buSzPct val="77000"/>
            </a:pPr>
            <a:r>
              <a:rPr lang="en-US" altLang="en-US" sz="2400" dirty="0">
                <a:latin typeface="Cambria" panose="02040503050406030204" pitchFamily="18" charset="0"/>
                <a:ea typeface="Cambria" panose="02040503050406030204" pitchFamily="18" charset="0"/>
              </a:rPr>
              <a:t>A tuple </a:t>
            </a:r>
            <a:r>
              <a:rPr lang="en-US" altLang="en-US" sz="2400" dirty="0">
                <a:solidFill>
                  <a:srgbClr val="0000CC"/>
                </a:solidFill>
                <a:latin typeface="Cambria" panose="02040503050406030204" pitchFamily="18" charset="0"/>
                <a:ea typeface="Cambria" panose="02040503050406030204" pitchFamily="18" charset="0"/>
              </a:rPr>
              <a:t>t</a:t>
            </a:r>
            <a:r>
              <a:rPr lang="en-US" altLang="en-US" sz="2400" dirty="0">
                <a:latin typeface="Cambria" panose="02040503050406030204" pitchFamily="18" charset="0"/>
                <a:ea typeface="Cambria" panose="02040503050406030204" pitchFamily="18" charset="0"/>
              </a:rPr>
              <a:t> appears in the result </a:t>
            </a:r>
            <a:r>
              <a:rPr lang="en-US" altLang="en-US" sz="2400" dirty="0">
                <a:solidFill>
                  <a:srgbClr val="0000CC"/>
                </a:solidFill>
                <a:latin typeface="Cambria" panose="02040503050406030204" pitchFamily="18" charset="0"/>
                <a:ea typeface="Cambria" panose="02040503050406030204" pitchFamily="18" charset="0"/>
              </a:rPr>
              <a:t>T</a:t>
            </a:r>
            <a:r>
              <a:rPr lang="en-US" altLang="en-US" sz="2400" dirty="0">
                <a:latin typeface="Cambria" panose="02040503050406030204" pitchFamily="18" charset="0"/>
                <a:ea typeface="Cambria" panose="02040503050406030204" pitchFamily="18" charset="0"/>
              </a:rPr>
              <a:t> of the DIVISION, </a:t>
            </a:r>
            <a:r>
              <a:rPr lang="en-US" altLang="en-US" sz="2400" dirty="0" err="1">
                <a:latin typeface="Cambria" panose="02040503050406030204" pitchFamily="18" charset="0"/>
                <a:ea typeface="Cambria" panose="02040503050406030204" pitchFamily="18" charset="0"/>
              </a:rPr>
              <a:t>iff</a:t>
            </a:r>
            <a:r>
              <a:rPr lang="en-US" altLang="en-US" sz="2400" dirty="0">
                <a:latin typeface="Cambria" panose="02040503050406030204" pitchFamily="18" charset="0"/>
                <a:ea typeface="Cambria" panose="02040503050406030204" pitchFamily="18" charset="0"/>
              </a:rPr>
              <a:t> the values in </a:t>
            </a:r>
            <a:r>
              <a:rPr lang="en-US" altLang="en-US" sz="2400" dirty="0">
                <a:solidFill>
                  <a:srgbClr val="0000CC"/>
                </a:solidFill>
                <a:latin typeface="Cambria" panose="02040503050406030204" pitchFamily="18" charset="0"/>
                <a:ea typeface="Cambria" panose="02040503050406030204" pitchFamily="18" charset="0"/>
              </a:rPr>
              <a:t>t</a:t>
            </a:r>
            <a:r>
              <a:rPr lang="en-US" altLang="en-US" sz="2400" dirty="0">
                <a:latin typeface="Cambria" panose="02040503050406030204" pitchFamily="18" charset="0"/>
                <a:ea typeface="Cambria" panose="02040503050406030204" pitchFamily="18" charset="0"/>
              </a:rPr>
              <a:t> appear in </a:t>
            </a:r>
            <a:r>
              <a:rPr lang="en-US" altLang="en-US" sz="2400" dirty="0">
                <a:solidFill>
                  <a:srgbClr val="0000CC"/>
                </a:solidFill>
                <a:latin typeface="Cambria" panose="02040503050406030204" pitchFamily="18" charset="0"/>
                <a:ea typeface="Cambria" panose="02040503050406030204" pitchFamily="18" charset="0"/>
              </a:rPr>
              <a:t>R</a:t>
            </a:r>
            <a:r>
              <a:rPr lang="en-US" altLang="en-US" sz="2400" dirty="0">
                <a:latin typeface="Cambria" panose="02040503050406030204" pitchFamily="18" charset="0"/>
                <a:ea typeface="Cambria" panose="02040503050406030204" pitchFamily="18" charset="0"/>
              </a:rPr>
              <a:t> in combination with every tuple in </a:t>
            </a:r>
            <a:r>
              <a:rPr lang="en-US" altLang="en-US" sz="2400" dirty="0">
                <a:solidFill>
                  <a:srgbClr val="0000CC"/>
                </a:solidFill>
                <a:latin typeface="Cambria" panose="02040503050406030204" pitchFamily="18" charset="0"/>
                <a:ea typeface="Cambria" panose="02040503050406030204" pitchFamily="18" charset="0"/>
              </a:rPr>
              <a:t>S.</a:t>
            </a:r>
          </a:p>
          <a:p>
            <a:pPr algn="just">
              <a:buSzPct val="77000"/>
            </a:pPr>
            <a:r>
              <a:rPr lang="en-US" altLang="en-US" sz="2400" dirty="0">
                <a:latin typeface="Cambria" panose="02040503050406030204" pitchFamily="18" charset="0"/>
                <a:ea typeface="Cambria" panose="02040503050406030204" pitchFamily="18" charset="0"/>
              </a:rPr>
              <a:t>The tuples in the denominator relation </a:t>
            </a:r>
            <a:r>
              <a:rPr lang="en-US" altLang="en-US" sz="2400" dirty="0">
                <a:solidFill>
                  <a:srgbClr val="0000CC"/>
                </a:solidFill>
                <a:latin typeface="Cambria" panose="02040503050406030204" pitchFamily="18" charset="0"/>
                <a:ea typeface="Cambria" panose="02040503050406030204" pitchFamily="18" charset="0"/>
              </a:rPr>
              <a:t>S</a:t>
            </a:r>
            <a:r>
              <a:rPr lang="en-US" altLang="en-US" sz="2400" dirty="0">
                <a:latin typeface="Cambria" panose="02040503050406030204" pitchFamily="18" charset="0"/>
                <a:ea typeface="Cambria" panose="02040503050406030204" pitchFamily="18" charset="0"/>
              </a:rPr>
              <a:t> restrict the numerator relation </a:t>
            </a:r>
            <a:r>
              <a:rPr lang="en-US" altLang="en-US" sz="2400" dirty="0">
                <a:solidFill>
                  <a:srgbClr val="0000CC"/>
                </a:solidFill>
                <a:latin typeface="Cambria" panose="02040503050406030204" pitchFamily="18" charset="0"/>
                <a:ea typeface="Cambria" panose="02040503050406030204" pitchFamily="18" charset="0"/>
              </a:rPr>
              <a:t>R</a:t>
            </a:r>
            <a:r>
              <a:rPr lang="en-US" altLang="en-US" sz="2400" dirty="0">
                <a:latin typeface="Cambria" panose="02040503050406030204" pitchFamily="18" charset="0"/>
                <a:ea typeface="Cambria" panose="02040503050406030204" pitchFamily="18" charset="0"/>
              </a:rPr>
              <a:t> by selecting those tuples in the result that match all values present in the denominator.</a:t>
            </a:r>
          </a:p>
          <a:p>
            <a:pPr marL="228600" indent="-228600" algn="just" eaLnBrk="1" hangingPunct="1">
              <a:spcBef>
                <a:spcPts val="0"/>
              </a:spcBef>
              <a:spcAft>
                <a:spcPts val="300"/>
              </a:spcAft>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28600" indent="-228600" algn="just" eaLnBrk="1" hangingPunct="1">
              <a:spcBef>
                <a:spcPts val="0"/>
              </a:spcBef>
              <a:spcAft>
                <a:spcPts val="300"/>
              </a:spcAft>
              <a:defRPr/>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p:txBody>
      </p:sp>
      <p:sp>
        <p:nvSpPr>
          <p:cNvPr id="5" name="Footer Placeholder 2">
            <a:extLst>
              <a:ext uri="{FF2B5EF4-FFF2-40B4-BE49-F238E27FC236}">
                <a16:creationId xmlns:a16="http://schemas.microsoft.com/office/drawing/2014/main" id="{E8F6C813-2DC0-2D47-7291-AF63B322EF5E}"/>
              </a:ext>
            </a:extLst>
          </p:cNvPr>
          <p:cNvSpPr>
            <a:spLocks noGrp="1"/>
          </p:cNvSpPr>
          <p:nvPr>
            <p:ph type="ftr" sz="quarter" idx="11"/>
          </p:nvPr>
        </p:nvSpPr>
        <p:spPr>
          <a:xfrm>
            <a:off x="2555776"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6" name="Slide Number Placeholder 23">
            <a:extLst>
              <a:ext uri="{FF2B5EF4-FFF2-40B4-BE49-F238E27FC236}">
                <a16:creationId xmlns:a16="http://schemas.microsoft.com/office/drawing/2014/main" id="{94B9E10A-EEC6-F32F-0EDF-EFD02CBC3357}"/>
              </a:ext>
            </a:extLst>
          </p:cNvPr>
          <p:cNvSpPr>
            <a:spLocks noGrp="1"/>
          </p:cNvSpPr>
          <p:nvPr>
            <p:ph type="sldNum" sz="quarter" idx="12"/>
          </p:nvPr>
        </p:nvSpPr>
        <p:spPr>
          <a:xfrm>
            <a:off x="8459788" y="616585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pic>
        <p:nvPicPr>
          <p:cNvPr id="2" name="Picture 5">
            <a:extLst>
              <a:ext uri="{FF2B5EF4-FFF2-40B4-BE49-F238E27FC236}">
                <a16:creationId xmlns:a16="http://schemas.microsoft.com/office/drawing/2014/main" id="{DCDFC7D7-A7F4-16A8-07E3-45678C704D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3212976"/>
            <a:ext cx="7138987" cy="318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7262830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27B1E921-E208-1E21-5ED7-158F79C22CEF}"/>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2800" b="1" u="sng" dirty="0">
                <a:solidFill>
                  <a:srgbClr val="D34817"/>
                </a:solidFill>
                <a:latin typeface="Cambria" panose="02040503050406030204" pitchFamily="18" charset="0"/>
                <a:ea typeface="Cambria" panose="02040503050406030204" pitchFamily="18" charset="0"/>
              </a:rPr>
              <a:t>DIVISION</a:t>
            </a:r>
          </a:p>
        </p:txBody>
      </p:sp>
      <p:sp>
        <p:nvSpPr>
          <p:cNvPr id="24579" name="Rectangle 3">
            <a:extLst>
              <a:ext uri="{FF2B5EF4-FFF2-40B4-BE49-F238E27FC236}">
                <a16:creationId xmlns:a16="http://schemas.microsoft.com/office/drawing/2014/main" id="{C91B5A6C-6384-6012-5775-629E3F179E83}"/>
              </a:ext>
            </a:extLst>
          </p:cNvPr>
          <p:cNvSpPr>
            <a:spLocks noGrp="1" noRot="1" noChangeAspect="1" noMove="1" noResize="1" noEditPoints="1" noAdjustHandles="1" noChangeArrowheads="1" noChangeShapeType="1" noTextEdit="1"/>
          </p:cNvSpPr>
          <p:nvPr>
            <p:ph type="body" idx="1"/>
          </p:nvPr>
        </p:nvSpPr>
        <p:spPr>
          <a:xfrm>
            <a:off x="423284" y="869968"/>
            <a:ext cx="5120824" cy="3834405"/>
          </a:xfrm>
          <a:blipFill>
            <a:blip r:embed="rId2"/>
            <a:stretch>
              <a:fillRect l="-833" t="-1272" r="-1905"/>
            </a:stretch>
          </a:blipFill>
        </p:spPr>
        <p:txBody>
          <a:bodyPr/>
          <a:lstStyle/>
          <a:p>
            <a:r>
              <a:rPr lang="en-US">
                <a:noFill/>
              </a:rPr>
              <a:t> </a:t>
            </a:r>
          </a:p>
        </p:txBody>
      </p:sp>
      <p:graphicFrame>
        <p:nvGraphicFramePr>
          <p:cNvPr id="2" name="Table 1">
            <a:extLst>
              <a:ext uri="{FF2B5EF4-FFF2-40B4-BE49-F238E27FC236}">
                <a16:creationId xmlns:a16="http://schemas.microsoft.com/office/drawing/2014/main" id="{14880EEC-75E9-7B81-5D34-53DB2E184A47}"/>
              </a:ext>
            </a:extLst>
          </p:cNvPr>
          <p:cNvGraphicFramePr>
            <a:graphicFrameLocks noGrp="1"/>
          </p:cNvGraphicFramePr>
          <p:nvPr/>
        </p:nvGraphicFramePr>
        <p:xfrm>
          <a:off x="5903913" y="866775"/>
          <a:ext cx="1655762" cy="5608040"/>
        </p:xfrm>
        <a:graphic>
          <a:graphicData uri="http://schemas.openxmlformats.org/drawingml/2006/table">
            <a:tbl>
              <a:tblPr firstRow="1" bandRow="1">
                <a:tableStyleId>{5C22544A-7EE6-4342-B048-85BDC9FD1C3A}</a:tableStyleId>
              </a:tblPr>
              <a:tblGrid>
                <a:gridCol w="827881">
                  <a:extLst>
                    <a:ext uri="{9D8B030D-6E8A-4147-A177-3AD203B41FA5}">
                      <a16:colId xmlns:a16="http://schemas.microsoft.com/office/drawing/2014/main" val="20000"/>
                    </a:ext>
                  </a:extLst>
                </a:gridCol>
                <a:gridCol w="827881">
                  <a:extLst>
                    <a:ext uri="{9D8B030D-6E8A-4147-A177-3AD203B41FA5}">
                      <a16:colId xmlns:a16="http://schemas.microsoft.com/office/drawing/2014/main" val="20001"/>
                    </a:ext>
                  </a:extLst>
                </a:gridCol>
              </a:tblGrid>
              <a:tr h="457096">
                <a:tc gridSpan="2">
                  <a:txBody>
                    <a:bodyPr/>
                    <a:lstStyle/>
                    <a:p>
                      <a:pPr algn="ctr"/>
                      <a:r>
                        <a:rPr lang="en-US" sz="2400" dirty="0">
                          <a:solidFill>
                            <a:srgbClr val="FFFF00"/>
                          </a:solidFill>
                        </a:rPr>
                        <a:t>Relation R</a:t>
                      </a:r>
                    </a:p>
                  </a:txBody>
                  <a:tcPr marL="91417" marR="91417" marT="45710" marB="45710"/>
                </a:tc>
                <a:tc hMerge="1">
                  <a:txBody>
                    <a:bodyPr/>
                    <a:lstStyle/>
                    <a:p>
                      <a:pPr algn="ctr"/>
                      <a:endParaRPr lang="en-US" sz="2400" dirty="0">
                        <a:solidFill>
                          <a:srgbClr val="FFFF00"/>
                        </a:solidFill>
                      </a:endParaRPr>
                    </a:p>
                  </a:txBody>
                  <a:tcPr/>
                </a:tc>
                <a:extLst>
                  <a:ext uri="{0D108BD9-81ED-4DB2-BD59-A6C34878D82A}">
                    <a16:rowId xmlns:a16="http://schemas.microsoft.com/office/drawing/2014/main" val="10000"/>
                  </a:ext>
                </a:extLst>
              </a:tr>
              <a:tr h="396150">
                <a:tc>
                  <a:txBody>
                    <a:bodyPr/>
                    <a:lstStyle/>
                    <a:p>
                      <a:pPr algn="ctr"/>
                      <a:r>
                        <a:rPr lang="en-US" sz="2000" b="1" dirty="0">
                          <a:solidFill>
                            <a:srgbClr val="0070C0"/>
                          </a:solidFill>
                        </a:rPr>
                        <a:t>A</a:t>
                      </a:r>
                    </a:p>
                  </a:txBody>
                  <a:tcPr marL="91417" marR="91417" marT="45710" marB="45710"/>
                </a:tc>
                <a:tc>
                  <a:txBody>
                    <a:bodyPr/>
                    <a:lstStyle/>
                    <a:p>
                      <a:pPr algn="ctr"/>
                      <a:r>
                        <a:rPr lang="en-US" sz="2000" b="1" dirty="0">
                          <a:solidFill>
                            <a:srgbClr val="0070C0"/>
                          </a:solidFill>
                        </a:rPr>
                        <a:t>B</a:t>
                      </a:r>
                    </a:p>
                  </a:txBody>
                  <a:tcPr marL="91417" marR="91417" marT="45710" marB="45710"/>
                </a:tc>
                <a:extLst>
                  <a:ext uri="{0D108BD9-81ED-4DB2-BD59-A6C34878D82A}">
                    <a16:rowId xmlns:a16="http://schemas.microsoft.com/office/drawing/2014/main" val="10001"/>
                  </a:ext>
                </a:extLst>
              </a:tr>
              <a:tr h="396150">
                <a:tc>
                  <a:txBody>
                    <a:bodyPr/>
                    <a:lstStyle/>
                    <a:p>
                      <a:pPr algn="ctr"/>
                      <a:r>
                        <a:rPr lang="en-US" sz="2000" dirty="0"/>
                        <a:t>A1</a:t>
                      </a:r>
                    </a:p>
                  </a:txBody>
                  <a:tcPr marL="91417" marR="91417" marT="45710" marB="45710"/>
                </a:tc>
                <a:tc>
                  <a:txBody>
                    <a:bodyPr/>
                    <a:lstStyle/>
                    <a:p>
                      <a:pPr algn="ctr"/>
                      <a:r>
                        <a:rPr lang="en-US" sz="2000" dirty="0"/>
                        <a:t>B1</a:t>
                      </a:r>
                    </a:p>
                  </a:txBody>
                  <a:tcPr marL="91417" marR="91417" marT="45710" marB="45710"/>
                </a:tc>
                <a:extLst>
                  <a:ext uri="{0D108BD9-81ED-4DB2-BD59-A6C34878D82A}">
                    <a16:rowId xmlns:a16="http://schemas.microsoft.com/office/drawing/2014/main" val="10002"/>
                  </a:ext>
                </a:extLst>
              </a:tr>
              <a:tr h="396150">
                <a:tc>
                  <a:txBody>
                    <a:bodyPr/>
                    <a:lstStyle/>
                    <a:p>
                      <a:pPr algn="ctr"/>
                      <a:r>
                        <a:rPr lang="en-US" sz="2000" dirty="0"/>
                        <a:t>A2</a:t>
                      </a:r>
                    </a:p>
                  </a:txBody>
                  <a:tcPr marL="91417" marR="91417" marT="45710" marB="45710"/>
                </a:tc>
                <a:tc>
                  <a:txBody>
                    <a:bodyPr/>
                    <a:lstStyle/>
                    <a:p>
                      <a:pPr algn="ctr"/>
                      <a:r>
                        <a:rPr lang="en-US" sz="2000" dirty="0"/>
                        <a:t>B1</a:t>
                      </a:r>
                    </a:p>
                  </a:txBody>
                  <a:tcPr marL="91417" marR="91417" marT="45710" marB="45710"/>
                </a:tc>
                <a:extLst>
                  <a:ext uri="{0D108BD9-81ED-4DB2-BD59-A6C34878D82A}">
                    <a16:rowId xmlns:a16="http://schemas.microsoft.com/office/drawing/2014/main" val="10003"/>
                  </a:ext>
                </a:extLst>
              </a:tr>
              <a:tr h="396150">
                <a:tc>
                  <a:txBody>
                    <a:bodyPr/>
                    <a:lstStyle/>
                    <a:p>
                      <a:pPr algn="ctr"/>
                      <a:r>
                        <a:rPr lang="en-US" sz="2000" dirty="0"/>
                        <a:t>A3</a:t>
                      </a:r>
                    </a:p>
                  </a:txBody>
                  <a:tcPr marL="91417" marR="91417" marT="45710" marB="45710"/>
                </a:tc>
                <a:tc>
                  <a:txBody>
                    <a:bodyPr/>
                    <a:lstStyle/>
                    <a:p>
                      <a:pPr algn="ctr"/>
                      <a:r>
                        <a:rPr lang="en-US" sz="2000" dirty="0"/>
                        <a:t>B1</a:t>
                      </a:r>
                    </a:p>
                  </a:txBody>
                  <a:tcPr marL="91417" marR="91417" marT="45710" marB="45710"/>
                </a:tc>
                <a:extLst>
                  <a:ext uri="{0D108BD9-81ED-4DB2-BD59-A6C34878D82A}">
                    <a16:rowId xmlns:a16="http://schemas.microsoft.com/office/drawing/2014/main" val="10004"/>
                  </a:ext>
                </a:extLst>
              </a:tr>
              <a:tr h="396150">
                <a:tc>
                  <a:txBody>
                    <a:bodyPr/>
                    <a:lstStyle/>
                    <a:p>
                      <a:pPr algn="ctr"/>
                      <a:r>
                        <a:rPr lang="en-US" sz="2000" dirty="0"/>
                        <a:t>A4</a:t>
                      </a:r>
                    </a:p>
                  </a:txBody>
                  <a:tcPr marL="91417" marR="91417" marT="45710" marB="45710"/>
                </a:tc>
                <a:tc>
                  <a:txBody>
                    <a:bodyPr/>
                    <a:lstStyle/>
                    <a:p>
                      <a:pPr algn="ctr"/>
                      <a:r>
                        <a:rPr lang="en-US" sz="2000" dirty="0"/>
                        <a:t>B1</a:t>
                      </a:r>
                    </a:p>
                  </a:txBody>
                  <a:tcPr marL="91417" marR="91417" marT="45710" marB="45710"/>
                </a:tc>
                <a:extLst>
                  <a:ext uri="{0D108BD9-81ED-4DB2-BD59-A6C34878D82A}">
                    <a16:rowId xmlns:a16="http://schemas.microsoft.com/office/drawing/2014/main" val="10005"/>
                  </a:ext>
                </a:extLst>
              </a:tr>
              <a:tr h="396150">
                <a:tc>
                  <a:txBody>
                    <a:bodyPr/>
                    <a:lstStyle/>
                    <a:p>
                      <a:pPr algn="ctr"/>
                      <a:r>
                        <a:rPr lang="en-US" sz="2000" dirty="0"/>
                        <a:t>A1</a:t>
                      </a:r>
                    </a:p>
                  </a:txBody>
                  <a:tcPr marL="91417" marR="91417" marT="45710" marB="45710"/>
                </a:tc>
                <a:tc>
                  <a:txBody>
                    <a:bodyPr/>
                    <a:lstStyle/>
                    <a:p>
                      <a:pPr algn="ctr"/>
                      <a:r>
                        <a:rPr lang="en-US" sz="2000" dirty="0"/>
                        <a:t>B2</a:t>
                      </a:r>
                    </a:p>
                  </a:txBody>
                  <a:tcPr marL="91417" marR="91417" marT="45710" marB="45710"/>
                </a:tc>
                <a:extLst>
                  <a:ext uri="{0D108BD9-81ED-4DB2-BD59-A6C34878D82A}">
                    <a16:rowId xmlns:a16="http://schemas.microsoft.com/office/drawing/2014/main" val="10006"/>
                  </a:ext>
                </a:extLst>
              </a:tr>
              <a:tr h="396150">
                <a:tc>
                  <a:txBody>
                    <a:bodyPr/>
                    <a:lstStyle/>
                    <a:p>
                      <a:pPr algn="ctr"/>
                      <a:r>
                        <a:rPr lang="en-US" sz="2000" dirty="0"/>
                        <a:t>A3</a:t>
                      </a:r>
                    </a:p>
                  </a:txBody>
                  <a:tcPr marL="91417" marR="91417" marT="45710" marB="45710"/>
                </a:tc>
                <a:tc>
                  <a:txBody>
                    <a:bodyPr/>
                    <a:lstStyle/>
                    <a:p>
                      <a:pPr algn="ctr"/>
                      <a:r>
                        <a:rPr lang="en-US" sz="2000" dirty="0"/>
                        <a:t>B2</a:t>
                      </a:r>
                    </a:p>
                  </a:txBody>
                  <a:tcPr marL="91417" marR="91417" marT="45710" marB="45710"/>
                </a:tc>
                <a:extLst>
                  <a:ext uri="{0D108BD9-81ED-4DB2-BD59-A6C34878D82A}">
                    <a16:rowId xmlns:a16="http://schemas.microsoft.com/office/drawing/2014/main" val="10007"/>
                  </a:ext>
                </a:extLst>
              </a:tr>
              <a:tr h="396150">
                <a:tc>
                  <a:txBody>
                    <a:bodyPr/>
                    <a:lstStyle/>
                    <a:p>
                      <a:pPr algn="ctr"/>
                      <a:r>
                        <a:rPr lang="en-US" sz="2000" dirty="0"/>
                        <a:t>A2</a:t>
                      </a:r>
                    </a:p>
                  </a:txBody>
                  <a:tcPr marL="91417" marR="91417" marT="45710" marB="45710"/>
                </a:tc>
                <a:tc>
                  <a:txBody>
                    <a:bodyPr/>
                    <a:lstStyle/>
                    <a:p>
                      <a:pPr algn="ctr"/>
                      <a:r>
                        <a:rPr lang="en-US" sz="2000" dirty="0"/>
                        <a:t>B3</a:t>
                      </a:r>
                    </a:p>
                  </a:txBody>
                  <a:tcPr marL="91417" marR="91417" marT="45710" marB="45710"/>
                </a:tc>
                <a:extLst>
                  <a:ext uri="{0D108BD9-81ED-4DB2-BD59-A6C34878D82A}">
                    <a16:rowId xmlns:a16="http://schemas.microsoft.com/office/drawing/2014/main" val="10008"/>
                  </a:ext>
                </a:extLst>
              </a:tr>
              <a:tr h="396150">
                <a:tc>
                  <a:txBody>
                    <a:bodyPr/>
                    <a:lstStyle/>
                    <a:p>
                      <a:pPr algn="ctr"/>
                      <a:r>
                        <a:rPr lang="en-US" sz="2000" dirty="0"/>
                        <a:t>A3</a:t>
                      </a:r>
                    </a:p>
                  </a:txBody>
                  <a:tcPr marL="91417" marR="91417" marT="45710" marB="45710"/>
                </a:tc>
                <a:tc>
                  <a:txBody>
                    <a:bodyPr/>
                    <a:lstStyle/>
                    <a:p>
                      <a:pPr algn="ctr"/>
                      <a:r>
                        <a:rPr lang="en-US" sz="2000" dirty="0"/>
                        <a:t>B3</a:t>
                      </a:r>
                    </a:p>
                  </a:txBody>
                  <a:tcPr marL="91417" marR="91417" marT="45710" marB="45710"/>
                </a:tc>
                <a:extLst>
                  <a:ext uri="{0D108BD9-81ED-4DB2-BD59-A6C34878D82A}">
                    <a16:rowId xmlns:a16="http://schemas.microsoft.com/office/drawing/2014/main" val="10009"/>
                  </a:ext>
                </a:extLst>
              </a:tr>
              <a:tr h="396150">
                <a:tc>
                  <a:txBody>
                    <a:bodyPr/>
                    <a:lstStyle/>
                    <a:p>
                      <a:pPr algn="ctr"/>
                      <a:r>
                        <a:rPr lang="en-US" sz="2000" dirty="0"/>
                        <a:t>A4</a:t>
                      </a:r>
                    </a:p>
                  </a:txBody>
                  <a:tcPr marL="91417" marR="91417" marT="45710" marB="45710"/>
                </a:tc>
                <a:tc>
                  <a:txBody>
                    <a:bodyPr/>
                    <a:lstStyle/>
                    <a:p>
                      <a:pPr algn="ctr"/>
                      <a:r>
                        <a:rPr lang="en-US" sz="2000" dirty="0"/>
                        <a:t>B3</a:t>
                      </a:r>
                    </a:p>
                  </a:txBody>
                  <a:tcPr marL="91417" marR="91417" marT="45710" marB="45710"/>
                </a:tc>
                <a:extLst>
                  <a:ext uri="{0D108BD9-81ED-4DB2-BD59-A6C34878D82A}">
                    <a16:rowId xmlns:a16="http://schemas.microsoft.com/office/drawing/2014/main" val="10010"/>
                  </a:ext>
                </a:extLst>
              </a:tr>
              <a:tr h="396150">
                <a:tc>
                  <a:txBody>
                    <a:bodyPr/>
                    <a:lstStyle/>
                    <a:p>
                      <a:pPr algn="ctr"/>
                      <a:r>
                        <a:rPr lang="en-US" sz="2000" dirty="0"/>
                        <a:t>A1</a:t>
                      </a:r>
                    </a:p>
                  </a:txBody>
                  <a:tcPr marL="91417" marR="91417" marT="45710" marB="45710"/>
                </a:tc>
                <a:tc>
                  <a:txBody>
                    <a:bodyPr/>
                    <a:lstStyle/>
                    <a:p>
                      <a:pPr algn="ctr"/>
                      <a:r>
                        <a:rPr lang="en-US" sz="2000" dirty="0"/>
                        <a:t>B4</a:t>
                      </a:r>
                    </a:p>
                  </a:txBody>
                  <a:tcPr marL="91417" marR="91417" marT="45710" marB="45710"/>
                </a:tc>
                <a:extLst>
                  <a:ext uri="{0D108BD9-81ED-4DB2-BD59-A6C34878D82A}">
                    <a16:rowId xmlns:a16="http://schemas.microsoft.com/office/drawing/2014/main" val="10011"/>
                  </a:ext>
                </a:extLst>
              </a:tr>
              <a:tr h="396150">
                <a:tc>
                  <a:txBody>
                    <a:bodyPr/>
                    <a:lstStyle/>
                    <a:p>
                      <a:pPr algn="ctr"/>
                      <a:r>
                        <a:rPr lang="en-US" sz="2000" dirty="0"/>
                        <a:t>A2</a:t>
                      </a:r>
                    </a:p>
                  </a:txBody>
                  <a:tcPr marL="91417" marR="91417" marT="45710" marB="45710"/>
                </a:tc>
                <a:tc>
                  <a:txBody>
                    <a:bodyPr/>
                    <a:lstStyle/>
                    <a:p>
                      <a:pPr algn="ctr"/>
                      <a:r>
                        <a:rPr lang="en-US" sz="2000" dirty="0"/>
                        <a:t>B4</a:t>
                      </a:r>
                    </a:p>
                  </a:txBody>
                  <a:tcPr marL="91417" marR="91417" marT="45710" marB="45710"/>
                </a:tc>
                <a:extLst>
                  <a:ext uri="{0D108BD9-81ED-4DB2-BD59-A6C34878D82A}">
                    <a16:rowId xmlns:a16="http://schemas.microsoft.com/office/drawing/2014/main" val="10012"/>
                  </a:ext>
                </a:extLst>
              </a:tr>
              <a:tr h="396150">
                <a:tc>
                  <a:txBody>
                    <a:bodyPr/>
                    <a:lstStyle/>
                    <a:p>
                      <a:pPr algn="ctr"/>
                      <a:r>
                        <a:rPr lang="en-US" sz="2000" dirty="0"/>
                        <a:t>A3</a:t>
                      </a:r>
                    </a:p>
                  </a:txBody>
                  <a:tcPr marL="91417" marR="91417" marT="45710" marB="45710"/>
                </a:tc>
                <a:tc>
                  <a:txBody>
                    <a:bodyPr/>
                    <a:lstStyle/>
                    <a:p>
                      <a:pPr algn="ctr"/>
                      <a:r>
                        <a:rPr lang="en-US" sz="2000" dirty="0"/>
                        <a:t>B4</a:t>
                      </a:r>
                    </a:p>
                  </a:txBody>
                  <a:tcPr marL="91417" marR="91417" marT="45710" marB="45710"/>
                </a:tc>
                <a:extLst>
                  <a:ext uri="{0D108BD9-81ED-4DB2-BD59-A6C34878D82A}">
                    <a16:rowId xmlns:a16="http://schemas.microsoft.com/office/drawing/2014/main" val="10013"/>
                  </a:ext>
                </a:extLst>
              </a:tr>
            </a:tbl>
          </a:graphicData>
        </a:graphic>
      </p:graphicFrame>
      <p:graphicFrame>
        <p:nvGraphicFramePr>
          <p:cNvPr id="3" name="Table 2">
            <a:extLst>
              <a:ext uri="{FF2B5EF4-FFF2-40B4-BE49-F238E27FC236}">
                <a16:creationId xmlns:a16="http://schemas.microsoft.com/office/drawing/2014/main" id="{588259A4-DBDC-2907-6360-597D74A1EDBB}"/>
              </a:ext>
            </a:extLst>
          </p:cNvPr>
          <p:cNvGraphicFramePr>
            <a:graphicFrameLocks noGrp="1"/>
          </p:cNvGraphicFramePr>
          <p:nvPr/>
        </p:nvGraphicFramePr>
        <p:xfrm>
          <a:off x="7920038" y="866775"/>
          <a:ext cx="828675" cy="2042020"/>
        </p:xfrm>
        <a:graphic>
          <a:graphicData uri="http://schemas.openxmlformats.org/drawingml/2006/table">
            <a:tbl>
              <a:tblPr firstRow="1" bandRow="1">
                <a:tableStyleId>{5C22544A-7EE6-4342-B048-85BDC9FD1C3A}</a:tableStyleId>
              </a:tblPr>
              <a:tblGrid>
                <a:gridCol w="828675">
                  <a:extLst>
                    <a:ext uri="{9D8B030D-6E8A-4147-A177-3AD203B41FA5}">
                      <a16:colId xmlns:a16="http://schemas.microsoft.com/office/drawing/2014/main" val="20000"/>
                    </a:ext>
                  </a:extLst>
                </a:gridCol>
              </a:tblGrid>
              <a:tr h="457058">
                <a:tc>
                  <a:txBody>
                    <a:bodyPr/>
                    <a:lstStyle/>
                    <a:p>
                      <a:pPr algn="ctr"/>
                      <a:r>
                        <a:rPr lang="en-US" sz="2400" dirty="0">
                          <a:solidFill>
                            <a:srgbClr val="FFFF00"/>
                          </a:solidFill>
                        </a:rPr>
                        <a:t>S</a:t>
                      </a:r>
                    </a:p>
                  </a:txBody>
                  <a:tcPr marL="91504" marR="91504" marT="45706" marB="45706"/>
                </a:tc>
                <a:extLst>
                  <a:ext uri="{0D108BD9-81ED-4DB2-BD59-A6C34878D82A}">
                    <a16:rowId xmlns:a16="http://schemas.microsoft.com/office/drawing/2014/main" val="10000"/>
                  </a:ext>
                </a:extLst>
              </a:tr>
              <a:tr h="396117">
                <a:tc>
                  <a:txBody>
                    <a:bodyPr/>
                    <a:lstStyle/>
                    <a:p>
                      <a:pPr algn="ctr"/>
                      <a:r>
                        <a:rPr lang="en-US" sz="2000" b="1" dirty="0">
                          <a:solidFill>
                            <a:srgbClr val="0070C0"/>
                          </a:solidFill>
                        </a:rPr>
                        <a:t>A</a:t>
                      </a:r>
                    </a:p>
                  </a:txBody>
                  <a:tcPr marL="91504" marR="91504" marT="45706" marB="45706"/>
                </a:tc>
                <a:extLst>
                  <a:ext uri="{0D108BD9-81ED-4DB2-BD59-A6C34878D82A}">
                    <a16:rowId xmlns:a16="http://schemas.microsoft.com/office/drawing/2014/main" val="10001"/>
                  </a:ext>
                </a:extLst>
              </a:tr>
              <a:tr h="396117">
                <a:tc>
                  <a:txBody>
                    <a:bodyPr/>
                    <a:lstStyle/>
                    <a:p>
                      <a:pPr algn="ctr"/>
                      <a:r>
                        <a:rPr lang="en-US" sz="2000" dirty="0"/>
                        <a:t>A1</a:t>
                      </a:r>
                    </a:p>
                  </a:txBody>
                  <a:tcPr marL="91504" marR="91504" marT="45706" marB="45706"/>
                </a:tc>
                <a:extLst>
                  <a:ext uri="{0D108BD9-81ED-4DB2-BD59-A6C34878D82A}">
                    <a16:rowId xmlns:a16="http://schemas.microsoft.com/office/drawing/2014/main" val="10002"/>
                  </a:ext>
                </a:extLst>
              </a:tr>
              <a:tr h="396117">
                <a:tc>
                  <a:txBody>
                    <a:bodyPr/>
                    <a:lstStyle/>
                    <a:p>
                      <a:pPr algn="ctr"/>
                      <a:r>
                        <a:rPr lang="en-US" sz="2000" dirty="0"/>
                        <a:t>A2</a:t>
                      </a:r>
                    </a:p>
                  </a:txBody>
                  <a:tcPr marL="91504" marR="91504" marT="45706" marB="45706"/>
                </a:tc>
                <a:extLst>
                  <a:ext uri="{0D108BD9-81ED-4DB2-BD59-A6C34878D82A}">
                    <a16:rowId xmlns:a16="http://schemas.microsoft.com/office/drawing/2014/main" val="10003"/>
                  </a:ext>
                </a:extLst>
              </a:tr>
              <a:tr h="396117">
                <a:tc>
                  <a:txBody>
                    <a:bodyPr/>
                    <a:lstStyle/>
                    <a:p>
                      <a:pPr algn="ctr"/>
                      <a:r>
                        <a:rPr lang="en-US" sz="2000" dirty="0"/>
                        <a:t>A3</a:t>
                      </a:r>
                    </a:p>
                  </a:txBody>
                  <a:tcPr marL="91504" marR="91504" marT="45706" marB="45706"/>
                </a:tc>
                <a:extLst>
                  <a:ext uri="{0D108BD9-81ED-4DB2-BD59-A6C34878D82A}">
                    <a16:rowId xmlns:a16="http://schemas.microsoft.com/office/drawing/2014/main" val="10004"/>
                  </a:ext>
                </a:extLst>
              </a:tr>
            </a:tbl>
          </a:graphicData>
        </a:graphic>
      </p:graphicFrame>
      <p:graphicFrame>
        <p:nvGraphicFramePr>
          <p:cNvPr id="4" name="Table 3">
            <a:extLst>
              <a:ext uri="{FF2B5EF4-FFF2-40B4-BE49-F238E27FC236}">
                <a16:creationId xmlns:a16="http://schemas.microsoft.com/office/drawing/2014/main" id="{970BBC38-3F6F-281B-ADE1-E6F336816A18}"/>
              </a:ext>
            </a:extLst>
          </p:cNvPr>
          <p:cNvGraphicFramePr>
            <a:graphicFrameLocks noGrp="1"/>
          </p:cNvGraphicFramePr>
          <p:nvPr/>
        </p:nvGraphicFramePr>
        <p:xfrm>
          <a:off x="7920372" y="4704374"/>
          <a:ext cx="900100" cy="1767840"/>
        </p:xfrm>
        <a:graphic>
          <a:graphicData uri="http://schemas.openxmlformats.org/drawingml/2006/table">
            <a:tbl>
              <a:tblPr firstRow="1" bandRow="1">
                <a:tableStyleId>{5C22544A-7EE6-4342-B048-85BDC9FD1C3A}</a:tableStyleId>
              </a:tblPr>
              <a:tblGrid>
                <a:gridCol w="900100">
                  <a:extLst>
                    <a:ext uri="{9D8B030D-6E8A-4147-A177-3AD203B41FA5}">
                      <a16:colId xmlns:a16="http://schemas.microsoft.com/office/drawing/2014/main" val="20000"/>
                    </a:ext>
                  </a:extLst>
                </a:gridCol>
              </a:tblGrid>
              <a:tr h="396240">
                <a:tc>
                  <a:txBody>
                    <a:bodyPr/>
                    <a:lstStyle/>
                    <a:p>
                      <a:endParaRPr lang="en-US"/>
                    </a:p>
                  </a:txBody>
                  <a:tcPr>
                    <a:blipFill>
                      <a:blip r:embed="rId3"/>
                      <a:stretch>
                        <a:fillRect l="-676" t="-1538" r="-3378" b="-383077"/>
                      </a:stretch>
                    </a:blipFill>
                  </a:tcPr>
                </a:tc>
                <a:extLst>
                  <a:ext uri="{0D108BD9-81ED-4DB2-BD59-A6C34878D82A}">
                    <a16:rowId xmlns:a16="http://schemas.microsoft.com/office/drawing/2014/main" val="10000"/>
                  </a:ext>
                </a:extLst>
              </a:tr>
              <a:tr h="457200">
                <a:tc>
                  <a:txBody>
                    <a:bodyPr/>
                    <a:lstStyle/>
                    <a:p>
                      <a:pPr algn="ctr"/>
                      <a:r>
                        <a:rPr lang="en-US" sz="2400" b="1" dirty="0">
                          <a:solidFill>
                            <a:srgbClr val="0070C0"/>
                          </a:solidFill>
                        </a:rPr>
                        <a:t>B</a:t>
                      </a:r>
                    </a:p>
                  </a:txBody>
                  <a:tcPr/>
                </a:tc>
                <a:extLst>
                  <a:ext uri="{0D108BD9-81ED-4DB2-BD59-A6C34878D82A}">
                    <a16:rowId xmlns:a16="http://schemas.microsoft.com/office/drawing/2014/main" val="10001"/>
                  </a:ext>
                </a:extLst>
              </a:tr>
              <a:tr h="457200">
                <a:tc>
                  <a:txBody>
                    <a:bodyPr/>
                    <a:lstStyle/>
                    <a:p>
                      <a:pPr algn="ctr"/>
                      <a:r>
                        <a:rPr lang="en-US" sz="2400" dirty="0"/>
                        <a:t>B1</a:t>
                      </a:r>
                    </a:p>
                  </a:txBody>
                  <a:tcPr/>
                </a:tc>
                <a:extLst>
                  <a:ext uri="{0D108BD9-81ED-4DB2-BD59-A6C34878D82A}">
                    <a16:rowId xmlns:a16="http://schemas.microsoft.com/office/drawing/2014/main" val="10002"/>
                  </a:ext>
                </a:extLst>
              </a:tr>
              <a:tr h="457200">
                <a:tc>
                  <a:txBody>
                    <a:bodyPr/>
                    <a:lstStyle/>
                    <a:p>
                      <a:pPr algn="ctr"/>
                      <a:r>
                        <a:rPr lang="en-US" sz="2400" dirty="0"/>
                        <a:t>B4</a:t>
                      </a:r>
                    </a:p>
                  </a:txBody>
                  <a:tcPr/>
                </a:tc>
                <a:extLst>
                  <a:ext uri="{0D108BD9-81ED-4DB2-BD59-A6C34878D82A}">
                    <a16:rowId xmlns:a16="http://schemas.microsoft.com/office/drawing/2014/main" val="10003"/>
                  </a:ext>
                </a:extLst>
              </a:tr>
            </a:tbl>
          </a:graphicData>
        </a:graphic>
      </p:graphicFrame>
      <p:graphicFrame>
        <p:nvGraphicFramePr>
          <p:cNvPr id="5" name="Table 4">
            <a:extLst>
              <a:ext uri="{FF2B5EF4-FFF2-40B4-BE49-F238E27FC236}">
                <a16:creationId xmlns:a16="http://schemas.microsoft.com/office/drawing/2014/main" id="{3FFD26DB-56D7-5C57-8261-E0F79BBC6892}"/>
              </a:ext>
            </a:extLst>
          </p:cNvPr>
          <p:cNvGraphicFramePr>
            <a:graphicFrameLocks noGrp="1"/>
          </p:cNvGraphicFramePr>
          <p:nvPr/>
        </p:nvGraphicFramePr>
        <p:xfrm>
          <a:off x="755650" y="4221163"/>
          <a:ext cx="1944688" cy="2378076"/>
        </p:xfrm>
        <a:graphic>
          <a:graphicData uri="http://schemas.openxmlformats.org/drawingml/2006/table">
            <a:tbl>
              <a:tblPr firstRow="1" bandRow="1">
                <a:tableStyleId>{5C22544A-7EE6-4342-B048-85BDC9FD1C3A}</a:tableStyleId>
              </a:tblPr>
              <a:tblGrid>
                <a:gridCol w="972344">
                  <a:extLst>
                    <a:ext uri="{9D8B030D-6E8A-4147-A177-3AD203B41FA5}">
                      <a16:colId xmlns:a16="http://schemas.microsoft.com/office/drawing/2014/main" val="20000"/>
                    </a:ext>
                  </a:extLst>
                </a:gridCol>
                <a:gridCol w="972344">
                  <a:extLst>
                    <a:ext uri="{9D8B030D-6E8A-4147-A177-3AD203B41FA5}">
                      <a16:colId xmlns:a16="http://schemas.microsoft.com/office/drawing/2014/main" val="20001"/>
                    </a:ext>
                  </a:extLst>
                </a:gridCol>
              </a:tblGrid>
              <a:tr h="396346">
                <a:tc gridSpan="2">
                  <a:txBody>
                    <a:bodyPr/>
                    <a:lstStyle/>
                    <a:p>
                      <a:pPr algn="ctr"/>
                      <a:r>
                        <a:rPr lang="en-US" sz="2000" dirty="0">
                          <a:solidFill>
                            <a:srgbClr val="FFFF00"/>
                          </a:solidFill>
                        </a:rPr>
                        <a:t>PROJ</a:t>
                      </a:r>
                    </a:p>
                  </a:txBody>
                  <a:tcPr marL="91462" marR="91462" marT="45732" marB="45732"/>
                </a:tc>
                <a:tc hMerge="1">
                  <a:txBody>
                    <a:bodyPr/>
                    <a:lstStyle/>
                    <a:p>
                      <a:pPr algn="ctr"/>
                      <a:endParaRPr lang="en-US" sz="2400" dirty="0">
                        <a:solidFill>
                          <a:srgbClr val="FFFF00"/>
                        </a:solidFill>
                      </a:endParaRPr>
                    </a:p>
                  </a:txBody>
                  <a:tcPr/>
                </a:tc>
                <a:extLst>
                  <a:ext uri="{0D108BD9-81ED-4DB2-BD59-A6C34878D82A}">
                    <a16:rowId xmlns:a16="http://schemas.microsoft.com/office/drawing/2014/main" val="10000"/>
                  </a:ext>
                </a:extLst>
              </a:tr>
              <a:tr h="396346">
                <a:tc>
                  <a:txBody>
                    <a:bodyPr/>
                    <a:lstStyle/>
                    <a:p>
                      <a:pPr algn="ctr"/>
                      <a:r>
                        <a:rPr lang="en-US" sz="2000" b="1" dirty="0" err="1">
                          <a:solidFill>
                            <a:srgbClr val="0070C0"/>
                          </a:solidFill>
                        </a:rPr>
                        <a:t>Empno</a:t>
                      </a:r>
                      <a:endParaRPr lang="en-US" sz="2000" b="1" dirty="0">
                        <a:solidFill>
                          <a:srgbClr val="0070C0"/>
                        </a:solidFill>
                      </a:endParaRPr>
                    </a:p>
                  </a:txBody>
                  <a:tcPr marL="91462" marR="91462" marT="45732" marB="45732"/>
                </a:tc>
                <a:tc>
                  <a:txBody>
                    <a:bodyPr/>
                    <a:lstStyle/>
                    <a:p>
                      <a:pPr algn="ctr"/>
                      <a:r>
                        <a:rPr lang="en-US" sz="2000" b="1" dirty="0" err="1">
                          <a:solidFill>
                            <a:srgbClr val="0070C0"/>
                          </a:solidFill>
                        </a:rPr>
                        <a:t>Pno</a:t>
                      </a:r>
                      <a:endParaRPr lang="en-US" sz="2000" b="1" dirty="0">
                        <a:solidFill>
                          <a:srgbClr val="0070C0"/>
                        </a:solidFill>
                      </a:endParaRPr>
                    </a:p>
                  </a:txBody>
                  <a:tcPr marL="91462" marR="91462" marT="45732" marB="45732"/>
                </a:tc>
                <a:extLst>
                  <a:ext uri="{0D108BD9-81ED-4DB2-BD59-A6C34878D82A}">
                    <a16:rowId xmlns:a16="http://schemas.microsoft.com/office/drawing/2014/main" val="10001"/>
                  </a:ext>
                </a:extLst>
              </a:tr>
              <a:tr h="396346">
                <a:tc>
                  <a:txBody>
                    <a:bodyPr/>
                    <a:lstStyle/>
                    <a:p>
                      <a:pPr algn="ctr"/>
                      <a:r>
                        <a:rPr lang="en-US" sz="2000" dirty="0"/>
                        <a:t>E1</a:t>
                      </a:r>
                    </a:p>
                  </a:txBody>
                  <a:tcPr marL="91462" marR="91462" marT="45732" marB="45732"/>
                </a:tc>
                <a:tc>
                  <a:txBody>
                    <a:bodyPr/>
                    <a:lstStyle/>
                    <a:p>
                      <a:pPr algn="ctr"/>
                      <a:r>
                        <a:rPr lang="en-US" sz="2000" dirty="0"/>
                        <a:t>1</a:t>
                      </a:r>
                    </a:p>
                  </a:txBody>
                  <a:tcPr marL="91462" marR="91462" marT="45732" marB="45732"/>
                </a:tc>
                <a:extLst>
                  <a:ext uri="{0D108BD9-81ED-4DB2-BD59-A6C34878D82A}">
                    <a16:rowId xmlns:a16="http://schemas.microsoft.com/office/drawing/2014/main" val="10002"/>
                  </a:ext>
                </a:extLst>
              </a:tr>
              <a:tr h="396346">
                <a:tc>
                  <a:txBody>
                    <a:bodyPr/>
                    <a:lstStyle/>
                    <a:p>
                      <a:pPr algn="ctr"/>
                      <a:r>
                        <a:rPr lang="en-US" sz="2000" dirty="0"/>
                        <a:t>E1</a:t>
                      </a:r>
                    </a:p>
                  </a:txBody>
                  <a:tcPr marL="91462" marR="91462" marT="45732" marB="45732"/>
                </a:tc>
                <a:tc>
                  <a:txBody>
                    <a:bodyPr/>
                    <a:lstStyle/>
                    <a:p>
                      <a:pPr algn="ctr"/>
                      <a:r>
                        <a:rPr lang="en-US" sz="2000" dirty="0"/>
                        <a:t>2</a:t>
                      </a:r>
                    </a:p>
                  </a:txBody>
                  <a:tcPr marL="91462" marR="91462" marT="45732" marB="45732"/>
                </a:tc>
                <a:extLst>
                  <a:ext uri="{0D108BD9-81ED-4DB2-BD59-A6C34878D82A}">
                    <a16:rowId xmlns:a16="http://schemas.microsoft.com/office/drawing/2014/main" val="10003"/>
                  </a:ext>
                </a:extLst>
              </a:tr>
              <a:tr h="396346">
                <a:tc>
                  <a:txBody>
                    <a:bodyPr/>
                    <a:lstStyle/>
                    <a:p>
                      <a:pPr algn="ctr"/>
                      <a:r>
                        <a:rPr lang="en-US" sz="2000" dirty="0"/>
                        <a:t>E2</a:t>
                      </a:r>
                    </a:p>
                  </a:txBody>
                  <a:tcPr marL="91462" marR="91462" marT="45732" marB="45732"/>
                </a:tc>
                <a:tc>
                  <a:txBody>
                    <a:bodyPr/>
                    <a:lstStyle/>
                    <a:p>
                      <a:pPr algn="ctr"/>
                      <a:r>
                        <a:rPr lang="en-US" sz="2000" dirty="0"/>
                        <a:t>1</a:t>
                      </a:r>
                    </a:p>
                  </a:txBody>
                  <a:tcPr marL="91462" marR="91462" marT="45732" marB="45732"/>
                </a:tc>
                <a:extLst>
                  <a:ext uri="{0D108BD9-81ED-4DB2-BD59-A6C34878D82A}">
                    <a16:rowId xmlns:a16="http://schemas.microsoft.com/office/drawing/2014/main" val="10004"/>
                  </a:ext>
                </a:extLst>
              </a:tr>
              <a:tr h="396346">
                <a:tc>
                  <a:txBody>
                    <a:bodyPr/>
                    <a:lstStyle/>
                    <a:p>
                      <a:pPr algn="ctr"/>
                      <a:r>
                        <a:rPr lang="en-US" sz="2000" dirty="0"/>
                        <a:t>E3</a:t>
                      </a:r>
                    </a:p>
                  </a:txBody>
                  <a:tcPr marL="91462" marR="91462" marT="45732" marB="45732"/>
                </a:tc>
                <a:tc>
                  <a:txBody>
                    <a:bodyPr/>
                    <a:lstStyle/>
                    <a:p>
                      <a:pPr algn="ctr"/>
                      <a:r>
                        <a:rPr lang="en-US" sz="2000" dirty="0"/>
                        <a:t>2</a:t>
                      </a:r>
                    </a:p>
                  </a:txBody>
                  <a:tcPr marL="91462" marR="91462" marT="45732" marB="45732"/>
                </a:tc>
                <a:extLst>
                  <a:ext uri="{0D108BD9-81ED-4DB2-BD59-A6C34878D82A}">
                    <a16:rowId xmlns:a16="http://schemas.microsoft.com/office/drawing/2014/main" val="10005"/>
                  </a:ext>
                </a:extLst>
              </a:tr>
            </a:tbl>
          </a:graphicData>
        </a:graphic>
      </p:graphicFrame>
      <p:graphicFrame>
        <p:nvGraphicFramePr>
          <p:cNvPr id="6" name="Table 5">
            <a:extLst>
              <a:ext uri="{FF2B5EF4-FFF2-40B4-BE49-F238E27FC236}">
                <a16:creationId xmlns:a16="http://schemas.microsoft.com/office/drawing/2014/main" id="{866717D4-2C47-8058-B3E7-29E3E68487F3}"/>
              </a:ext>
            </a:extLst>
          </p:cNvPr>
          <p:cNvGraphicFramePr>
            <a:graphicFrameLocks noGrp="1"/>
          </p:cNvGraphicFramePr>
          <p:nvPr/>
        </p:nvGraphicFramePr>
        <p:xfrm>
          <a:off x="3222625" y="4221163"/>
          <a:ext cx="1420813" cy="1189038"/>
        </p:xfrm>
        <a:graphic>
          <a:graphicData uri="http://schemas.openxmlformats.org/drawingml/2006/table">
            <a:tbl>
              <a:tblPr firstRow="1" bandRow="1">
                <a:tableStyleId>{5C22544A-7EE6-4342-B048-85BDC9FD1C3A}</a:tableStyleId>
              </a:tblPr>
              <a:tblGrid>
                <a:gridCol w="1420813">
                  <a:extLst>
                    <a:ext uri="{9D8B030D-6E8A-4147-A177-3AD203B41FA5}">
                      <a16:colId xmlns:a16="http://schemas.microsoft.com/office/drawing/2014/main" val="20000"/>
                    </a:ext>
                  </a:extLst>
                </a:gridCol>
              </a:tblGrid>
              <a:tr h="396346">
                <a:tc>
                  <a:txBody>
                    <a:bodyPr/>
                    <a:lstStyle/>
                    <a:p>
                      <a:pPr algn="ctr"/>
                      <a:r>
                        <a:rPr lang="en-US" sz="2000" dirty="0" err="1">
                          <a:solidFill>
                            <a:srgbClr val="FFFF00"/>
                          </a:solidFill>
                        </a:rPr>
                        <a:t>Smith_Pno</a:t>
                      </a:r>
                      <a:endParaRPr lang="en-US" sz="2400" dirty="0">
                        <a:solidFill>
                          <a:srgbClr val="FFFF00"/>
                        </a:solidFill>
                      </a:endParaRPr>
                    </a:p>
                  </a:txBody>
                  <a:tcPr marL="91428" marR="91428" marT="45732" marB="45732"/>
                </a:tc>
                <a:extLst>
                  <a:ext uri="{0D108BD9-81ED-4DB2-BD59-A6C34878D82A}">
                    <a16:rowId xmlns:a16="http://schemas.microsoft.com/office/drawing/2014/main" val="10000"/>
                  </a:ext>
                </a:extLst>
              </a:tr>
              <a:tr h="396346">
                <a:tc>
                  <a:txBody>
                    <a:bodyPr/>
                    <a:lstStyle/>
                    <a:p>
                      <a:pPr algn="ctr"/>
                      <a:r>
                        <a:rPr lang="en-US" sz="2000" dirty="0"/>
                        <a:t>1</a:t>
                      </a:r>
                    </a:p>
                  </a:txBody>
                  <a:tcPr marL="91428" marR="91428" marT="45732" marB="45732"/>
                </a:tc>
                <a:extLst>
                  <a:ext uri="{0D108BD9-81ED-4DB2-BD59-A6C34878D82A}">
                    <a16:rowId xmlns:a16="http://schemas.microsoft.com/office/drawing/2014/main" val="10001"/>
                  </a:ext>
                </a:extLst>
              </a:tr>
              <a:tr h="396346">
                <a:tc>
                  <a:txBody>
                    <a:bodyPr/>
                    <a:lstStyle/>
                    <a:p>
                      <a:pPr algn="ctr"/>
                      <a:r>
                        <a:rPr lang="en-US" sz="2000" dirty="0"/>
                        <a:t>2</a:t>
                      </a:r>
                    </a:p>
                  </a:txBody>
                  <a:tcPr marL="91428" marR="91428" marT="45732" marB="45732"/>
                </a:tc>
                <a:extLst>
                  <a:ext uri="{0D108BD9-81ED-4DB2-BD59-A6C34878D82A}">
                    <a16:rowId xmlns:a16="http://schemas.microsoft.com/office/drawing/2014/main" val="10002"/>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5"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anim calcmode="lin" valueType="num">
                                      <p:cBhvr>
                                        <p:cTn id="8" dur="2000" fill="hold"/>
                                        <p:tgtEl>
                                          <p:spTgt spid="4"/>
                                        </p:tgtEl>
                                        <p:attrNameLst>
                                          <p:attrName>ppt_w</p:attrName>
                                        </p:attrNameLst>
                                      </p:cBhvr>
                                      <p:tavLst>
                                        <p:tav tm="0" fmla="#ppt_w*sin(2.5*pi*$)">
                                          <p:val>
                                            <p:fltVal val="0"/>
                                          </p:val>
                                        </p:tav>
                                        <p:tav tm="100000">
                                          <p:val>
                                            <p:fltVal val="1"/>
                                          </p:val>
                                        </p:tav>
                                      </p:tavLst>
                                    </p:anim>
                                    <p:anim calcmode="lin" valueType="num">
                                      <p:cBhvr>
                                        <p:cTn id="9" dur="20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46614661-25F2-CC89-F1FC-F57E60947CE5}"/>
              </a:ext>
            </a:extLst>
          </p:cNvPr>
          <p:cNvSpPr>
            <a:spLocks noGrp="1" noChangeArrowheads="1"/>
          </p:cNvSpPr>
          <p:nvPr>
            <p:ph type="title"/>
          </p:nvPr>
        </p:nvSpPr>
        <p:spPr>
          <a:xfrm>
            <a:off x="373063" y="92075"/>
            <a:ext cx="6886575" cy="457200"/>
          </a:xfrm>
        </p:spPr>
        <p:txBody>
          <a:bodyPr/>
          <a:lstStyle/>
          <a:p>
            <a:pPr eaLnBrk="1" hangingPunct="1"/>
            <a:r>
              <a:rPr lang="en-US" altLang="en-US" sz="2400" b="1" u="sng" dirty="0">
                <a:solidFill>
                  <a:srgbClr val="D34817"/>
                </a:solidFill>
                <a:latin typeface="Cambria" panose="02040503050406030204" pitchFamily="18" charset="0"/>
                <a:ea typeface="Cambria" panose="02040503050406030204" pitchFamily="18" charset="0"/>
              </a:rPr>
              <a:t>Reading Material</a:t>
            </a:r>
          </a:p>
        </p:txBody>
      </p:sp>
      <p:sp>
        <p:nvSpPr>
          <p:cNvPr id="71683" name="Rectangle 3">
            <a:extLst>
              <a:ext uri="{FF2B5EF4-FFF2-40B4-BE49-F238E27FC236}">
                <a16:creationId xmlns:a16="http://schemas.microsoft.com/office/drawing/2014/main" id="{278203BE-7059-9D58-E06A-E851E7679577}"/>
              </a:ext>
            </a:extLst>
          </p:cNvPr>
          <p:cNvSpPr txBox="1">
            <a:spLocks noChangeArrowheads="1"/>
          </p:cNvSpPr>
          <p:nvPr/>
        </p:nvSpPr>
        <p:spPr bwMode="auto">
          <a:xfrm>
            <a:off x="266700" y="404813"/>
            <a:ext cx="8610600" cy="306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914400" indent="-45720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822325"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096963"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1371600" indent="-228600">
              <a:spcBef>
                <a:spcPts val="375"/>
              </a:spcBef>
              <a:buClr>
                <a:srgbClr val="A28E6A"/>
              </a:buClr>
              <a:buChar char="o"/>
              <a:defRPr sz="2000">
                <a:solidFill>
                  <a:schemeClr val="tx1"/>
                </a:solidFill>
                <a:latin typeface="Perpetua" panose="02020502060401020303" pitchFamily="18" charset="0"/>
              </a:defRPr>
            </a:lvl5pPr>
            <a:lvl6pPr marL="1828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286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2743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2004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buClr>
                <a:srgbClr val="D34817"/>
              </a:buClr>
              <a:buFont typeface="Franklin Gothic Book" panose="020B0503020102020204" pitchFamily="34" charset="0"/>
              <a:buAutoNum type="alphaUcPeriod"/>
            </a:pPr>
            <a:r>
              <a:rPr lang="en-US" altLang="en-US" sz="2400" dirty="0">
                <a:solidFill>
                  <a:srgbClr val="000000"/>
                </a:solidFill>
                <a:latin typeface="Cambria" panose="02040503050406030204" pitchFamily="18" charset="0"/>
                <a:ea typeface="Cambria" panose="02040503050406030204" pitchFamily="18" charset="0"/>
              </a:rPr>
              <a:t>Database Systems – Design, Implementation and Management: </a:t>
            </a:r>
            <a:r>
              <a:rPr lang="en-US" altLang="en-US" sz="2400" dirty="0">
                <a:solidFill>
                  <a:srgbClr val="0000FF"/>
                </a:solidFill>
                <a:latin typeface="Cambria" panose="02040503050406030204" pitchFamily="18" charset="0"/>
                <a:ea typeface="Cambria" panose="02040503050406030204" pitchFamily="18" charset="0"/>
              </a:rPr>
              <a:t>Carlos Coronel, Steven Morris (13</a:t>
            </a:r>
            <a:r>
              <a:rPr lang="en-US" altLang="en-US" sz="2400" baseline="30000" dirty="0">
                <a:solidFill>
                  <a:srgbClr val="0000FF"/>
                </a:solidFill>
                <a:latin typeface="Cambria" panose="02040503050406030204" pitchFamily="18" charset="0"/>
                <a:ea typeface="Cambria" panose="02040503050406030204" pitchFamily="18" charset="0"/>
              </a:rPr>
              <a:t>th</a:t>
            </a:r>
            <a:r>
              <a:rPr lang="en-US" altLang="en-US" sz="2400" dirty="0">
                <a:solidFill>
                  <a:srgbClr val="0000FF"/>
                </a:solidFill>
                <a:latin typeface="Cambria" panose="02040503050406030204" pitchFamily="18" charset="0"/>
                <a:ea typeface="Cambria" panose="02040503050406030204" pitchFamily="18" charset="0"/>
              </a:rPr>
              <a:t> Ed.)</a:t>
            </a:r>
          </a:p>
          <a:p>
            <a:pPr eaLnBrk="1" hangingPunct="1">
              <a:buClr>
                <a:srgbClr val="D34817"/>
              </a:buClr>
              <a:buFont typeface="Franklin Gothic Book" panose="020B0503020102020204" pitchFamily="34" charset="0"/>
              <a:buAutoNum type="alphaUcPeriod"/>
            </a:pPr>
            <a:r>
              <a:rPr lang="en-US" altLang="en-US" sz="2400" dirty="0">
                <a:solidFill>
                  <a:srgbClr val="000000"/>
                </a:solidFill>
                <a:latin typeface="Cambria" panose="02040503050406030204" pitchFamily="18" charset="0"/>
                <a:ea typeface="Cambria" panose="02040503050406030204" pitchFamily="18" charset="0"/>
              </a:rPr>
              <a:t>Modern Database Management: </a:t>
            </a:r>
            <a:r>
              <a:rPr lang="en-US" altLang="en-US" sz="2400" dirty="0">
                <a:solidFill>
                  <a:srgbClr val="0000FF"/>
                </a:solidFill>
                <a:latin typeface="Cambria" panose="02040503050406030204" pitchFamily="18" charset="0"/>
                <a:ea typeface="Cambria" panose="02040503050406030204" pitchFamily="18" charset="0"/>
              </a:rPr>
              <a:t>Jeffery. A. Hoffer (12</a:t>
            </a:r>
            <a:r>
              <a:rPr lang="en-US" altLang="en-US" sz="2400" baseline="30000" dirty="0">
                <a:solidFill>
                  <a:srgbClr val="0000FF"/>
                </a:solidFill>
                <a:latin typeface="Cambria" panose="02040503050406030204" pitchFamily="18" charset="0"/>
                <a:ea typeface="Cambria" panose="02040503050406030204" pitchFamily="18" charset="0"/>
              </a:rPr>
              <a:t>th</a:t>
            </a:r>
            <a:r>
              <a:rPr lang="en-US" altLang="en-US" sz="2400" dirty="0">
                <a:solidFill>
                  <a:srgbClr val="0000FF"/>
                </a:solidFill>
                <a:latin typeface="Cambria" panose="02040503050406030204" pitchFamily="18" charset="0"/>
                <a:ea typeface="Cambria" panose="02040503050406030204" pitchFamily="18" charset="0"/>
              </a:rPr>
              <a:t> Ed.)</a:t>
            </a:r>
          </a:p>
          <a:p>
            <a:pPr eaLnBrk="1" hangingPunct="1">
              <a:buClr>
                <a:srgbClr val="D34817"/>
              </a:buClr>
              <a:buFont typeface="Franklin Gothic Book" panose="020B0503020102020204" pitchFamily="34" charset="0"/>
              <a:buAutoNum type="alphaUcPeriod"/>
            </a:pPr>
            <a:r>
              <a:rPr lang="en-US" altLang="en-US" sz="2400" dirty="0">
                <a:solidFill>
                  <a:srgbClr val="000000"/>
                </a:solidFill>
                <a:latin typeface="Cambria" panose="02040503050406030204" pitchFamily="18" charset="0"/>
                <a:ea typeface="Cambria" panose="02040503050406030204" pitchFamily="18" charset="0"/>
              </a:rPr>
              <a:t>Database Systems: </a:t>
            </a:r>
            <a:r>
              <a:rPr lang="en-US" altLang="en-US" sz="2400" dirty="0">
                <a:solidFill>
                  <a:srgbClr val="0000FF"/>
                </a:solidFill>
                <a:latin typeface="Cambria" panose="02040503050406030204" pitchFamily="18" charset="0"/>
                <a:ea typeface="Cambria" panose="02040503050406030204" pitchFamily="18" charset="0"/>
              </a:rPr>
              <a:t>Thomas M. Connolly (6</a:t>
            </a:r>
            <a:r>
              <a:rPr lang="en-US" altLang="en-US" sz="2400" baseline="30000" dirty="0">
                <a:solidFill>
                  <a:srgbClr val="0000FF"/>
                </a:solidFill>
                <a:latin typeface="Cambria" panose="02040503050406030204" pitchFamily="18" charset="0"/>
                <a:ea typeface="Cambria" panose="02040503050406030204" pitchFamily="18" charset="0"/>
              </a:rPr>
              <a:t>th</a:t>
            </a:r>
            <a:r>
              <a:rPr lang="en-US" altLang="en-US" sz="2400" dirty="0">
                <a:solidFill>
                  <a:srgbClr val="0000FF"/>
                </a:solidFill>
                <a:latin typeface="Cambria" panose="02040503050406030204" pitchFamily="18" charset="0"/>
                <a:ea typeface="Cambria" panose="02040503050406030204" pitchFamily="18" charset="0"/>
              </a:rPr>
              <a:t> Ed.)</a:t>
            </a:r>
          </a:p>
          <a:p>
            <a:pPr eaLnBrk="1" hangingPunct="1">
              <a:buClr>
                <a:srgbClr val="D34817"/>
              </a:buClr>
              <a:buFont typeface="Franklin Gothic Book" panose="020B0503020102020204" pitchFamily="34" charset="0"/>
              <a:buAutoNum type="alphaUcPeriod"/>
            </a:pPr>
            <a:r>
              <a:rPr lang="en-US" altLang="en-US" sz="2400" dirty="0">
                <a:solidFill>
                  <a:srgbClr val="000000"/>
                </a:solidFill>
                <a:latin typeface="Cambria" panose="02040503050406030204" pitchFamily="18" charset="0"/>
                <a:ea typeface="Cambria" panose="02040503050406030204" pitchFamily="18" charset="0"/>
              </a:rPr>
              <a:t>Fundamentals of Database Systems: </a:t>
            </a:r>
            <a:r>
              <a:rPr lang="en-US" altLang="en-US" sz="2400" dirty="0">
                <a:solidFill>
                  <a:srgbClr val="0000FF"/>
                </a:solidFill>
                <a:latin typeface="Cambria" panose="02040503050406030204" pitchFamily="18" charset="0"/>
                <a:ea typeface="Cambria" panose="02040503050406030204" pitchFamily="18" charset="0"/>
              </a:rPr>
              <a:t>Elmasri (7</a:t>
            </a:r>
            <a:r>
              <a:rPr lang="en-US" altLang="en-US" sz="2400" baseline="30000" dirty="0">
                <a:solidFill>
                  <a:srgbClr val="0000FF"/>
                </a:solidFill>
                <a:latin typeface="Cambria" panose="02040503050406030204" pitchFamily="18" charset="0"/>
                <a:ea typeface="Cambria" panose="02040503050406030204" pitchFamily="18" charset="0"/>
              </a:rPr>
              <a:t>th</a:t>
            </a:r>
            <a:r>
              <a:rPr lang="en-US" altLang="en-US" sz="2400" dirty="0">
                <a:solidFill>
                  <a:srgbClr val="0000FF"/>
                </a:solidFill>
                <a:latin typeface="Cambria" panose="02040503050406030204" pitchFamily="18" charset="0"/>
                <a:ea typeface="Cambria" panose="02040503050406030204" pitchFamily="18" charset="0"/>
              </a:rPr>
              <a:t> Ed.)</a:t>
            </a:r>
            <a:r>
              <a:rPr lang="en-US" altLang="en-US" sz="2400" dirty="0">
                <a:solidFill>
                  <a:srgbClr val="9B2D1F"/>
                </a:solidFill>
                <a:latin typeface="Cambria" panose="02040503050406030204" pitchFamily="18" charset="0"/>
                <a:ea typeface="Cambria" panose="02040503050406030204" pitchFamily="18" charset="0"/>
              </a:rPr>
              <a:t> </a:t>
            </a:r>
          </a:p>
          <a:p>
            <a:pPr eaLnBrk="1" hangingPunct="1">
              <a:buClr>
                <a:srgbClr val="D34817"/>
              </a:buClr>
              <a:buFont typeface="Franklin Gothic Book" panose="020B0503020102020204" pitchFamily="34" charset="0"/>
              <a:buAutoNum type="alphaUcPeriod"/>
            </a:pPr>
            <a:r>
              <a:rPr lang="en-US" altLang="en-US" sz="2400" dirty="0">
                <a:solidFill>
                  <a:srgbClr val="000000"/>
                </a:solidFill>
                <a:latin typeface="Cambria" panose="02040503050406030204" pitchFamily="18" charset="0"/>
                <a:ea typeface="Cambria" panose="02040503050406030204" pitchFamily="18" charset="0"/>
              </a:rPr>
              <a:t>Database System Concepts: </a:t>
            </a:r>
            <a:r>
              <a:rPr lang="en-US" altLang="en-US" sz="2400" dirty="0">
                <a:solidFill>
                  <a:srgbClr val="0000FF"/>
                </a:solidFill>
                <a:latin typeface="Cambria" panose="02040503050406030204" pitchFamily="18" charset="0"/>
                <a:ea typeface="Cambria" panose="02040503050406030204" pitchFamily="18" charset="0"/>
              </a:rPr>
              <a:t>Abraham Silberschatz (7</a:t>
            </a:r>
            <a:r>
              <a:rPr lang="en-US" altLang="en-US" sz="2400" baseline="30000" dirty="0">
                <a:solidFill>
                  <a:srgbClr val="0000FF"/>
                </a:solidFill>
                <a:latin typeface="Cambria" panose="02040503050406030204" pitchFamily="18" charset="0"/>
                <a:ea typeface="Cambria" panose="02040503050406030204" pitchFamily="18" charset="0"/>
              </a:rPr>
              <a:t>th</a:t>
            </a:r>
            <a:r>
              <a:rPr lang="en-US" altLang="en-US" sz="2400" dirty="0">
                <a:solidFill>
                  <a:srgbClr val="0000FF"/>
                </a:solidFill>
                <a:latin typeface="Cambria" panose="02040503050406030204" pitchFamily="18" charset="0"/>
                <a:ea typeface="Cambria" panose="02040503050406030204" pitchFamily="18" charset="0"/>
              </a:rPr>
              <a:t> Ed.)</a:t>
            </a:r>
          </a:p>
          <a:p>
            <a:pPr eaLnBrk="1" hangingPunct="1">
              <a:buClr>
                <a:srgbClr val="D34817"/>
              </a:buClr>
              <a:buFont typeface="Franklin Gothic Book" panose="020B0503020102020204" pitchFamily="34" charset="0"/>
              <a:buAutoNum type="alphaUcPeriod"/>
            </a:pPr>
            <a:r>
              <a:rPr lang="en-US" altLang="en-US" sz="2400" dirty="0">
                <a:solidFill>
                  <a:srgbClr val="000000"/>
                </a:solidFill>
                <a:latin typeface="Cambria" panose="02040503050406030204" pitchFamily="18" charset="0"/>
                <a:ea typeface="Cambria" panose="02040503050406030204" pitchFamily="18" charset="0"/>
              </a:rPr>
              <a:t>Databases Illuminated: </a:t>
            </a:r>
            <a:r>
              <a:rPr lang="en-US" altLang="en-US" sz="2400" dirty="0">
                <a:solidFill>
                  <a:srgbClr val="0000FF"/>
                </a:solidFill>
                <a:latin typeface="Cambria" panose="02040503050406030204" pitchFamily="18" charset="0"/>
                <a:ea typeface="Cambria" panose="02040503050406030204" pitchFamily="18" charset="0"/>
              </a:rPr>
              <a:t>Catherine M. Ricardo (3rd Ed.)</a:t>
            </a:r>
            <a:endParaRPr lang="en-US" altLang="en-US" sz="2400" dirty="0">
              <a:solidFill>
                <a:srgbClr val="9B2D1F"/>
              </a:solidFill>
              <a:latin typeface="Cambria" panose="02040503050406030204" pitchFamily="18" charset="0"/>
              <a:ea typeface="Cambria" panose="02040503050406030204" pitchFamily="18" charset="0"/>
            </a:endParaRPr>
          </a:p>
        </p:txBody>
      </p:sp>
      <p:graphicFrame>
        <p:nvGraphicFramePr>
          <p:cNvPr id="2" name="Table 1">
            <a:extLst>
              <a:ext uri="{FF2B5EF4-FFF2-40B4-BE49-F238E27FC236}">
                <a16:creationId xmlns:a16="http://schemas.microsoft.com/office/drawing/2014/main" id="{67BEDD20-BF69-BC33-EB5E-AFAD1A4CDD6A}"/>
              </a:ext>
            </a:extLst>
          </p:cNvPr>
          <p:cNvGraphicFramePr>
            <a:graphicFrameLocks noGrp="1"/>
          </p:cNvGraphicFramePr>
          <p:nvPr>
            <p:extLst>
              <p:ext uri="{D42A27DB-BD31-4B8C-83A1-F6EECF244321}">
                <p14:modId xmlns:p14="http://schemas.microsoft.com/office/powerpoint/2010/main" val="2081962301"/>
              </p:ext>
            </p:extLst>
          </p:nvPr>
        </p:nvGraphicFramePr>
        <p:xfrm>
          <a:off x="1547813" y="3429000"/>
          <a:ext cx="5832475" cy="3200400"/>
        </p:xfrm>
        <a:graphic>
          <a:graphicData uri="http://schemas.openxmlformats.org/drawingml/2006/table">
            <a:tbl>
              <a:tblPr firstRow="1" bandRow="1">
                <a:tableStyleId>{5C22544A-7EE6-4342-B048-85BDC9FD1C3A}</a:tableStyleId>
              </a:tblPr>
              <a:tblGrid>
                <a:gridCol w="1008082">
                  <a:extLst>
                    <a:ext uri="{9D8B030D-6E8A-4147-A177-3AD203B41FA5}">
                      <a16:colId xmlns:a16="http://schemas.microsoft.com/office/drawing/2014/main" val="20000"/>
                    </a:ext>
                  </a:extLst>
                </a:gridCol>
                <a:gridCol w="4824393">
                  <a:extLst>
                    <a:ext uri="{9D8B030D-6E8A-4147-A177-3AD203B41FA5}">
                      <a16:colId xmlns:a16="http://schemas.microsoft.com/office/drawing/2014/main" val="20001"/>
                    </a:ext>
                  </a:extLst>
                </a:gridCol>
              </a:tblGrid>
              <a:tr h="431970">
                <a:tc>
                  <a:txBody>
                    <a:bodyPr/>
                    <a:lstStyle/>
                    <a:p>
                      <a:pPr algn="ctr"/>
                      <a:r>
                        <a:rPr lang="en-US" sz="2400" dirty="0">
                          <a:solidFill>
                            <a:srgbClr val="FFFF00"/>
                          </a:solidFill>
                          <a:latin typeface="Cambria" panose="02040503050406030204" pitchFamily="18" charset="0"/>
                          <a:ea typeface="Cambria" panose="02040503050406030204" pitchFamily="18" charset="0"/>
                        </a:rPr>
                        <a:t>Book</a:t>
                      </a:r>
                    </a:p>
                  </a:txBody>
                  <a:tcPr marL="91437" marR="91437"/>
                </a:tc>
                <a:tc>
                  <a:txBody>
                    <a:bodyPr/>
                    <a:lstStyle/>
                    <a:p>
                      <a:pPr algn="ctr"/>
                      <a:r>
                        <a:rPr lang="en-US" sz="2400" dirty="0">
                          <a:solidFill>
                            <a:srgbClr val="FFFF00"/>
                          </a:solidFill>
                          <a:latin typeface="Cambria" panose="02040503050406030204" pitchFamily="18" charset="0"/>
                          <a:ea typeface="Cambria" panose="02040503050406030204" pitchFamily="18" charset="0"/>
                        </a:rPr>
                        <a:t>Section(s) / Chapter</a:t>
                      </a:r>
                    </a:p>
                  </a:txBody>
                  <a:tcPr marL="91437" marR="91437"/>
                </a:tc>
                <a:extLst>
                  <a:ext uri="{0D108BD9-81ED-4DB2-BD59-A6C34878D82A}">
                    <a16:rowId xmlns:a16="http://schemas.microsoft.com/office/drawing/2014/main" val="10000"/>
                  </a:ext>
                </a:extLst>
              </a:tr>
              <a:tr h="431970">
                <a:tc>
                  <a:txBody>
                    <a:bodyPr/>
                    <a:lstStyle/>
                    <a:p>
                      <a:pPr algn="ctr"/>
                      <a:r>
                        <a:rPr lang="en-US" sz="2400" b="0" dirty="0">
                          <a:solidFill>
                            <a:schemeClr val="tx1"/>
                          </a:solidFill>
                          <a:latin typeface="Cambria" panose="02040503050406030204" pitchFamily="18" charset="0"/>
                          <a:ea typeface="Cambria" panose="02040503050406030204" pitchFamily="18" charset="0"/>
                        </a:rPr>
                        <a:t>A</a:t>
                      </a:r>
                    </a:p>
                  </a:txBody>
                  <a:tcPr marL="91437" marR="91437"/>
                </a:tc>
                <a:tc>
                  <a:txBody>
                    <a:bodyPr/>
                    <a:lstStyle/>
                    <a:p>
                      <a:pPr algn="l"/>
                      <a:r>
                        <a:rPr lang="en-US" sz="2400" b="0" dirty="0">
                          <a:solidFill>
                            <a:schemeClr val="tx1"/>
                          </a:solidFill>
                          <a:latin typeface="Cambria" panose="02040503050406030204" pitchFamily="18" charset="0"/>
                          <a:ea typeface="Cambria" panose="02040503050406030204" pitchFamily="18" charset="0"/>
                        </a:rPr>
                        <a:t>3.4</a:t>
                      </a:r>
                    </a:p>
                  </a:txBody>
                  <a:tcPr marL="91437" marR="91437"/>
                </a:tc>
                <a:extLst>
                  <a:ext uri="{0D108BD9-81ED-4DB2-BD59-A6C34878D82A}">
                    <a16:rowId xmlns:a16="http://schemas.microsoft.com/office/drawing/2014/main" val="10001"/>
                  </a:ext>
                </a:extLst>
              </a:tr>
              <a:tr h="431970">
                <a:tc>
                  <a:txBody>
                    <a:bodyPr/>
                    <a:lstStyle/>
                    <a:p>
                      <a:pPr algn="ctr"/>
                      <a:r>
                        <a:rPr lang="en-US" sz="2400" dirty="0">
                          <a:latin typeface="Cambria" panose="02040503050406030204" pitchFamily="18" charset="0"/>
                          <a:ea typeface="Cambria" panose="02040503050406030204" pitchFamily="18" charset="0"/>
                        </a:rPr>
                        <a:t>B</a:t>
                      </a:r>
                    </a:p>
                  </a:txBody>
                  <a:tcPr marL="91437" marR="91437"/>
                </a:tc>
                <a:tc>
                  <a:txBody>
                    <a:bodyPr/>
                    <a:lstStyle/>
                    <a:p>
                      <a:pPr algn="l"/>
                      <a:r>
                        <a:rPr lang="en-US" sz="2400" dirty="0">
                          <a:latin typeface="Cambria" panose="02040503050406030204" pitchFamily="18" charset="0"/>
                          <a:ea typeface="Cambria" panose="02040503050406030204" pitchFamily="18" charset="0"/>
                        </a:rPr>
                        <a:t>NIL</a:t>
                      </a:r>
                    </a:p>
                  </a:txBody>
                  <a:tcPr marL="91437" marR="91437"/>
                </a:tc>
                <a:extLst>
                  <a:ext uri="{0D108BD9-81ED-4DB2-BD59-A6C34878D82A}">
                    <a16:rowId xmlns:a16="http://schemas.microsoft.com/office/drawing/2014/main" val="10002"/>
                  </a:ext>
                </a:extLst>
              </a:tr>
              <a:tr h="431970">
                <a:tc>
                  <a:txBody>
                    <a:bodyPr/>
                    <a:lstStyle/>
                    <a:p>
                      <a:pPr algn="ctr"/>
                      <a:r>
                        <a:rPr lang="en-US" sz="2400" dirty="0">
                          <a:latin typeface="Cambria" panose="02040503050406030204" pitchFamily="18" charset="0"/>
                          <a:ea typeface="Cambria" panose="02040503050406030204" pitchFamily="18" charset="0"/>
                        </a:rPr>
                        <a:t>C</a:t>
                      </a:r>
                    </a:p>
                  </a:txBody>
                  <a:tcPr marL="91437" marR="91437"/>
                </a:tc>
                <a:tc>
                  <a:txBody>
                    <a:bodyPr/>
                    <a:lstStyle/>
                    <a:p>
                      <a:pPr algn="l"/>
                      <a:r>
                        <a:rPr lang="en-US" sz="2400" dirty="0">
                          <a:latin typeface="Cambria" panose="02040503050406030204" pitchFamily="18" charset="0"/>
                          <a:ea typeface="Cambria" panose="02040503050406030204" pitchFamily="18" charset="0"/>
                        </a:rPr>
                        <a:t>5.1</a:t>
                      </a:r>
                    </a:p>
                  </a:txBody>
                  <a:tcPr marL="91437" marR="91437"/>
                </a:tc>
                <a:extLst>
                  <a:ext uri="{0D108BD9-81ED-4DB2-BD59-A6C34878D82A}">
                    <a16:rowId xmlns:a16="http://schemas.microsoft.com/office/drawing/2014/main" val="10003"/>
                  </a:ext>
                </a:extLst>
              </a:tr>
              <a:tr h="431970">
                <a:tc>
                  <a:txBody>
                    <a:bodyPr/>
                    <a:lstStyle/>
                    <a:p>
                      <a:pPr algn="ctr"/>
                      <a:r>
                        <a:rPr lang="en-US" sz="2400" dirty="0">
                          <a:latin typeface="Cambria" panose="02040503050406030204" pitchFamily="18" charset="0"/>
                          <a:ea typeface="Cambria" panose="02040503050406030204" pitchFamily="18" charset="0"/>
                        </a:rPr>
                        <a:t>D</a:t>
                      </a:r>
                    </a:p>
                  </a:txBody>
                  <a:tcPr marL="91437" marR="91437"/>
                </a:tc>
                <a:tc>
                  <a:txBody>
                    <a:bodyPr/>
                    <a:lstStyle/>
                    <a:p>
                      <a:pPr algn="l"/>
                      <a:r>
                        <a:rPr lang="en-US" sz="2400" dirty="0">
                          <a:latin typeface="Cambria" panose="02040503050406030204" pitchFamily="18" charset="0"/>
                          <a:ea typeface="Cambria" panose="02040503050406030204" pitchFamily="18" charset="0"/>
                        </a:rPr>
                        <a:t>8.1 to 8.5</a:t>
                      </a:r>
                    </a:p>
                  </a:txBody>
                  <a:tcPr marL="91437" marR="91437"/>
                </a:tc>
                <a:extLst>
                  <a:ext uri="{0D108BD9-81ED-4DB2-BD59-A6C34878D82A}">
                    <a16:rowId xmlns:a16="http://schemas.microsoft.com/office/drawing/2014/main" val="10004"/>
                  </a:ext>
                </a:extLst>
              </a:tr>
              <a:tr h="431970">
                <a:tc>
                  <a:txBody>
                    <a:bodyPr/>
                    <a:lstStyle/>
                    <a:p>
                      <a:pPr algn="ctr"/>
                      <a:r>
                        <a:rPr lang="en-US" sz="2400" dirty="0">
                          <a:latin typeface="Cambria" panose="02040503050406030204" pitchFamily="18" charset="0"/>
                          <a:ea typeface="Cambria" panose="02040503050406030204" pitchFamily="18" charset="0"/>
                        </a:rPr>
                        <a:t>E</a:t>
                      </a:r>
                    </a:p>
                  </a:txBody>
                  <a:tcPr marL="91437" marR="91437"/>
                </a:tc>
                <a:tc>
                  <a:txBody>
                    <a:bodyPr/>
                    <a:lstStyle/>
                    <a:p>
                      <a:pPr algn="l"/>
                      <a:r>
                        <a:rPr lang="en-US" sz="2400" dirty="0">
                          <a:latin typeface="Cambria" panose="02040503050406030204" pitchFamily="18" charset="0"/>
                          <a:ea typeface="Cambria" panose="02040503050406030204" pitchFamily="18" charset="0"/>
                        </a:rPr>
                        <a:t>2.5, 2.6, </a:t>
                      </a:r>
                    </a:p>
                  </a:txBody>
                  <a:tcPr marL="91437" marR="91437"/>
                </a:tc>
                <a:extLst>
                  <a:ext uri="{0D108BD9-81ED-4DB2-BD59-A6C34878D82A}">
                    <a16:rowId xmlns:a16="http://schemas.microsoft.com/office/drawing/2014/main" val="10005"/>
                  </a:ext>
                </a:extLst>
              </a:tr>
              <a:tr h="431970">
                <a:tc>
                  <a:txBody>
                    <a:bodyPr/>
                    <a:lstStyle/>
                    <a:p>
                      <a:pPr algn="ctr"/>
                      <a:r>
                        <a:rPr lang="en-US" sz="2400" dirty="0">
                          <a:latin typeface="Cambria" panose="02040503050406030204" pitchFamily="18" charset="0"/>
                          <a:ea typeface="Cambria" panose="02040503050406030204" pitchFamily="18" charset="0"/>
                        </a:rPr>
                        <a:t>F</a:t>
                      </a:r>
                    </a:p>
                  </a:txBody>
                  <a:tcPr marL="91437" marR="91437"/>
                </a:tc>
                <a:tc>
                  <a:txBody>
                    <a:bodyPr/>
                    <a:lstStyle/>
                    <a:p>
                      <a:pPr algn="l"/>
                      <a:r>
                        <a:rPr lang="en-US" sz="2400" dirty="0">
                          <a:latin typeface="Cambria" panose="02040503050406030204" pitchFamily="18" charset="0"/>
                          <a:ea typeface="Cambria" panose="02040503050406030204" pitchFamily="18" charset="0"/>
                        </a:rPr>
                        <a:t>4.5</a:t>
                      </a:r>
                    </a:p>
                  </a:txBody>
                  <a:tcPr marL="91437" marR="91437"/>
                </a:tc>
                <a:extLst>
                  <a:ext uri="{0D108BD9-81ED-4DB2-BD59-A6C34878D82A}">
                    <a16:rowId xmlns:a16="http://schemas.microsoft.com/office/drawing/2014/main" val="10006"/>
                  </a:ext>
                </a:extLst>
              </a:tr>
            </a:tbl>
          </a:graphicData>
        </a:graphic>
      </p:graphicFrame>
      <p:sp>
        <p:nvSpPr>
          <p:cNvPr id="3" name="Slide Number Placeholder 23">
            <a:extLst>
              <a:ext uri="{FF2B5EF4-FFF2-40B4-BE49-F238E27FC236}">
                <a16:creationId xmlns:a16="http://schemas.microsoft.com/office/drawing/2014/main" id="{63D4B12F-DCE9-31D8-5359-A5D05D8DFCAB}"/>
              </a:ext>
            </a:extLst>
          </p:cNvPr>
          <p:cNvSpPr>
            <a:spLocks noGrp="1"/>
          </p:cNvSpPr>
          <p:nvPr>
            <p:ph type="sldNum" sz="quarter" idx="12"/>
          </p:nvPr>
        </p:nvSpPr>
        <p:spPr>
          <a:xfrm>
            <a:off x="8459788" y="6165850"/>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1_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3.xml><?xml version="1.0" encoding="utf-8"?>
<a:theme xmlns:a="http://schemas.openxmlformats.org/drawingml/2006/main" name="2_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4.xml><?xml version="1.0" encoding="utf-8"?>
<a:theme xmlns:a="http://schemas.openxmlformats.org/drawingml/2006/main" name="3_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Overload Protection</Template>
  <TotalTime>13085</TotalTime>
  <Words>1971</Words>
  <Application>Microsoft Office PowerPoint</Application>
  <PresentationFormat>On-screen Show (4:3)</PresentationFormat>
  <Paragraphs>508</Paragraphs>
  <Slides>27</Slides>
  <Notes>2</Notes>
  <HiddenSlides>0</HiddenSlides>
  <MMClips>0</MMClips>
  <ScaleCrop>false</ScaleCrop>
  <HeadingPairs>
    <vt:vector size="8" baseType="variant">
      <vt:variant>
        <vt:lpstr>Fonts Used</vt:lpstr>
      </vt:variant>
      <vt:variant>
        <vt:i4>11</vt:i4>
      </vt:variant>
      <vt:variant>
        <vt:lpstr>Theme</vt:lpstr>
      </vt:variant>
      <vt:variant>
        <vt:i4>4</vt:i4>
      </vt:variant>
      <vt:variant>
        <vt:lpstr>Embedded OLE Servers</vt:lpstr>
      </vt:variant>
      <vt:variant>
        <vt:i4>1</vt:i4>
      </vt:variant>
      <vt:variant>
        <vt:lpstr>Slide Titles</vt:lpstr>
      </vt:variant>
      <vt:variant>
        <vt:i4>27</vt:i4>
      </vt:variant>
    </vt:vector>
  </HeadingPairs>
  <TitlesOfParts>
    <vt:vector size="43" baseType="lpstr">
      <vt:lpstr>Arial</vt:lpstr>
      <vt:lpstr>Franklin Gothic Book</vt:lpstr>
      <vt:lpstr>Perpetua</vt:lpstr>
      <vt:lpstr>Wingdings 2</vt:lpstr>
      <vt:lpstr>Symbol</vt:lpstr>
      <vt:lpstr>Helvetica</vt:lpstr>
      <vt:lpstr>MS PGothic</vt:lpstr>
      <vt:lpstr>Times New Roman</vt:lpstr>
      <vt:lpstr>Wingdings</vt:lpstr>
      <vt:lpstr>Calibri</vt:lpstr>
      <vt:lpstr>Georgia</vt:lpstr>
      <vt:lpstr>Equity</vt:lpstr>
      <vt:lpstr>1_Equity</vt:lpstr>
      <vt:lpstr>2_Equity</vt:lpstr>
      <vt:lpstr>3_Equity</vt:lpstr>
      <vt:lpstr>Adobe Photoshop Image</vt:lpstr>
      <vt:lpstr>CC-215 Database Systems</vt:lpstr>
      <vt:lpstr>Introduction</vt:lpstr>
      <vt:lpstr>SELECT</vt:lpstr>
      <vt:lpstr>SELECT</vt:lpstr>
      <vt:lpstr>PROJECT</vt:lpstr>
      <vt:lpstr>PROJECT</vt:lpstr>
      <vt:lpstr>SELECT+PROJECT</vt:lpstr>
      <vt:lpstr>RENAME</vt:lpstr>
      <vt:lpstr>(Cartesian) Product or Cross Join</vt:lpstr>
      <vt:lpstr>JOIN Operation</vt:lpstr>
      <vt:lpstr>Theta Join</vt:lpstr>
      <vt:lpstr>INNER JOIN</vt:lpstr>
      <vt:lpstr> </vt:lpstr>
      <vt:lpstr>OUTER JOIN</vt:lpstr>
      <vt:lpstr>OUTER JOIN</vt:lpstr>
      <vt:lpstr>Left Outer JOIN</vt:lpstr>
      <vt:lpstr>Right Outer JOIN</vt:lpstr>
      <vt:lpstr>Left Semi Join</vt:lpstr>
      <vt:lpstr>Right Semi Join</vt:lpstr>
      <vt:lpstr>Joins Math</vt:lpstr>
      <vt:lpstr>Summary</vt:lpstr>
      <vt:lpstr>Union</vt:lpstr>
      <vt:lpstr>Intersect</vt:lpstr>
      <vt:lpstr>Difference (Minus or Except)</vt:lpstr>
      <vt:lpstr>Divide</vt:lpstr>
      <vt:lpstr>DIVISION</vt:lpstr>
      <vt:lpstr>Reading Material</vt:lpstr>
    </vt:vector>
  </TitlesOfParts>
  <Company>TU - Wien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Analytical Model for Performance Measurement of Queueing Systems</dc:title>
  <dc:creator>ssarwar</dc:creator>
  <cp:lastModifiedBy>Dr.Asif Sohail</cp:lastModifiedBy>
  <cp:revision>722</cp:revision>
  <dcterms:created xsi:type="dcterms:W3CDTF">2006-05-17T12:38:56Z</dcterms:created>
  <dcterms:modified xsi:type="dcterms:W3CDTF">2025-10-05T12:31:01Z</dcterms:modified>
</cp:coreProperties>
</file>